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 id="2147483722" r:id="rId6"/>
  </p:sldMasterIdLst>
  <p:notesMasterIdLst>
    <p:notesMasterId r:id="rId114"/>
  </p:notesMasterIdLst>
  <p:sldIdLst>
    <p:sldId id="375" r:id="rId7"/>
    <p:sldId id="376" r:id="rId8"/>
    <p:sldId id="377" r:id="rId9"/>
    <p:sldId id="380" r:id="rId10"/>
    <p:sldId id="381" r:id="rId11"/>
    <p:sldId id="382" r:id="rId12"/>
    <p:sldId id="383" r:id="rId13"/>
    <p:sldId id="384" r:id="rId14"/>
    <p:sldId id="385" r:id="rId15"/>
    <p:sldId id="386" r:id="rId16"/>
    <p:sldId id="370" r:id="rId17"/>
    <p:sldId id="371" r:id="rId18"/>
    <p:sldId id="372" r:id="rId19"/>
    <p:sldId id="373" r:id="rId20"/>
    <p:sldId id="374" r:id="rId21"/>
    <p:sldId id="387" r:id="rId22"/>
    <p:sldId id="388" r:id="rId23"/>
    <p:sldId id="389" r:id="rId24"/>
    <p:sldId id="390" r:id="rId25"/>
    <p:sldId id="391" r:id="rId26"/>
    <p:sldId id="392" r:id="rId27"/>
    <p:sldId id="393" r:id="rId28"/>
    <p:sldId id="394" r:id="rId29"/>
    <p:sldId id="395" r:id="rId30"/>
    <p:sldId id="396" r:id="rId31"/>
    <p:sldId id="397" r:id="rId32"/>
    <p:sldId id="398" r:id="rId33"/>
    <p:sldId id="399" r:id="rId34"/>
    <p:sldId id="400" r:id="rId35"/>
    <p:sldId id="401" r:id="rId36"/>
    <p:sldId id="402" r:id="rId37"/>
    <p:sldId id="403" r:id="rId38"/>
    <p:sldId id="404" r:id="rId39"/>
    <p:sldId id="405" r:id="rId40"/>
    <p:sldId id="406" r:id="rId41"/>
    <p:sldId id="407" r:id="rId42"/>
    <p:sldId id="408" r:id="rId43"/>
    <p:sldId id="409" r:id="rId44"/>
    <p:sldId id="410" r:id="rId45"/>
    <p:sldId id="411" r:id="rId46"/>
    <p:sldId id="412" r:id="rId47"/>
    <p:sldId id="413" r:id="rId48"/>
    <p:sldId id="414" r:id="rId49"/>
    <p:sldId id="415" r:id="rId50"/>
    <p:sldId id="416" r:id="rId51"/>
    <p:sldId id="417" r:id="rId52"/>
    <p:sldId id="418" r:id="rId53"/>
    <p:sldId id="419" r:id="rId54"/>
    <p:sldId id="420" r:id="rId55"/>
    <p:sldId id="421" r:id="rId56"/>
    <p:sldId id="422" r:id="rId57"/>
    <p:sldId id="423" r:id="rId58"/>
    <p:sldId id="424" r:id="rId59"/>
    <p:sldId id="425" r:id="rId60"/>
    <p:sldId id="426" r:id="rId61"/>
    <p:sldId id="427" r:id="rId62"/>
    <p:sldId id="428" r:id="rId63"/>
    <p:sldId id="429" r:id="rId64"/>
    <p:sldId id="430" r:id="rId65"/>
    <p:sldId id="431" r:id="rId66"/>
    <p:sldId id="432" r:id="rId67"/>
    <p:sldId id="433" r:id="rId68"/>
    <p:sldId id="434" r:id="rId69"/>
    <p:sldId id="435" r:id="rId70"/>
    <p:sldId id="436" r:id="rId71"/>
    <p:sldId id="437" r:id="rId72"/>
    <p:sldId id="438" r:id="rId73"/>
    <p:sldId id="439" r:id="rId74"/>
    <p:sldId id="440" r:id="rId75"/>
    <p:sldId id="290" r:id="rId76"/>
    <p:sldId id="278" r:id="rId77"/>
    <p:sldId id="258" r:id="rId78"/>
    <p:sldId id="260" r:id="rId79"/>
    <p:sldId id="261" r:id="rId80"/>
    <p:sldId id="262" r:id="rId81"/>
    <p:sldId id="263" r:id="rId82"/>
    <p:sldId id="266" r:id="rId83"/>
    <p:sldId id="267" r:id="rId84"/>
    <p:sldId id="268" r:id="rId85"/>
    <p:sldId id="269" r:id="rId86"/>
    <p:sldId id="270" r:id="rId87"/>
    <p:sldId id="271" r:id="rId88"/>
    <p:sldId id="272" r:id="rId89"/>
    <p:sldId id="273" r:id="rId90"/>
    <p:sldId id="274" r:id="rId91"/>
    <p:sldId id="275" r:id="rId92"/>
    <p:sldId id="276" r:id="rId93"/>
    <p:sldId id="277" r:id="rId94"/>
    <p:sldId id="264" r:id="rId95"/>
    <p:sldId id="265" r:id="rId96"/>
    <p:sldId id="279" r:id="rId97"/>
    <p:sldId id="280" r:id="rId98"/>
    <p:sldId id="281" r:id="rId99"/>
    <p:sldId id="282" r:id="rId100"/>
    <p:sldId id="283" r:id="rId101"/>
    <p:sldId id="287" r:id="rId102"/>
    <p:sldId id="288" r:id="rId103"/>
    <p:sldId id="289" r:id="rId104"/>
    <p:sldId id="291" r:id="rId105"/>
    <p:sldId id="366" r:id="rId106"/>
    <p:sldId id="444" r:id="rId107"/>
    <p:sldId id="367" r:id="rId108"/>
    <p:sldId id="368" r:id="rId109"/>
    <p:sldId id="441" r:id="rId110"/>
    <p:sldId id="442" r:id="rId111"/>
    <p:sldId id="443" r:id="rId112"/>
    <p:sldId id="369" r:id="rId1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756" y="6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theme" Target="theme/theme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tableStyles" Target="tableStyles.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notesMaster" Target="notesMasters/notesMaster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presProps" Target="presProp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BAA7C-0EF7-496D-BC3F-AEDFCE039AD8}" type="datetimeFigureOut">
              <a:rPr lang="en-US" smtClean="0"/>
              <a:t>4/3/2021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63584C-7FA3-40C6-BB7D-DD17CBE93784}" type="slidenum">
              <a:rPr lang="en-US" smtClean="0"/>
              <a:t>‹#›</a:t>
            </a:fld>
            <a:endParaRPr lang="en-US"/>
          </a:p>
        </p:txBody>
      </p:sp>
    </p:spTree>
    <p:extLst>
      <p:ext uri="{BB962C8B-B14F-4D97-AF65-F5344CB8AC3E}">
        <p14:creationId xmlns:p14="http://schemas.microsoft.com/office/powerpoint/2010/main" val="1017021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01215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smtClean="0"/>
          </a:p>
        </p:txBody>
      </p:sp>
      <p:sp>
        <p:nvSpPr>
          <p:cNvPr id="89092" name="Slide Number Placeholder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875144-1CD5-46CE-B163-586883CF0B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72521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6091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59886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952257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79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48254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698177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50961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8454048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108588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99823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53050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389708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335FDA9-F28C-4EB0-A5FC-AEFA75571BF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781392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E825FCD-E912-47CD-BBBE-5A6E78A2399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564146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9653352-5F62-4C84-B1E2-11553D41164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045478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1368AE3-B545-46F6-A339-52593698D36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725204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0DCE7BFE-70E0-4EE7-BF99-8DAB48F5F28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209749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51C006F-E2CC-4945-978D-176C473AED9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401932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3D14BC6F-3B8B-432D-ADD7-D9739A0D7E5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30878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A4496BE-7B1F-4112-B0BB-87B631A0C40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9405668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81AA819C-1D9F-43F4-85C3-534DF5A4054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792792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C892CC0-AD40-487C-BC72-CD718E1A65C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271834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8050FE5-10AB-42D9-95E5-E0C8C1DC5A1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741949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1"/>
            <a:ext cx="103632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379985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034330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548157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0907949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600" y="1535115"/>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3380" y="1535115"/>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8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061409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520722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441329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26" y="273051"/>
            <a:ext cx="4011084" cy="1162051"/>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6733" y="273066"/>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626" y="1435104"/>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017339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3"/>
            <a:ext cx="7315200" cy="566739"/>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CA" noProof="0" smtClean="0"/>
          </a:p>
        </p:txBody>
      </p:sp>
      <p:sp>
        <p:nvSpPr>
          <p:cNvPr id="4" name="Text Placeholder 3"/>
          <p:cNvSpPr>
            <a:spLocks noGrp="1"/>
          </p:cNvSpPr>
          <p:nvPr>
            <p:ph type="body" sz="half" idx="2"/>
          </p:nvPr>
        </p:nvSpPr>
        <p:spPr>
          <a:xfrm>
            <a:off x="2389717" y="5367353"/>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921362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685633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7432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600" y="274642"/>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661545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4"/>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en-US" smtClean="0"/>
              <a:t>Click to edit Master subtitle style</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C02CDCA6-D032-4BD7-9A0D-FFE302992A8E}" type="datetime1">
              <a:rPr lang="en-US" altLang="en-US"/>
              <a:pPr>
                <a:defRPr/>
              </a:pPr>
              <a:t>4/3/2021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28BE58F7-ED29-446A-9384-636021D30289}"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8457111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673E3C3F-93A9-4F58-95C5-4CD19BFF317E}" type="datetime1">
              <a:rPr lang="en-US" altLang="en-US"/>
              <a:pPr>
                <a:defRPr/>
              </a:pPr>
              <a:t>4/3/2021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67C7D751-3418-418D-AB95-0C8C2DD3E814}"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5864172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fld id="{6DCA690E-5ADC-4EAB-9317-3FD75CDAAB08}" type="datetime1">
              <a:rPr lang="en-US" altLang="en-US"/>
              <a:pPr>
                <a:defRPr/>
              </a:pPr>
              <a:t>4/3/2021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DA58D37-5604-42BA-8783-4CA59767D26B}"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1112412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3"/>
          <p:cNvSpPr>
            <a:spLocks noGrp="1" noChangeArrowheads="1"/>
          </p:cNvSpPr>
          <p:nvPr>
            <p:ph type="dt" sz="half" idx="10"/>
          </p:nvPr>
        </p:nvSpPr>
        <p:spPr>
          <a:ln/>
        </p:spPr>
        <p:txBody>
          <a:bodyPr/>
          <a:lstStyle>
            <a:lvl1pPr>
              <a:defRPr/>
            </a:lvl1pPr>
          </a:lstStyle>
          <a:p>
            <a:pPr>
              <a:defRPr/>
            </a:pPr>
            <a:fld id="{3ED1F01F-2FEF-41AD-A214-000B32E05C05}" type="datetime1">
              <a:rPr lang="en-US" altLang="en-US"/>
              <a:pPr>
                <a:defRPr/>
              </a:pPr>
              <a:t>4/3/2021</a:t>
            </a:fld>
            <a:endParaRPr lang="en-US" sz="180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ED03D147-3A6F-4252-9AD9-ED308BA29801}"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091411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5"/>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80" y="1535115"/>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8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3"/>
          <p:cNvSpPr>
            <a:spLocks noGrp="1" noChangeArrowheads="1"/>
          </p:cNvSpPr>
          <p:nvPr>
            <p:ph type="dt" sz="half" idx="10"/>
          </p:nvPr>
        </p:nvSpPr>
        <p:spPr>
          <a:ln/>
        </p:spPr>
        <p:txBody>
          <a:bodyPr/>
          <a:lstStyle>
            <a:lvl1pPr>
              <a:defRPr/>
            </a:lvl1pPr>
          </a:lstStyle>
          <a:p>
            <a:pPr>
              <a:defRPr/>
            </a:pPr>
            <a:fld id="{B7E415A7-A53E-4E76-9DE2-A0ED801E2D22}" type="datetime1">
              <a:rPr lang="en-US" altLang="en-US"/>
              <a:pPr>
                <a:defRPr/>
              </a:pPr>
              <a:t>4/3/2021</a:t>
            </a:fld>
            <a:endParaRPr lang="en-US" sz="1800">
              <a:solidFill>
                <a:schemeClr val="tx1"/>
              </a:solidFill>
              <a:latin typeface="Arial" pitchFamily="34" charset="0"/>
              <a:sym typeface="Arial" pitchFamily="34" charset="0"/>
            </a:endParaRPr>
          </a:p>
        </p:txBody>
      </p:sp>
      <p:sp>
        <p:nvSpPr>
          <p:cNvPr id="8"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a:ln/>
        </p:spPr>
        <p:txBody>
          <a:bodyPr/>
          <a:lstStyle>
            <a:lvl1pPr>
              <a:defRPr/>
            </a:lvl1pPr>
          </a:lstStyle>
          <a:p>
            <a:pPr>
              <a:defRPr/>
            </a:pPr>
            <a:fld id="{E689C261-4544-4AA4-93CF-756A9FD07C10}"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4857214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AC62D63D-4E2E-4767-B85C-44B82BC920B5}" type="datetime1">
              <a:rPr lang="en-US" altLang="en-US"/>
              <a:pPr>
                <a:defRPr/>
              </a:pPr>
              <a:t>4/3/2021</a:t>
            </a:fld>
            <a:endParaRPr lang="en-US" sz="180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0B86347B-9EBB-4551-BED1-CFE04B1382BA}"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9287951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fld id="{C0626089-623C-4C1F-9F92-FF52E24ADABC}" type="datetime1">
              <a:rPr lang="en-US" altLang="en-US"/>
              <a:pPr>
                <a:defRPr/>
              </a:pPr>
              <a:t>4/3/2021</a:t>
            </a:fld>
            <a:endParaRPr lang="en-US" sz="1800">
              <a:solidFill>
                <a:schemeClr val="tx1"/>
              </a:solidFill>
              <a:latin typeface="Arial" pitchFamily="34" charset="0"/>
              <a:sym typeface="Arial" pitchFamily="34" charset="0"/>
            </a:endParaRPr>
          </a:p>
        </p:txBody>
      </p:sp>
      <p:sp>
        <p:nvSpPr>
          <p:cNvPr id="3"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a:ln/>
        </p:spPr>
        <p:txBody>
          <a:bodyPr/>
          <a:lstStyle>
            <a:lvl1pPr>
              <a:defRPr/>
            </a:lvl1pPr>
          </a:lstStyle>
          <a:p>
            <a:pPr>
              <a:defRPr/>
            </a:pPr>
            <a:fld id="{852AB93F-ACAD-45A2-806D-F968067C5BCF}"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2190436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26" y="273051"/>
            <a:ext cx="4011084" cy="1162051"/>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68"/>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26" y="1435104"/>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EF36EDB7-283C-4255-AC31-78E523FA0188}" type="datetime1">
              <a:rPr lang="en-US" altLang="en-US"/>
              <a:pPr>
                <a:defRPr/>
              </a:pPr>
              <a:t>4/3/2021</a:t>
            </a:fld>
            <a:endParaRPr lang="en-US" sz="180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A6F0228C-EB43-48DD-B6CD-7C126611FD24}"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9556665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3"/>
            <a:ext cx="7315200" cy="566739"/>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IN" noProof="0" smtClean="0">
              <a:sym typeface="Calibri" pitchFamily="34" charset="0"/>
            </a:endParaRPr>
          </a:p>
        </p:txBody>
      </p:sp>
      <p:sp>
        <p:nvSpPr>
          <p:cNvPr id="4" name="Text Placeholder 3"/>
          <p:cNvSpPr>
            <a:spLocks noGrp="1"/>
          </p:cNvSpPr>
          <p:nvPr>
            <p:ph type="body" sz="half" idx="2"/>
          </p:nvPr>
        </p:nvSpPr>
        <p:spPr>
          <a:xfrm>
            <a:off x="2389717" y="5367353"/>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82DC896B-5ABC-411C-B114-23F7BA819D91}" type="datetime1">
              <a:rPr lang="en-US" altLang="en-US"/>
              <a:pPr>
                <a:defRPr/>
              </a:pPr>
              <a:t>4/3/2021</a:t>
            </a:fld>
            <a:endParaRPr lang="en-US" sz="180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5BC3BF4E-1876-45C6-9B4D-38EEDEF99005}"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9587852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6D9D8F1-50A0-4E0B-996C-360E57AB565C}" type="datetime1">
              <a:rPr lang="en-US" altLang="en-US"/>
              <a:pPr>
                <a:defRPr/>
              </a:pPr>
              <a:t>4/3/2021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986A270-9C50-4595-BD90-B9B63577EE21}"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0295496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42"/>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189E048-0519-45DD-BE0C-626F99407E63}" type="datetime1">
              <a:rPr lang="en-US" altLang="en-US"/>
              <a:pPr>
                <a:defRPr/>
              </a:pPr>
              <a:t>4/3/2021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CFA8E763-FE83-47EE-A1D6-46CCB6CE274A}"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6625705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0C1FB5AE-9B46-461C-867F-15071CC1F260}" type="datetime1">
              <a:rPr lang="en-US" altLang="en-US"/>
              <a:pPr>
                <a:defRPr/>
              </a:pPr>
              <a:t>4/3/2021</a:t>
            </a:fld>
            <a:endParaRPr lang="en-US" sz="180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629D4A31-8473-41C9-984A-45EA7F86478A}"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7248038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0"/>
            <a:ext cx="10363200" cy="1470026"/>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54" indent="0" algn="ctr">
              <a:buNone/>
              <a:defRPr>
                <a:solidFill>
                  <a:schemeClr val="tx1">
                    <a:tint val="75000"/>
                  </a:schemeClr>
                </a:solidFill>
              </a:defRPr>
            </a:lvl2pPr>
            <a:lvl3pPr marL="914309" indent="0" algn="ctr">
              <a:buNone/>
              <a:defRPr>
                <a:solidFill>
                  <a:schemeClr val="tx1">
                    <a:tint val="75000"/>
                  </a:schemeClr>
                </a:solidFill>
              </a:defRPr>
            </a:lvl3pPr>
            <a:lvl4pPr marL="1371462" indent="0" algn="ctr">
              <a:buNone/>
              <a:defRPr>
                <a:solidFill>
                  <a:schemeClr val="tx1">
                    <a:tint val="75000"/>
                  </a:schemeClr>
                </a:solidFill>
              </a:defRPr>
            </a:lvl4pPr>
            <a:lvl5pPr marL="1828617" indent="0" algn="ctr">
              <a:buNone/>
              <a:defRPr>
                <a:solidFill>
                  <a:schemeClr val="tx1">
                    <a:tint val="75000"/>
                  </a:schemeClr>
                </a:solidFill>
              </a:defRPr>
            </a:lvl5pPr>
            <a:lvl6pPr marL="2285771" indent="0" algn="ctr">
              <a:buNone/>
              <a:defRPr>
                <a:solidFill>
                  <a:schemeClr val="tx1">
                    <a:tint val="75000"/>
                  </a:schemeClr>
                </a:solidFill>
              </a:defRPr>
            </a:lvl6pPr>
            <a:lvl7pPr marL="2742926" indent="0" algn="ctr">
              <a:buNone/>
              <a:defRPr>
                <a:solidFill>
                  <a:schemeClr val="tx1">
                    <a:tint val="75000"/>
                  </a:schemeClr>
                </a:solidFill>
              </a:defRPr>
            </a:lvl7pPr>
            <a:lvl8pPr marL="3200080" indent="0" algn="ctr">
              <a:buNone/>
              <a:defRPr>
                <a:solidFill>
                  <a:schemeClr val="tx1">
                    <a:tint val="75000"/>
                  </a:schemeClr>
                </a:solidFill>
              </a:defRPr>
            </a:lvl8pPr>
            <a:lvl9pPr marL="3657235"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7984250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2442719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2"/>
            <a:ext cx="103632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963085" y="2906713"/>
            <a:ext cx="10363200" cy="1500187"/>
          </a:xfrm>
        </p:spPr>
        <p:txBody>
          <a:bodyPr anchor="b"/>
          <a:lstStyle>
            <a:lvl1pPr marL="0" indent="0">
              <a:buNone/>
              <a:defRPr sz="1999">
                <a:solidFill>
                  <a:schemeClr val="tx1">
                    <a:tint val="75000"/>
                  </a:schemeClr>
                </a:solidFill>
              </a:defRPr>
            </a:lvl1pPr>
            <a:lvl2pPr marL="457154" indent="0">
              <a:buNone/>
              <a:defRPr sz="1799">
                <a:solidFill>
                  <a:schemeClr val="tx1">
                    <a:tint val="75000"/>
                  </a:schemeClr>
                </a:solidFill>
              </a:defRPr>
            </a:lvl2pPr>
            <a:lvl3pPr marL="914309" indent="0">
              <a:buNone/>
              <a:defRPr sz="1600">
                <a:solidFill>
                  <a:schemeClr val="tx1">
                    <a:tint val="75000"/>
                  </a:schemeClr>
                </a:solidFill>
              </a:defRPr>
            </a:lvl3pPr>
            <a:lvl4pPr marL="1371462" indent="0">
              <a:buNone/>
              <a:defRPr sz="1400">
                <a:solidFill>
                  <a:schemeClr val="tx1">
                    <a:tint val="75000"/>
                  </a:schemeClr>
                </a:solidFill>
              </a:defRPr>
            </a:lvl4pPr>
            <a:lvl5pPr marL="1828617" indent="0">
              <a:buNone/>
              <a:defRPr sz="1400">
                <a:solidFill>
                  <a:schemeClr val="tx1">
                    <a:tint val="75000"/>
                  </a:schemeClr>
                </a:solidFill>
              </a:defRPr>
            </a:lvl5pPr>
            <a:lvl6pPr marL="2285771" indent="0">
              <a:buNone/>
              <a:defRPr sz="1400">
                <a:solidFill>
                  <a:schemeClr val="tx1">
                    <a:tint val="75000"/>
                  </a:schemeClr>
                </a:solidFill>
              </a:defRPr>
            </a:lvl6pPr>
            <a:lvl7pPr marL="2742926" indent="0">
              <a:buNone/>
              <a:defRPr sz="1400">
                <a:solidFill>
                  <a:schemeClr val="tx1">
                    <a:tint val="75000"/>
                  </a:schemeClr>
                </a:solidFill>
              </a:defRPr>
            </a:lvl7pPr>
            <a:lvl8pPr marL="3200080" indent="0">
              <a:buNone/>
              <a:defRPr sz="1400">
                <a:solidFill>
                  <a:schemeClr val="tx1">
                    <a:tint val="75000"/>
                  </a:schemeClr>
                </a:solidFill>
              </a:defRPr>
            </a:lvl8pPr>
            <a:lvl9pPr marL="3657235"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430642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6787910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600" y="1535115"/>
            <a:ext cx="5386917" cy="639763"/>
          </a:xfrm>
        </p:spPr>
        <p:txBody>
          <a:bodyPr anchor="b"/>
          <a:lstStyle>
            <a:lvl1pPr marL="0" indent="0">
              <a:buNone/>
              <a:defRPr sz="2399" b="1"/>
            </a:lvl1pPr>
            <a:lvl2pPr marL="457154" indent="0">
              <a:buNone/>
              <a:defRPr sz="1999" b="1"/>
            </a:lvl2pPr>
            <a:lvl3pPr marL="914309" indent="0">
              <a:buNone/>
              <a:defRPr sz="1799" b="1"/>
            </a:lvl3pPr>
            <a:lvl4pPr marL="1371462"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5"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3379" y="1535115"/>
            <a:ext cx="5389034" cy="639763"/>
          </a:xfrm>
        </p:spPr>
        <p:txBody>
          <a:bodyPr anchor="b"/>
          <a:lstStyle>
            <a:lvl1pPr marL="0" indent="0">
              <a:buNone/>
              <a:defRPr sz="2399" b="1"/>
            </a:lvl1pPr>
            <a:lvl2pPr marL="457154" indent="0">
              <a:buNone/>
              <a:defRPr sz="1999" b="1"/>
            </a:lvl2pPr>
            <a:lvl3pPr marL="914309" indent="0">
              <a:buNone/>
              <a:defRPr sz="1799" b="1"/>
            </a:lvl3pPr>
            <a:lvl4pPr marL="1371462"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5"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9" y="2174875"/>
            <a:ext cx="5389034" cy="3951288"/>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2419568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9883385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319174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27" y="273051"/>
            <a:ext cx="4011084" cy="1162051"/>
          </a:xfrm>
        </p:spPr>
        <p:txBody>
          <a:bodyPr anchor="b"/>
          <a:lstStyle>
            <a:lvl1pPr algn="l">
              <a:defRPr sz="1999" b="1"/>
            </a:lvl1pPr>
          </a:lstStyle>
          <a:p>
            <a:r>
              <a:rPr lang="en-US" smtClean="0"/>
              <a:t>Click to edit Master title style</a:t>
            </a:r>
            <a:endParaRPr lang="en-CA"/>
          </a:p>
        </p:txBody>
      </p:sp>
      <p:sp>
        <p:nvSpPr>
          <p:cNvPr id="3" name="Content Placeholder 2"/>
          <p:cNvSpPr>
            <a:spLocks noGrp="1"/>
          </p:cNvSpPr>
          <p:nvPr>
            <p:ph idx="1"/>
          </p:nvPr>
        </p:nvSpPr>
        <p:spPr>
          <a:xfrm>
            <a:off x="4766733" y="273066"/>
            <a:ext cx="6815667" cy="5853114"/>
          </a:xfrm>
        </p:spPr>
        <p:txBody>
          <a:bodyPr/>
          <a:lstStyle>
            <a:lvl1pPr>
              <a:defRPr sz="3200"/>
            </a:lvl1pPr>
            <a:lvl2pPr>
              <a:defRPr sz="2800"/>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627" y="1435105"/>
            <a:ext cx="4011084" cy="4691063"/>
          </a:xfrm>
        </p:spPr>
        <p:txBody>
          <a:bodyPr/>
          <a:lstStyle>
            <a:lvl1pPr marL="0" indent="0">
              <a:buNone/>
              <a:defRPr sz="1400"/>
            </a:lvl1pPr>
            <a:lvl2pPr marL="457154" indent="0">
              <a:buNone/>
              <a:defRPr sz="1200"/>
            </a:lvl2pPr>
            <a:lvl3pPr marL="914309" indent="0">
              <a:buNone/>
              <a:defRPr sz="1000"/>
            </a:lvl3pPr>
            <a:lvl4pPr marL="1371462" indent="0">
              <a:buNone/>
              <a:defRPr sz="900"/>
            </a:lvl4pPr>
            <a:lvl5pPr marL="1828617" indent="0">
              <a:buNone/>
              <a:defRPr sz="900"/>
            </a:lvl5pPr>
            <a:lvl6pPr marL="2285771" indent="0">
              <a:buNone/>
              <a:defRPr sz="900"/>
            </a:lvl6pPr>
            <a:lvl7pPr marL="2742926" indent="0">
              <a:buNone/>
              <a:defRPr sz="900"/>
            </a:lvl7pPr>
            <a:lvl8pPr marL="3200080" indent="0">
              <a:buNone/>
              <a:defRPr sz="900"/>
            </a:lvl8pPr>
            <a:lvl9pPr marL="3657235"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061657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2"/>
            <a:ext cx="7315200" cy="566739"/>
          </a:xfrm>
        </p:spPr>
        <p:txBody>
          <a:bodyPr anchor="b"/>
          <a:lstStyle>
            <a:lvl1pPr algn="l">
              <a:defRPr sz="1999" b="1"/>
            </a:lvl1pPr>
          </a:lstStyle>
          <a:p>
            <a:r>
              <a:rPr lang="en-US" smtClean="0"/>
              <a:t>Click to edit Master title style</a:t>
            </a:r>
            <a:endParaRPr lang="en-CA"/>
          </a:p>
        </p:txBody>
      </p:sp>
      <p:sp>
        <p:nvSpPr>
          <p:cNvPr id="3" name="Picture Placeholder 2"/>
          <p:cNvSpPr>
            <a:spLocks noGrp="1"/>
          </p:cNvSpPr>
          <p:nvPr>
            <p:ph type="pic" idx="1"/>
          </p:nvPr>
        </p:nvSpPr>
        <p:spPr>
          <a:xfrm>
            <a:off x="2389718" y="612775"/>
            <a:ext cx="7315200" cy="4114800"/>
          </a:xfrm>
        </p:spPr>
        <p:txBody>
          <a:bodyPr rtlCol="0">
            <a:normAutofit/>
          </a:bodyPr>
          <a:lstStyle>
            <a:lvl1pPr marL="0" indent="0">
              <a:buNone/>
              <a:defRPr sz="3200"/>
            </a:lvl1pPr>
            <a:lvl2pPr marL="457154" indent="0">
              <a:buNone/>
              <a:defRPr sz="2800"/>
            </a:lvl2pPr>
            <a:lvl3pPr marL="914309" indent="0">
              <a:buNone/>
              <a:defRPr sz="2399"/>
            </a:lvl3pPr>
            <a:lvl4pPr marL="1371462" indent="0">
              <a:buNone/>
              <a:defRPr sz="1999"/>
            </a:lvl4pPr>
            <a:lvl5pPr marL="1828617" indent="0">
              <a:buNone/>
              <a:defRPr sz="1999"/>
            </a:lvl5pPr>
            <a:lvl6pPr marL="2285771" indent="0">
              <a:buNone/>
              <a:defRPr sz="1999"/>
            </a:lvl6pPr>
            <a:lvl7pPr marL="2742926" indent="0">
              <a:buNone/>
              <a:defRPr sz="1999"/>
            </a:lvl7pPr>
            <a:lvl8pPr marL="3200080" indent="0">
              <a:buNone/>
              <a:defRPr sz="1999"/>
            </a:lvl8pPr>
            <a:lvl9pPr marL="3657235" indent="0">
              <a:buNone/>
              <a:defRPr sz="1999"/>
            </a:lvl9pPr>
          </a:lstStyle>
          <a:p>
            <a:pPr lvl="0"/>
            <a:endParaRPr lang="en-CA" noProof="0" smtClean="0"/>
          </a:p>
        </p:txBody>
      </p:sp>
      <p:sp>
        <p:nvSpPr>
          <p:cNvPr id="4" name="Text Placeholder 3"/>
          <p:cNvSpPr>
            <a:spLocks noGrp="1"/>
          </p:cNvSpPr>
          <p:nvPr>
            <p:ph type="body" sz="half" idx="2"/>
          </p:nvPr>
        </p:nvSpPr>
        <p:spPr>
          <a:xfrm>
            <a:off x="2389718" y="5367353"/>
            <a:ext cx="7315200" cy="804863"/>
          </a:xfrm>
        </p:spPr>
        <p:txBody>
          <a:bodyPr/>
          <a:lstStyle>
            <a:lvl1pPr marL="0" indent="0">
              <a:buNone/>
              <a:defRPr sz="1400"/>
            </a:lvl1pPr>
            <a:lvl2pPr marL="457154" indent="0">
              <a:buNone/>
              <a:defRPr sz="1200"/>
            </a:lvl2pPr>
            <a:lvl3pPr marL="914309" indent="0">
              <a:buNone/>
              <a:defRPr sz="1000"/>
            </a:lvl3pPr>
            <a:lvl4pPr marL="1371462" indent="0">
              <a:buNone/>
              <a:defRPr sz="900"/>
            </a:lvl4pPr>
            <a:lvl5pPr marL="1828617" indent="0">
              <a:buNone/>
              <a:defRPr sz="900"/>
            </a:lvl5pPr>
            <a:lvl6pPr marL="2285771" indent="0">
              <a:buNone/>
              <a:defRPr sz="900"/>
            </a:lvl6pPr>
            <a:lvl7pPr marL="2742926" indent="0">
              <a:buNone/>
              <a:defRPr sz="900"/>
            </a:lvl7pPr>
            <a:lvl8pPr marL="3200080" indent="0">
              <a:buNone/>
              <a:defRPr sz="900"/>
            </a:lvl8pPr>
            <a:lvl9pPr marL="3657235"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8602721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2864745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24568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956747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eaLnBrk="0" fontAlgn="base" hangingPunct="0">
              <a:spcBef>
                <a:spcPct val="0"/>
              </a:spcBef>
              <a:spcAft>
                <a:spcPct val="0"/>
              </a:spcAft>
              <a:defRPr/>
            </a:pPr>
            <a:fld id="{B3C4C114-2247-4F65-8EFA-E77F6D7228C3}" type="slidenum">
              <a:rPr lang="en-US">
                <a:solidFill>
                  <a:srgbClr val="000000"/>
                </a:solidFill>
              </a:rPr>
              <a:pPr eaLnBrk="0" fontAlgn="base" hangingPunct="0">
                <a:spcBef>
                  <a:spcPct val="0"/>
                </a:spcBef>
                <a:spcAft>
                  <a:spcPct val="0"/>
                </a:spcAft>
                <a:defRPr/>
              </a:pPr>
              <a:t>‹#›</a:t>
            </a:fld>
            <a:endParaRPr lang="en-US">
              <a:solidFill>
                <a:srgbClr val="000000"/>
              </a:solidFill>
            </a:endParaRPr>
          </a:p>
        </p:txBody>
      </p:sp>
    </p:spTree>
    <p:extLst>
      <p:ext uri="{BB962C8B-B14F-4D97-AF65-F5344CB8AC3E}">
        <p14:creationId xmlns:p14="http://schemas.microsoft.com/office/powerpoint/2010/main" val="34522114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600" y="1600203"/>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600" y="6356354"/>
            <a:ext cx="28448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5600" y="6356354"/>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4"/>
            <a:ext cx="28448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10451736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5E9EFF"/>
            </a:gs>
            <a:gs pos="39998">
              <a:srgbClr val="85C2FF"/>
            </a:gs>
            <a:gs pos="70000">
              <a:srgbClr val="C4D6EB"/>
            </a:gs>
            <a:gs pos="100000">
              <a:srgbClr val="FFEBFA"/>
            </a:gs>
          </a:gsLst>
          <a:lin ang="5400000" scaled="1"/>
        </a:gra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idx="4294967295"/>
          </p:nvPr>
        </p:nvSpPr>
        <p:spPr bwMode="auto">
          <a:xfrm>
            <a:off x="609600" y="274639"/>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smtClean="0">
                <a:sym typeface="Calibri" pitchFamily="34" charset="0"/>
              </a:rPr>
              <a:t>Click to edit Master title style</a:t>
            </a:r>
          </a:p>
        </p:txBody>
      </p:sp>
      <p:sp>
        <p:nvSpPr>
          <p:cNvPr id="1027" name="Text Placeholder 2"/>
          <p:cNvSpPr>
            <a:spLocks noGrp="1" noChangeArrowheads="1"/>
          </p:cNvSpPr>
          <p:nvPr>
            <p:ph type="body" idx="1"/>
          </p:nvPr>
        </p:nvSpPr>
        <p:spPr bwMode="auto">
          <a:xfrm>
            <a:off x="609600" y="1600206"/>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smtClean="0">
                <a:sym typeface="Calibri" pitchFamily="34" charset="0"/>
              </a:rPr>
              <a:t>Click to edit Master text styles</a:t>
            </a:r>
          </a:p>
          <a:p>
            <a:pPr lvl="1"/>
            <a:r>
              <a:rPr lang="en-US" altLang="zh-CN" smtClean="0">
                <a:sym typeface="Calibri" pitchFamily="34" charset="0"/>
              </a:rPr>
              <a:t>Second level</a:t>
            </a:r>
          </a:p>
          <a:p>
            <a:pPr lvl="2"/>
            <a:r>
              <a:rPr lang="en-US" altLang="zh-CN" smtClean="0">
                <a:sym typeface="Calibri" pitchFamily="34" charset="0"/>
              </a:rPr>
              <a:t>Third level</a:t>
            </a:r>
          </a:p>
          <a:p>
            <a:pPr lvl="3"/>
            <a:r>
              <a:rPr lang="en-US" altLang="zh-CN" smtClean="0">
                <a:sym typeface="Calibri" pitchFamily="34" charset="0"/>
              </a:rPr>
              <a:t>Fourth level</a:t>
            </a:r>
          </a:p>
          <a:p>
            <a:pPr lvl="4"/>
            <a:r>
              <a:rPr lang="en-US" altLang="zh-CN" smtClean="0">
                <a:sym typeface="Calibri" pitchFamily="34" charset="0"/>
              </a:rPr>
              <a:t>Fifth level</a:t>
            </a:r>
          </a:p>
        </p:txBody>
      </p:sp>
      <p:sp>
        <p:nvSpPr>
          <p:cNvPr id="1028" name="Date Placeholder 3"/>
          <p:cNvSpPr>
            <a:spLocks noGrp="1" noChangeArrowheads="1"/>
          </p:cNvSpPr>
          <p:nvPr>
            <p:ph type="dt" sz="half" idx="2"/>
          </p:nvPr>
        </p:nvSpPr>
        <p:spPr bwMode="auto">
          <a:xfrm>
            <a:off x="609600" y="6356354"/>
            <a:ext cx="28448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eaLnBrk="1" hangingPunct="1">
              <a:buFont typeface="Arial" pitchFamily="34" charset="0"/>
              <a:buNone/>
              <a:defRPr sz="1200">
                <a:solidFill>
                  <a:srgbClr val="898989"/>
                </a:solidFill>
                <a:latin typeface="+mn-lt"/>
                <a:sym typeface="Calibri" pitchFamily="34" charset="0"/>
              </a:defRPr>
            </a:lvl1pPr>
          </a:lstStyle>
          <a:p>
            <a:pPr>
              <a:defRPr/>
            </a:pPr>
            <a:fld id="{51A18532-656D-4304-811A-EFD276C53D5D}" type="datetime1">
              <a:rPr lang="en-US" altLang="en-US"/>
              <a:pPr>
                <a:defRPr/>
              </a:pPr>
              <a:t>4/3/2021</a:t>
            </a:fld>
            <a:endParaRPr lang="en-US" sz="1800">
              <a:solidFill>
                <a:schemeClr val="tx1"/>
              </a:solidFill>
              <a:latin typeface="Arial" pitchFamily="34" charset="0"/>
              <a:sym typeface="Arial" pitchFamily="34" charset="0"/>
            </a:endParaRPr>
          </a:p>
        </p:txBody>
      </p:sp>
      <p:sp>
        <p:nvSpPr>
          <p:cNvPr id="1029" name="Footer Placeholder 4"/>
          <p:cNvSpPr>
            <a:spLocks noGrp="1" noChangeArrowheads="1"/>
          </p:cNvSpPr>
          <p:nvPr>
            <p:ph type="ftr" sz="quarter" idx="3"/>
          </p:nvPr>
        </p:nvSpPr>
        <p:spPr bwMode="auto">
          <a:xfrm>
            <a:off x="4165600" y="6356354"/>
            <a:ext cx="38608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algn="ctr" eaLnBrk="1" hangingPunct="1">
              <a:buFont typeface="Arial" pitchFamily="34" charset="0"/>
              <a:buNone/>
              <a:defRPr sz="1200">
                <a:solidFill>
                  <a:srgbClr val="898989"/>
                </a:solidFill>
                <a:latin typeface="+mn-lt"/>
                <a:sym typeface="Calibri" pitchFamily="34" charset="0"/>
              </a:defRPr>
            </a:lvl1pPr>
          </a:lstStyle>
          <a:p>
            <a:pPr>
              <a:defRPr/>
            </a:pPr>
            <a:endParaRPr lang="en-US"/>
          </a:p>
        </p:txBody>
      </p:sp>
      <p:sp>
        <p:nvSpPr>
          <p:cNvPr id="1030" name="Slide Number Placeholder 5"/>
          <p:cNvSpPr>
            <a:spLocks noGrp="1" noChangeArrowheads="1"/>
          </p:cNvSpPr>
          <p:nvPr>
            <p:ph type="sldNum" sz="quarter" idx="4"/>
          </p:nvPr>
        </p:nvSpPr>
        <p:spPr bwMode="auto">
          <a:xfrm>
            <a:off x="8737600" y="6356354"/>
            <a:ext cx="28448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algn="r" eaLnBrk="1" hangingPunct="1">
              <a:buFont typeface="Arial" pitchFamily="34" charset="0"/>
              <a:buNone/>
              <a:defRPr sz="1200">
                <a:solidFill>
                  <a:srgbClr val="898989"/>
                </a:solidFill>
                <a:latin typeface="+mn-lt"/>
                <a:sym typeface="Calibri" pitchFamily="34" charset="0"/>
              </a:defRPr>
            </a:lvl1pPr>
          </a:lstStyle>
          <a:p>
            <a:pPr>
              <a:defRPr/>
            </a:pPr>
            <a:fld id="{15EAD50F-7A61-4A7E-8B72-AE488481D12C}"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07858719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sym typeface="Calibri" pitchFamily="34" charset="0"/>
        </a:defRPr>
      </a:lvl1pPr>
      <a:lvl2pPr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2pPr>
      <a:lvl3pPr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3pPr>
      <a:lvl4pPr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4pPr>
      <a:lvl5pPr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5pPr>
      <a:lvl6pPr marL="457189"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6pPr>
      <a:lvl7pPr marL="914377"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7pPr>
      <a:lvl8pPr marL="1371566"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8pPr>
      <a:lvl9pPr marL="1828754"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9pPr>
    </p:titleStyle>
    <p:bodyStyle>
      <a:lvl1pPr marL="342891" indent="-342891"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32" indent="-285744"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2971" indent="-228594"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160" indent="-228594"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349" indent="-228594"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537" indent="-228594"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726" indent="-228594"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8914" indent="-228594"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103" indent="-228594"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600" y="1600203"/>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601"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62299014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54" algn="ctr" rtl="0" fontAlgn="base">
        <a:spcBef>
          <a:spcPct val="0"/>
        </a:spcBef>
        <a:spcAft>
          <a:spcPct val="0"/>
        </a:spcAft>
        <a:defRPr sz="4400">
          <a:solidFill>
            <a:schemeClr val="tx1"/>
          </a:solidFill>
          <a:latin typeface="Calibri" pitchFamily="34" charset="0"/>
        </a:defRPr>
      </a:lvl6pPr>
      <a:lvl7pPr marL="914309" algn="ctr" rtl="0" fontAlgn="base">
        <a:spcBef>
          <a:spcPct val="0"/>
        </a:spcBef>
        <a:spcAft>
          <a:spcPct val="0"/>
        </a:spcAft>
        <a:defRPr sz="4400">
          <a:solidFill>
            <a:schemeClr val="tx1"/>
          </a:solidFill>
          <a:latin typeface="Calibri" pitchFamily="34" charset="0"/>
        </a:defRPr>
      </a:lvl7pPr>
      <a:lvl8pPr marL="1371462" algn="ctr" rtl="0" fontAlgn="base">
        <a:spcBef>
          <a:spcPct val="0"/>
        </a:spcBef>
        <a:spcAft>
          <a:spcPct val="0"/>
        </a:spcAft>
        <a:defRPr sz="4400">
          <a:solidFill>
            <a:schemeClr val="tx1"/>
          </a:solidFill>
          <a:latin typeface="Calibri" pitchFamily="34" charset="0"/>
        </a:defRPr>
      </a:lvl8pPr>
      <a:lvl9pPr marL="1828617" algn="ctr" rtl="0" fontAlgn="base">
        <a:spcBef>
          <a:spcPct val="0"/>
        </a:spcBef>
        <a:spcAft>
          <a:spcPct val="0"/>
        </a:spcAft>
        <a:defRPr sz="4400">
          <a:solidFill>
            <a:schemeClr val="tx1"/>
          </a:solidFill>
          <a:latin typeface="Calibri" pitchFamily="34" charset="0"/>
        </a:defRPr>
      </a:lvl9pPr>
    </p:titleStyle>
    <p:bodyStyle>
      <a:lvl1pPr marL="342866" indent="-342866"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876" indent="-285722"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2886" indent="-228577" algn="l" rtl="0" eaLnBrk="0" fontAlgn="base" hangingPunct="0">
        <a:spcBef>
          <a:spcPct val="20000"/>
        </a:spcBef>
        <a:spcAft>
          <a:spcPct val="0"/>
        </a:spcAft>
        <a:buFont typeface="Arial" pitchFamily="34" charset="0"/>
        <a:buChar char="•"/>
        <a:defRPr sz="2399" kern="1200">
          <a:solidFill>
            <a:schemeClr val="tx1"/>
          </a:solidFill>
          <a:latin typeface="+mn-lt"/>
          <a:ea typeface="+mn-ea"/>
          <a:cs typeface="+mn-cs"/>
        </a:defRPr>
      </a:lvl3pPr>
      <a:lvl4pPr marL="1600040" indent="-228577" algn="l" rtl="0" eaLnBrk="0" fontAlgn="base" hangingPunct="0">
        <a:spcBef>
          <a:spcPct val="20000"/>
        </a:spcBef>
        <a:spcAft>
          <a:spcPct val="0"/>
        </a:spcAft>
        <a:buFont typeface="Arial" pitchFamily="34" charset="0"/>
        <a:buChar char="–"/>
        <a:defRPr sz="1999" kern="1200">
          <a:solidFill>
            <a:schemeClr val="tx1"/>
          </a:solidFill>
          <a:latin typeface="+mn-lt"/>
          <a:ea typeface="+mn-ea"/>
          <a:cs typeface="+mn-cs"/>
        </a:defRPr>
      </a:lvl4pPr>
      <a:lvl5pPr marL="2057194" indent="-228577" algn="l" rtl="0" eaLnBrk="0" fontAlgn="base" hangingPunct="0">
        <a:spcBef>
          <a:spcPct val="20000"/>
        </a:spcBef>
        <a:spcAft>
          <a:spcPct val="0"/>
        </a:spcAft>
        <a:buFont typeface="Arial" pitchFamily="34" charset="0"/>
        <a:buChar char="»"/>
        <a:defRPr sz="1999" kern="1200">
          <a:solidFill>
            <a:schemeClr val="tx1"/>
          </a:solidFill>
          <a:latin typeface="+mn-lt"/>
          <a:ea typeface="+mn-ea"/>
          <a:cs typeface="+mn-cs"/>
        </a:defRPr>
      </a:lvl5pPr>
      <a:lvl6pPr marL="2514348" indent="-228577" algn="l" defTabSz="914309"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1502" indent="-228577" algn="l" defTabSz="914309"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8657" indent="-228577" algn="l" defTabSz="914309"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811" indent="-228577" algn="l" defTabSz="914309"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4309" rtl="0" eaLnBrk="1" latinLnBrk="0" hangingPunct="1">
        <a:defRPr sz="1799" kern="1200">
          <a:solidFill>
            <a:schemeClr val="tx1"/>
          </a:solidFill>
          <a:latin typeface="+mn-lt"/>
          <a:ea typeface="+mn-ea"/>
          <a:cs typeface="+mn-cs"/>
        </a:defRPr>
      </a:lvl1pPr>
      <a:lvl2pPr marL="457154" algn="l" defTabSz="914309" rtl="0" eaLnBrk="1" latinLnBrk="0" hangingPunct="1">
        <a:defRPr sz="1799" kern="1200">
          <a:solidFill>
            <a:schemeClr val="tx1"/>
          </a:solidFill>
          <a:latin typeface="+mn-lt"/>
          <a:ea typeface="+mn-ea"/>
          <a:cs typeface="+mn-cs"/>
        </a:defRPr>
      </a:lvl2pPr>
      <a:lvl3pPr marL="914309" algn="l" defTabSz="914309" rtl="0" eaLnBrk="1" latinLnBrk="0" hangingPunct="1">
        <a:defRPr sz="1799" kern="1200">
          <a:solidFill>
            <a:schemeClr val="tx1"/>
          </a:solidFill>
          <a:latin typeface="+mn-lt"/>
          <a:ea typeface="+mn-ea"/>
          <a:cs typeface="+mn-cs"/>
        </a:defRPr>
      </a:lvl3pPr>
      <a:lvl4pPr marL="1371462" algn="l" defTabSz="914309" rtl="0" eaLnBrk="1" latinLnBrk="0" hangingPunct="1">
        <a:defRPr sz="1799" kern="1200">
          <a:solidFill>
            <a:schemeClr val="tx1"/>
          </a:solidFill>
          <a:latin typeface="+mn-lt"/>
          <a:ea typeface="+mn-ea"/>
          <a:cs typeface="+mn-cs"/>
        </a:defRPr>
      </a:lvl4pPr>
      <a:lvl5pPr marL="1828617" algn="l" defTabSz="914309" rtl="0" eaLnBrk="1" latinLnBrk="0" hangingPunct="1">
        <a:defRPr sz="1799" kern="1200">
          <a:solidFill>
            <a:schemeClr val="tx1"/>
          </a:solidFill>
          <a:latin typeface="+mn-lt"/>
          <a:ea typeface="+mn-ea"/>
          <a:cs typeface="+mn-cs"/>
        </a:defRPr>
      </a:lvl5pPr>
      <a:lvl6pPr marL="2285771" algn="l" defTabSz="914309" rtl="0" eaLnBrk="1" latinLnBrk="0" hangingPunct="1">
        <a:defRPr sz="1799" kern="1200">
          <a:solidFill>
            <a:schemeClr val="tx1"/>
          </a:solidFill>
          <a:latin typeface="+mn-lt"/>
          <a:ea typeface="+mn-ea"/>
          <a:cs typeface="+mn-cs"/>
        </a:defRPr>
      </a:lvl6pPr>
      <a:lvl7pPr marL="2742926" algn="l" defTabSz="914309" rtl="0" eaLnBrk="1" latinLnBrk="0" hangingPunct="1">
        <a:defRPr sz="1799" kern="1200">
          <a:solidFill>
            <a:schemeClr val="tx1"/>
          </a:solidFill>
          <a:latin typeface="+mn-lt"/>
          <a:ea typeface="+mn-ea"/>
          <a:cs typeface="+mn-cs"/>
        </a:defRPr>
      </a:lvl7pPr>
      <a:lvl8pPr marL="3200080" algn="l" defTabSz="914309" rtl="0" eaLnBrk="1" latinLnBrk="0" hangingPunct="1">
        <a:defRPr sz="1799" kern="1200">
          <a:solidFill>
            <a:schemeClr val="tx1"/>
          </a:solidFill>
          <a:latin typeface="+mn-lt"/>
          <a:ea typeface="+mn-ea"/>
          <a:cs typeface="+mn-cs"/>
        </a:defRPr>
      </a:lvl8pPr>
      <a:lvl9pPr marL="3657235" algn="l" defTabSz="914309"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40.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40.xml"/><Relationship Id="rId1" Type="http://schemas.openxmlformats.org/officeDocument/2006/relationships/themeOverride" Target="../theme/themeOverride1.xml"/><Relationship Id="rId4" Type="http://schemas.openxmlformats.org/officeDocument/2006/relationships/image" Target="../media/image14.jpeg"/></Relationships>
</file>

<file path=ppt/slides/_rels/slide10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10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40.xml"/><Relationship Id="rId1" Type="http://schemas.openxmlformats.org/officeDocument/2006/relationships/themeOverride" Target="../theme/themeOverride2.xml"/></Relationships>
</file>

<file path=ppt/slides/_rels/slide10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40.xml"/><Relationship Id="rId1" Type="http://schemas.openxmlformats.org/officeDocument/2006/relationships/themeOverride" Target="../theme/themeOverride3.xml"/></Relationships>
</file>

<file path=ppt/slides/_rels/slide10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5.xml"/></Relationships>
</file>

<file path=ppt/slides/_rels/slide10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5.xml"/></Relationships>
</file>

<file path=ppt/slides/_rels/slide10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5.xml"/></Relationships>
</file>

<file path=ppt/slides/_rels/slide10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54"/>
            <a:ext cx="7994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377" fontAlgn="base">
              <a:spcBef>
                <a:spcPct val="0"/>
              </a:spcBef>
              <a:spcAft>
                <a:spcPct val="0"/>
              </a:spcAft>
            </a:pPr>
            <a:endParaRPr lang="en-IN" sz="2400" i="1" dirty="0">
              <a:solidFill>
                <a:srgbClr val="000000"/>
              </a:solidFill>
              <a:latin typeface="Palatino Linotype" pitchFamily="18" charset="0"/>
            </a:endParaRPr>
          </a:p>
        </p:txBody>
      </p:sp>
      <p:pic>
        <p:nvPicPr>
          <p:cNvPr id="7" name="Picture 6" descr="om-wallpaper-high-resolution.jpg"/>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3138447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96509" y="-315295"/>
            <a:ext cx="7056580" cy="584752"/>
          </a:xfrm>
          <a:prstGeom prst="rect">
            <a:avLst/>
          </a:prstGeom>
        </p:spPr>
        <p:txBody>
          <a:bodyPr wrap="square">
            <a:spAutoFit/>
          </a:bodyPr>
          <a:lstStyle/>
          <a:p>
            <a:pPr algn="ctr" defTabSz="914309">
              <a:defRPr/>
            </a:pPr>
            <a:endParaRPr lang="en-US" sz="3200" dirty="0">
              <a:solidFill>
                <a:prstClr val="black"/>
              </a:solidFill>
              <a:latin typeface="URW Palladio IT" pitchFamily="2" charset="0"/>
              <a:cs typeface="Sanskrit 2003"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 y="-22929"/>
            <a:ext cx="12191647" cy="6880830"/>
          </a:xfrm>
          <a:prstGeom prst="rect">
            <a:avLst/>
          </a:prstGeom>
        </p:spPr>
      </p:pic>
      <p:sp>
        <p:nvSpPr>
          <p:cNvPr id="9" name="Rectangle 8"/>
          <p:cNvSpPr/>
          <p:nvPr/>
        </p:nvSpPr>
        <p:spPr>
          <a:xfrm>
            <a:off x="304968" y="108983"/>
            <a:ext cx="8251809" cy="6616755"/>
          </a:xfrm>
          <a:prstGeom prst="rect">
            <a:avLst/>
          </a:prstGeom>
        </p:spPr>
        <p:txBody>
          <a:bodyPr wrap="square">
            <a:spAutoFit/>
          </a:bodyPr>
          <a:lstStyle/>
          <a:p>
            <a:pPr algn="ctr" defTabSz="914309">
              <a:defRPr/>
            </a:pPr>
            <a:r>
              <a:rPr lang="en-US" sz="4000" dirty="0">
                <a:solidFill>
                  <a:prstClr val="white">
                    <a:lumMod val="95000"/>
                  </a:prstClr>
                </a:solidFill>
                <a:latin typeface="Sanskrit 99" pitchFamily="2" charset="0"/>
              </a:rPr>
              <a:t>              </a:t>
            </a:r>
            <a:r>
              <a:rPr lang="en-US" sz="4000" b="1" u="sng" dirty="0" err="1">
                <a:solidFill>
                  <a:prstClr val="white">
                    <a:lumMod val="95000"/>
                  </a:prstClr>
                </a:solidFill>
                <a:latin typeface="Sanskrit 99" pitchFamily="2" charset="0"/>
              </a:rPr>
              <a:t>yaeg</a:t>
            </a:r>
            <a:r>
              <a:rPr lang="en-US" sz="4000" b="1" u="sng" dirty="0">
                <a:solidFill>
                  <a:prstClr val="white">
                    <a:lumMod val="95000"/>
                  </a:prstClr>
                </a:solidFill>
                <a:latin typeface="Sanskrit 99" pitchFamily="2" charset="0"/>
              </a:rPr>
              <a:t> g[pit </a:t>
            </a:r>
            <a:r>
              <a:rPr lang="en-US" sz="4000" b="1" u="sng" dirty="0" err="1">
                <a:solidFill>
                  <a:prstClr val="white">
                    <a:lumMod val="95000"/>
                  </a:prstClr>
                </a:solidFill>
                <a:latin typeface="Sanskrit 99" pitchFamily="2" charset="0"/>
              </a:rPr>
              <a:t>mUlmÙ</a:t>
            </a:r>
            <a:endParaRPr lang="en-US" sz="4000" dirty="0">
              <a:solidFill>
                <a:prstClr val="white">
                  <a:lumMod val="95000"/>
                </a:prstClr>
              </a:solidFill>
              <a:latin typeface="Sanskrit 99" pitchFamily="2" charset="0"/>
            </a:endParaRPr>
          </a:p>
          <a:p>
            <a:pPr algn="ctr" defTabSz="914309">
              <a:defRPr/>
            </a:pPr>
            <a:endParaRPr lang="en-US" sz="4800" dirty="0">
              <a:solidFill>
                <a:prstClr val="white">
                  <a:lumMod val="95000"/>
                </a:prstClr>
              </a:solidFill>
              <a:latin typeface="Sanskrit 99" pitchFamily="2" charset="0"/>
            </a:endParaRPr>
          </a:p>
          <a:p>
            <a:pPr algn="ctr" defTabSz="914309">
              <a:defRPr/>
            </a:pPr>
            <a:r>
              <a:rPr lang="en-US" sz="4800" dirty="0">
                <a:solidFill>
                  <a:prstClr val="white">
                    <a:lumMod val="95000"/>
                  </a:prstClr>
                </a:solidFill>
                <a:latin typeface="Sanskrit 99" pitchFamily="2" charset="0"/>
              </a:rPr>
              <a:t>` h&lt; s&lt; g&lt; </a:t>
            </a:r>
            <a:r>
              <a:rPr lang="en-US" sz="4800" dirty="0" err="1">
                <a:solidFill>
                  <a:prstClr val="white">
                    <a:lumMod val="95000"/>
                  </a:prstClr>
                </a:solidFill>
                <a:latin typeface="Sanskrit 99" pitchFamily="2" charset="0"/>
              </a:rPr>
              <a:t>Égvte</a:t>
            </a:r>
            <a:r>
              <a:rPr lang="en-US" sz="4800" dirty="0">
                <a:solidFill>
                  <a:prstClr val="white">
                    <a:lumMod val="95000"/>
                  </a:prstClr>
                </a:solidFill>
                <a:latin typeface="Sanskrit 99" pitchFamily="2" charset="0"/>
              </a:rPr>
              <a:t> </a:t>
            </a:r>
          </a:p>
          <a:p>
            <a:pPr algn="ctr" defTabSz="914309">
              <a:defRPr/>
            </a:pPr>
            <a:r>
              <a:rPr lang="en-US" sz="4800" dirty="0">
                <a:solidFill>
                  <a:prstClr val="white">
                    <a:lumMod val="95000"/>
                  </a:prstClr>
                </a:solidFill>
                <a:latin typeface="Sanskrit 99" pitchFamily="2" charset="0"/>
              </a:rPr>
              <a:t>	</a:t>
            </a:r>
            <a:r>
              <a:rPr lang="en-US" sz="4800" dirty="0" err="1">
                <a:solidFill>
                  <a:prstClr val="white">
                    <a:lumMod val="95000"/>
                  </a:prstClr>
                </a:solidFill>
                <a:latin typeface="Sanskrit 99" pitchFamily="2" charset="0"/>
              </a:rPr>
              <a:t>inTy</a:t>
            </a:r>
            <a:r>
              <a:rPr lang="en-US" sz="4800" dirty="0">
                <a:solidFill>
                  <a:prstClr val="white">
                    <a:lumMod val="95000"/>
                  </a:prstClr>
                </a:solidFill>
                <a:latin typeface="Sanskrit 99" pitchFamily="2" charset="0"/>
              </a:rPr>
              <a:t> </a:t>
            </a:r>
            <a:r>
              <a:rPr lang="en-US" sz="4800" dirty="0" err="1">
                <a:solidFill>
                  <a:prstClr val="white">
                    <a:lumMod val="95000"/>
                  </a:prstClr>
                </a:solidFill>
                <a:latin typeface="Sanskrit 99" pitchFamily="2" charset="0"/>
              </a:rPr>
              <a:t>yaeg</a:t>
            </a:r>
            <a:r>
              <a:rPr lang="en-US" sz="4800" dirty="0">
                <a:solidFill>
                  <a:prstClr val="white">
                    <a:lumMod val="95000"/>
                  </a:prstClr>
                </a:solidFill>
                <a:latin typeface="Sanskrit 99" pitchFamily="2" charset="0"/>
              </a:rPr>
              <a:t> </a:t>
            </a:r>
            <a:r>
              <a:rPr lang="en-US" sz="4800" dirty="0" err="1">
                <a:solidFill>
                  <a:prstClr val="white">
                    <a:lumMod val="95000"/>
                  </a:prstClr>
                </a:solidFill>
                <a:latin typeface="Sanskrit 99" pitchFamily="2" charset="0"/>
              </a:rPr>
              <a:t>yu´ay</a:t>
            </a:r>
            <a:r>
              <a:rPr lang="en-US" sz="4800" dirty="0">
                <a:solidFill>
                  <a:prstClr val="white">
                    <a:lumMod val="95000"/>
                  </a:prstClr>
                </a:solidFill>
                <a:latin typeface="Sanskrit 99" pitchFamily="2" charset="0"/>
              </a:rPr>
              <a:t> </a:t>
            </a:r>
          </a:p>
          <a:p>
            <a:pPr algn="ctr" defTabSz="914309">
              <a:defRPr/>
            </a:pPr>
            <a:r>
              <a:rPr lang="en-US" sz="4800" dirty="0">
                <a:solidFill>
                  <a:prstClr val="white">
                    <a:lumMod val="95000"/>
                  </a:prstClr>
                </a:solidFill>
                <a:latin typeface="Sanskrit 99" pitchFamily="2" charset="0"/>
              </a:rPr>
              <a:t>	si½danNd </a:t>
            </a:r>
            <a:r>
              <a:rPr lang="en-US" sz="4800" dirty="0" err="1">
                <a:solidFill>
                  <a:prstClr val="white">
                    <a:lumMod val="95000"/>
                  </a:prstClr>
                </a:solidFill>
                <a:latin typeface="Sanskrit 99" pitchFamily="2" charset="0"/>
              </a:rPr>
              <a:t>êip</a:t>
            </a:r>
            <a:r>
              <a:rPr lang="en-US" sz="4800" dirty="0">
                <a:solidFill>
                  <a:prstClr val="white">
                    <a:lumMod val="95000"/>
                  </a:prstClr>
                </a:solidFill>
                <a:latin typeface="Sanskrit 99" pitchFamily="2" charset="0"/>
              </a:rPr>
              <a:t>[e </a:t>
            </a:r>
          </a:p>
          <a:p>
            <a:pPr algn="ctr" defTabSz="914309">
              <a:defRPr/>
            </a:pPr>
            <a:r>
              <a:rPr lang="en-US" sz="4800" dirty="0">
                <a:solidFill>
                  <a:prstClr val="white">
                    <a:lumMod val="95000"/>
                  </a:prstClr>
                </a:solidFill>
                <a:latin typeface="Sanskrit 99" pitchFamily="2" charset="0"/>
              </a:rPr>
              <a:t>	</a:t>
            </a:r>
            <a:r>
              <a:rPr lang="en-US" sz="4800" dirty="0" err="1">
                <a:solidFill>
                  <a:prstClr val="white">
                    <a:lumMod val="95000"/>
                  </a:prstClr>
                </a:solidFill>
                <a:latin typeface="Sanskrit 99" pitchFamily="2" charset="0"/>
              </a:rPr>
              <a:t>ivnaykay</a:t>
            </a:r>
            <a:r>
              <a:rPr lang="en-US" sz="4800" dirty="0">
                <a:solidFill>
                  <a:prstClr val="white">
                    <a:lumMod val="95000"/>
                  </a:prstClr>
                </a:solidFill>
                <a:latin typeface="Sanskrit 99" pitchFamily="2" charset="0"/>
              </a:rPr>
              <a:t> nm&gt;.</a:t>
            </a:r>
          </a:p>
          <a:p>
            <a:pPr algn="ctr" defTabSz="914309">
              <a:defRPr/>
            </a:pPr>
            <a:r>
              <a:rPr lang="en-IN" sz="3600" dirty="0">
                <a:solidFill>
                  <a:prstClr val="white">
                    <a:lumMod val="95000"/>
                  </a:prstClr>
                </a:solidFill>
                <a:latin typeface="URW Palladio IT" pitchFamily="2" charset="0"/>
                <a:cs typeface="Sanskrit 2003" pitchFamily="2" charset="-78"/>
              </a:rPr>
              <a:t>	Om </a:t>
            </a:r>
            <a:r>
              <a:rPr lang="en-IN" sz="3600" dirty="0" err="1">
                <a:solidFill>
                  <a:prstClr val="white">
                    <a:lumMod val="95000"/>
                  </a:prstClr>
                </a:solidFill>
                <a:latin typeface="URW Palladio IT" pitchFamily="2" charset="0"/>
                <a:cs typeface="Sanskrit 2003" pitchFamily="2" charset="-78"/>
              </a:rPr>
              <a:t>Haà</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Saà</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Gaà</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Bhagavate</a:t>
            </a:r>
            <a:endParaRPr lang="en-IN" sz="3600" dirty="0">
              <a:solidFill>
                <a:prstClr val="white">
                  <a:lumMod val="95000"/>
                </a:prstClr>
              </a:solidFill>
              <a:latin typeface="URW Palladio IT" pitchFamily="2" charset="0"/>
              <a:cs typeface="Sanskrit 2003" pitchFamily="2" charset="-78"/>
            </a:endParaRPr>
          </a:p>
          <a:p>
            <a:pPr algn="ctr" defTabSz="914309">
              <a:defRPr/>
            </a:pP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Nitya</a:t>
            </a:r>
            <a:r>
              <a:rPr lang="en-IN" sz="3600" dirty="0">
                <a:solidFill>
                  <a:prstClr val="white">
                    <a:lumMod val="95000"/>
                  </a:prstClr>
                </a:solidFill>
                <a:latin typeface="URW Palladio IT" pitchFamily="2" charset="0"/>
                <a:cs typeface="Sanskrit 2003" pitchFamily="2" charset="-78"/>
              </a:rPr>
              <a:t> Yoga </a:t>
            </a:r>
            <a:r>
              <a:rPr lang="en-IN" sz="3600" dirty="0" err="1">
                <a:solidFill>
                  <a:prstClr val="white">
                    <a:lumMod val="95000"/>
                  </a:prstClr>
                </a:solidFill>
                <a:latin typeface="URW Palladio IT" pitchFamily="2" charset="0"/>
                <a:cs typeface="Sanskrit 2003" pitchFamily="2" charset="-78"/>
              </a:rPr>
              <a:t>Yuktäya</a:t>
            </a:r>
            <a:endParaRPr lang="en-IN" sz="3600" dirty="0">
              <a:solidFill>
                <a:prstClr val="white">
                  <a:lumMod val="95000"/>
                </a:prstClr>
              </a:solidFill>
              <a:latin typeface="URW Palladio IT" pitchFamily="2" charset="0"/>
              <a:cs typeface="Sanskrit 2003" pitchFamily="2" charset="-78"/>
            </a:endParaRPr>
          </a:p>
          <a:p>
            <a:pPr algn="ctr" defTabSz="914309">
              <a:defRPr/>
            </a:pP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Saccidänanda</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Rüpiëe</a:t>
            </a:r>
            <a:endParaRPr lang="en-IN" sz="3600" dirty="0">
              <a:solidFill>
                <a:prstClr val="white">
                  <a:lumMod val="95000"/>
                </a:prstClr>
              </a:solidFill>
              <a:latin typeface="URW Palladio IT" pitchFamily="2" charset="0"/>
              <a:cs typeface="Sanskrit 2003" pitchFamily="2" charset="-78"/>
            </a:endParaRPr>
          </a:p>
          <a:p>
            <a:pPr algn="ctr" defTabSz="914309">
              <a:defRPr/>
            </a:pP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Vinäyakäya</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Namaù</a:t>
            </a:r>
            <a:r>
              <a:rPr lang="en-IN" sz="3600" dirty="0">
                <a:solidFill>
                  <a:prstClr val="white">
                    <a:lumMod val="95000"/>
                  </a:prstClr>
                </a:solidFill>
                <a:latin typeface="URW Palladio IT" pitchFamily="2" charset="0"/>
                <a:cs typeface="Sanskrit 2003" pitchFamily="2" charset="-78"/>
              </a:rPr>
              <a:t>||</a:t>
            </a:r>
            <a:endParaRPr lang="en-US" sz="3600" dirty="0">
              <a:solidFill>
                <a:prstClr val="white">
                  <a:lumMod val="95000"/>
                </a:prstClr>
              </a:solidFill>
              <a:latin typeface="URW Palladio IT" pitchFamily="2" charset="0"/>
              <a:cs typeface="Sanskrit 2003" pitchFamily="2" charset="-78"/>
            </a:endParaRPr>
          </a:p>
        </p:txBody>
      </p:sp>
    </p:spTree>
    <p:extLst>
      <p:ext uri="{BB962C8B-B14F-4D97-AF65-F5344CB8AC3E}">
        <p14:creationId xmlns:p14="http://schemas.microsoft.com/office/powerpoint/2010/main" val="24605054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descr="C:\Users\Prashanti\Desktop\MM\Dakshinamurthy - M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 y="99"/>
            <a:ext cx="12191647" cy="6857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7551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descr="C:\Users\YS\Desktop\images.jpg"/>
          <p:cNvPicPr>
            <a:picLocks noChangeAspect="1" noChangeArrowheads="1"/>
          </p:cNvPicPr>
          <p:nvPr/>
        </p:nvPicPr>
        <p:blipFill>
          <a:blip r:embed="rId2"/>
          <a:srcRect/>
          <a:stretch>
            <a:fillRect/>
          </a:stretch>
        </p:blipFill>
        <p:spPr bwMode="auto">
          <a:xfrm>
            <a:off x="177" y="99"/>
            <a:ext cx="12191647" cy="6857802"/>
          </a:xfrm>
          <a:prstGeom prst="rect">
            <a:avLst/>
          </a:prstGeom>
          <a:noFill/>
          <a:ln w="9525">
            <a:noFill/>
            <a:miter lim="800000"/>
            <a:headEnd/>
            <a:tailEnd/>
          </a:ln>
        </p:spPr>
      </p:pic>
      <p:pic>
        <p:nvPicPr>
          <p:cNvPr id="74755" name="Picture 2" descr="C:\Users\YS\Desktop\download.jpg"/>
          <p:cNvPicPr>
            <a:picLocks noChangeAspect="1" noChangeArrowheads="1"/>
          </p:cNvPicPr>
          <p:nvPr/>
        </p:nvPicPr>
        <p:blipFill>
          <a:blip r:embed="rId3"/>
          <a:srcRect/>
          <a:stretch>
            <a:fillRect/>
          </a:stretch>
        </p:blipFill>
        <p:spPr bwMode="auto">
          <a:xfrm>
            <a:off x="176" y="99"/>
            <a:ext cx="3238407" cy="4190879"/>
          </a:xfrm>
          <a:prstGeom prst="rect">
            <a:avLst/>
          </a:prstGeom>
          <a:noFill/>
          <a:ln w="9525">
            <a:noFill/>
            <a:miter lim="800000"/>
            <a:headEnd/>
            <a:tailEnd/>
          </a:ln>
        </p:spPr>
      </p:pic>
      <p:sp>
        <p:nvSpPr>
          <p:cNvPr id="74756" name="Rectangle 5"/>
          <p:cNvSpPr>
            <a:spLocks noChangeArrowheads="1"/>
          </p:cNvSpPr>
          <p:nvPr/>
        </p:nvSpPr>
        <p:spPr bwMode="auto">
          <a:xfrm>
            <a:off x="4572045" y="1586649"/>
            <a:ext cx="6019625" cy="2215799"/>
          </a:xfrm>
          <a:prstGeom prst="rect">
            <a:avLst/>
          </a:prstGeom>
          <a:noFill/>
          <a:ln w="9525">
            <a:noFill/>
            <a:miter lim="800000"/>
            <a:headEnd/>
            <a:tailEnd/>
          </a:ln>
        </p:spPr>
        <p:txBody>
          <a:bodyPr>
            <a:spAutoFit/>
          </a:bodyPr>
          <a:lstStyle/>
          <a:p>
            <a:pPr algn="ctr" defTabSz="914309"/>
            <a:r>
              <a:rPr lang="en-US" sz="4400" dirty="0" err="1">
                <a:solidFill>
                  <a:srgbClr val="F2F2F2"/>
                </a:solidFill>
                <a:latin typeface="Sanskrit 99" pitchFamily="2" charset="0"/>
              </a:rPr>
              <a:t>àat</a:t>
            </a:r>
            <a:r>
              <a:rPr lang="en-US" sz="4400" dirty="0">
                <a:solidFill>
                  <a:srgbClr val="F2F2F2"/>
                </a:solidFill>
                <a:latin typeface="Sanskrit 99" pitchFamily="2" charset="0"/>
              </a:rPr>
              <a:t>&gt;</a:t>
            </a:r>
            <a:r>
              <a:rPr lang="en-US" sz="4400" dirty="0" err="1">
                <a:solidFill>
                  <a:srgbClr val="F2F2F2"/>
                </a:solidFill>
                <a:latin typeface="Sanskrit 99" pitchFamily="2" charset="0"/>
              </a:rPr>
              <a:t>Smr</a:t>
            </a:r>
            <a:r>
              <a:rPr lang="en-US" sz="4400" dirty="0">
                <a:solidFill>
                  <a:srgbClr val="F2F2F2"/>
                </a:solidFill>
                <a:latin typeface="Sanskrit 99" pitchFamily="2" charset="0"/>
              </a:rPr>
              <a:t>[</a:t>
            </a:r>
            <a:r>
              <a:rPr lang="en-US" sz="4400" dirty="0" err="1">
                <a:solidFill>
                  <a:srgbClr val="F2F2F2"/>
                </a:solidFill>
                <a:latin typeface="Sanskrit 99" pitchFamily="2" charset="0"/>
              </a:rPr>
              <a:t>StaeÇm</a:t>
            </a:r>
            <a:r>
              <a:rPr lang="en-US" sz="4400" dirty="0">
                <a:solidFill>
                  <a:srgbClr val="F2F2F2"/>
                </a:solidFill>
                <a:latin typeface="Sanskrit 99" pitchFamily="2" charset="0"/>
              </a:rPr>
              <a:t>!</a:t>
            </a:r>
          </a:p>
          <a:p>
            <a:pPr algn="ctr" defTabSz="914309">
              <a:spcAft>
                <a:spcPts val="1200"/>
              </a:spcAft>
            </a:pPr>
            <a:r>
              <a:rPr lang="en-US" sz="4400" dirty="0" err="1">
                <a:solidFill>
                  <a:srgbClr val="F2F2F2"/>
                </a:solidFill>
                <a:latin typeface="URW Palladio IT" pitchFamily="2" charset="0"/>
              </a:rPr>
              <a:t>Prätaùsmaraëastotram</a:t>
            </a:r>
            <a:r>
              <a:rPr lang="en-US" sz="1799" dirty="0">
                <a:solidFill>
                  <a:srgbClr val="F2F2F2"/>
                </a:solidFill>
                <a:latin typeface="Sanskrit 99" pitchFamily="2" charset="0"/>
              </a:rPr>
              <a:t>  </a:t>
            </a:r>
          </a:p>
          <a:p>
            <a:pPr algn="ctr" defTabSz="914309"/>
            <a:r>
              <a:rPr lang="kn-IN" sz="4000" b="1" dirty="0">
                <a:solidFill>
                  <a:srgbClr val="FFFFFF"/>
                </a:solidFill>
                <a:latin typeface="Calibri"/>
              </a:rPr>
              <a:t>ಪ್ರಾತಃ ಸ್ಮರಣ ಸ್ತೋತ್ರಂ</a:t>
            </a:r>
            <a:endParaRPr lang="en-CA" sz="4000" b="1" dirty="0">
              <a:solidFill>
                <a:srgbClr val="FFFFFF"/>
              </a:solidFill>
              <a:latin typeface="Calibri"/>
            </a:endParaRPr>
          </a:p>
        </p:txBody>
      </p:sp>
      <p:sp>
        <p:nvSpPr>
          <p:cNvPr id="74757" name="Rectangle 9"/>
          <p:cNvSpPr>
            <a:spLocks noChangeArrowheads="1"/>
          </p:cNvSpPr>
          <p:nvPr/>
        </p:nvSpPr>
        <p:spPr bwMode="auto">
          <a:xfrm>
            <a:off x="3238584" y="4060051"/>
            <a:ext cx="8229362" cy="2769781"/>
          </a:xfrm>
          <a:prstGeom prst="rect">
            <a:avLst/>
          </a:prstGeom>
          <a:noFill/>
          <a:ln w="9525">
            <a:noFill/>
            <a:miter lim="800000"/>
            <a:headEnd/>
            <a:tailEnd/>
          </a:ln>
        </p:spPr>
        <p:txBody>
          <a:bodyPr>
            <a:spAutoFit/>
          </a:bodyPr>
          <a:lstStyle/>
          <a:p>
            <a:pPr defTabSz="914309">
              <a:spcAft>
                <a:spcPts val="600"/>
              </a:spcAft>
            </a:pPr>
            <a:r>
              <a:rPr lang="en-US" sz="3600" dirty="0">
                <a:solidFill>
                  <a:srgbClr val="F2F2F2"/>
                </a:solidFill>
                <a:latin typeface="URW Palladio IT" pitchFamily="2" charset="0"/>
              </a:rPr>
              <a:t>Composed by</a:t>
            </a:r>
            <a:endParaRPr lang="en-US" sz="1100" dirty="0">
              <a:solidFill>
                <a:srgbClr val="F2F2F2"/>
              </a:solidFill>
              <a:latin typeface="URW Palladio IT" pitchFamily="2" charset="0"/>
            </a:endParaRPr>
          </a:p>
          <a:p>
            <a:pPr algn="ctr" defTabSz="914309"/>
            <a:r>
              <a:rPr lang="en-US" sz="4400" dirty="0" err="1">
                <a:solidFill>
                  <a:srgbClr val="F2F2F2"/>
                </a:solidFill>
                <a:latin typeface="Sanskrit 99" pitchFamily="2" charset="0"/>
              </a:rPr>
              <a:t>ïI</a:t>
            </a:r>
            <a:r>
              <a:rPr lang="en-US" sz="4400" dirty="0">
                <a:solidFill>
                  <a:srgbClr val="F2F2F2"/>
                </a:solidFill>
                <a:latin typeface="Sanskrit 99" pitchFamily="2" charset="0"/>
              </a:rPr>
              <a:t> </a:t>
            </a:r>
            <a:r>
              <a:rPr lang="en-US" sz="4400" dirty="0" err="1">
                <a:solidFill>
                  <a:srgbClr val="F2F2F2"/>
                </a:solidFill>
                <a:latin typeface="Sanskrit 99" pitchFamily="2" charset="0"/>
              </a:rPr>
              <a:t>z»racayR</a:t>
            </a:r>
            <a:r>
              <a:rPr lang="en-US" sz="4400" dirty="0">
                <a:solidFill>
                  <a:srgbClr val="F2F2F2"/>
                </a:solidFill>
                <a:latin typeface="Sanskrit 99" pitchFamily="2" charset="0"/>
              </a:rPr>
              <a:t>&gt;</a:t>
            </a:r>
          </a:p>
          <a:p>
            <a:pPr algn="ctr" defTabSz="914309">
              <a:spcAft>
                <a:spcPts val="600"/>
              </a:spcAft>
            </a:pPr>
            <a:r>
              <a:rPr lang="en-US" sz="4400" dirty="0" err="1">
                <a:solidFill>
                  <a:srgbClr val="F2F2F2"/>
                </a:solidFill>
                <a:latin typeface="URW Palladio IT" pitchFamily="2" charset="0"/>
              </a:rPr>
              <a:t>Sré</a:t>
            </a:r>
            <a:r>
              <a:rPr lang="en-US" sz="4400" dirty="0">
                <a:solidFill>
                  <a:srgbClr val="F2F2F2"/>
                </a:solidFill>
                <a:latin typeface="URW Palladio IT" pitchFamily="2" charset="0"/>
              </a:rPr>
              <a:t> </a:t>
            </a:r>
            <a:r>
              <a:rPr lang="en-US" sz="4400" dirty="0" err="1">
                <a:solidFill>
                  <a:srgbClr val="F2F2F2"/>
                </a:solidFill>
                <a:latin typeface="URW Palladio IT" pitchFamily="2" charset="0"/>
              </a:rPr>
              <a:t>Saìkaräcäryaù</a:t>
            </a:r>
            <a:endParaRPr lang="en-US" sz="4400" dirty="0">
              <a:solidFill>
                <a:srgbClr val="F2F2F2"/>
              </a:solidFill>
              <a:latin typeface="URW Palladio IT" pitchFamily="2" charset="0"/>
            </a:endParaRPr>
          </a:p>
          <a:p>
            <a:pPr algn="ctr" defTabSz="914309"/>
            <a:r>
              <a:rPr lang="kn-IN" sz="4000" dirty="0">
                <a:solidFill>
                  <a:srgbClr val="FFFFFF"/>
                </a:solidFill>
                <a:latin typeface="Calibri"/>
              </a:rPr>
              <a:t>ಶ್ರೀ ಶಂಕರಾಚಾರ್ಯಃ</a:t>
            </a:r>
            <a:endParaRPr lang="en-CA" sz="4000" dirty="0">
              <a:solidFill>
                <a:srgbClr val="FFFFFF"/>
              </a:solidFill>
              <a:latin typeface="Calibri"/>
            </a:endParaRPr>
          </a:p>
        </p:txBody>
      </p:sp>
      <p:sp>
        <p:nvSpPr>
          <p:cNvPr id="74758" name="Rectangle 11"/>
          <p:cNvSpPr>
            <a:spLocks noChangeArrowheads="1"/>
          </p:cNvSpPr>
          <p:nvPr/>
        </p:nvSpPr>
        <p:spPr bwMode="auto">
          <a:xfrm>
            <a:off x="7247626" y="313542"/>
            <a:ext cx="990571" cy="1015527"/>
          </a:xfrm>
          <a:prstGeom prst="rect">
            <a:avLst/>
          </a:prstGeom>
          <a:noFill/>
          <a:ln w="9525">
            <a:noFill/>
            <a:miter lim="800000"/>
            <a:headEnd/>
            <a:tailEnd/>
          </a:ln>
        </p:spPr>
        <p:txBody>
          <a:bodyPr>
            <a:spAutoFit/>
          </a:bodyPr>
          <a:lstStyle/>
          <a:p>
            <a:pPr defTabSz="914309"/>
            <a:r>
              <a:rPr lang="en-US" sz="5999" dirty="0">
                <a:solidFill>
                  <a:srgbClr val="F2F2F2"/>
                </a:solidFill>
                <a:latin typeface="Sanskrit 99" pitchFamily="2" charset="0"/>
                <a:sym typeface="Wingdings" pitchFamily="2" charset="2"/>
              </a:rPr>
              <a:t></a:t>
            </a:r>
            <a:endParaRPr lang="en-US" sz="5999" dirty="0">
              <a:solidFill>
                <a:srgbClr val="F2F2F2"/>
              </a:solidFill>
              <a:latin typeface="Calibri"/>
            </a:endParaRPr>
          </a:p>
        </p:txBody>
      </p:sp>
    </p:spTree>
    <p:extLst>
      <p:ext uri="{BB962C8B-B14F-4D97-AF65-F5344CB8AC3E}">
        <p14:creationId xmlns:p14="http://schemas.microsoft.com/office/powerpoint/2010/main" val="1987790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p:cNvSpPr>
            <a:spLocks noGrp="1"/>
          </p:cNvSpPr>
          <p:nvPr>
            <p:ph idx="1"/>
          </p:nvPr>
        </p:nvSpPr>
        <p:spPr>
          <a:xfrm>
            <a:off x="177" y="228693"/>
            <a:ext cx="12191647" cy="6629209"/>
          </a:xfrm>
        </p:spPr>
        <p:txBody>
          <a:bodyPr/>
          <a:lstStyle/>
          <a:p>
            <a:pPr algn="ctr" eaLnBrk="1" hangingPunct="1">
              <a:buFont typeface="Wingdings 2" pitchFamily="18" charset="2"/>
              <a:buNone/>
            </a:pPr>
            <a:r>
              <a:rPr lang="hi-IN" sz="4000" b="1" dirty="0">
                <a:latin typeface="Sanskrit 2003" pitchFamily="2" charset="-78"/>
                <a:cs typeface="Sanskrit 2003" pitchFamily="2" charset="-78"/>
              </a:rPr>
              <a:t>प्रातः स्मरामि हृदि संस्फुरदात्मत</a:t>
            </a:r>
            <a:r>
              <a:rPr lang="en-US" sz="4000" b="1" dirty="0" err="1">
                <a:solidFill>
                  <a:srgbClr val="000000"/>
                </a:solidFill>
                <a:latin typeface="Sanskrit 99" pitchFamily="2" charset="0"/>
                <a:ea typeface="Calibri" pitchFamily="34" charset="0"/>
                <a:cs typeface="Sanskrit 2003"/>
              </a:rPr>
              <a:t>Åv</a:t>
            </a:r>
            <a:r>
              <a:rPr lang="hi-IN" sz="4000" b="1" dirty="0">
                <a:latin typeface="Sanskrit 2003" pitchFamily="2" charset="-78"/>
                <a:cs typeface="Sanskrit 2003" pitchFamily="2" charset="-78"/>
              </a:rPr>
              <a:t>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spcAft>
                <a:spcPts val="1200"/>
              </a:spcAft>
              <a:buNone/>
            </a:pPr>
            <a:r>
              <a:rPr lang="hi-IN" sz="4000" b="1" dirty="0">
                <a:latin typeface="Sanskrit 2003" pitchFamily="2" charset="-78"/>
                <a:cs typeface="Sanskrit 2003" pitchFamily="2" charset="-78"/>
              </a:rPr>
              <a:t>सत् </a:t>
            </a:r>
            <a:r>
              <a:rPr lang="en-US" sz="4000" b="1" dirty="0">
                <a:latin typeface="Sanskrit 2003" pitchFamily="2" charset="-78"/>
                <a:cs typeface="Sanskrit 2003" pitchFamily="2" charset="-78"/>
              </a:rPr>
              <a:t>-</a:t>
            </a:r>
            <a:r>
              <a:rPr lang="hi-IN" sz="4000" b="1" dirty="0">
                <a:latin typeface="Sanskrit 2003" pitchFamily="2" charset="-78"/>
                <a:cs typeface="Sanskrit 2003" pitchFamily="2" charset="-78"/>
              </a:rPr>
              <a:t>चित् </a:t>
            </a:r>
            <a:r>
              <a:rPr lang="en-US" sz="4000" b="1" dirty="0">
                <a:latin typeface="Sanskrit 2003" pitchFamily="2" charset="-78"/>
                <a:cs typeface="Sanskrit 2003" pitchFamily="2" charset="-78"/>
              </a:rPr>
              <a:t>-</a:t>
            </a:r>
            <a:r>
              <a:rPr lang="hi-IN" sz="4000" b="1" dirty="0">
                <a:latin typeface="Sanskrit 2003" pitchFamily="2" charset="-78"/>
                <a:cs typeface="Sanskrit 2003" pitchFamily="2" charset="-78"/>
              </a:rPr>
              <a:t>सुखं परमहंसगतिं तु</a:t>
            </a:r>
            <a:r>
              <a:rPr lang="en-IN" sz="4000" b="1" dirty="0" err="1">
                <a:latin typeface="Sanskrit 99" pitchFamily="2" charset="0"/>
                <a:cs typeface="Sanskrit 2003" pitchFamily="2" charset="-78"/>
              </a:rPr>
              <a:t>rI</a:t>
            </a:r>
            <a:r>
              <a:rPr lang="hi-IN" sz="4000" b="1" dirty="0">
                <a:latin typeface="Sanskrit 2003" pitchFamily="2" charset="-78"/>
                <a:cs typeface="Sanskrit 2003" pitchFamily="2" charset="-78"/>
              </a:rPr>
              <a:t>यम्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endParaRPr lang="en-US" sz="4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Prātaḥ</a:t>
            </a:r>
            <a:r>
              <a:rPr lang="en-US" b="1" dirty="0" smtClean="0">
                <a:latin typeface="URW Palladio IT" pitchFamily="2" charset="0"/>
              </a:rPr>
              <a:t> </a:t>
            </a:r>
            <a:r>
              <a:rPr lang="en-US" b="1" dirty="0" err="1" smtClean="0">
                <a:latin typeface="URW Palladio IT" pitchFamily="2" charset="0"/>
              </a:rPr>
              <a:t>smarāmi</a:t>
            </a:r>
            <a:r>
              <a:rPr lang="en-US" b="1" dirty="0" smtClean="0">
                <a:latin typeface="URW Palladio IT" pitchFamily="2" charset="0"/>
              </a:rPr>
              <a:t> </a:t>
            </a:r>
            <a:r>
              <a:rPr lang="en-US" b="1" dirty="0" err="1" smtClean="0">
                <a:latin typeface="URW Palladio IT" pitchFamily="2" charset="0"/>
              </a:rPr>
              <a:t>hṛdi</a:t>
            </a:r>
            <a:r>
              <a:rPr lang="en-US" b="1" dirty="0" smtClean="0">
                <a:latin typeface="URW Palladio IT" pitchFamily="2" charset="0"/>
              </a:rPr>
              <a:t> </a:t>
            </a:r>
            <a:r>
              <a:rPr lang="en-US" b="1" dirty="0" err="1" smtClean="0">
                <a:latin typeface="URW Palladio IT" pitchFamily="2" charset="0"/>
              </a:rPr>
              <a:t>saṁsphuradātmatattvam</a:t>
            </a:r>
            <a:r>
              <a:rPr lang="en-US" b="1" dirty="0" smtClean="0">
                <a:latin typeface="URW Palladio IT" pitchFamily="2" charset="0"/>
              </a:rPr>
              <a:t> |</a:t>
            </a:r>
          </a:p>
          <a:p>
            <a:pPr algn="ctr" eaLnBrk="1" hangingPunct="1">
              <a:spcAft>
                <a:spcPts val="1799"/>
              </a:spcAft>
              <a:buNone/>
            </a:pPr>
            <a:r>
              <a:rPr lang="en-US" b="1" dirty="0" smtClean="0">
                <a:latin typeface="URW Palladio IT" pitchFamily="2" charset="0"/>
              </a:rPr>
              <a:t>Sat-cit-</a:t>
            </a:r>
            <a:r>
              <a:rPr lang="en-US" b="1" dirty="0" err="1" smtClean="0">
                <a:latin typeface="URW Palladio IT" pitchFamily="2" charset="0"/>
              </a:rPr>
              <a:t>sukhaṁ</a:t>
            </a:r>
            <a:r>
              <a:rPr lang="en-US" b="1" dirty="0" smtClean="0">
                <a:latin typeface="URW Palladio IT" pitchFamily="2" charset="0"/>
              </a:rPr>
              <a:t> </a:t>
            </a:r>
            <a:r>
              <a:rPr lang="en-US" b="1" dirty="0" err="1" smtClean="0">
                <a:latin typeface="URW Palladio IT" pitchFamily="2" charset="0"/>
              </a:rPr>
              <a:t>paramahaṁsagatiṁ</a:t>
            </a:r>
            <a:r>
              <a:rPr lang="en-US" b="1" dirty="0" smtClean="0">
                <a:latin typeface="URW Palladio IT" pitchFamily="2" charset="0"/>
              </a:rPr>
              <a:t> </a:t>
            </a:r>
            <a:r>
              <a:rPr lang="en-US" b="1" dirty="0" err="1" smtClean="0">
                <a:latin typeface="URW Palladio IT" pitchFamily="2" charset="0"/>
              </a:rPr>
              <a:t>turIyam</a:t>
            </a:r>
            <a:r>
              <a:rPr lang="en-US" b="1" dirty="0" smtClean="0">
                <a:latin typeface="URW Palladio IT" pitchFamily="2" charset="0"/>
              </a:rPr>
              <a:t>||</a:t>
            </a:r>
          </a:p>
          <a:p>
            <a:pPr algn="ctr">
              <a:buFont typeface="Arial" charset="0"/>
              <a:buNone/>
            </a:pPr>
            <a:r>
              <a:rPr lang="kn-IN" b="1" dirty="0" smtClean="0">
                <a:solidFill>
                  <a:srgbClr val="000000"/>
                </a:solidFill>
                <a:ea typeface="Tunga" pitchFamily="2"/>
              </a:rPr>
              <a:t>ಪ್ರಾತಃ ಸ್ಮರಾಮಿ ಹೃದಿಸಂಸ್ಫುರದಾತ್ಮತತ್ತ್ವಂ</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buFont typeface="Arial" charset="0"/>
              <a:buNone/>
            </a:pPr>
            <a:r>
              <a:rPr lang="kn-IN" b="1" dirty="0" smtClean="0">
                <a:solidFill>
                  <a:srgbClr val="000000"/>
                </a:solidFill>
                <a:ea typeface="Tunga" pitchFamily="2"/>
              </a:rPr>
              <a:t>ಸಚ್ಚಿತ್ಸುಖಂ ಪರಮಹಂಸಗತಿಂ ತುರೀಯಮ್ ||</a:t>
            </a:r>
            <a:endParaRPr lang="en-US" b="1" dirty="0" smtClean="0">
              <a:latin typeface="URW Palladio IT" pitchFamily="2" charset="0"/>
            </a:endParaRPr>
          </a:p>
          <a:p>
            <a:pPr algn="ctr">
              <a:buFont typeface="Wingdings 2" pitchFamily="18" charset="2"/>
              <a:buNone/>
            </a:pPr>
            <a:endParaRPr lang="en-US" sz="1200" b="1" dirty="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remember in the morning the Self which shines in the heart, which is existence-consciousness-bliss, which is the supreme </a:t>
            </a:r>
            <a:r>
              <a:rPr lang="en-CA" sz="2399" dirty="0" err="1">
                <a:latin typeface="Times New Roman" pitchFamily="18" charset="0"/>
                <a:cs typeface="Times New Roman" pitchFamily="18" charset="0"/>
              </a:rPr>
              <a:t>Paramahamsa</a:t>
            </a:r>
            <a:r>
              <a:rPr lang="en-CA" sz="2399" dirty="0">
                <a:latin typeface="Times New Roman" pitchFamily="18" charset="0"/>
                <a:cs typeface="Times New Roman" pitchFamily="18" charset="0"/>
              </a:rPr>
              <a:t> state, which is called the "Fourth"</a:t>
            </a:r>
            <a:endParaRPr lang="en-US" sz="2399" b="1" dirty="0">
              <a:latin typeface="Times New Roman" pitchFamily="18" charset="0"/>
              <a:cs typeface="Times New Roman" pitchFamily="18" charset="0"/>
            </a:endParaRPr>
          </a:p>
        </p:txBody>
      </p:sp>
    </p:spTree>
    <p:extLst>
      <p:ext uri="{BB962C8B-B14F-4D97-AF65-F5344CB8AC3E}">
        <p14:creationId xmlns:p14="http://schemas.microsoft.com/office/powerpoint/2010/main" val="31824193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177" y="99"/>
            <a:ext cx="12191647" cy="6857802"/>
          </a:xfrm>
        </p:spPr>
        <p:txBody>
          <a:bodyPr/>
          <a:lstStyle/>
          <a:p>
            <a:pPr algn="ctr" eaLnBrk="1" hangingPunct="1">
              <a:buFont typeface="Wingdings 2" pitchFamily="18" charset="2"/>
              <a:buNone/>
            </a:pPr>
            <a:r>
              <a:rPr lang="hi-IN" sz="4000" b="1" dirty="0">
                <a:latin typeface="Sanskrit 2003" pitchFamily="2" charset="-78"/>
                <a:cs typeface="Sanskrit 2003" pitchFamily="2" charset="-78"/>
              </a:rPr>
              <a:t>यत्स्वप्नजागर</a:t>
            </a:r>
            <a:r>
              <a:rPr lang="en-US" sz="4000" b="1" dirty="0">
                <a:latin typeface="Sanskrit 2003" pitchFamily="2" charset="-78"/>
                <a:cs typeface="Sanskrit 2003" pitchFamily="2" charset="-78"/>
              </a:rPr>
              <a:t>-</a:t>
            </a:r>
            <a:r>
              <a:rPr lang="hi-IN" sz="4000" b="1" dirty="0">
                <a:latin typeface="Sanskrit 2003" pitchFamily="2" charset="-78"/>
                <a:cs typeface="Sanskrit 2003" pitchFamily="2" charset="-78"/>
              </a:rPr>
              <a:t>सुषुप्तमवैति नित्यम्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spcAft>
                <a:spcPts val="600"/>
              </a:spcAft>
              <a:buNone/>
            </a:pPr>
            <a:r>
              <a:rPr lang="hi-IN" sz="4000" b="1" dirty="0">
                <a:latin typeface="Sanskrit 2003" pitchFamily="2" charset="-78"/>
                <a:cs typeface="Sanskrit 2003" pitchFamily="2" charset="-78"/>
              </a:rPr>
              <a:t>तद्</a:t>
            </a:r>
            <a:r>
              <a:rPr lang="en-US" sz="4000" b="1" dirty="0">
                <a:latin typeface="Sanskrit 2003" pitchFamily="2" charset="-78"/>
                <a:cs typeface="Sanskrit 2003" pitchFamily="2" charset="-78"/>
              </a:rPr>
              <a:t>-</a:t>
            </a:r>
            <a:r>
              <a:rPr lang="hi-IN" sz="4000" b="1" dirty="0">
                <a:latin typeface="Sanskrit 2003" pitchFamily="2" charset="-78"/>
                <a:cs typeface="Sanskrit 2003" pitchFamily="2" charset="-78"/>
              </a:rPr>
              <a:t>ब्रह्म निष्कलमहं न च भूतसंघः॥१॥</a:t>
            </a:r>
            <a:endParaRPr lang="en-US" sz="4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Yat</a:t>
            </a:r>
            <a:r>
              <a:rPr lang="en-US" b="1" dirty="0" smtClean="0">
                <a:latin typeface="URW Palladio IT" pitchFamily="2" charset="0"/>
              </a:rPr>
              <a:t> </a:t>
            </a:r>
            <a:r>
              <a:rPr lang="en-US" b="1" dirty="0" err="1" smtClean="0">
                <a:latin typeface="URW Palladio IT" pitchFamily="2" charset="0"/>
              </a:rPr>
              <a:t>svapna</a:t>
            </a:r>
            <a:r>
              <a:rPr lang="en-US" b="1" dirty="0" smtClean="0">
                <a:latin typeface="URW Palladio IT" pitchFamily="2" charset="0"/>
              </a:rPr>
              <a:t> </a:t>
            </a:r>
            <a:r>
              <a:rPr lang="en-US" b="1" dirty="0" err="1" smtClean="0">
                <a:latin typeface="URW Palladio IT" pitchFamily="2" charset="0"/>
              </a:rPr>
              <a:t>jāgara</a:t>
            </a:r>
            <a:r>
              <a:rPr lang="en-US" b="1" dirty="0" smtClean="0">
                <a:latin typeface="URW Palladio IT" pitchFamily="2" charset="0"/>
              </a:rPr>
              <a:t> </a:t>
            </a:r>
            <a:r>
              <a:rPr lang="en-US" b="1" dirty="0" err="1" smtClean="0">
                <a:latin typeface="URW Palladio IT" pitchFamily="2" charset="0"/>
              </a:rPr>
              <a:t>suṣuptamavaiti</a:t>
            </a:r>
            <a:r>
              <a:rPr lang="en-US" b="1" dirty="0" smtClean="0">
                <a:latin typeface="URW Palladio IT" pitchFamily="2" charset="0"/>
              </a:rPr>
              <a:t> </a:t>
            </a:r>
            <a:r>
              <a:rPr lang="en-US" b="1" dirty="0" err="1" smtClean="0">
                <a:latin typeface="URW Palladio IT" pitchFamily="2" charset="0"/>
              </a:rPr>
              <a:t>nityam</a:t>
            </a:r>
            <a:r>
              <a:rPr lang="en-US" b="1" dirty="0" smtClean="0">
                <a:latin typeface="URW Palladio IT" pitchFamily="2" charset="0"/>
              </a:rPr>
              <a:t> |</a:t>
            </a:r>
          </a:p>
          <a:p>
            <a:pPr algn="ctr" eaLnBrk="1" hangingPunct="1">
              <a:buFont typeface="Wingdings 2" pitchFamily="18" charset="2"/>
              <a:buNone/>
            </a:pPr>
            <a:r>
              <a:rPr lang="en-US" b="1" dirty="0" smtClean="0">
                <a:latin typeface="URW Palladio IT" pitchFamily="2" charset="0"/>
              </a:rPr>
              <a:t>Tad </a:t>
            </a:r>
            <a:r>
              <a:rPr lang="en-US" b="1" dirty="0" err="1" smtClean="0">
                <a:latin typeface="URW Palladio IT" pitchFamily="2" charset="0"/>
              </a:rPr>
              <a:t>brahma</a:t>
            </a:r>
            <a:r>
              <a:rPr lang="en-US" b="1" dirty="0" smtClean="0">
                <a:latin typeface="URW Palladio IT" pitchFamily="2" charset="0"/>
              </a:rPr>
              <a:t> </a:t>
            </a:r>
            <a:r>
              <a:rPr lang="en-US" b="1" dirty="0" err="1" smtClean="0">
                <a:latin typeface="URW Palladio IT" pitchFamily="2" charset="0"/>
              </a:rPr>
              <a:t>niṣkalamahaṁ</a:t>
            </a:r>
            <a:endParaRPr lang="en-US" b="1" dirty="0" smtClean="0">
              <a:latin typeface="URW Palladio IT" pitchFamily="2" charset="0"/>
            </a:endParaRPr>
          </a:p>
          <a:p>
            <a:pPr algn="ctr" eaLnBrk="1" hangingPunct="1">
              <a:spcAft>
                <a:spcPts val="600"/>
              </a:spcAft>
              <a:buNone/>
            </a:pPr>
            <a:r>
              <a:rPr lang="en-US" b="1" dirty="0" err="1" smtClean="0">
                <a:latin typeface="URW Palladio IT" pitchFamily="2" charset="0"/>
              </a:rPr>
              <a:t>na</a:t>
            </a:r>
            <a:r>
              <a:rPr lang="en-US" b="1" dirty="0" smtClean="0">
                <a:latin typeface="URW Palladio IT" pitchFamily="2" charset="0"/>
              </a:rPr>
              <a:t> ca </a:t>
            </a:r>
            <a:r>
              <a:rPr lang="en-US" b="1" dirty="0" err="1" smtClean="0">
                <a:latin typeface="URW Palladio IT" pitchFamily="2" charset="0"/>
              </a:rPr>
              <a:t>bhūtasaṁghaḥ</a:t>
            </a:r>
            <a:r>
              <a:rPr lang="en-US" b="1" dirty="0" smtClean="0">
                <a:latin typeface="URW Palladio IT" pitchFamily="2" charset="0"/>
              </a:rPr>
              <a:t> ||1||</a:t>
            </a:r>
          </a:p>
          <a:p>
            <a:pPr algn="ctr">
              <a:lnSpc>
                <a:spcPct val="115000"/>
              </a:lnSpc>
              <a:buFont typeface="Arial" charset="0"/>
              <a:buNone/>
            </a:pPr>
            <a:r>
              <a:rPr lang="kn-IN" b="1" dirty="0" smtClean="0">
                <a:solidFill>
                  <a:srgbClr val="000000"/>
                </a:solidFill>
                <a:ea typeface="Calibri" pitchFamily="34" charset="0"/>
              </a:rPr>
              <a:t>ಯತ್ ಸ್ವಪ್ನ ಜಾಗರ ಸುಷುಪ್ತಮವೈತಿ ನಿತ್ಯಂ</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spcAft>
                <a:spcPts val="600"/>
              </a:spcAft>
              <a:buNone/>
            </a:pPr>
            <a:r>
              <a:rPr lang="kn-IN" b="1" dirty="0" smtClean="0">
                <a:solidFill>
                  <a:srgbClr val="000000"/>
                </a:solidFill>
                <a:ea typeface="Tunga" pitchFamily="2"/>
              </a:rPr>
              <a:t>ತದ್ಬ್ರಹ್ಮನಿಷ್ಕಲಮಹಂ ನ ಚ ಭೂತಸಙ್ಘಃ ||೧||</a:t>
            </a:r>
            <a:endParaRPr lang="en-US" b="1" dirty="0" smtClean="0">
              <a:solidFill>
                <a:srgbClr val="000000"/>
              </a:solidFill>
              <a:ea typeface="Tunga" pitchFamily="2"/>
            </a:endParaRPr>
          </a:p>
          <a:p>
            <a:pPr algn="ctr">
              <a:spcAft>
                <a:spcPts val="600"/>
              </a:spcAft>
              <a:buNone/>
            </a:pP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That which is always a witness to the three states of waking, dream and deep sleep, that which is indivisible, that Brahman I am, not the aggregate of the five elements (ether, air, fire, water and earth)</a:t>
            </a:r>
            <a:endParaRPr lang="en-US" sz="2399" dirty="0">
              <a:latin typeface="URW Palladio ITU" pitchFamily="2" charset="0"/>
            </a:endParaRPr>
          </a:p>
        </p:txBody>
      </p:sp>
    </p:spTree>
    <p:extLst>
      <p:ext uri="{BB962C8B-B14F-4D97-AF65-F5344CB8AC3E}">
        <p14:creationId xmlns:p14="http://schemas.microsoft.com/office/powerpoint/2010/main" val="8866774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177" y="228693"/>
            <a:ext cx="12191647" cy="6629209"/>
          </a:xfrm>
        </p:spPr>
        <p:txBody>
          <a:bodyPr/>
          <a:lstStyle/>
          <a:p>
            <a:pPr algn="ctr" eaLnBrk="1" hangingPunct="1">
              <a:buFont typeface="Wingdings 2" pitchFamily="18" charset="2"/>
              <a:buNone/>
            </a:pPr>
            <a:r>
              <a:rPr lang="hi-IN" sz="4000" b="1" dirty="0">
                <a:latin typeface="Sanskrit 2003" pitchFamily="2" charset="-78"/>
                <a:cs typeface="Sanskrit 2003" pitchFamily="2" charset="-78"/>
              </a:rPr>
              <a:t>प्रातर्भजामि मनसो </a:t>
            </a:r>
            <a:r>
              <a:rPr lang="en-IN" sz="4000" b="1" dirty="0" err="1">
                <a:latin typeface="Sanskrit 99" pitchFamily="2" charset="0"/>
              </a:rPr>
              <a:t>vcsamgMym</a:t>
            </a:r>
            <a:r>
              <a:rPr lang="en-IN" sz="4000" b="1" dirty="0">
                <a:latin typeface="Sanskrit 99" pitchFamily="2" charset="0"/>
              </a:rPr>
              <a:t>!</a:t>
            </a:r>
            <a:r>
              <a:rPr lang="en-IN" sz="4000" b="1" dirty="0"/>
              <a:t> </a:t>
            </a:r>
            <a:r>
              <a:rPr lang="hi-IN" sz="4000" b="1" dirty="0">
                <a:latin typeface="Sanskrit 2003" pitchFamily="2" charset="-78"/>
                <a:cs typeface="Sanskrit 2003" pitchFamily="2" charset="-78"/>
              </a:rPr>
              <a:t>।</a:t>
            </a:r>
          </a:p>
          <a:p>
            <a:pPr algn="ctr" eaLnBrk="1" hangingPunct="1">
              <a:spcAft>
                <a:spcPts val="1200"/>
              </a:spcAft>
              <a:buNone/>
            </a:pPr>
            <a:r>
              <a:rPr lang="hi-IN" sz="4000" b="1" dirty="0">
                <a:latin typeface="Sanskrit 2003" pitchFamily="2" charset="-78"/>
                <a:cs typeface="Sanskrit 2003" pitchFamily="2" charset="-78"/>
              </a:rPr>
              <a:t>वाचो विभान्ति निखिला यदनुग्रहेण</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endParaRPr lang="en-US" sz="4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Prātarbhajāmi</a:t>
            </a:r>
            <a:r>
              <a:rPr lang="en-US" b="1" dirty="0" smtClean="0">
                <a:latin typeface="URW Palladio IT" pitchFamily="2" charset="0"/>
              </a:rPr>
              <a:t> </a:t>
            </a:r>
            <a:r>
              <a:rPr lang="en-US" b="1" dirty="0" err="1" smtClean="0">
                <a:latin typeface="URW Palladio IT" pitchFamily="2" charset="0"/>
              </a:rPr>
              <a:t>manaso</a:t>
            </a:r>
            <a:r>
              <a:rPr lang="en-US" b="1" dirty="0" smtClean="0">
                <a:latin typeface="URW Palladio IT" pitchFamily="2" charset="0"/>
              </a:rPr>
              <a:t> </a:t>
            </a:r>
            <a:r>
              <a:rPr lang="en-US" b="1" dirty="0" err="1" smtClean="0">
                <a:latin typeface="URW Palladio IT" pitchFamily="2" charset="0"/>
              </a:rPr>
              <a:t>vacasām</a:t>
            </a:r>
            <a:r>
              <a:rPr lang="en-US" b="1" dirty="0" smtClean="0">
                <a:latin typeface="URW Palladio IT" pitchFamily="2" charset="0"/>
              </a:rPr>
              <a:t> </a:t>
            </a:r>
            <a:r>
              <a:rPr lang="en-US" b="1" dirty="0" err="1" smtClean="0">
                <a:latin typeface="URW Palladio IT" pitchFamily="2" charset="0"/>
              </a:rPr>
              <a:t>agamyam</a:t>
            </a:r>
            <a:r>
              <a:rPr lang="en-US" b="1" dirty="0" smtClean="0">
                <a:latin typeface="URW Palladio IT" pitchFamily="2" charset="0"/>
              </a:rPr>
              <a:t> |</a:t>
            </a:r>
          </a:p>
          <a:p>
            <a:pPr algn="ctr" eaLnBrk="1" hangingPunct="1">
              <a:spcAft>
                <a:spcPts val="1799"/>
              </a:spcAft>
              <a:buNone/>
            </a:pPr>
            <a:r>
              <a:rPr lang="en-US" b="1" dirty="0" err="1" smtClean="0">
                <a:latin typeface="URW Palladio IT" pitchFamily="2" charset="0"/>
              </a:rPr>
              <a:t>Vāco</a:t>
            </a:r>
            <a:r>
              <a:rPr lang="en-US" b="1" dirty="0" smtClean="0">
                <a:latin typeface="URW Palladio IT" pitchFamily="2" charset="0"/>
              </a:rPr>
              <a:t> </a:t>
            </a:r>
            <a:r>
              <a:rPr lang="en-US" b="1" dirty="0" err="1" smtClean="0">
                <a:latin typeface="URW Palladio IT" pitchFamily="2" charset="0"/>
              </a:rPr>
              <a:t>vibhānti</a:t>
            </a:r>
            <a:r>
              <a:rPr lang="en-US" b="1" dirty="0" smtClean="0">
                <a:latin typeface="URW Palladio IT" pitchFamily="2" charset="0"/>
              </a:rPr>
              <a:t> </a:t>
            </a:r>
            <a:r>
              <a:rPr lang="en-US" b="1" dirty="0" err="1" smtClean="0">
                <a:latin typeface="URW Palladio IT" pitchFamily="2" charset="0"/>
              </a:rPr>
              <a:t>nikhilā</a:t>
            </a:r>
            <a:r>
              <a:rPr lang="en-US" b="1" dirty="0" smtClean="0">
                <a:latin typeface="URW Palladio IT" pitchFamily="2" charset="0"/>
              </a:rPr>
              <a:t> </a:t>
            </a:r>
            <a:r>
              <a:rPr lang="en-US" b="1" dirty="0" err="1" smtClean="0">
                <a:latin typeface="URW Palladio IT" pitchFamily="2" charset="0"/>
              </a:rPr>
              <a:t>yadanugraheṇa</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ಪ್ರಾತರ್ಭಜಾಮಿ ಮನಸೋ ವಚಸಾಮಗಮ್ಯಂ</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1200"/>
              </a:spcAft>
              <a:buNone/>
            </a:pPr>
            <a:r>
              <a:rPr lang="kn-IN" b="1" dirty="0" smtClean="0">
                <a:solidFill>
                  <a:srgbClr val="000000"/>
                </a:solidFill>
                <a:ea typeface="Tunga" pitchFamily="2"/>
              </a:rPr>
              <a:t>ವಾಚೋ ವಿಭಾನ್ತಿ ನಿಖಿಲಾ ಯದನುಗ್ರಹೇಣ ||</a:t>
            </a: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I worship in the morning that which is inaccessible to</a:t>
            </a:r>
          </a:p>
          <a:p>
            <a:pPr algn="ctr">
              <a:buFont typeface="Wingdings 2" pitchFamily="18" charset="2"/>
              <a:buNone/>
            </a:pPr>
            <a:r>
              <a:rPr lang="en-CA" sz="2399" dirty="0">
                <a:latin typeface="Times New Roman" pitchFamily="18" charset="0"/>
                <a:cs typeface="Times New Roman" pitchFamily="18" charset="0"/>
              </a:rPr>
              <a:t>mind and speech, that by whose blessing the faculty</a:t>
            </a:r>
          </a:p>
          <a:p>
            <a:pPr algn="ctr">
              <a:buFont typeface="Wingdings 2" pitchFamily="18" charset="2"/>
              <a:buNone/>
            </a:pPr>
            <a:r>
              <a:rPr lang="en-CA" sz="2399" dirty="0">
                <a:latin typeface="Times New Roman" pitchFamily="18" charset="0"/>
                <a:cs typeface="Times New Roman" pitchFamily="18" charset="0"/>
              </a:rPr>
              <a:t>of speech shines forth…</a:t>
            </a:r>
            <a:endParaRPr lang="en-US" sz="2399" dirty="0">
              <a:latin typeface="GITA1" pitchFamily="2" charset="0"/>
            </a:endParaRPr>
          </a:p>
        </p:txBody>
      </p:sp>
    </p:spTree>
    <p:extLst>
      <p:ext uri="{BB962C8B-B14F-4D97-AF65-F5344CB8AC3E}">
        <p14:creationId xmlns:p14="http://schemas.microsoft.com/office/powerpoint/2010/main" val="5793958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177" y="152495"/>
            <a:ext cx="12191647" cy="6705406"/>
          </a:xfrm>
        </p:spPr>
        <p:txBody>
          <a:bodyPr/>
          <a:lstStyle/>
          <a:p>
            <a:pPr algn="ctr" eaLnBrk="1" hangingPunct="1">
              <a:buFont typeface="Wingdings 2" pitchFamily="18" charset="2"/>
              <a:buNone/>
            </a:pPr>
            <a:r>
              <a:rPr lang="hi-IN" sz="4000" b="1" dirty="0">
                <a:latin typeface="Sanskrit 2003" pitchFamily="2" charset="-78"/>
                <a:cs typeface="Sanskrit 2003" pitchFamily="2" charset="-78"/>
              </a:rPr>
              <a:t>यन्नेति नेति वचनैर्निगमा अवोचुः</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spcAft>
                <a:spcPts val="600"/>
              </a:spcAft>
              <a:buNone/>
            </a:pPr>
            <a:r>
              <a:rPr lang="hi-IN" sz="4000" b="1" dirty="0">
                <a:latin typeface="Sanskrit 2003" pitchFamily="2" charset="-78"/>
                <a:cs typeface="Sanskrit 2003" pitchFamily="2" charset="-78"/>
              </a:rPr>
              <a:t>तं देवदेवमजमच्युतमाहुरग्र्यम्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॥२॥</a:t>
            </a:r>
            <a:endParaRPr lang="en-US" sz="4000" b="1" dirty="0">
              <a:latin typeface="URW Palladio ITU" pitchFamily="2" charset="0"/>
            </a:endParaRPr>
          </a:p>
          <a:p>
            <a:pPr algn="ctr" eaLnBrk="1" hangingPunct="1">
              <a:buFont typeface="Wingdings 2" pitchFamily="18" charset="2"/>
              <a:buNone/>
            </a:pPr>
            <a:r>
              <a:rPr lang="en-US" b="1" dirty="0" smtClean="0">
                <a:latin typeface="URW Palladio IT" pitchFamily="2" charset="0"/>
              </a:rPr>
              <a:t>Yan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vacanair</a:t>
            </a:r>
            <a:r>
              <a:rPr lang="en-US" b="1" dirty="0" smtClean="0">
                <a:latin typeface="URW Palladio IT" pitchFamily="2" charset="0"/>
              </a:rPr>
              <a:t> </a:t>
            </a:r>
            <a:r>
              <a:rPr lang="en-US" b="1" dirty="0" err="1" smtClean="0">
                <a:latin typeface="URW Palladio IT" pitchFamily="2" charset="0"/>
              </a:rPr>
              <a:t>nigamā</a:t>
            </a:r>
            <a:r>
              <a:rPr lang="en-US" b="1" dirty="0" smtClean="0">
                <a:latin typeface="URW Palladio IT" pitchFamily="2" charset="0"/>
              </a:rPr>
              <a:t> </a:t>
            </a:r>
            <a:r>
              <a:rPr lang="en-US" b="1" dirty="0" err="1" smtClean="0">
                <a:latin typeface="URW Palladio IT" pitchFamily="2" charset="0"/>
              </a:rPr>
              <a:t>avocuḥ</a:t>
            </a:r>
            <a:r>
              <a:rPr lang="en-US" b="1" dirty="0" smtClean="0">
                <a:latin typeface="URW Palladio IT" pitchFamily="2" charset="0"/>
              </a:rPr>
              <a:t> |</a:t>
            </a:r>
          </a:p>
          <a:p>
            <a:pPr algn="ctr" eaLnBrk="1" hangingPunct="1">
              <a:spcAft>
                <a:spcPts val="600"/>
              </a:spcAft>
              <a:buNone/>
            </a:pPr>
            <a:r>
              <a:rPr lang="en-US" b="1" dirty="0" err="1" smtClean="0">
                <a:latin typeface="URW Palladio IT" pitchFamily="2" charset="0"/>
              </a:rPr>
              <a:t>Taṁ</a:t>
            </a:r>
            <a:r>
              <a:rPr lang="en-US" b="1" dirty="0" smtClean="0">
                <a:latin typeface="URW Palladio IT" pitchFamily="2" charset="0"/>
              </a:rPr>
              <a:t> </a:t>
            </a:r>
            <a:r>
              <a:rPr lang="en-US" b="1" dirty="0" err="1" smtClean="0">
                <a:latin typeface="URW Palladio IT" pitchFamily="2" charset="0"/>
              </a:rPr>
              <a:t>devadevamajamacyutamāhuragryam</a:t>
            </a:r>
            <a:r>
              <a:rPr lang="en-US" b="1" dirty="0" smtClean="0">
                <a:latin typeface="URW Palladio IT" pitchFamily="2" charset="0"/>
              </a:rPr>
              <a:t> ||2||</a:t>
            </a:r>
          </a:p>
          <a:p>
            <a:pPr algn="ctr">
              <a:lnSpc>
                <a:spcPct val="115000"/>
              </a:lnSpc>
              <a:buFont typeface="Arial" charset="0"/>
              <a:buNone/>
            </a:pPr>
            <a:r>
              <a:rPr lang="kn-IN" b="1" dirty="0" smtClean="0">
                <a:solidFill>
                  <a:srgbClr val="000000"/>
                </a:solidFill>
                <a:ea typeface="Calibri" pitchFamily="34" charset="0"/>
              </a:rPr>
              <a:t>ಯನ್ನೇತಿ ನೇತಿ ವಚನೈರ್ನಿಗಮಾ ಅವೋಚುಃ</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600"/>
              </a:spcAft>
              <a:buNone/>
            </a:pPr>
            <a:r>
              <a:rPr lang="kn-IN" b="1" dirty="0" smtClean="0">
                <a:solidFill>
                  <a:srgbClr val="000000"/>
                </a:solidFill>
                <a:ea typeface="Tunga" pitchFamily="2"/>
              </a:rPr>
              <a:t>ತಂ ದೇವದೇವಂ</a:t>
            </a:r>
            <a:r>
              <a:rPr lang="en-CA" b="1" dirty="0" smtClean="0">
                <a:solidFill>
                  <a:srgbClr val="000000"/>
                </a:solidFill>
                <a:cs typeface="Calibri" pitchFamily="34" charset="0"/>
              </a:rPr>
              <a:t> </a:t>
            </a:r>
            <a:r>
              <a:rPr lang="kn-IN" b="1" dirty="0" smtClean="0">
                <a:solidFill>
                  <a:srgbClr val="000000"/>
                </a:solidFill>
                <a:ea typeface="Tunga" pitchFamily="2"/>
              </a:rPr>
              <a:t>ಅಜಮಚ್ಯುತಮಾಹುರಗ್ರ್ಯಮ್ ||೨||</a:t>
            </a:r>
            <a:endParaRPr lang="en-US" b="1" dirty="0" smtClean="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worship that... which is described in the Upanishads</a:t>
            </a:r>
          </a:p>
          <a:p>
            <a:pPr algn="ctr">
              <a:buFont typeface="Wingdings 2" pitchFamily="18" charset="2"/>
              <a:buNone/>
            </a:pPr>
            <a:r>
              <a:rPr lang="en-CA" sz="2399" dirty="0">
                <a:latin typeface="Times New Roman" pitchFamily="18" charset="0"/>
                <a:cs typeface="Times New Roman" pitchFamily="18" charset="0"/>
              </a:rPr>
              <a:t>by the words 'not this, not this', that supremely effulgent</a:t>
            </a:r>
          </a:p>
          <a:p>
            <a:pPr algn="ctr">
              <a:buFont typeface="Wingdings 2" pitchFamily="18" charset="2"/>
              <a:buNone/>
            </a:pPr>
            <a:r>
              <a:rPr lang="en-CA" sz="2399" dirty="0">
                <a:latin typeface="Times New Roman" pitchFamily="18" charset="0"/>
                <a:cs typeface="Times New Roman" pitchFamily="18" charset="0"/>
              </a:rPr>
              <a:t>Being which is spoken of (in the Vedas) as unborn,</a:t>
            </a:r>
          </a:p>
          <a:p>
            <a:pPr algn="ctr">
              <a:buFont typeface="Wingdings 2" pitchFamily="18" charset="2"/>
              <a:buNone/>
            </a:pPr>
            <a:r>
              <a:rPr lang="en-CA" sz="2399" dirty="0">
                <a:latin typeface="Times New Roman" pitchFamily="18" charset="0"/>
                <a:cs typeface="Times New Roman" pitchFamily="18" charset="0"/>
              </a:rPr>
              <a:t>infallible, and the highest</a:t>
            </a:r>
            <a:endParaRPr lang="en-US" sz="2399" dirty="0">
              <a:latin typeface="Times New Roman" pitchFamily="18" charset="0"/>
              <a:cs typeface="Times New Roman" pitchFamily="18" charset="0"/>
            </a:endParaRPr>
          </a:p>
          <a:p>
            <a:pPr algn="ctr" eaLnBrk="1" hangingPunct="1">
              <a:buFont typeface="Wingdings 2" pitchFamily="18" charset="2"/>
              <a:buNone/>
            </a:pPr>
            <a:endParaRPr lang="en-US" sz="1200" b="1" dirty="0">
              <a:latin typeface="GITA1" pitchFamily="2" charset="0"/>
            </a:endParaRPr>
          </a:p>
        </p:txBody>
      </p:sp>
    </p:spTree>
    <p:extLst>
      <p:ext uri="{BB962C8B-B14F-4D97-AF65-F5344CB8AC3E}">
        <p14:creationId xmlns:p14="http://schemas.microsoft.com/office/powerpoint/2010/main" val="29452871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177" y="99"/>
            <a:ext cx="12191647" cy="6857802"/>
          </a:xfrm>
        </p:spPr>
        <p:txBody>
          <a:bodyPr/>
          <a:lstStyle/>
          <a:p>
            <a:pPr algn="ctr" eaLnBrk="1" hangingPunct="1">
              <a:buFont typeface="Wingdings 2" pitchFamily="18" charset="2"/>
              <a:buNone/>
            </a:pPr>
            <a:endParaRPr lang="en-US" sz="133" b="1" dirty="0">
              <a:latin typeface="GITA1" pitchFamily="2" charset="0"/>
            </a:endParaRPr>
          </a:p>
          <a:p>
            <a:pPr algn="ctr" eaLnBrk="1" hangingPunct="1">
              <a:buFont typeface="Wingdings 2" pitchFamily="18" charset="2"/>
              <a:buNone/>
            </a:pPr>
            <a:r>
              <a:rPr lang="hi-IN" sz="4000" b="1" dirty="0">
                <a:latin typeface="Sanskrit 99" pitchFamily="2" charset="0"/>
                <a:cs typeface="Sanskrit 2003" pitchFamily="2" charset="-78"/>
              </a:rPr>
              <a:t>प्रातर्नमामि</a:t>
            </a:r>
            <a:r>
              <a:rPr lang="hi-IN" sz="4000" b="1" dirty="0">
                <a:latin typeface="Sanskrit 2003" pitchFamily="2" charset="-78"/>
                <a:cs typeface="Sanskrit 2003" pitchFamily="2" charset="-78"/>
              </a:rPr>
              <a:t> तमसः </a:t>
            </a:r>
            <a:r>
              <a:rPr lang="en-IN" sz="4000" b="1" dirty="0" err="1">
                <a:latin typeface="Sanskrit 99" pitchFamily="2" charset="0"/>
              </a:rPr>
              <a:t>prmkRv</a:t>
            </a:r>
            <a:r>
              <a:rPr lang="en-IN" sz="4000" b="1" dirty="0">
                <a:latin typeface="Sanskrit 99" pitchFamily="2" charset="0"/>
              </a:rPr>
              <a:t>[</a:t>
            </a:r>
            <a:r>
              <a:rPr lang="en-IN" sz="4000" dirty="0">
                <a:latin typeface="Sanskrit 99" pitchFamily="2" charset="0"/>
              </a:rPr>
              <a:t>¡ </a:t>
            </a:r>
            <a:r>
              <a:rPr lang="hi-IN" sz="4000" b="1" dirty="0">
                <a:latin typeface="Sanskrit 2003" pitchFamily="2" charset="-78"/>
                <a:cs typeface="Sanskrit 2003" pitchFamily="2" charset="-78"/>
              </a:rPr>
              <a:t>।</a:t>
            </a:r>
          </a:p>
          <a:p>
            <a:pPr algn="ctr" eaLnBrk="1" hangingPunct="1">
              <a:spcAft>
                <a:spcPts val="600"/>
              </a:spcAft>
              <a:buNone/>
            </a:pPr>
            <a:r>
              <a:rPr lang="hi-IN" sz="4000" b="1" dirty="0">
                <a:latin typeface="Sanskrit 2003" pitchFamily="2" charset="-78"/>
                <a:cs typeface="Sanskrit 2003" pitchFamily="2" charset="-78"/>
              </a:rPr>
              <a:t>पूर्णं सनातनपदं पुरुषोत्तमाख्यम्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buFont typeface="Wingdings 2" pitchFamily="18" charset="2"/>
              <a:buNone/>
            </a:pPr>
            <a:r>
              <a:rPr lang="en-US" b="1" dirty="0" err="1" smtClean="0">
                <a:latin typeface="URW Palladio IT" pitchFamily="2" charset="0"/>
              </a:rPr>
              <a:t>Prātarnamāmi</a:t>
            </a:r>
            <a:r>
              <a:rPr lang="en-US" b="1" dirty="0" smtClean="0">
                <a:latin typeface="URW Palladio IT" pitchFamily="2" charset="0"/>
              </a:rPr>
              <a:t> </a:t>
            </a:r>
            <a:r>
              <a:rPr lang="en-US" b="1" dirty="0" err="1" smtClean="0">
                <a:latin typeface="URW Palladio IT" pitchFamily="2" charset="0"/>
              </a:rPr>
              <a:t>tamasaḥ</a:t>
            </a:r>
            <a:r>
              <a:rPr lang="en-US" b="1" dirty="0" smtClean="0">
                <a:latin typeface="URW Palladio IT" pitchFamily="2" charset="0"/>
              </a:rPr>
              <a:t> </a:t>
            </a:r>
            <a:r>
              <a:rPr lang="en-US" b="1" dirty="0" err="1" smtClean="0">
                <a:latin typeface="URW Palladio IT" pitchFamily="2" charset="0"/>
              </a:rPr>
              <a:t>paramarkavarṇaṁ</a:t>
            </a:r>
            <a:r>
              <a:rPr lang="en-US" b="1" dirty="0" smtClean="0">
                <a:latin typeface="URW Palladio IT" pitchFamily="2" charset="0"/>
              </a:rPr>
              <a:t> |</a:t>
            </a:r>
          </a:p>
          <a:p>
            <a:pPr algn="ctr" eaLnBrk="1" hangingPunct="1">
              <a:spcAft>
                <a:spcPts val="1200"/>
              </a:spcAft>
              <a:buNone/>
            </a:pPr>
            <a:r>
              <a:rPr lang="en-US" b="1" dirty="0" err="1" smtClean="0">
                <a:latin typeface="URW Palladio IT" pitchFamily="2" charset="0"/>
              </a:rPr>
              <a:t>Pūrṇaṁ</a:t>
            </a:r>
            <a:r>
              <a:rPr lang="en-US" b="1" dirty="0" smtClean="0">
                <a:latin typeface="URW Palladio IT" pitchFamily="2" charset="0"/>
              </a:rPr>
              <a:t> </a:t>
            </a:r>
            <a:r>
              <a:rPr lang="en-US" b="1" dirty="0" err="1" smtClean="0">
                <a:latin typeface="URW Palladio IT" pitchFamily="2" charset="0"/>
              </a:rPr>
              <a:t>sanātanapadaṁ</a:t>
            </a:r>
            <a:r>
              <a:rPr lang="en-US" b="1" dirty="0" smtClean="0">
                <a:latin typeface="URW Palladio IT" pitchFamily="2" charset="0"/>
              </a:rPr>
              <a:t> </a:t>
            </a:r>
            <a:r>
              <a:rPr lang="en-US" b="1" dirty="0" err="1" smtClean="0">
                <a:latin typeface="URW Palladio IT" pitchFamily="2" charset="0"/>
              </a:rPr>
              <a:t>puruṣottamākhyam</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ಪ್ರಾತರ್ನಮಾಮಿ ತಮಸಃ ಪರಮರ್ಕವರ್ಣಂ</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1200"/>
              </a:spcAft>
              <a:buNone/>
            </a:pPr>
            <a:r>
              <a:rPr lang="kn-IN" b="1" dirty="0" smtClean="0">
                <a:solidFill>
                  <a:srgbClr val="000000"/>
                </a:solidFill>
                <a:ea typeface="Tunga" pitchFamily="2"/>
              </a:rPr>
              <a:t>ಪೂರ್ಣಂ ಸನಾತನಪದಂ ಪುರುಷೋತ್ತಮಾಖ್ಯಮ್ ||</a:t>
            </a: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I salute in the morning to that which is resplendent like the sun, which is beyond darkness (ignorance), which is complete, which is the eternal abode, which is known as the supreme </a:t>
            </a:r>
            <a:r>
              <a:rPr lang="en-CA" sz="2399" dirty="0" err="1">
                <a:latin typeface="Times New Roman" pitchFamily="18" charset="0"/>
                <a:cs typeface="Times New Roman" pitchFamily="18" charset="0"/>
              </a:rPr>
              <a:t>Purusha</a:t>
            </a:r>
            <a:r>
              <a:rPr lang="en-CA" sz="2399" dirty="0">
                <a:latin typeface="Times New Roman" pitchFamily="18" charset="0"/>
                <a:cs typeface="Times New Roman" pitchFamily="18" charset="0"/>
              </a:rPr>
              <a:t>…</a:t>
            </a:r>
            <a:endParaRPr lang="en-US" sz="2399" dirty="0">
              <a:latin typeface="Times New Roman" pitchFamily="18" charset="0"/>
              <a:cs typeface="Times New Roman" pitchFamily="18" charset="0"/>
            </a:endParaRPr>
          </a:p>
          <a:p>
            <a:pPr algn="ctr" eaLnBrk="1" hangingPunct="1">
              <a:buFont typeface="Wingdings 2" pitchFamily="18" charset="2"/>
              <a:buNone/>
            </a:pPr>
            <a:endParaRPr lang="en-US" b="1" dirty="0" smtClean="0">
              <a:latin typeface="URW Palladio ITU" pitchFamily="2" charset="0"/>
            </a:endParaRPr>
          </a:p>
        </p:txBody>
      </p:sp>
    </p:spTree>
    <p:extLst>
      <p:ext uri="{BB962C8B-B14F-4D97-AF65-F5344CB8AC3E}">
        <p14:creationId xmlns:p14="http://schemas.microsoft.com/office/powerpoint/2010/main" val="28080320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177" y="228693"/>
            <a:ext cx="12191647" cy="6629209"/>
          </a:xfrm>
        </p:spPr>
        <p:txBody>
          <a:bodyPr/>
          <a:lstStyle/>
          <a:p>
            <a:pPr algn="ctr" eaLnBrk="1" hangingPunct="1">
              <a:buFont typeface="Wingdings 2" pitchFamily="18" charset="2"/>
              <a:buNone/>
            </a:pPr>
            <a:r>
              <a:rPr lang="en-IN" sz="4000" b="1" dirty="0" err="1">
                <a:latin typeface="Sanskrit 99" pitchFamily="2" charset="0"/>
              </a:rPr>
              <a:t>yiSmiÚd</a:t>
            </a:r>
            <a:r>
              <a:rPr lang="en-IN" sz="4000" b="1" dirty="0">
                <a:latin typeface="Sanskrit 99" pitchFamily="2" charset="0"/>
              </a:rPr>
              <a:t>&lt; </a:t>
            </a:r>
            <a:r>
              <a:rPr lang="hi-IN" sz="4000" b="1" dirty="0">
                <a:latin typeface="Sanskrit 2003" pitchFamily="2" charset="-78"/>
                <a:cs typeface="Sanskrit 2003" pitchFamily="2" charset="-78"/>
              </a:rPr>
              <a:t>जगदशेषमशेष मूर्तौ</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spcAft>
                <a:spcPts val="1200"/>
              </a:spcAft>
              <a:buNone/>
            </a:pPr>
            <a:r>
              <a:rPr lang="hi-IN" sz="4000" b="1" dirty="0">
                <a:latin typeface="Sanskrit 2003" pitchFamily="2" charset="-78"/>
                <a:cs typeface="Sanskrit 2003" pitchFamily="2" charset="-78"/>
              </a:rPr>
              <a:t>रज्ज्वां भुजङ्गम इव प्रतिभासितं वै</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॥३॥</a:t>
            </a:r>
            <a:endParaRPr lang="en-US" sz="4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Yasminnidaṁ</a:t>
            </a:r>
            <a:r>
              <a:rPr lang="en-US" b="1" dirty="0" smtClean="0">
                <a:latin typeface="URW Palladio IT" pitchFamily="2" charset="0"/>
              </a:rPr>
              <a:t> </a:t>
            </a:r>
            <a:r>
              <a:rPr lang="en-US" b="1" dirty="0" err="1" smtClean="0">
                <a:latin typeface="URW Palladio IT" pitchFamily="2" charset="0"/>
              </a:rPr>
              <a:t>jagadaśeṣamaśeṣa</a:t>
            </a:r>
            <a:r>
              <a:rPr lang="en-US" b="1" dirty="0" smtClean="0">
                <a:latin typeface="URW Palladio IT" pitchFamily="2" charset="0"/>
              </a:rPr>
              <a:t> </a:t>
            </a:r>
            <a:r>
              <a:rPr lang="en-US" b="1" dirty="0" err="1" smtClean="0">
                <a:latin typeface="URW Palladio IT" pitchFamily="2" charset="0"/>
              </a:rPr>
              <a:t>mūrtau</a:t>
            </a:r>
            <a:r>
              <a:rPr lang="en-US" b="1" dirty="0" smtClean="0">
                <a:latin typeface="URW Palladio IT" pitchFamily="2" charset="0"/>
              </a:rPr>
              <a:t>|</a:t>
            </a:r>
          </a:p>
          <a:p>
            <a:pPr algn="ctr" eaLnBrk="1" hangingPunct="1">
              <a:spcAft>
                <a:spcPts val="1799"/>
              </a:spcAft>
              <a:buNone/>
            </a:pPr>
            <a:r>
              <a:rPr lang="en-US" b="1" dirty="0" err="1" smtClean="0">
                <a:latin typeface="URW Palladio IT" pitchFamily="2" charset="0"/>
              </a:rPr>
              <a:t>Rajjvāṁ</a:t>
            </a:r>
            <a:r>
              <a:rPr lang="en-US" b="1" dirty="0" smtClean="0">
                <a:latin typeface="URW Palladio IT" pitchFamily="2" charset="0"/>
              </a:rPr>
              <a:t> </a:t>
            </a:r>
            <a:r>
              <a:rPr lang="en-US" b="1" dirty="0" err="1" smtClean="0">
                <a:latin typeface="URW Palladio IT" pitchFamily="2" charset="0"/>
              </a:rPr>
              <a:t>bhujaṅgama</a:t>
            </a:r>
            <a:r>
              <a:rPr lang="en-US" b="1" dirty="0" smtClean="0">
                <a:latin typeface="URW Palladio IT" pitchFamily="2" charset="0"/>
              </a:rPr>
              <a:t> </a:t>
            </a:r>
            <a:r>
              <a:rPr lang="en-US" b="1" dirty="0" err="1" smtClean="0">
                <a:latin typeface="URW Palladio IT" pitchFamily="2" charset="0"/>
              </a:rPr>
              <a:t>iva</a:t>
            </a:r>
            <a:r>
              <a:rPr lang="en-US" b="1" dirty="0" smtClean="0">
                <a:latin typeface="URW Palladio IT" pitchFamily="2" charset="0"/>
              </a:rPr>
              <a:t> </a:t>
            </a:r>
            <a:r>
              <a:rPr lang="en-US" b="1" dirty="0" err="1" smtClean="0">
                <a:latin typeface="URW Palladio IT" pitchFamily="2" charset="0"/>
              </a:rPr>
              <a:t>pratibhāsitaṁ</a:t>
            </a:r>
            <a:r>
              <a:rPr lang="en-US" b="1" dirty="0" smtClean="0">
                <a:latin typeface="URW Palladio IT" pitchFamily="2" charset="0"/>
              </a:rPr>
              <a:t> </a:t>
            </a:r>
            <a:r>
              <a:rPr lang="en-US" b="1" dirty="0" err="1" smtClean="0">
                <a:latin typeface="URW Palladio IT" pitchFamily="2" charset="0"/>
              </a:rPr>
              <a:t>vai</a:t>
            </a:r>
            <a:r>
              <a:rPr lang="en-US" b="1" dirty="0" smtClean="0">
                <a:latin typeface="URW Palladio IT" pitchFamily="2" charset="0"/>
              </a:rPr>
              <a:t>||3||</a:t>
            </a:r>
          </a:p>
          <a:p>
            <a:pPr algn="ctr">
              <a:lnSpc>
                <a:spcPct val="115000"/>
              </a:lnSpc>
              <a:buFont typeface="Arial" charset="0"/>
              <a:buNone/>
            </a:pPr>
            <a:r>
              <a:rPr lang="kn-IN" b="1" dirty="0" smtClean="0">
                <a:solidFill>
                  <a:srgbClr val="000000"/>
                </a:solidFill>
                <a:ea typeface="Calibri" pitchFamily="34" charset="0"/>
              </a:rPr>
              <a:t>ಯಸ್ಮಿನ್ನಿದಂ ಜಗದಶೇಷಮಶೇಷಮೂರ್ತೌ</a:t>
            </a:r>
          </a:p>
          <a:p>
            <a:pPr algn="ctr">
              <a:spcAft>
                <a:spcPts val="1200"/>
              </a:spcAft>
              <a:buNone/>
            </a:pPr>
            <a:r>
              <a:rPr lang="kn-IN" b="1" dirty="0" smtClean="0">
                <a:solidFill>
                  <a:srgbClr val="000000"/>
                </a:solidFill>
                <a:ea typeface="Calibri" pitchFamily="34" charset="0"/>
              </a:rPr>
              <a:t>ರಜ್ವಾಂ ಭುಜಙ್ಗಮ ಇವ ಪ್ರತಿಭಾಸಿತಂ ವೈ ||೩||</a:t>
            </a:r>
            <a:endParaRPr lang="en-US" b="1" dirty="0" smtClean="0">
              <a:solidFill>
                <a:srgbClr val="000000"/>
              </a:solidFill>
              <a:ea typeface="Calibri" pitchFamily="34" charset="0"/>
            </a:endParaRPr>
          </a:p>
          <a:p>
            <a:pPr algn="ctr">
              <a:spcAft>
                <a:spcPts val="1200"/>
              </a:spcAft>
              <a:buNone/>
            </a:pPr>
            <a:endParaRPr lang="en-US" b="1" dirty="0" smtClean="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salute that... which is all-inclusive, that in which this entire</a:t>
            </a:r>
          </a:p>
          <a:p>
            <a:pPr algn="ctr">
              <a:buFont typeface="Wingdings 2" pitchFamily="18" charset="2"/>
              <a:buNone/>
            </a:pPr>
            <a:r>
              <a:rPr lang="en-CA" sz="2399" dirty="0">
                <a:latin typeface="Times New Roman" pitchFamily="18" charset="0"/>
                <a:cs typeface="Times New Roman" pitchFamily="18" charset="0"/>
              </a:rPr>
              <a:t>universe appears just as a snake is superimposed on a rope</a:t>
            </a:r>
            <a:endParaRPr lang="en-US" sz="1799" dirty="0">
              <a:latin typeface="URW Palladio ITU" pitchFamily="2" charset="0"/>
            </a:endParaRPr>
          </a:p>
        </p:txBody>
      </p:sp>
    </p:spTree>
    <p:extLst>
      <p:ext uri="{BB962C8B-B14F-4D97-AF65-F5344CB8AC3E}">
        <p14:creationId xmlns:p14="http://schemas.microsoft.com/office/powerpoint/2010/main" val="16724238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54"/>
            <a:ext cx="7994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IN" sz="24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000" y="16"/>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US" sz="60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89" marR="0" lvl="0" indent="-457189" algn="just" defTabSz="914377"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524015" y="116648"/>
            <a:ext cx="9143999" cy="584775"/>
          </a:xfrm>
          <a:prstGeom prst="rect">
            <a:avLst/>
          </a:prstGeom>
        </p:spPr>
        <p:txBody>
          <a:bodyPr wrap="squar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24002" y="980743"/>
            <a:ext cx="9143999" cy="6740307"/>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a:t>
            </a: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gCDXv</a:t>
            </a: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s&lt;</a:t>
            </a: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vdXv</a:t>
            </a: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 </a:t>
            </a: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a:t>
            </a: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&lt;is </a:t>
            </a: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jantam</a:t>
            </a: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deva </a:t>
            </a: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Éag</a:t>
            </a: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ywa</a:t>
            </a: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pUveR</a:t>
            </a:r>
            <a:endPar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sÃanana</a:t>
            </a:r>
            <a:r>
              <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%paste.</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Saìgacchadhvaà</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saàvadadhvaà</a:t>
            </a:r>
            <a:endPar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manäàsi</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jänatäm</a:t>
            </a:r>
            <a:endPar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devä</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bhägaà</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yathä</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pürve</a:t>
            </a:r>
            <a:endPar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saïjänänä</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4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upäsate</a:t>
            </a: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BRH Kannada" pitchFamily="2" charset="0"/>
              <a:ea typeface="+mn-ea"/>
              <a:cs typeface="+mn-cs"/>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mn-cs"/>
              </a:rPr>
              <a:t> May we move in harmony, speak in one voice; let our minds be in agreement; just as the ancient Gods shared their portion of sacrifice.</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1844504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54"/>
            <a:ext cx="7994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IN" sz="24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000" y="16"/>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US" sz="60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89" marR="0" lvl="0" indent="-457189" algn="just" defTabSz="914377"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482727" y="15"/>
            <a:ext cx="9143999" cy="584775"/>
          </a:xfrm>
          <a:prstGeom prst="rect">
            <a:avLst/>
          </a:prstGeom>
        </p:spPr>
        <p:txBody>
          <a:bodyPr wrap="squar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65277" y="1371616"/>
            <a:ext cx="9102724" cy="4401205"/>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mÙ</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simit</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smanI</a:t>
            </a: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shicÄme;am</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mantraù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samitiù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samäné</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Samänaà</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manaù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sahacittameñäm</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May our purpose be the same; may we all be of one mind.</a:t>
            </a:r>
          </a:p>
        </p:txBody>
      </p:sp>
    </p:spTree>
    <p:extLst>
      <p:ext uri="{BB962C8B-B14F-4D97-AF65-F5344CB8AC3E}">
        <p14:creationId xmlns:p14="http://schemas.microsoft.com/office/powerpoint/2010/main" val="1722588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54"/>
            <a:ext cx="7994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IN" sz="24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000" y="16"/>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US" sz="60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89" marR="0" lvl="0" indent="-457189" algn="just" defTabSz="914377"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524015" y="35928"/>
            <a:ext cx="9143999" cy="584775"/>
          </a:xfrm>
          <a:prstGeom prst="rect">
            <a:avLst/>
          </a:prstGeom>
        </p:spPr>
        <p:txBody>
          <a:bodyPr wrap="squar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24000" y="1124745"/>
            <a:ext cx="9144000" cy="4832092"/>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mÙmiÉmÙye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smanen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hiv;a</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juhaeim</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Samänaà</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mantramabhimantraye</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Samänena</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haviñä</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juhomi</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In order for such unity to form I offer a common prayer.</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35999420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54"/>
            <a:ext cx="7994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IN" sz="24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000" y="16"/>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US" sz="60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89" marR="0" lvl="0" indent="-457189" algn="just" defTabSz="914377"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524015" y="35928"/>
            <a:ext cx="9143999" cy="584775"/>
          </a:xfrm>
          <a:prstGeom prst="rect">
            <a:avLst/>
          </a:prstGeom>
        </p:spPr>
        <p:txBody>
          <a:bodyPr wrap="squar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24002" y="1305343"/>
            <a:ext cx="9143999" cy="5693866"/>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smanI</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Aakªit</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ùdyain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smanmStu</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ywa</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sushasit</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Samäné</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äkütiù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samänä</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hådayäni</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Samänamastu</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yathä</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susahäsati</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BRH Kannada"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May our intentions and aspirations be alike, so that a common objective unifies us all.</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3080129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54"/>
            <a:ext cx="7994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IN" sz="24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000" y="16"/>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77" rtl="0" eaLnBrk="1" fontAlgn="base" latinLnBrk="0" hangingPunct="1">
              <a:lnSpc>
                <a:spcPct val="100000"/>
              </a:lnSpc>
              <a:spcBef>
                <a:spcPct val="0"/>
              </a:spcBef>
              <a:spcAft>
                <a:spcPct val="0"/>
              </a:spcAft>
              <a:buClrTx/>
              <a:buSzTx/>
              <a:buFontTx/>
              <a:buNone/>
              <a:tabLst/>
              <a:defRPr/>
            </a:pPr>
            <a:endParaRPr kumimoji="0" lang="en-US" sz="60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89" marR="0" lvl="0" indent="-457189" algn="just" defTabSz="914377"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524000" y="35928"/>
            <a:ext cx="9144000" cy="584775"/>
          </a:xfrm>
          <a:prstGeom prst="rect">
            <a:avLst/>
          </a:prstGeom>
        </p:spPr>
        <p:txBody>
          <a:bodyPr wrap="squar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24000" y="1443843"/>
            <a:ext cx="9144000" cy="5693866"/>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gCDXv</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s&lt;</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vdXv</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&lt;is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jantam</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(3)</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Saìgacchadhvaà</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saàvadadhvaà</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manäàsi</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jänatäm</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(3)</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BRH Kannada" pitchFamily="2" charset="0"/>
              <a:ea typeface="+mn-ea"/>
              <a:cs typeface="+mn-cs"/>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mn-cs"/>
              </a:rPr>
              <a:t>May we move in harmony, speak in one voice; let our minds be in agreement</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6184752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Yoga-Spirituality\Desktop\Maha014.jpg"/>
          <p:cNvPicPr>
            <a:picLocks noChangeAspect="1" noChangeArrowheads="1"/>
          </p:cNvPicPr>
          <p:nvPr/>
        </p:nvPicPr>
        <p:blipFill>
          <a:blip r:embed="rId2">
            <a:lum bright="20000"/>
          </a:blip>
          <a:srcRect/>
          <a:stretch>
            <a:fillRect/>
          </a:stretch>
        </p:blipFill>
        <p:spPr bwMode="auto">
          <a:xfrm>
            <a:off x="177" y="115"/>
            <a:ext cx="12191647" cy="6827641"/>
          </a:xfrm>
          <a:prstGeom prst="rect">
            <a:avLst/>
          </a:prstGeom>
          <a:noFill/>
          <a:ln w="9525">
            <a:noFill/>
            <a:miter lim="800000"/>
            <a:headEnd/>
            <a:tailEnd/>
          </a:ln>
        </p:spPr>
      </p:pic>
      <p:sp>
        <p:nvSpPr>
          <p:cNvPr id="19459" name="Title 1"/>
          <p:cNvSpPr>
            <a:spLocks noGrp="1"/>
          </p:cNvSpPr>
          <p:nvPr>
            <p:ph type="ctrTitle"/>
          </p:nvPr>
        </p:nvSpPr>
        <p:spPr>
          <a:xfrm>
            <a:off x="177" y="115"/>
            <a:ext cx="12191647" cy="6827641"/>
          </a:xfrm>
        </p:spPr>
        <p:txBody>
          <a:bodyPr/>
          <a:lstStyle/>
          <a:p>
            <a:pPr eaLnBrk="1" hangingPunct="1">
              <a:lnSpc>
                <a:spcPct val="150000"/>
              </a:lnSpc>
            </a:pPr>
            <a:r>
              <a:rPr lang="en-IN" sz="4267" b="1" dirty="0" err="1">
                <a:solidFill>
                  <a:schemeClr val="tx1">
                    <a:lumMod val="95000"/>
                    <a:lumOff val="5000"/>
                  </a:schemeClr>
                </a:solidFill>
              </a:rPr>
              <a:t>श्रीमद्गोस्वामी-तुलसीदासजी</a:t>
            </a:r>
            <a:r>
              <a:rPr lang="en-IN" sz="4267" b="1" dirty="0">
                <a:solidFill>
                  <a:schemeClr val="tx1">
                    <a:lumMod val="95000"/>
                    <a:lumOff val="5000"/>
                  </a:schemeClr>
                </a:solidFill>
              </a:rPr>
              <a:t> </a:t>
            </a:r>
            <a:r>
              <a:rPr lang="en-IN" sz="4267" b="1" dirty="0" err="1">
                <a:solidFill>
                  <a:schemeClr val="tx1">
                    <a:lumMod val="95000"/>
                    <a:lumOff val="5000"/>
                  </a:schemeClr>
                </a:solidFill>
              </a:rPr>
              <a:t>विरचित</a:t>
            </a:r>
            <a:r>
              <a:rPr lang="en-IN" sz="4267" b="1" dirty="0">
                <a:solidFill>
                  <a:schemeClr val="tx1">
                    <a:lumMod val="95000"/>
                    <a:lumOff val="5000"/>
                  </a:schemeClr>
                </a:solidFill>
              </a:rPr>
              <a:t/>
            </a:r>
            <a:br>
              <a:rPr lang="en-IN" sz="4267" b="1" dirty="0">
                <a:solidFill>
                  <a:schemeClr val="tx1">
                    <a:lumMod val="95000"/>
                    <a:lumOff val="5000"/>
                  </a:schemeClr>
                </a:solidFill>
              </a:rPr>
            </a:br>
            <a:r>
              <a:rPr lang="en-IN" sz="4267" b="1" dirty="0">
                <a:solidFill>
                  <a:schemeClr val="tx1">
                    <a:lumMod val="95000"/>
                    <a:lumOff val="5000"/>
                  </a:schemeClr>
                </a:solidFill>
              </a:rPr>
              <a:t/>
            </a:r>
            <a:br>
              <a:rPr lang="en-IN" sz="4267" b="1" dirty="0">
                <a:solidFill>
                  <a:schemeClr val="tx1">
                    <a:lumMod val="95000"/>
                    <a:lumOff val="5000"/>
                  </a:schemeClr>
                </a:solidFill>
              </a:rPr>
            </a:br>
            <a:r>
              <a:rPr lang="en-IN" sz="4267" b="1" dirty="0">
                <a:solidFill>
                  <a:schemeClr val="tx1">
                    <a:lumMod val="95000"/>
                    <a:lumOff val="5000"/>
                  </a:schemeClr>
                </a:solidFill>
              </a:rPr>
              <a:t/>
            </a:r>
            <a:br>
              <a:rPr lang="en-IN" sz="4267" b="1" dirty="0">
                <a:solidFill>
                  <a:schemeClr val="tx1">
                    <a:lumMod val="95000"/>
                    <a:lumOff val="5000"/>
                  </a:schemeClr>
                </a:solidFill>
              </a:rPr>
            </a:br>
            <a:r>
              <a:rPr lang="en-IN" sz="4267" b="1" dirty="0">
                <a:solidFill>
                  <a:schemeClr val="tx1">
                    <a:lumMod val="95000"/>
                    <a:lumOff val="5000"/>
                  </a:schemeClr>
                </a:solidFill>
              </a:rPr>
              <a:t>॥</a:t>
            </a:r>
            <a:r>
              <a:rPr lang="en-IN" sz="4267" b="1" dirty="0" err="1">
                <a:solidFill>
                  <a:schemeClr val="tx1">
                    <a:lumMod val="95000"/>
                    <a:lumOff val="5000"/>
                  </a:schemeClr>
                </a:solidFill>
              </a:rPr>
              <a:t>श्रीहनुमान</a:t>
            </a:r>
            <a:r>
              <a:rPr lang="en-IN" sz="4267" b="1" dirty="0">
                <a:solidFill>
                  <a:schemeClr val="tx1">
                    <a:lumMod val="95000"/>
                    <a:lumOff val="5000"/>
                  </a:schemeClr>
                </a:solidFill>
              </a:rPr>
              <a:t> </a:t>
            </a:r>
            <a:r>
              <a:rPr lang="en-IN" sz="4267" b="1" dirty="0" err="1">
                <a:solidFill>
                  <a:schemeClr val="tx1">
                    <a:lumMod val="95000"/>
                    <a:lumOff val="5000"/>
                  </a:schemeClr>
                </a:solidFill>
              </a:rPr>
              <a:t>चालीसा</a:t>
            </a:r>
            <a:r>
              <a:rPr lang="en-IN" sz="4267" b="1" dirty="0">
                <a:solidFill>
                  <a:schemeClr val="tx1">
                    <a:lumMod val="95000"/>
                    <a:lumOff val="5000"/>
                  </a:schemeClr>
                </a:solidFill>
              </a:rPr>
              <a:t>॥</a:t>
            </a:r>
            <a:br>
              <a:rPr lang="en-IN" sz="4267" b="1" dirty="0">
                <a:solidFill>
                  <a:schemeClr val="tx1">
                    <a:lumMod val="95000"/>
                    <a:lumOff val="5000"/>
                  </a:schemeClr>
                </a:solidFill>
              </a:rPr>
            </a:br>
            <a:r>
              <a:rPr lang="en-US" sz="4267" b="1" dirty="0">
                <a:solidFill>
                  <a:schemeClr val="tx1">
                    <a:lumMod val="95000"/>
                    <a:lumOff val="5000"/>
                  </a:schemeClr>
                </a:solidFill>
                <a:latin typeface="URW Palladio IT" pitchFamily="2" charset="0"/>
              </a:rPr>
              <a:t>|| </a:t>
            </a:r>
            <a:r>
              <a:rPr lang="en-US" sz="4267" b="1" dirty="0" err="1">
                <a:solidFill>
                  <a:schemeClr val="tx1">
                    <a:lumMod val="95000"/>
                    <a:lumOff val="5000"/>
                  </a:schemeClr>
                </a:solidFill>
                <a:latin typeface="URW Palladio IT" pitchFamily="2" charset="0"/>
              </a:rPr>
              <a:t>Çré</a:t>
            </a:r>
            <a:r>
              <a:rPr lang="en-US" sz="4267" b="1" dirty="0">
                <a:solidFill>
                  <a:schemeClr val="tx1">
                    <a:lumMod val="95000"/>
                    <a:lumOff val="5000"/>
                  </a:schemeClr>
                </a:solidFill>
                <a:latin typeface="URW Palladio IT" pitchFamily="2" charset="0"/>
              </a:rPr>
              <a:t> </a:t>
            </a:r>
            <a:r>
              <a:rPr lang="en-US" sz="4267" b="1" dirty="0" err="1">
                <a:solidFill>
                  <a:schemeClr val="tx1">
                    <a:lumMod val="95000"/>
                    <a:lumOff val="5000"/>
                  </a:schemeClr>
                </a:solidFill>
                <a:latin typeface="URW Palladio IT" pitchFamily="2" charset="0"/>
              </a:rPr>
              <a:t>Hanumäna</a:t>
            </a:r>
            <a:r>
              <a:rPr lang="en-US" sz="4267" b="1" dirty="0">
                <a:solidFill>
                  <a:schemeClr val="tx1">
                    <a:lumMod val="95000"/>
                    <a:lumOff val="5000"/>
                  </a:schemeClr>
                </a:solidFill>
                <a:latin typeface="URW Palladio IT" pitchFamily="2" charset="0"/>
              </a:rPr>
              <a:t> </a:t>
            </a:r>
            <a:r>
              <a:rPr lang="en-US" sz="4267" b="1" dirty="0" err="1">
                <a:solidFill>
                  <a:schemeClr val="tx1">
                    <a:lumMod val="95000"/>
                    <a:lumOff val="5000"/>
                  </a:schemeClr>
                </a:solidFill>
                <a:latin typeface="URW Palladio IT" pitchFamily="2" charset="0"/>
              </a:rPr>
              <a:t>Cälésä</a:t>
            </a:r>
            <a:r>
              <a:rPr lang="en-US" sz="4267" b="1" dirty="0">
                <a:solidFill>
                  <a:schemeClr val="tx1">
                    <a:lumMod val="95000"/>
                    <a:lumOff val="5000"/>
                  </a:schemeClr>
                </a:solidFill>
                <a:latin typeface="URW Palladio IT" pitchFamily="2" charset="0"/>
              </a:rPr>
              <a:t> || </a:t>
            </a:r>
            <a:br>
              <a:rPr lang="en-US" sz="4267" b="1" dirty="0">
                <a:solidFill>
                  <a:schemeClr val="tx1">
                    <a:lumMod val="95000"/>
                    <a:lumOff val="5000"/>
                  </a:schemeClr>
                </a:solidFill>
                <a:latin typeface="URW Palladio IT" pitchFamily="2" charset="0"/>
              </a:rPr>
            </a:br>
            <a:r>
              <a:rPr lang="en-US" sz="4267" b="1" dirty="0">
                <a:solidFill>
                  <a:schemeClr val="tx1">
                    <a:lumMod val="95000"/>
                    <a:lumOff val="5000"/>
                  </a:schemeClr>
                </a:solidFill>
              </a:rPr>
              <a:t> ॥ </a:t>
            </a:r>
            <a:r>
              <a:rPr lang="en-US" sz="4267" b="1" dirty="0" err="1">
                <a:solidFill>
                  <a:schemeClr val="tx1">
                    <a:lumMod val="95000"/>
                    <a:lumOff val="5000"/>
                  </a:schemeClr>
                </a:solidFill>
              </a:rPr>
              <a:t>ಶ್ರೀ</a:t>
            </a:r>
            <a:r>
              <a:rPr lang="en-US" sz="4267" b="1" dirty="0">
                <a:solidFill>
                  <a:schemeClr val="tx1">
                    <a:lumMod val="95000"/>
                    <a:lumOff val="5000"/>
                  </a:schemeClr>
                </a:solidFill>
              </a:rPr>
              <a:t> </a:t>
            </a:r>
            <a:r>
              <a:rPr lang="en-US" sz="4267" b="1" dirty="0" err="1">
                <a:solidFill>
                  <a:schemeClr val="tx1">
                    <a:lumMod val="95000"/>
                    <a:lumOff val="5000"/>
                  </a:schemeClr>
                </a:solidFill>
              </a:rPr>
              <a:t>ಹನುಮಾ</a:t>
            </a:r>
            <a:r>
              <a:rPr lang="kn-IN" sz="4267" b="1" dirty="0">
                <a:solidFill>
                  <a:schemeClr val="tx1">
                    <a:lumMod val="95000"/>
                    <a:lumOff val="5000"/>
                  </a:schemeClr>
                </a:solidFill>
                <a:ea typeface="Tunga" pitchFamily="2"/>
              </a:rPr>
              <a:t>ನ್</a:t>
            </a:r>
            <a:r>
              <a:rPr lang="en-US" sz="4267" b="1" dirty="0">
                <a:solidFill>
                  <a:schemeClr val="tx1">
                    <a:lumMod val="95000"/>
                    <a:lumOff val="5000"/>
                  </a:schemeClr>
                </a:solidFill>
              </a:rPr>
              <a:t> </a:t>
            </a:r>
            <a:r>
              <a:rPr lang="en-US" sz="4267" b="1" dirty="0" err="1">
                <a:solidFill>
                  <a:schemeClr val="tx1">
                    <a:lumMod val="95000"/>
                    <a:lumOff val="5000"/>
                  </a:schemeClr>
                </a:solidFill>
              </a:rPr>
              <a:t>ಚಾಲೀಸಾ</a:t>
            </a:r>
            <a:r>
              <a:rPr lang="en-US" sz="4267" b="1" dirty="0">
                <a:solidFill>
                  <a:schemeClr val="tx1">
                    <a:lumMod val="95000"/>
                    <a:lumOff val="5000"/>
                  </a:schemeClr>
                </a:solidFill>
              </a:rPr>
              <a:t> ॥</a:t>
            </a:r>
            <a:r>
              <a:rPr lang="en-US" sz="4267" dirty="0">
                <a:solidFill>
                  <a:schemeClr val="tx1">
                    <a:lumMod val="95000"/>
                    <a:lumOff val="5000"/>
                  </a:schemeClr>
                </a:solidFill>
              </a:rPr>
              <a:t/>
            </a:r>
            <a:br>
              <a:rPr lang="en-US" sz="4267" dirty="0">
                <a:solidFill>
                  <a:schemeClr val="tx1">
                    <a:lumMod val="95000"/>
                    <a:lumOff val="5000"/>
                  </a:schemeClr>
                </a:solidFill>
              </a:rPr>
            </a:br>
            <a:endParaRPr lang="en-US" sz="4267" dirty="0">
              <a:solidFill>
                <a:schemeClr val="tx1">
                  <a:lumMod val="95000"/>
                  <a:lumOff val="5000"/>
                </a:schemeClr>
              </a:solidFill>
            </a:endParaRPr>
          </a:p>
        </p:txBody>
      </p:sp>
    </p:spTree>
    <p:extLst>
      <p:ext uri="{BB962C8B-B14F-4D97-AF65-F5344CB8AC3E}">
        <p14:creationId xmlns:p14="http://schemas.microsoft.com/office/powerpoint/2010/main" val="33221471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981320" y="2743220"/>
            <a:ext cx="8229362" cy="1066769"/>
          </a:xfrm>
        </p:spPr>
        <p:txBody>
          <a:bodyPr/>
          <a:lstStyle/>
          <a:p>
            <a:pPr algn="ctr" eaLnBrk="1" hangingPunct="1">
              <a:buFont typeface="Arial" charset="0"/>
              <a:buNone/>
            </a:pPr>
            <a:r>
              <a:rPr lang="en-IN" sz="5399" b="1">
                <a:latin typeface="Aparajita" pitchFamily="34" charset="0"/>
                <a:ea typeface="Aparajita" pitchFamily="34" charset="0"/>
                <a:cs typeface="Aparajita" pitchFamily="34" charset="0"/>
              </a:rPr>
              <a:t>॥ दोहा ॥ </a:t>
            </a:r>
            <a:r>
              <a:rPr lang="en-IN" sz="5399" b="1"/>
              <a:t>- </a:t>
            </a:r>
            <a:r>
              <a:rPr lang="en-US" sz="5399" b="1">
                <a:latin typeface="URW Palladio IT" pitchFamily="2" charset="0"/>
              </a:rPr>
              <a:t>DOHÄ - </a:t>
            </a:r>
            <a:r>
              <a:rPr lang="kn-IN" sz="5399" b="1">
                <a:ea typeface="Tunga" pitchFamily="2"/>
              </a:rPr>
              <a:t>ದೋಹಾ</a:t>
            </a:r>
            <a:endParaRPr lang="en-US" sz="5399" b="1">
              <a:latin typeface="URW Palladio IT" pitchFamily="2" charset="0"/>
            </a:endParaRPr>
          </a:p>
          <a:p>
            <a:pPr algn="ctr" eaLnBrk="1" hangingPunct="1"/>
            <a:endParaRPr lang="en-US" sz="5399"/>
          </a:p>
        </p:txBody>
      </p:sp>
    </p:spTree>
    <p:extLst>
      <p:ext uri="{BB962C8B-B14F-4D97-AF65-F5344CB8AC3E}">
        <p14:creationId xmlns:p14="http://schemas.microsoft.com/office/powerpoint/2010/main" val="6858323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524133" y="-76098"/>
            <a:ext cx="9143736" cy="6755347"/>
          </a:xfrm>
          <a:prstGeom prst="rect">
            <a:avLst/>
          </a:prstGeom>
          <a:noFill/>
          <a:ln w="9525">
            <a:noFill/>
            <a:miter lim="800000"/>
            <a:headEnd/>
            <a:tailEnd/>
          </a:ln>
        </p:spPr>
        <p:txBody>
          <a:bodyPr wrap="square">
            <a:spAutoFit/>
          </a:bodyPr>
          <a:lstStyle/>
          <a:p>
            <a:pPr algn="just" defTabSz="914309"/>
            <a:endParaRPr lang="en-IN" sz="700" b="1" dirty="0">
              <a:solidFill>
                <a:prstClr val="black"/>
              </a:solidFill>
              <a:latin typeface="Aparajita" pitchFamily="34" charset="0"/>
            </a:endParaRPr>
          </a:p>
          <a:p>
            <a:pPr algn="just" defTabSz="914309"/>
            <a:endParaRPr lang="en-IN" sz="1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श्रीगुरु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चरन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सरोज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रज</a:t>
            </a:r>
            <a:r>
              <a:rPr lang="en-IN" sz="4000" b="1" dirty="0">
                <a:solidFill>
                  <a:prstClr val="black"/>
                </a:solidFill>
                <a:latin typeface="Aparajita" pitchFamily="34" charset="0"/>
              </a:rPr>
              <a:t> </a:t>
            </a:r>
          </a:p>
          <a:p>
            <a:pPr algn="ctr" defTabSz="914309"/>
            <a:r>
              <a:rPr lang="en-IN" sz="4000" b="1" dirty="0" err="1">
                <a:solidFill>
                  <a:prstClr val="black"/>
                </a:solidFill>
                <a:latin typeface="Aparajita" pitchFamily="34" charset="0"/>
              </a:rPr>
              <a:t>निज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मुकुरु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सुधारि</a:t>
            </a:r>
            <a:r>
              <a:rPr lang="en-IN" sz="4000" b="1" dirty="0">
                <a:solidFill>
                  <a:prstClr val="black"/>
                </a:solidFill>
                <a:latin typeface="Aparajita" pitchFamily="34" charset="0"/>
              </a:rPr>
              <a:t> ।</a:t>
            </a:r>
          </a:p>
          <a:p>
            <a:pPr algn="ctr" defTabSz="914309"/>
            <a:r>
              <a:rPr lang="en-IN" sz="4000" b="1" dirty="0">
                <a:solidFill>
                  <a:prstClr val="black"/>
                </a:solidFill>
                <a:latin typeface="Aparajita" pitchFamily="34" charset="0"/>
              </a:rPr>
              <a:t/>
            </a:r>
            <a:br>
              <a:rPr lang="en-IN" sz="4000" b="1" dirty="0">
                <a:solidFill>
                  <a:prstClr val="black"/>
                </a:solidFill>
                <a:latin typeface="Aparajita" pitchFamily="34" charset="0"/>
              </a:rPr>
            </a:br>
            <a:r>
              <a:rPr lang="en-US" sz="3600" b="1" dirty="0" err="1">
                <a:solidFill>
                  <a:prstClr val="black"/>
                </a:solidFill>
                <a:latin typeface="URW Palladio IT" pitchFamily="2" charset="0"/>
              </a:rPr>
              <a:t>Çréguru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Carana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Saroja</a:t>
            </a:r>
            <a:r>
              <a:rPr lang="en-US" sz="3600" b="1" dirty="0">
                <a:solidFill>
                  <a:prstClr val="black"/>
                </a:solidFill>
                <a:latin typeface="URW Palladio IT" pitchFamily="2" charset="0"/>
              </a:rPr>
              <a:t> Raja </a:t>
            </a:r>
          </a:p>
          <a:p>
            <a:pPr algn="ctr" defTabSz="914309"/>
            <a:r>
              <a:rPr lang="en-US" sz="3600" b="1" dirty="0" err="1">
                <a:solidFill>
                  <a:prstClr val="black"/>
                </a:solidFill>
                <a:latin typeface="URW Palladio IT" pitchFamily="2" charset="0"/>
              </a:rPr>
              <a:t>Nija</a:t>
            </a:r>
            <a:r>
              <a:rPr lang="en-US" sz="3600" b="1" dirty="0">
                <a:solidFill>
                  <a:prstClr val="black"/>
                </a:solidFill>
                <a:latin typeface="URW Palladio IT" pitchFamily="2" charset="0"/>
              </a:rPr>
              <a:t> Manu </a:t>
            </a:r>
            <a:r>
              <a:rPr lang="en-US" sz="3600" b="1" dirty="0" err="1">
                <a:solidFill>
                  <a:prstClr val="black"/>
                </a:solidFill>
                <a:latin typeface="URW Palladio IT" pitchFamily="2" charset="0"/>
              </a:rPr>
              <a:t>Mukuru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Sudhäri</a:t>
            </a:r>
            <a:r>
              <a:rPr lang="en-US" sz="3600" b="1" dirty="0">
                <a:solidFill>
                  <a:prstClr val="black"/>
                </a:solidFill>
                <a:latin typeface="URW Palladio IT" pitchFamily="2" charset="0"/>
              </a:rPr>
              <a:t> |</a:t>
            </a:r>
          </a:p>
          <a:p>
            <a:pPr algn="ctr" defTabSz="914309"/>
            <a:r>
              <a:rPr lang="en-US" sz="4000" b="1" dirty="0">
                <a:solidFill>
                  <a:prstClr val="black"/>
                </a:solidFill>
                <a:latin typeface="URW Palladio IT" pitchFamily="2" charset="0"/>
              </a:rPr>
              <a:t> </a:t>
            </a:r>
          </a:p>
          <a:p>
            <a:pPr algn="ctr" defTabSz="914309"/>
            <a:r>
              <a:rPr lang="en-US" sz="4000" b="1" dirty="0" err="1">
                <a:solidFill>
                  <a:prstClr val="black"/>
                </a:solidFill>
                <a:latin typeface="Calibri" pitchFamily="34" charset="0"/>
              </a:rPr>
              <a:t>ಶ್ರೀ</a:t>
            </a:r>
            <a:r>
              <a:rPr lang="en-US" sz="4000" b="1" dirty="0">
                <a:solidFill>
                  <a:prstClr val="black"/>
                </a:solidFill>
                <a:latin typeface="Calibri" pitchFamily="34" charset="0"/>
              </a:rPr>
              <a:t> </a:t>
            </a:r>
            <a:r>
              <a:rPr lang="en-US" sz="4000" b="1" dirty="0" err="1">
                <a:solidFill>
                  <a:prstClr val="black"/>
                </a:solidFill>
                <a:latin typeface="Calibri" pitchFamily="34" charset="0"/>
              </a:rPr>
              <a:t>ಗುರು</a:t>
            </a:r>
            <a:r>
              <a:rPr lang="en-US" sz="4000" b="1" dirty="0">
                <a:solidFill>
                  <a:prstClr val="black"/>
                </a:solidFill>
                <a:latin typeface="Calibri" pitchFamily="34" charset="0"/>
              </a:rPr>
              <a:t> </a:t>
            </a:r>
            <a:r>
              <a:rPr lang="en-US" sz="4000" b="1" dirty="0" err="1">
                <a:solidFill>
                  <a:prstClr val="black"/>
                </a:solidFill>
                <a:latin typeface="Calibri" pitchFamily="34" charset="0"/>
              </a:rPr>
              <a:t>ಚರನ</a:t>
            </a:r>
            <a:r>
              <a:rPr lang="en-US" sz="4000" b="1" dirty="0">
                <a:solidFill>
                  <a:prstClr val="black"/>
                </a:solidFill>
                <a:latin typeface="Calibri" pitchFamily="34" charset="0"/>
              </a:rPr>
              <a:t> </a:t>
            </a:r>
            <a:r>
              <a:rPr lang="en-US" sz="4000" b="1" dirty="0" err="1">
                <a:solidFill>
                  <a:prstClr val="black"/>
                </a:solidFill>
                <a:latin typeface="Calibri" pitchFamily="34" charset="0"/>
              </a:rPr>
              <a:t>ಸರೋಜ</a:t>
            </a:r>
            <a:r>
              <a:rPr lang="en-US" sz="4000" b="1" dirty="0">
                <a:solidFill>
                  <a:prstClr val="black"/>
                </a:solidFill>
                <a:latin typeface="Calibri" pitchFamily="34" charset="0"/>
              </a:rPr>
              <a:t> </a:t>
            </a:r>
            <a:r>
              <a:rPr lang="en-US" sz="4000" b="1" dirty="0" err="1">
                <a:solidFill>
                  <a:prstClr val="black"/>
                </a:solidFill>
                <a:latin typeface="Calibri" pitchFamily="34" charset="0"/>
              </a:rPr>
              <a:t>ರಜ</a:t>
            </a:r>
            <a:r>
              <a:rPr lang="en-US" sz="4000" b="1" dirty="0">
                <a:solidFill>
                  <a:prstClr val="black"/>
                </a:solidFill>
                <a:latin typeface="Calibri" pitchFamily="34" charset="0"/>
              </a:rPr>
              <a:t> </a:t>
            </a:r>
          </a:p>
          <a:p>
            <a:pPr algn="ctr" defTabSz="914309"/>
            <a:r>
              <a:rPr lang="en-US" sz="4000" b="1" dirty="0" err="1">
                <a:solidFill>
                  <a:prstClr val="black"/>
                </a:solidFill>
                <a:latin typeface="Calibri" pitchFamily="34" charset="0"/>
              </a:rPr>
              <a:t>ನಿಜ</a:t>
            </a:r>
            <a:r>
              <a:rPr lang="en-US" sz="4000" b="1" dirty="0">
                <a:solidFill>
                  <a:prstClr val="black"/>
                </a:solidFill>
                <a:latin typeface="Calibri" pitchFamily="34" charset="0"/>
              </a:rPr>
              <a:t> </a:t>
            </a:r>
            <a:r>
              <a:rPr lang="en-US" sz="4000" b="1" dirty="0" err="1">
                <a:solidFill>
                  <a:prstClr val="black"/>
                </a:solidFill>
                <a:latin typeface="Calibri" pitchFamily="34" charset="0"/>
              </a:rPr>
              <a:t>ಮನು</a:t>
            </a:r>
            <a:r>
              <a:rPr lang="en-US" sz="4000" b="1" dirty="0">
                <a:solidFill>
                  <a:prstClr val="black"/>
                </a:solidFill>
                <a:latin typeface="Calibri" pitchFamily="34" charset="0"/>
              </a:rPr>
              <a:t> </a:t>
            </a:r>
            <a:r>
              <a:rPr lang="kn-IN" sz="4000" b="1" dirty="0">
                <a:solidFill>
                  <a:prstClr val="black"/>
                </a:solidFill>
                <a:latin typeface="Calibri" pitchFamily="34" charset="0"/>
                <a:ea typeface="Tunga" pitchFamily="2"/>
                <a:cs typeface="Tunga" pitchFamily="2"/>
              </a:rPr>
              <a:t>ಮುಕುರು </a:t>
            </a:r>
            <a:r>
              <a:rPr lang="en-US" sz="4000" b="1" dirty="0" err="1">
                <a:solidFill>
                  <a:prstClr val="black"/>
                </a:solidFill>
                <a:latin typeface="Calibri" pitchFamily="34" charset="0"/>
              </a:rPr>
              <a:t>ಸುಧಾರಿ</a:t>
            </a:r>
            <a:r>
              <a:rPr lang="en-US" sz="4000" b="1" dirty="0">
                <a:solidFill>
                  <a:prstClr val="black"/>
                </a:solidFill>
                <a:latin typeface="Calibri" pitchFamily="34" charset="0"/>
              </a:rPr>
              <a:t> ।</a:t>
            </a:r>
          </a:p>
          <a:p>
            <a:pPr algn="ctr" defTabSz="914309"/>
            <a:endParaRPr lang="en-IN" sz="800" b="1" dirty="0">
              <a:solidFill>
                <a:prstClr val="black"/>
              </a:solidFill>
              <a:latin typeface="Palatino Linotype" pitchFamily="18" charset="0"/>
            </a:endParaRPr>
          </a:p>
          <a:p>
            <a:pPr algn="ctr" defTabSz="914309"/>
            <a:endParaRPr lang="en-US" sz="3200" b="1" dirty="0">
              <a:solidFill>
                <a:prstClr val="black"/>
              </a:solidFill>
              <a:latin typeface="Palatino Linotype" pitchFamily="18" charset="0"/>
            </a:endParaRPr>
          </a:p>
          <a:p>
            <a:pPr algn="ctr" defTabSz="914309"/>
            <a:r>
              <a:rPr lang="en-US" sz="3200" b="1" dirty="0">
                <a:solidFill>
                  <a:prstClr val="black"/>
                </a:solidFill>
                <a:latin typeface="Palatino Linotype" pitchFamily="18" charset="0"/>
              </a:rPr>
              <a:t>With the dust of Guru's Lotus feet, I  </a:t>
            </a:r>
          </a:p>
          <a:p>
            <a:pPr algn="ctr" defTabSz="914309"/>
            <a:r>
              <a:rPr lang="en-US" sz="3200" b="1" dirty="0">
                <a:solidFill>
                  <a:prstClr val="black"/>
                </a:solidFill>
                <a:latin typeface="Palatino Linotype" pitchFamily="18" charset="0"/>
              </a:rPr>
              <a:t>clean the  mirror of my mind</a:t>
            </a:r>
            <a:endParaRPr lang="en-IN" sz="3200" b="1" dirty="0">
              <a:solidFill>
                <a:prstClr val="black"/>
              </a:solidFill>
              <a:latin typeface="Palatino Linotype" pitchFamily="18" charset="0"/>
            </a:endParaRPr>
          </a:p>
        </p:txBody>
      </p:sp>
    </p:spTree>
    <p:extLst>
      <p:ext uri="{BB962C8B-B14F-4D97-AF65-F5344CB8AC3E}">
        <p14:creationId xmlns:p14="http://schemas.microsoft.com/office/powerpoint/2010/main" val="26719632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524133" y="112"/>
            <a:ext cx="9143736" cy="6940093"/>
          </a:xfrm>
          <a:prstGeom prst="rect">
            <a:avLst/>
          </a:prstGeom>
          <a:noFill/>
          <a:ln w="9525">
            <a:noFill/>
            <a:miter lim="800000"/>
            <a:headEnd/>
            <a:tailEnd/>
          </a:ln>
        </p:spPr>
        <p:txBody>
          <a:bodyPr>
            <a:spAutoFit/>
          </a:bodyPr>
          <a:lstStyle/>
          <a:p>
            <a:pPr algn="ctr" defTabSz="914309"/>
            <a:endParaRPr lang="en-IN" sz="700" dirty="0">
              <a:solidFill>
                <a:prstClr val="black"/>
              </a:solidFill>
              <a:latin typeface="Aparajita" pitchFamily="34" charset="0"/>
            </a:endParaRPr>
          </a:p>
          <a:p>
            <a:pPr algn="ctr" defTabSz="914309"/>
            <a:endParaRPr lang="en-IN" sz="1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बरनउँ</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रघुबर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बिमल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जसु</a:t>
            </a:r>
            <a:r>
              <a:rPr lang="en-IN" sz="4000" b="1" dirty="0">
                <a:solidFill>
                  <a:prstClr val="black"/>
                </a:solidFill>
                <a:latin typeface="Aparajita" pitchFamily="34" charset="0"/>
              </a:rPr>
              <a:t> </a:t>
            </a:r>
          </a:p>
          <a:p>
            <a:pPr algn="ctr" defTabSz="914309"/>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दायकु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फल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चारि</a:t>
            </a:r>
            <a:r>
              <a:rPr lang="en-IN" sz="4000" b="1" dirty="0">
                <a:solidFill>
                  <a:prstClr val="black"/>
                </a:solidFill>
                <a:latin typeface="Aparajita" pitchFamily="34" charset="0"/>
              </a:rPr>
              <a:t> ॥</a:t>
            </a:r>
          </a:p>
          <a:p>
            <a:pPr algn="ctr" defTabSz="914309"/>
            <a:endParaRPr lang="en-US"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Baranaüð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Raghubara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Bimala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Jasu</a:t>
            </a:r>
            <a:r>
              <a:rPr lang="en-US" sz="3600" b="1" dirty="0">
                <a:solidFill>
                  <a:prstClr val="black"/>
                </a:solidFill>
                <a:latin typeface="URW Palladio IT" pitchFamily="2" charset="0"/>
              </a:rPr>
              <a:t> </a:t>
            </a:r>
          </a:p>
          <a:p>
            <a:pPr algn="ctr" defTabSz="914309"/>
            <a:r>
              <a:rPr lang="en-US" sz="3600" b="1" dirty="0">
                <a:solidFill>
                  <a:prstClr val="black"/>
                </a:solidFill>
                <a:latin typeface="URW Palladio IT" pitchFamily="2" charset="0"/>
              </a:rPr>
              <a:t>Jo </a:t>
            </a:r>
            <a:r>
              <a:rPr lang="en-US" sz="3600" b="1" dirty="0" err="1">
                <a:solidFill>
                  <a:prstClr val="black"/>
                </a:solidFill>
                <a:latin typeface="URW Palladio IT" pitchFamily="2" charset="0"/>
              </a:rPr>
              <a:t>Däyaku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Phala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Cäri</a:t>
            </a:r>
            <a:r>
              <a:rPr lang="en-US" sz="3600" b="1" dirty="0">
                <a:solidFill>
                  <a:prstClr val="black"/>
                </a:solidFill>
                <a:latin typeface="URW Palladio IT" pitchFamily="2" charset="0"/>
              </a:rPr>
              <a:t> || - D1</a:t>
            </a:r>
            <a:r>
              <a:rPr lang="en-US" sz="4000" b="1" dirty="0">
                <a:solidFill>
                  <a:prstClr val="black"/>
                </a:solidFill>
                <a:latin typeface="URW Palladio IT" pitchFamily="2" charset="0"/>
              </a:rPr>
              <a:t> </a:t>
            </a:r>
          </a:p>
          <a:p>
            <a:pPr algn="ctr" defTabSz="914309"/>
            <a:endParaRPr lang="en-US" sz="4000" b="1" dirty="0">
              <a:solidFill>
                <a:prstClr val="black"/>
              </a:solidFill>
              <a:latin typeface="URW Palladio IT" pitchFamily="2" charset="0"/>
            </a:endParaRPr>
          </a:p>
          <a:p>
            <a:pPr algn="ctr" defTabSz="914309"/>
            <a:r>
              <a:rPr lang="en-US" sz="4000" b="1" dirty="0" err="1">
                <a:solidFill>
                  <a:prstClr val="black"/>
                </a:solidFill>
                <a:latin typeface="Calibri" pitchFamily="34" charset="0"/>
              </a:rPr>
              <a:t>ಬರನಊ</a:t>
            </a:r>
            <a:r>
              <a:rPr lang="en-US" sz="4000" b="1" dirty="0">
                <a:solidFill>
                  <a:prstClr val="black"/>
                </a:solidFill>
                <a:latin typeface="Calibri" pitchFamily="34" charset="0"/>
              </a:rPr>
              <a:t> </a:t>
            </a:r>
            <a:r>
              <a:rPr lang="en-US" sz="4000" b="1" dirty="0" err="1">
                <a:solidFill>
                  <a:prstClr val="black"/>
                </a:solidFill>
                <a:latin typeface="Calibri" pitchFamily="34" charset="0"/>
              </a:rPr>
              <a:t>ರಘುಬರ</a:t>
            </a:r>
            <a:r>
              <a:rPr lang="en-US" sz="4000" b="1" dirty="0">
                <a:solidFill>
                  <a:prstClr val="black"/>
                </a:solidFill>
                <a:latin typeface="Calibri" pitchFamily="34" charset="0"/>
              </a:rPr>
              <a:t> </a:t>
            </a:r>
            <a:r>
              <a:rPr lang="en-US" sz="4000" b="1" dirty="0" err="1">
                <a:solidFill>
                  <a:prstClr val="black"/>
                </a:solidFill>
                <a:latin typeface="Calibri" pitchFamily="34" charset="0"/>
              </a:rPr>
              <a:t>ಬಿಮಲ</a:t>
            </a:r>
            <a:r>
              <a:rPr lang="en-US" sz="4000" b="1" dirty="0">
                <a:solidFill>
                  <a:prstClr val="black"/>
                </a:solidFill>
                <a:latin typeface="Calibri" pitchFamily="34" charset="0"/>
              </a:rPr>
              <a:t> </a:t>
            </a:r>
            <a:r>
              <a:rPr lang="en-US" sz="4000" b="1" dirty="0" err="1">
                <a:solidFill>
                  <a:prstClr val="black"/>
                </a:solidFill>
                <a:latin typeface="Calibri" pitchFamily="34" charset="0"/>
              </a:rPr>
              <a:t>ಜಸು</a:t>
            </a:r>
            <a:endParaRPr lang="en-US" sz="4000" b="1" dirty="0">
              <a:solidFill>
                <a:prstClr val="black"/>
              </a:solidFill>
              <a:latin typeface="Calibri" pitchFamily="34" charset="0"/>
            </a:endParaRPr>
          </a:p>
          <a:p>
            <a:pPr algn="ctr" defTabSz="914309"/>
            <a:r>
              <a:rPr lang="en-US" sz="4000" b="1" dirty="0" err="1">
                <a:solidFill>
                  <a:prstClr val="black"/>
                </a:solidFill>
                <a:latin typeface="Calibri" pitchFamily="34" charset="0"/>
              </a:rPr>
              <a:t>ಜೋ</a:t>
            </a:r>
            <a:r>
              <a:rPr lang="en-US" sz="4000" b="1" dirty="0">
                <a:solidFill>
                  <a:prstClr val="black"/>
                </a:solidFill>
                <a:latin typeface="Calibri" pitchFamily="34" charset="0"/>
              </a:rPr>
              <a:t> </a:t>
            </a:r>
            <a:r>
              <a:rPr lang="en-US" sz="4000" b="1" dirty="0" err="1">
                <a:solidFill>
                  <a:prstClr val="black"/>
                </a:solidFill>
                <a:latin typeface="Calibri" pitchFamily="34" charset="0"/>
              </a:rPr>
              <a:t>ದಾಯಕು</a:t>
            </a:r>
            <a:r>
              <a:rPr lang="en-US" sz="4000" b="1" dirty="0">
                <a:solidFill>
                  <a:prstClr val="black"/>
                </a:solidFill>
                <a:latin typeface="Calibri" pitchFamily="34" charset="0"/>
              </a:rPr>
              <a:t> </a:t>
            </a:r>
            <a:r>
              <a:rPr lang="en-US" sz="4000" b="1" dirty="0" err="1">
                <a:solidFill>
                  <a:prstClr val="black"/>
                </a:solidFill>
                <a:latin typeface="Calibri" pitchFamily="34" charset="0"/>
              </a:rPr>
              <a:t>ಫಲ</a:t>
            </a:r>
            <a:r>
              <a:rPr lang="en-US" sz="4000" b="1" dirty="0">
                <a:solidFill>
                  <a:prstClr val="black"/>
                </a:solidFill>
                <a:latin typeface="Calibri" pitchFamily="34" charset="0"/>
              </a:rPr>
              <a:t> </a:t>
            </a:r>
            <a:r>
              <a:rPr lang="en-US" sz="4000" b="1" dirty="0" err="1">
                <a:solidFill>
                  <a:prstClr val="black"/>
                </a:solidFill>
                <a:latin typeface="Calibri" pitchFamily="34" charset="0"/>
              </a:rPr>
              <a:t>ಚಾರಿ</a:t>
            </a:r>
            <a:r>
              <a:rPr lang="en-US" sz="4000" b="1" dirty="0">
                <a:solidFill>
                  <a:prstClr val="black"/>
                </a:solidFill>
                <a:latin typeface="Calibri" pitchFamily="34" charset="0"/>
              </a:rPr>
              <a:t> ॥</a:t>
            </a:r>
            <a:endParaRPr lang="en-US" sz="3600" b="1" dirty="0">
              <a:solidFill>
                <a:prstClr val="black"/>
              </a:solidFill>
              <a:latin typeface="URW Palladio IT" pitchFamily="2" charset="0"/>
            </a:endParaRPr>
          </a:p>
          <a:p>
            <a:pPr algn="ctr" defTabSz="914309"/>
            <a:endParaRPr lang="en-US" sz="2800" b="1" dirty="0">
              <a:solidFill>
                <a:prstClr val="black"/>
              </a:solidFill>
              <a:latin typeface="Palatino Linotype" pitchFamily="18" charset="0"/>
            </a:endParaRPr>
          </a:p>
          <a:p>
            <a:pPr algn="ctr" defTabSz="914309"/>
            <a:r>
              <a:rPr lang="en-US" sz="2800" b="1" dirty="0">
                <a:solidFill>
                  <a:prstClr val="black"/>
                </a:solidFill>
                <a:latin typeface="Palatino Linotype" pitchFamily="18" charset="0"/>
              </a:rPr>
              <a:t>And then narrate the sacred glory of Sri Ram Chandra, The Supreme among the </a:t>
            </a:r>
            <a:r>
              <a:rPr lang="en-US" sz="2800" b="1" dirty="0" err="1">
                <a:solidFill>
                  <a:prstClr val="black"/>
                </a:solidFill>
                <a:latin typeface="Palatino Linotype" pitchFamily="18" charset="0"/>
              </a:rPr>
              <a:t>Raghu</a:t>
            </a:r>
            <a:r>
              <a:rPr lang="en-US" sz="2800" b="1" dirty="0">
                <a:solidFill>
                  <a:prstClr val="black"/>
                </a:solidFill>
                <a:latin typeface="Palatino Linotype" pitchFamily="18" charset="0"/>
              </a:rPr>
              <a:t> 	dynasty. The giver of the four attainments of life</a:t>
            </a:r>
            <a:r>
              <a:rPr lang="en-IN" sz="2800" b="1" dirty="0">
                <a:solidFill>
                  <a:prstClr val="black"/>
                </a:solidFill>
                <a:latin typeface="Palatino Linotype" pitchFamily="18" charset="0"/>
              </a:rPr>
              <a:t>.</a:t>
            </a:r>
            <a:r>
              <a:rPr lang="en-US" sz="2800" b="1" dirty="0">
                <a:solidFill>
                  <a:prstClr val="black"/>
                </a:solidFill>
                <a:latin typeface="Palatino Linotype" pitchFamily="18" charset="0"/>
              </a:rPr>
              <a:t>		</a:t>
            </a:r>
            <a:endParaRPr lang="en-IN" sz="2800" b="1" dirty="0">
              <a:solidFill>
                <a:prstClr val="black"/>
              </a:solidFill>
              <a:latin typeface="Palatino Linotype" pitchFamily="18" charset="0"/>
            </a:endParaRPr>
          </a:p>
        </p:txBody>
      </p:sp>
    </p:spTree>
    <p:extLst>
      <p:ext uri="{BB962C8B-B14F-4D97-AF65-F5344CB8AC3E}">
        <p14:creationId xmlns:p14="http://schemas.microsoft.com/office/powerpoint/2010/main" val="37773078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1524133" y="114"/>
            <a:ext cx="9143736" cy="7047659"/>
          </a:xfrm>
          <a:prstGeom prst="rect">
            <a:avLst/>
          </a:prstGeom>
          <a:noFill/>
          <a:ln w="9525">
            <a:noFill/>
            <a:miter lim="800000"/>
            <a:headEnd/>
            <a:tailEnd/>
          </a:ln>
        </p:spPr>
        <p:txBody>
          <a:bodyPr wrap="square">
            <a:spAutoFit/>
          </a:bodyPr>
          <a:lstStyle/>
          <a:p>
            <a:pPr algn="ctr" defTabSz="914309"/>
            <a:endParaRPr lang="en-IN" sz="2399" b="1" dirty="0">
              <a:solidFill>
                <a:prstClr val="black"/>
              </a:solidFill>
              <a:latin typeface="Calibri" pitchFamily="34" charset="0"/>
            </a:endParaRPr>
          </a:p>
          <a:p>
            <a:pPr algn="ctr" defTabSz="914309"/>
            <a:r>
              <a:rPr lang="en-IN" sz="4000" b="1" dirty="0" err="1">
                <a:solidFill>
                  <a:prstClr val="black"/>
                </a:solidFill>
                <a:latin typeface="Aparajita" pitchFamily="34" charset="0"/>
              </a:rPr>
              <a:t>बुद्धिहीन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जानिके</a:t>
            </a:r>
            <a:r>
              <a:rPr lang="en-IN" sz="4000" b="1" dirty="0">
                <a:solidFill>
                  <a:prstClr val="black"/>
                </a:solidFill>
                <a:latin typeface="Aparajita" pitchFamily="34" charset="0"/>
              </a:rPr>
              <a:t> </a:t>
            </a:r>
          </a:p>
          <a:p>
            <a:pPr algn="ctr" defTabSz="914309"/>
            <a:r>
              <a:rPr lang="en-IN" sz="4000" b="1" dirty="0" err="1">
                <a:solidFill>
                  <a:prstClr val="black"/>
                </a:solidFill>
                <a:latin typeface="Aparajita" pitchFamily="34" charset="0"/>
              </a:rPr>
              <a:t>सुमिरौं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पवनकुमार</a:t>
            </a:r>
            <a:r>
              <a:rPr lang="en-IN" sz="4000" b="1" dirty="0">
                <a:solidFill>
                  <a:prstClr val="black"/>
                </a:solidFill>
                <a:latin typeface="Aparajita" pitchFamily="34" charset="0"/>
              </a:rPr>
              <a:t> ।</a:t>
            </a:r>
          </a:p>
          <a:p>
            <a:pPr algn="ctr" defTabSz="914309"/>
            <a:r>
              <a:rPr lang="en-IN" sz="4800" b="1" dirty="0">
                <a:solidFill>
                  <a:prstClr val="black"/>
                </a:solidFill>
                <a:latin typeface="Aparajita" pitchFamily="34" charset="0"/>
              </a:rPr>
              <a:t/>
            </a:r>
            <a:br>
              <a:rPr lang="en-IN" sz="4800" b="1" dirty="0">
                <a:solidFill>
                  <a:prstClr val="black"/>
                </a:solidFill>
                <a:latin typeface="Aparajita" pitchFamily="34" charset="0"/>
              </a:rPr>
            </a:br>
            <a:r>
              <a:rPr lang="en-US" sz="4000" b="1" dirty="0" err="1">
                <a:solidFill>
                  <a:prstClr val="black"/>
                </a:solidFill>
                <a:latin typeface="URW Palladio IT" pitchFamily="2" charset="0"/>
              </a:rPr>
              <a:t>Buddhihéna</a:t>
            </a:r>
            <a:r>
              <a:rPr lang="en-US" sz="4000" b="1" dirty="0">
                <a:solidFill>
                  <a:prstClr val="black"/>
                </a:solidFill>
                <a:latin typeface="URW Palladio IT" pitchFamily="2" charset="0"/>
              </a:rPr>
              <a:t> </a:t>
            </a:r>
            <a:r>
              <a:rPr lang="en-US" sz="4000" b="1" dirty="0" err="1">
                <a:solidFill>
                  <a:prstClr val="black"/>
                </a:solidFill>
                <a:latin typeface="URW Palladio IT" pitchFamily="2" charset="0"/>
              </a:rPr>
              <a:t>Tanu</a:t>
            </a:r>
            <a:r>
              <a:rPr lang="en-US" sz="4000" b="1" dirty="0">
                <a:solidFill>
                  <a:prstClr val="black"/>
                </a:solidFill>
                <a:latin typeface="URW Palladio IT" pitchFamily="2" charset="0"/>
              </a:rPr>
              <a:t> </a:t>
            </a:r>
            <a:r>
              <a:rPr lang="en-US" sz="4000" b="1" dirty="0" err="1">
                <a:solidFill>
                  <a:prstClr val="black"/>
                </a:solidFill>
                <a:latin typeface="URW Palladio IT" pitchFamily="2" charset="0"/>
              </a:rPr>
              <a:t>Jänike</a:t>
            </a:r>
            <a:r>
              <a:rPr lang="en-US" sz="4000" b="1" dirty="0">
                <a:solidFill>
                  <a:prstClr val="black"/>
                </a:solidFill>
                <a:latin typeface="URW Palladio IT" pitchFamily="2" charset="0"/>
              </a:rPr>
              <a:t> </a:t>
            </a:r>
          </a:p>
          <a:p>
            <a:pPr algn="ctr" defTabSz="914309"/>
            <a:r>
              <a:rPr lang="en-US" sz="4000" b="1" dirty="0" err="1">
                <a:solidFill>
                  <a:prstClr val="black"/>
                </a:solidFill>
                <a:latin typeface="URW Palladio IT" pitchFamily="2" charset="0"/>
              </a:rPr>
              <a:t>Sumirauà</a:t>
            </a:r>
            <a:r>
              <a:rPr lang="en-US" sz="4000" b="1" dirty="0">
                <a:solidFill>
                  <a:prstClr val="black"/>
                </a:solidFill>
                <a:latin typeface="URW Palladio IT" pitchFamily="2" charset="0"/>
              </a:rPr>
              <a:t> </a:t>
            </a:r>
            <a:r>
              <a:rPr lang="en-US" sz="4000" b="1" dirty="0" err="1">
                <a:solidFill>
                  <a:prstClr val="black"/>
                </a:solidFill>
                <a:latin typeface="URW Palladio IT" pitchFamily="2" charset="0"/>
              </a:rPr>
              <a:t>Pavanakumära</a:t>
            </a:r>
            <a:r>
              <a:rPr lang="en-US" sz="4000" b="1" dirty="0">
                <a:solidFill>
                  <a:prstClr val="black"/>
                </a:solidFill>
                <a:latin typeface="URW Palladio IT" pitchFamily="2" charset="0"/>
              </a:rPr>
              <a:t> | </a:t>
            </a:r>
          </a:p>
          <a:p>
            <a:pPr algn="ctr" defTabSz="914309"/>
            <a:endParaRPr lang="en-US" sz="4000" b="1" dirty="0">
              <a:solidFill>
                <a:prstClr val="black"/>
              </a:solidFill>
              <a:latin typeface="URW Palladio IT" pitchFamily="2" charset="0"/>
            </a:endParaRPr>
          </a:p>
          <a:p>
            <a:pPr algn="ctr" defTabSz="914309"/>
            <a:r>
              <a:rPr lang="en-US" sz="4000" b="1" dirty="0" err="1">
                <a:solidFill>
                  <a:prstClr val="black"/>
                </a:solidFill>
                <a:latin typeface="Calibri" pitchFamily="34" charset="0"/>
              </a:rPr>
              <a:t>ಬುದ್ಧಿಹೀನ</a:t>
            </a:r>
            <a:r>
              <a:rPr lang="en-US" sz="4000" b="1" dirty="0">
                <a:solidFill>
                  <a:prstClr val="black"/>
                </a:solidFill>
                <a:latin typeface="Calibri" pitchFamily="34" charset="0"/>
              </a:rPr>
              <a:t> </a:t>
            </a:r>
            <a:r>
              <a:rPr lang="en-US" sz="4000" b="1" dirty="0" err="1">
                <a:solidFill>
                  <a:prstClr val="black"/>
                </a:solidFill>
                <a:latin typeface="Calibri" pitchFamily="34" charset="0"/>
              </a:rPr>
              <a:t>ತನು</a:t>
            </a:r>
            <a:r>
              <a:rPr lang="en-US" sz="4000" b="1" dirty="0">
                <a:solidFill>
                  <a:prstClr val="black"/>
                </a:solidFill>
                <a:latin typeface="Calibri" pitchFamily="34" charset="0"/>
              </a:rPr>
              <a:t> </a:t>
            </a:r>
            <a:r>
              <a:rPr lang="en-US" sz="4000" b="1" dirty="0" err="1">
                <a:solidFill>
                  <a:prstClr val="black"/>
                </a:solidFill>
                <a:latin typeface="Calibri" pitchFamily="34" charset="0"/>
              </a:rPr>
              <a:t>ಜಾನಿ</a:t>
            </a:r>
            <a:r>
              <a:rPr lang="en-US" sz="4000" b="1" dirty="0">
                <a:solidFill>
                  <a:prstClr val="black"/>
                </a:solidFill>
                <a:latin typeface="Calibri" pitchFamily="34" charset="0"/>
              </a:rPr>
              <a:t> </a:t>
            </a:r>
            <a:r>
              <a:rPr lang="en-US" sz="4000" b="1" dirty="0" err="1">
                <a:solidFill>
                  <a:prstClr val="black"/>
                </a:solidFill>
                <a:latin typeface="Calibri" pitchFamily="34" charset="0"/>
              </a:rPr>
              <a:t>ಕೇ</a:t>
            </a:r>
            <a:r>
              <a:rPr lang="en-US" sz="4000" b="1" dirty="0">
                <a:solidFill>
                  <a:prstClr val="black"/>
                </a:solidFill>
                <a:latin typeface="Calibri" pitchFamily="34" charset="0"/>
              </a:rPr>
              <a:t> </a:t>
            </a:r>
          </a:p>
          <a:p>
            <a:pPr algn="ctr" defTabSz="914309"/>
            <a:r>
              <a:rPr lang="en-US" sz="4000" b="1" dirty="0" err="1">
                <a:solidFill>
                  <a:prstClr val="black"/>
                </a:solidFill>
                <a:latin typeface="Calibri" pitchFamily="34" charset="0"/>
              </a:rPr>
              <a:t>ಸುಮಿರೌ</a:t>
            </a:r>
            <a:r>
              <a:rPr lang="en-US" sz="4000" b="1" dirty="0">
                <a:solidFill>
                  <a:prstClr val="black"/>
                </a:solidFill>
                <a:latin typeface="Calibri" pitchFamily="34" charset="0"/>
              </a:rPr>
              <a:t> </a:t>
            </a:r>
            <a:r>
              <a:rPr lang="en-US" sz="4000" b="1" dirty="0" err="1">
                <a:solidFill>
                  <a:prstClr val="black"/>
                </a:solidFill>
                <a:latin typeface="Calibri" pitchFamily="34" charset="0"/>
              </a:rPr>
              <a:t>ಪವನ</a:t>
            </a:r>
            <a:r>
              <a:rPr lang="en-US" sz="4000" b="1" dirty="0">
                <a:solidFill>
                  <a:prstClr val="black"/>
                </a:solidFill>
                <a:latin typeface="Calibri" pitchFamily="34" charset="0"/>
              </a:rPr>
              <a:t> </a:t>
            </a:r>
            <a:r>
              <a:rPr lang="en-US" sz="4000" b="1" dirty="0" err="1">
                <a:solidFill>
                  <a:prstClr val="black"/>
                </a:solidFill>
                <a:latin typeface="Calibri" pitchFamily="34" charset="0"/>
              </a:rPr>
              <a:t>ಕುಮಾರ</a:t>
            </a:r>
            <a:r>
              <a:rPr lang="en-US" sz="4000" b="1" dirty="0">
                <a:solidFill>
                  <a:prstClr val="black"/>
                </a:solidFill>
                <a:latin typeface="Calibri" pitchFamily="34" charset="0"/>
              </a:rPr>
              <a:t> ।</a:t>
            </a:r>
          </a:p>
          <a:p>
            <a:pPr algn="ctr" defTabSz="914309"/>
            <a:endParaRPr lang="en-US" sz="4400" b="1" dirty="0">
              <a:solidFill>
                <a:prstClr val="black"/>
              </a:solidFill>
              <a:latin typeface="URW Palladio IT" pitchFamily="2" charset="0"/>
            </a:endParaRPr>
          </a:p>
          <a:p>
            <a:pPr algn="ctr" defTabSz="914309"/>
            <a:r>
              <a:rPr lang="en-US" sz="2800" b="1" dirty="0">
                <a:solidFill>
                  <a:prstClr val="black"/>
                </a:solidFill>
                <a:latin typeface="Palatino Linotype" pitchFamily="18" charset="0"/>
              </a:rPr>
              <a:t>Knowing myself to be ignorant, I urge you, 	O  Hanuman, The son of </a:t>
            </a:r>
            <a:r>
              <a:rPr lang="en-US" sz="2800" b="1" dirty="0" err="1">
                <a:solidFill>
                  <a:prstClr val="black"/>
                </a:solidFill>
                <a:latin typeface="Palatino Linotype" pitchFamily="18" charset="0"/>
              </a:rPr>
              <a:t>Pavan</a:t>
            </a:r>
            <a:r>
              <a:rPr lang="en-US" sz="2800" b="1" dirty="0">
                <a:solidFill>
                  <a:prstClr val="black"/>
                </a:solidFill>
                <a:latin typeface="Palatino Linotype" pitchFamily="18" charset="0"/>
              </a:rPr>
              <a:t>(</a:t>
            </a:r>
            <a:r>
              <a:rPr lang="en-IN" sz="2800" b="1" dirty="0">
                <a:solidFill>
                  <a:prstClr val="black"/>
                </a:solidFill>
                <a:latin typeface="Palatino Linotype" pitchFamily="18" charset="0"/>
              </a:rPr>
              <a:t>Wind</a:t>
            </a:r>
            <a:r>
              <a:rPr lang="en-US" sz="2800" b="1" dirty="0">
                <a:solidFill>
                  <a:prstClr val="black"/>
                </a:solidFill>
                <a:latin typeface="Palatino Linotype" pitchFamily="18" charset="0"/>
              </a:rPr>
              <a:t>) !</a:t>
            </a:r>
          </a:p>
        </p:txBody>
      </p:sp>
    </p:spTree>
    <p:extLst>
      <p:ext uri="{BB962C8B-B14F-4D97-AF65-F5344CB8AC3E}">
        <p14:creationId xmlns:p14="http://schemas.microsoft.com/office/powerpoint/2010/main" val="21013983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524133" y="97"/>
            <a:ext cx="9143736" cy="6309059"/>
          </a:xfrm>
          <a:prstGeom prst="rect">
            <a:avLst/>
          </a:prstGeom>
          <a:noFill/>
          <a:ln w="9525">
            <a:noFill/>
            <a:miter lim="800000"/>
            <a:headEnd/>
            <a:tailEnd/>
          </a:ln>
        </p:spPr>
        <p:txBody>
          <a:bodyPr wrap="square">
            <a:spAutoFit/>
          </a:bodyPr>
          <a:lstStyle/>
          <a:p>
            <a:pPr defTabSz="914309"/>
            <a:endParaRPr lang="en-IN" sz="2399" b="1" dirty="0">
              <a:solidFill>
                <a:prstClr val="black"/>
              </a:solidFill>
              <a:latin typeface="Calibri" pitchFamily="34" charset="0"/>
            </a:endParaRPr>
          </a:p>
          <a:p>
            <a:pPr algn="ctr" defTabSz="914309"/>
            <a:r>
              <a:rPr lang="en-IN" sz="4000" b="1" dirty="0" err="1">
                <a:solidFill>
                  <a:prstClr val="black"/>
                </a:solidFill>
                <a:latin typeface="Aparajita" pitchFamily="34" charset="0"/>
              </a:rPr>
              <a:t>बल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बिद्या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p>
          <a:p>
            <a:pPr algn="ctr" defTabSz="914309"/>
            <a:r>
              <a:rPr lang="en-IN" sz="4000" b="1" dirty="0" err="1">
                <a:solidFill>
                  <a:prstClr val="black"/>
                </a:solidFill>
                <a:latin typeface="Aparajita" pitchFamily="34" charset="0"/>
              </a:rPr>
              <a:t>हरहु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कलेस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बिकार</a:t>
            </a:r>
            <a:r>
              <a:rPr lang="en-IN" sz="4000" b="1" dirty="0">
                <a:solidFill>
                  <a:prstClr val="black"/>
                </a:solidFill>
                <a:latin typeface="Aparajita" pitchFamily="34" charset="0"/>
              </a:rPr>
              <a:t> ॥ </a:t>
            </a:r>
          </a:p>
          <a:p>
            <a:pPr algn="ctr" defTabSz="914309"/>
            <a:endParaRPr lang="en-IN" sz="4000" b="1" dirty="0">
              <a:solidFill>
                <a:prstClr val="black"/>
              </a:solidFill>
              <a:latin typeface="Palatino Linotype" pitchFamily="18" charset="0"/>
            </a:endParaRPr>
          </a:p>
          <a:p>
            <a:pPr algn="ctr" defTabSz="914309"/>
            <a:r>
              <a:rPr lang="en-US" sz="3200" b="1" dirty="0" err="1">
                <a:solidFill>
                  <a:prstClr val="black"/>
                </a:solidFill>
                <a:latin typeface="URW Palladio IT" pitchFamily="2" charset="0"/>
              </a:rPr>
              <a:t>Bala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Budhi</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Bidyä</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Dehu</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Mohià</a:t>
            </a:r>
            <a:r>
              <a:rPr lang="en-US" sz="3200" b="1" dirty="0">
                <a:solidFill>
                  <a:prstClr val="black"/>
                </a:solidFill>
                <a:latin typeface="URW Palladio IT" pitchFamily="2" charset="0"/>
              </a:rPr>
              <a:t> </a:t>
            </a:r>
          </a:p>
          <a:p>
            <a:pPr algn="ctr" defTabSz="914309"/>
            <a:r>
              <a:rPr lang="en-US" sz="3200" b="1" dirty="0" err="1">
                <a:solidFill>
                  <a:prstClr val="black"/>
                </a:solidFill>
                <a:latin typeface="URW Palladio IT" pitchFamily="2" charset="0"/>
              </a:rPr>
              <a:t>Harahu</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Kalesa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Bikära</a:t>
            </a:r>
            <a:r>
              <a:rPr lang="en-US" sz="3200" b="1" dirty="0">
                <a:solidFill>
                  <a:prstClr val="black"/>
                </a:solidFill>
                <a:latin typeface="URW Palladio IT" pitchFamily="2" charset="0"/>
              </a:rPr>
              <a:t> || - D2</a:t>
            </a:r>
          </a:p>
          <a:p>
            <a:pPr algn="ctr" defTabSz="914309"/>
            <a:endParaRPr lang="en-US" sz="2399" b="1" dirty="0">
              <a:solidFill>
                <a:prstClr val="black"/>
              </a:solidFill>
              <a:latin typeface="URW Palladio IT" pitchFamily="2" charset="0"/>
            </a:endParaRPr>
          </a:p>
          <a:p>
            <a:pPr algn="ctr" defTabSz="914309"/>
            <a:r>
              <a:rPr lang="en-US" sz="4000" b="1" dirty="0" err="1">
                <a:solidFill>
                  <a:prstClr val="black"/>
                </a:solidFill>
                <a:latin typeface="Calibri" pitchFamily="34" charset="0"/>
              </a:rPr>
              <a:t>ಬಲ</a:t>
            </a:r>
            <a:r>
              <a:rPr lang="en-US" sz="4000" b="1" dirty="0">
                <a:solidFill>
                  <a:prstClr val="black"/>
                </a:solidFill>
                <a:latin typeface="Calibri" pitchFamily="34" charset="0"/>
              </a:rPr>
              <a:t> </a:t>
            </a:r>
            <a:r>
              <a:rPr lang="en-US" sz="4000" b="1" dirty="0" err="1">
                <a:solidFill>
                  <a:prstClr val="black"/>
                </a:solidFill>
                <a:latin typeface="Calibri" pitchFamily="34" charset="0"/>
              </a:rPr>
              <a:t>ಬು</a:t>
            </a:r>
            <a:r>
              <a:rPr lang="kn-IN" sz="4000" b="1" dirty="0">
                <a:solidFill>
                  <a:prstClr val="black"/>
                </a:solidFill>
                <a:latin typeface="Calibri" pitchFamily="34" charset="0"/>
                <a:ea typeface="Tunga" pitchFamily="2"/>
                <a:cs typeface="Tunga" pitchFamily="2"/>
              </a:rPr>
              <a:t>ಧಿ</a:t>
            </a:r>
            <a:r>
              <a:rPr lang="en-US" sz="4000" b="1" dirty="0">
                <a:solidFill>
                  <a:prstClr val="black"/>
                </a:solidFill>
                <a:latin typeface="Calibri" pitchFamily="34" charset="0"/>
              </a:rPr>
              <a:t> </a:t>
            </a:r>
            <a:r>
              <a:rPr lang="kn-IN" sz="4000" b="1" dirty="0">
                <a:solidFill>
                  <a:prstClr val="black"/>
                </a:solidFill>
                <a:latin typeface="Calibri" pitchFamily="34" charset="0"/>
                <a:ea typeface="Tunga" pitchFamily="2"/>
                <a:cs typeface="Tunga" pitchFamily="2"/>
              </a:rPr>
              <a:t>ಬಿ</a:t>
            </a:r>
            <a:r>
              <a:rPr lang="en-US" sz="4000" b="1" dirty="0" err="1">
                <a:solidFill>
                  <a:prstClr val="black"/>
                </a:solidFill>
                <a:latin typeface="Calibri" pitchFamily="34" charset="0"/>
              </a:rPr>
              <a:t>ದ್ಯಾ</a:t>
            </a:r>
            <a:r>
              <a:rPr lang="en-US" sz="4000" b="1" dirty="0">
                <a:solidFill>
                  <a:prstClr val="black"/>
                </a:solidFill>
                <a:latin typeface="Calibri" pitchFamily="34" charset="0"/>
              </a:rPr>
              <a:t> </a:t>
            </a:r>
            <a:r>
              <a:rPr lang="en-US" sz="4000" b="1" dirty="0" err="1">
                <a:solidFill>
                  <a:prstClr val="black"/>
                </a:solidFill>
                <a:latin typeface="Calibri" pitchFamily="34" charset="0"/>
              </a:rPr>
              <a:t>ದೇಹು</a:t>
            </a:r>
            <a:r>
              <a:rPr lang="en-US" sz="4000" b="1" dirty="0">
                <a:solidFill>
                  <a:prstClr val="black"/>
                </a:solidFill>
                <a:latin typeface="Calibri" pitchFamily="34" charset="0"/>
              </a:rPr>
              <a:t> </a:t>
            </a:r>
            <a:r>
              <a:rPr lang="en-US" sz="4000" b="1" dirty="0" err="1">
                <a:solidFill>
                  <a:prstClr val="black"/>
                </a:solidFill>
                <a:latin typeface="Calibri" pitchFamily="34" charset="0"/>
              </a:rPr>
              <a:t>ಮೋಹಿ</a:t>
            </a:r>
            <a:r>
              <a:rPr lang="en-US" sz="4000" b="1" dirty="0">
                <a:solidFill>
                  <a:prstClr val="black"/>
                </a:solidFill>
                <a:latin typeface="Calibri" pitchFamily="34" charset="0"/>
              </a:rPr>
              <a:t> </a:t>
            </a:r>
          </a:p>
          <a:p>
            <a:pPr algn="ctr" defTabSz="914309"/>
            <a:r>
              <a:rPr lang="en-US" sz="4000" b="1" dirty="0" err="1">
                <a:solidFill>
                  <a:prstClr val="black"/>
                </a:solidFill>
                <a:latin typeface="Calibri" pitchFamily="34" charset="0"/>
              </a:rPr>
              <a:t>ಹರಹು</a:t>
            </a:r>
            <a:r>
              <a:rPr lang="en-US" sz="4000" b="1" dirty="0">
                <a:solidFill>
                  <a:prstClr val="black"/>
                </a:solidFill>
                <a:latin typeface="Calibri" pitchFamily="34" charset="0"/>
              </a:rPr>
              <a:t> </a:t>
            </a:r>
            <a:r>
              <a:rPr lang="kn-IN" sz="4000" b="1" dirty="0">
                <a:solidFill>
                  <a:prstClr val="black"/>
                </a:solidFill>
                <a:latin typeface="Calibri" pitchFamily="34" charset="0"/>
                <a:ea typeface="Tunga" pitchFamily="2"/>
                <a:cs typeface="Tunga" pitchFamily="2"/>
              </a:rPr>
              <a:t>ಕಲೇಸ ಬಿ</a:t>
            </a:r>
            <a:r>
              <a:rPr lang="en-US" sz="4000" b="1" dirty="0" err="1">
                <a:solidFill>
                  <a:prstClr val="black"/>
                </a:solidFill>
                <a:latin typeface="Calibri" pitchFamily="34" charset="0"/>
              </a:rPr>
              <a:t>ಕಾರ</a:t>
            </a:r>
            <a:r>
              <a:rPr lang="en-US" sz="4000" b="1" dirty="0">
                <a:solidFill>
                  <a:prstClr val="black"/>
                </a:solidFill>
                <a:latin typeface="Calibri" pitchFamily="34" charset="0"/>
              </a:rPr>
              <a:t> ॥</a:t>
            </a:r>
          </a:p>
          <a:p>
            <a:pPr algn="ctr" defTabSz="914309"/>
            <a:endParaRPr lang="en-IN" sz="3600" b="1" dirty="0">
              <a:solidFill>
                <a:prstClr val="black"/>
              </a:solidFill>
              <a:latin typeface="Palatino Linotype" pitchFamily="18" charset="0"/>
            </a:endParaRPr>
          </a:p>
          <a:p>
            <a:pPr algn="ctr" defTabSz="914309"/>
            <a:r>
              <a:rPr lang="en-US" sz="2800" b="1" dirty="0">
                <a:solidFill>
                  <a:prstClr val="black"/>
                </a:solidFill>
                <a:latin typeface="Palatino Linotype" pitchFamily="18" charset="0"/>
              </a:rPr>
              <a:t>O Lord! kindly bestow on me strength, 	wisdom 	and knowledge, removing all my miseries and blemishes.</a:t>
            </a:r>
            <a:endParaRPr lang="en-US" sz="3200" b="1" dirty="0">
              <a:solidFill>
                <a:prstClr val="black"/>
              </a:solidFill>
              <a:latin typeface="Palatino Linotype" pitchFamily="18" charset="0"/>
            </a:endParaRPr>
          </a:p>
        </p:txBody>
      </p:sp>
    </p:spTree>
    <p:extLst>
      <p:ext uri="{BB962C8B-B14F-4D97-AF65-F5344CB8AC3E}">
        <p14:creationId xmlns:p14="http://schemas.microsoft.com/office/powerpoint/2010/main" val="39414428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828924" y="2819418"/>
            <a:ext cx="8229362" cy="1371561"/>
          </a:xfrm>
        </p:spPr>
        <p:txBody>
          <a:bodyPr/>
          <a:lstStyle/>
          <a:p>
            <a:pPr algn="ctr" eaLnBrk="1" hangingPunct="1">
              <a:buFont typeface="Arial" charset="0"/>
              <a:buNone/>
            </a:pPr>
            <a:r>
              <a:rPr lang="en-IN" sz="7199" b="1">
                <a:latin typeface="Aparajita" pitchFamily="34" charset="0"/>
                <a:ea typeface="Aparajita" pitchFamily="34" charset="0"/>
                <a:cs typeface="Aparajita" pitchFamily="34" charset="0"/>
              </a:rPr>
              <a:t>॥चौपाई॥ </a:t>
            </a:r>
            <a:r>
              <a:rPr lang="en-IN" sz="6599" b="1"/>
              <a:t>- </a:t>
            </a:r>
            <a:r>
              <a:rPr lang="en-IN" sz="5399" b="1">
                <a:latin typeface="URW Palladio IT" pitchFamily="2" charset="0"/>
              </a:rPr>
              <a:t>CHAUP</a:t>
            </a:r>
            <a:r>
              <a:rPr lang="en-US" sz="5399" b="1">
                <a:latin typeface="URW Palladio IT" pitchFamily="2" charset="0"/>
              </a:rPr>
              <a:t>ÄÉ</a:t>
            </a:r>
          </a:p>
          <a:p>
            <a:pPr eaLnBrk="1" hangingPunct="1"/>
            <a:endParaRPr lang="en-US" smtClean="0"/>
          </a:p>
        </p:txBody>
      </p:sp>
    </p:spTree>
    <p:extLst>
      <p:ext uri="{BB962C8B-B14F-4D97-AF65-F5344CB8AC3E}">
        <p14:creationId xmlns:p14="http://schemas.microsoft.com/office/powerpoint/2010/main" val="22981987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1524133" y="228693"/>
            <a:ext cx="9143736" cy="6124185"/>
          </a:xfrm>
          <a:prstGeom prst="rect">
            <a:avLst/>
          </a:prstGeom>
          <a:noFill/>
          <a:ln w="9525">
            <a:noFill/>
            <a:miter lim="800000"/>
            <a:headEnd/>
            <a:tailEnd/>
          </a:ln>
        </p:spPr>
        <p:txBody>
          <a:bodyPr wrap="square">
            <a:spAutoFit/>
          </a:bodyPr>
          <a:lstStyle/>
          <a:p>
            <a:pPr algn="ctr" defTabSz="914309"/>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ज्ञान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सागर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कपीस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उजागर</a:t>
            </a:r>
            <a:r>
              <a:rPr lang="en-IN" sz="4000" b="1" dirty="0">
                <a:solidFill>
                  <a:prstClr val="black"/>
                </a:solidFill>
                <a:latin typeface="Aparajita" pitchFamily="34" charset="0"/>
              </a:rPr>
              <a:t> ॥१॥</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Jaya </a:t>
            </a:r>
            <a:r>
              <a:rPr lang="en-US" sz="3600" b="1" dirty="0" err="1">
                <a:solidFill>
                  <a:prstClr val="black"/>
                </a:solidFill>
                <a:latin typeface="URW Palladio IT" pitchFamily="2" charset="0"/>
              </a:rPr>
              <a:t>Hanumäna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Jïäna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Guna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Sägara</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Jaya </a:t>
            </a:r>
            <a:r>
              <a:rPr lang="en-US" sz="3600" b="1" dirty="0" err="1">
                <a:solidFill>
                  <a:prstClr val="black"/>
                </a:solidFill>
                <a:latin typeface="URW Palladio IT" pitchFamily="2" charset="0"/>
              </a:rPr>
              <a:t>Kapésa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Tihuð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Loka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Ujägara</a:t>
            </a:r>
            <a:r>
              <a:rPr lang="en-US" sz="3600" b="1" dirty="0">
                <a:solidFill>
                  <a:prstClr val="black"/>
                </a:solidFill>
                <a:latin typeface="URW Palladio IT" pitchFamily="2" charset="0"/>
              </a:rPr>
              <a:t> </a:t>
            </a:r>
            <a:r>
              <a:rPr lang="en-US" sz="2399" b="1" dirty="0">
                <a:solidFill>
                  <a:prstClr val="black"/>
                </a:solidFill>
                <a:latin typeface="URW Palladio IT" pitchFamily="2" charset="0"/>
              </a:rPr>
              <a:t>|| - 1</a:t>
            </a:r>
          </a:p>
          <a:p>
            <a:pPr algn="ctr" defTabSz="914309"/>
            <a:endParaRPr lang="en-US" sz="2399"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ಹನುಮಾನ</a:t>
            </a:r>
            <a:r>
              <a:rPr lang="en-US" sz="3600" b="1" dirty="0">
                <a:solidFill>
                  <a:prstClr val="black"/>
                </a:solidFill>
                <a:latin typeface="Calibri" pitchFamily="34" charset="0"/>
              </a:rPr>
              <a:t> </a:t>
            </a:r>
            <a:r>
              <a:rPr lang="en-US" sz="3600" b="1" dirty="0" err="1">
                <a:solidFill>
                  <a:prstClr val="black"/>
                </a:solidFill>
                <a:latin typeface="Calibri" pitchFamily="34" charset="0"/>
              </a:rPr>
              <a:t>ಜ್ಞಾನ</a:t>
            </a:r>
            <a:r>
              <a:rPr lang="en-US" sz="3600" b="1" dirty="0">
                <a:solidFill>
                  <a:prstClr val="black"/>
                </a:solidFill>
                <a:latin typeface="Calibri" pitchFamily="34" charset="0"/>
              </a:rPr>
              <a:t> </a:t>
            </a:r>
            <a:r>
              <a:rPr lang="en-US" sz="3600" b="1" dirty="0" err="1">
                <a:solidFill>
                  <a:prstClr val="black"/>
                </a:solidFill>
                <a:latin typeface="Calibri" pitchFamily="34" charset="0"/>
              </a:rPr>
              <a:t>ಗು</a:t>
            </a:r>
            <a:r>
              <a:rPr lang="en-US" sz="3600" b="1" dirty="0" err="1">
                <a:solidFill>
                  <a:srgbClr val="000000"/>
                </a:solidFill>
                <a:latin typeface="Calibri" pitchFamily="34" charset="0"/>
              </a:rPr>
              <a:t>ನ</a:t>
            </a:r>
            <a:r>
              <a:rPr lang="en-US" sz="3600" b="1" dirty="0">
                <a:solidFill>
                  <a:prstClr val="black"/>
                </a:solidFill>
                <a:latin typeface="Calibri" pitchFamily="34" charset="0"/>
              </a:rPr>
              <a:t> </a:t>
            </a:r>
            <a:r>
              <a:rPr lang="en-US" sz="3600" b="1" dirty="0" err="1">
                <a:solidFill>
                  <a:prstClr val="black"/>
                </a:solidFill>
                <a:latin typeface="Calibri" pitchFamily="34" charset="0"/>
              </a:rPr>
              <a:t>ಸಾಗರ</a:t>
            </a:r>
            <a:r>
              <a:rPr lang="en-US" sz="3600" b="1" dirty="0">
                <a:solidFill>
                  <a:prstClr val="black"/>
                </a:solidFill>
                <a:latin typeface="Calibri" pitchFamily="34" charset="0"/>
              </a:rPr>
              <a:t> । </a:t>
            </a:r>
          </a:p>
          <a:p>
            <a:pPr algn="ctr" defTabSz="914309"/>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ಕಪೀ</a:t>
            </a:r>
            <a:r>
              <a:rPr lang="kn-IN" sz="3600" b="1" dirty="0">
                <a:solidFill>
                  <a:prstClr val="black"/>
                </a:solidFill>
                <a:latin typeface="Calibri" pitchFamily="34" charset="0"/>
                <a:ea typeface="Tunga" pitchFamily="2"/>
                <a:cs typeface="Tunga" pitchFamily="2"/>
              </a:rPr>
              <a:t>ಸ</a:t>
            </a:r>
            <a:r>
              <a:rPr lang="en-US" sz="3600" b="1" dirty="0">
                <a:solidFill>
                  <a:prstClr val="black"/>
                </a:solidFill>
                <a:latin typeface="Calibri" pitchFamily="34" charset="0"/>
              </a:rPr>
              <a:t> </a:t>
            </a:r>
            <a:r>
              <a:rPr lang="en-US" sz="3600" b="1" dirty="0" err="1">
                <a:solidFill>
                  <a:prstClr val="black"/>
                </a:solidFill>
                <a:latin typeface="Calibri" pitchFamily="34" charset="0"/>
              </a:rPr>
              <a:t>ತಿಹು</a:t>
            </a:r>
            <a:r>
              <a:rPr lang="en-US" sz="3600" b="1" dirty="0">
                <a:solidFill>
                  <a:prstClr val="black"/>
                </a:solidFill>
                <a:latin typeface="Calibri" pitchFamily="34" charset="0"/>
              </a:rPr>
              <a:t> </a:t>
            </a:r>
            <a:r>
              <a:rPr lang="en-US" sz="3600" b="1" dirty="0" err="1">
                <a:solidFill>
                  <a:prstClr val="black"/>
                </a:solidFill>
                <a:latin typeface="Calibri" pitchFamily="34" charset="0"/>
              </a:rPr>
              <a:t>ಲೋಕ</a:t>
            </a:r>
            <a:r>
              <a:rPr lang="en-US" sz="3600" b="1" dirty="0">
                <a:solidFill>
                  <a:prstClr val="black"/>
                </a:solidFill>
                <a:latin typeface="Calibri" pitchFamily="34" charset="0"/>
              </a:rPr>
              <a:t> </a:t>
            </a:r>
            <a:r>
              <a:rPr lang="en-US" sz="3600" b="1" dirty="0" err="1">
                <a:solidFill>
                  <a:prstClr val="black"/>
                </a:solidFill>
                <a:latin typeface="Calibri" pitchFamily="34" charset="0"/>
              </a:rPr>
              <a:t>ಉಜಾಗರ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a:t>
            </a:r>
            <a:r>
              <a:rPr lang="en-US" sz="3600" b="1" dirty="0">
                <a:solidFill>
                  <a:prstClr val="black"/>
                </a:solidFill>
                <a:latin typeface="Calibri" pitchFamily="34" charset="0"/>
              </a:rPr>
              <a:t>॥</a:t>
            </a:r>
            <a:r>
              <a:rPr lang="en-US" sz="3600" b="1" dirty="0">
                <a:solidFill>
                  <a:prstClr val="black"/>
                </a:solidFill>
                <a:latin typeface="URW Palladio IT" pitchFamily="2" charset="0"/>
              </a:rPr>
              <a:t> </a:t>
            </a:r>
          </a:p>
          <a:p>
            <a:pPr algn="ctr" defTabSz="914309"/>
            <a:endParaRPr lang="en-US" sz="3200" b="1" dirty="0">
              <a:solidFill>
                <a:prstClr val="black"/>
              </a:solidFill>
              <a:latin typeface="URW Palladio IT" pitchFamily="2" charset="0"/>
            </a:endParaRPr>
          </a:p>
          <a:p>
            <a:pPr algn="ctr" defTabSz="914309"/>
            <a:r>
              <a:rPr lang="en-US" sz="2399" b="1" dirty="0">
                <a:solidFill>
                  <a:prstClr val="black"/>
                </a:solidFill>
                <a:latin typeface="Palatino Linotype" pitchFamily="18" charset="0"/>
              </a:rPr>
              <a:t>Victory of Thee, O Hanuman, Ocean of wisdom and virtue, victory to the Lord of monkeys who is well known in all the three worlds</a:t>
            </a:r>
            <a:endParaRPr lang="en-IN" sz="1999" b="1" dirty="0">
              <a:solidFill>
                <a:prstClr val="black"/>
              </a:solidFill>
              <a:latin typeface="Palatino Linotype" pitchFamily="18" charset="0"/>
            </a:endParaRPr>
          </a:p>
        </p:txBody>
      </p:sp>
    </p:spTree>
    <p:extLst>
      <p:ext uri="{BB962C8B-B14F-4D97-AF65-F5344CB8AC3E}">
        <p14:creationId xmlns:p14="http://schemas.microsoft.com/office/powerpoint/2010/main" val="15436442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1524133" y="99"/>
            <a:ext cx="9143736" cy="6585729"/>
          </a:xfrm>
          <a:prstGeom prst="rect">
            <a:avLst/>
          </a:prstGeom>
          <a:noFill/>
          <a:ln w="9525">
            <a:noFill/>
            <a:miter lim="800000"/>
            <a:headEnd/>
            <a:tailEnd/>
          </a:ln>
        </p:spPr>
        <p:txBody>
          <a:bodyPr>
            <a:spAutoFit/>
          </a:bodyPr>
          <a:lstStyle/>
          <a:p>
            <a:pPr algn="ctr" defTabSz="914309"/>
            <a:endParaRPr lang="en-IN" sz="12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अतुलित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धामा</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अञ्जनि-पुत्र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पवनसुत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नामा</a:t>
            </a:r>
            <a:r>
              <a:rPr lang="en-IN" sz="4000" b="1" dirty="0">
                <a:solidFill>
                  <a:prstClr val="black"/>
                </a:solidFill>
                <a:latin typeface="Aparajita" pitchFamily="34" charset="0"/>
              </a:rPr>
              <a:t> ॥२॥</a:t>
            </a:r>
          </a:p>
          <a:p>
            <a:pPr algn="ctr" defTabSz="914309"/>
            <a:endParaRPr lang="en-IN" sz="5399"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Düta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Atulita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Dhämä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Aïjaniputra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Pavanasuta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Nämä</a:t>
            </a:r>
            <a:r>
              <a:rPr lang="en-US" sz="3600" b="1" dirty="0">
                <a:solidFill>
                  <a:prstClr val="black"/>
                </a:solidFill>
                <a:latin typeface="URW Palladio IT" pitchFamily="2" charset="0"/>
              </a:rPr>
              <a:t> || - 2</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ದೂತ</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ಅತುಲಿತ </a:t>
            </a:r>
            <a:r>
              <a:rPr lang="en-US" sz="3600" b="1" dirty="0" err="1">
                <a:solidFill>
                  <a:prstClr val="black"/>
                </a:solidFill>
                <a:latin typeface="Calibri" pitchFamily="34" charset="0"/>
              </a:rPr>
              <a:t>ಬಲ</a:t>
            </a:r>
            <a:r>
              <a:rPr lang="en-US" sz="3600" b="1" dirty="0">
                <a:solidFill>
                  <a:prstClr val="black"/>
                </a:solidFill>
                <a:latin typeface="Calibri" pitchFamily="34" charset="0"/>
              </a:rPr>
              <a:t> </a:t>
            </a:r>
            <a:r>
              <a:rPr lang="en-US" sz="3600" b="1" dirty="0" err="1">
                <a:solidFill>
                  <a:prstClr val="black"/>
                </a:solidFill>
                <a:latin typeface="Calibri" pitchFamily="34" charset="0"/>
              </a:rPr>
              <a:t>ಧಾಮಾ</a:t>
            </a:r>
            <a:r>
              <a:rPr lang="en-US" sz="3600" b="1" dirty="0">
                <a:solidFill>
                  <a:prstClr val="black"/>
                </a:solidFill>
                <a:latin typeface="Calibri" pitchFamily="34" charset="0"/>
              </a:rPr>
              <a:t> । </a:t>
            </a:r>
          </a:p>
          <a:p>
            <a:pPr algn="ctr" defTabSz="914309"/>
            <a:r>
              <a:rPr lang="en-US" sz="3600" b="1" dirty="0" err="1">
                <a:solidFill>
                  <a:prstClr val="black"/>
                </a:solidFill>
                <a:latin typeface="Calibri" pitchFamily="34" charset="0"/>
              </a:rPr>
              <a:t>ಅಂಜನಿ</a:t>
            </a:r>
            <a:r>
              <a:rPr lang="en-US" sz="3600" b="1" dirty="0">
                <a:solidFill>
                  <a:prstClr val="black"/>
                </a:solidFill>
                <a:latin typeface="Calibri" pitchFamily="34" charset="0"/>
              </a:rPr>
              <a:t> </a:t>
            </a:r>
            <a:r>
              <a:rPr lang="en-US" sz="3600" b="1" dirty="0" err="1">
                <a:solidFill>
                  <a:prstClr val="black"/>
                </a:solidFill>
                <a:latin typeface="Calibri" pitchFamily="34" charset="0"/>
              </a:rPr>
              <a:t>ಪುತ್ರ</a:t>
            </a:r>
            <a:r>
              <a:rPr lang="en-US" sz="3600" b="1" dirty="0">
                <a:solidFill>
                  <a:prstClr val="black"/>
                </a:solidFill>
                <a:latin typeface="Calibri" pitchFamily="34" charset="0"/>
              </a:rPr>
              <a:t> </a:t>
            </a:r>
            <a:r>
              <a:rPr lang="en-US" sz="3600" b="1" dirty="0" err="1">
                <a:solidFill>
                  <a:prstClr val="black"/>
                </a:solidFill>
                <a:latin typeface="Calibri" pitchFamily="34" charset="0"/>
              </a:rPr>
              <a:t>ಪವನ</a:t>
            </a:r>
            <a:r>
              <a:rPr lang="en-US" sz="3600" b="1" dirty="0">
                <a:solidFill>
                  <a:prstClr val="black"/>
                </a:solidFill>
                <a:latin typeface="Calibri" pitchFamily="34" charset="0"/>
              </a:rPr>
              <a:t> </a:t>
            </a:r>
            <a:r>
              <a:rPr lang="en-US" sz="3600" b="1" dirty="0" err="1">
                <a:solidFill>
                  <a:prstClr val="black"/>
                </a:solidFill>
                <a:latin typeface="Calibri" pitchFamily="34" charset="0"/>
              </a:rPr>
              <a:t>ಸುತ</a:t>
            </a:r>
            <a:r>
              <a:rPr lang="en-US" sz="3600" b="1" dirty="0">
                <a:solidFill>
                  <a:prstClr val="black"/>
                </a:solidFill>
                <a:latin typeface="Calibri" pitchFamily="34" charset="0"/>
              </a:rPr>
              <a:t> </a:t>
            </a:r>
            <a:r>
              <a:rPr lang="en-US" sz="3600" b="1" dirty="0" err="1">
                <a:solidFill>
                  <a:prstClr val="black"/>
                </a:solidFill>
                <a:latin typeface="Calibri" pitchFamily="34" charset="0"/>
              </a:rPr>
              <a:t>ನಾಮಾ</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a:t>
            </a:r>
            <a:r>
              <a:rPr lang="en-US" sz="3600" b="1" dirty="0">
                <a:solidFill>
                  <a:prstClr val="black"/>
                </a:solidFill>
                <a:latin typeface="Calibri" pitchFamily="34" charset="0"/>
              </a:rPr>
              <a:t>॥</a:t>
            </a:r>
          </a:p>
          <a:p>
            <a:pPr algn="ctr" defTabSz="914309"/>
            <a:endParaRPr lang="en-US" sz="2399" b="1" dirty="0">
              <a:solidFill>
                <a:prstClr val="black"/>
              </a:solidFill>
              <a:latin typeface="Palatino Linotype" pitchFamily="18" charset="0"/>
            </a:endParaRPr>
          </a:p>
          <a:p>
            <a:pPr algn="ctr" defTabSz="914309"/>
            <a:r>
              <a:rPr lang="en-US" sz="2399" b="1" dirty="0">
                <a:solidFill>
                  <a:prstClr val="black"/>
                </a:solidFill>
                <a:latin typeface="Palatino Linotype" pitchFamily="18" charset="0"/>
              </a:rPr>
              <a:t>You, the Divine messenger of Ram and </a:t>
            </a:r>
            <a:r>
              <a:rPr lang="en-IN" sz="2399" b="1" dirty="0">
                <a:solidFill>
                  <a:prstClr val="black"/>
                </a:solidFill>
                <a:latin typeface="Palatino Linotype" pitchFamily="18" charset="0"/>
              </a:rPr>
              <a:t>abode of matchless power</a:t>
            </a:r>
            <a:r>
              <a:rPr lang="en-US" sz="2399" b="1" dirty="0">
                <a:solidFill>
                  <a:prstClr val="black"/>
                </a:solidFill>
                <a:latin typeface="Palatino Linotype" pitchFamily="18" charset="0"/>
              </a:rPr>
              <a:t>, are also known as </a:t>
            </a:r>
            <a:r>
              <a:rPr lang="en-US" sz="2399" b="1" dirty="0" err="1">
                <a:solidFill>
                  <a:prstClr val="black"/>
                </a:solidFill>
                <a:latin typeface="Palatino Linotype" pitchFamily="18" charset="0"/>
              </a:rPr>
              <a:t>Anjaniputra</a:t>
            </a:r>
            <a:r>
              <a:rPr lang="en-US" sz="2399" b="1" dirty="0">
                <a:solidFill>
                  <a:prstClr val="black"/>
                </a:solidFill>
                <a:latin typeface="Palatino Linotype" pitchFamily="18" charset="0"/>
              </a:rPr>
              <a:t> (</a:t>
            </a:r>
            <a:r>
              <a:rPr lang="en-IN" sz="2399" b="1" dirty="0" err="1">
                <a:solidFill>
                  <a:prstClr val="black"/>
                </a:solidFill>
                <a:latin typeface="Palatino Linotype" pitchFamily="18" charset="0"/>
              </a:rPr>
              <a:t>Anjani's</a:t>
            </a:r>
            <a:r>
              <a:rPr lang="en-IN" sz="2399" b="1" dirty="0">
                <a:solidFill>
                  <a:prstClr val="black"/>
                </a:solidFill>
                <a:latin typeface="Palatino Linotype" pitchFamily="18" charset="0"/>
              </a:rPr>
              <a:t> son</a:t>
            </a:r>
            <a:r>
              <a:rPr lang="en-US" sz="2399" b="1" dirty="0">
                <a:solidFill>
                  <a:prstClr val="black"/>
                </a:solidFill>
                <a:latin typeface="Palatino Linotype" pitchFamily="18" charset="0"/>
              </a:rPr>
              <a:t>) and known as the son of the wind – </a:t>
            </a:r>
            <a:r>
              <a:rPr lang="en-US" sz="2399" b="1" dirty="0" err="1">
                <a:solidFill>
                  <a:prstClr val="black"/>
                </a:solidFill>
                <a:latin typeface="Palatino Linotype" pitchFamily="18" charset="0"/>
              </a:rPr>
              <a:t>Pavanputra</a:t>
            </a:r>
            <a:r>
              <a:rPr lang="en-US" sz="2399" b="1" dirty="0">
                <a:solidFill>
                  <a:prstClr val="black"/>
                </a:solidFill>
                <a:latin typeface="Palatino Linotype" pitchFamily="18" charset="0"/>
              </a:rPr>
              <a:t> (</a:t>
            </a:r>
            <a:r>
              <a:rPr lang="en-IN" sz="2399" b="1" dirty="0">
                <a:solidFill>
                  <a:prstClr val="black"/>
                </a:solidFill>
                <a:latin typeface="Palatino Linotype" pitchFamily="18" charset="0"/>
              </a:rPr>
              <a:t>Son of the Wind</a:t>
            </a:r>
            <a:r>
              <a:rPr lang="en-US" sz="2399" b="1" dirty="0">
                <a:solidFill>
                  <a:prstClr val="black"/>
                </a:solidFill>
                <a:latin typeface="Palatino Linotype" pitchFamily="18" charset="0"/>
              </a:rPr>
              <a:t>).</a:t>
            </a:r>
            <a:endParaRPr lang="en-IN" sz="2399" b="1" dirty="0">
              <a:solidFill>
                <a:prstClr val="black"/>
              </a:solidFill>
              <a:latin typeface="Palatino Linotype" pitchFamily="18" charset="0"/>
            </a:endParaRPr>
          </a:p>
        </p:txBody>
      </p:sp>
    </p:spTree>
    <p:extLst>
      <p:ext uri="{BB962C8B-B14F-4D97-AF65-F5344CB8AC3E}">
        <p14:creationId xmlns:p14="http://schemas.microsoft.com/office/powerpoint/2010/main" val="4189137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1524133" y="114"/>
            <a:ext cx="9143736" cy="6555088"/>
          </a:xfrm>
          <a:prstGeom prst="rect">
            <a:avLst/>
          </a:prstGeom>
          <a:noFill/>
          <a:ln w="9525">
            <a:noFill/>
            <a:miter lim="800000"/>
            <a:headEnd/>
            <a:tailEnd/>
          </a:ln>
        </p:spPr>
        <p:txBody>
          <a:bodyPr wrap="square">
            <a:spAutoFit/>
          </a:bodyPr>
          <a:lstStyle/>
          <a:p>
            <a:pPr algn="ctr" defTabSz="914309"/>
            <a:endParaRPr lang="en-IN" sz="1200" dirty="0">
              <a:solidFill>
                <a:prstClr val="black"/>
              </a:solidFill>
              <a:latin typeface="Calibri" pitchFamily="34" charset="0"/>
            </a:endParaRPr>
          </a:p>
          <a:p>
            <a:pPr algn="ctr" defTabSz="914309"/>
            <a:r>
              <a:rPr lang="en-IN" sz="4000" b="1" dirty="0" err="1">
                <a:solidFill>
                  <a:prstClr val="black"/>
                </a:solidFill>
                <a:latin typeface="Aparajita" pitchFamily="34" charset="0"/>
              </a:rPr>
              <a:t>महाबीर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बिक्रम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बजरङ्गी</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निवार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सङ्गी</a:t>
            </a:r>
            <a:r>
              <a:rPr lang="en-IN" sz="4000" b="1" dirty="0">
                <a:solidFill>
                  <a:prstClr val="black"/>
                </a:solidFill>
                <a:latin typeface="Aparajita" pitchFamily="34" charset="0"/>
              </a:rPr>
              <a:t> ॥३॥</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Mahäbéra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Bikrama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Bajaraìgé</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Kumati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Nivära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Sumati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Saìgé</a:t>
            </a:r>
            <a:r>
              <a:rPr lang="en-US" sz="3600" b="1" dirty="0">
                <a:solidFill>
                  <a:prstClr val="black"/>
                </a:solidFill>
                <a:latin typeface="URW Palladio IT" pitchFamily="2" charset="0"/>
              </a:rPr>
              <a:t> || - 3</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ಮಹಾಬೀರ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ಬಿಕ್ರಮ </a:t>
            </a:r>
            <a:r>
              <a:rPr lang="en-US" sz="3600" b="1" dirty="0" err="1">
                <a:solidFill>
                  <a:prstClr val="black"/>
                </a:solidFill>
                <a:latin typeface="Calibri" pitchFamily="34" charset="0"/>
              </a:rPr>
              <a:t>ಬಜರಂಗೀ</a:t>
            </a:r>
            <a:r>
              <a:rPr lang="en-US" sz="3600" b="1" dirty="0">
                <a:solidFill>
                  <a:prstClr val="black"/>
                </a:solidFill>
                <a:latin typeface="Calibri" pitchFamily="34" charset="0"/>
              </a:rPr>
              <a:t> । </a:t>
            </a:r>
          </a:p>
          <a:p>
            <a:pPr algn="ctr" defTabSz="914309"/>
            <a:r>
              <a:rPr lang="en-US" sz="3600" b="1" dirty="0" err="1">
                <a:solidFill>
                  <a:prstClr val="black"/>
                </a:solidFill>
                <a:latin typeface="Calibri" pitchFamily="34" charset="0"/>
              </a:rPr>
              <a:t>ಕುಮತಿ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ನಿವಾರ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ಸಂಗೀ</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valiant and brave, with a 	body like lightening. You are the dispeller of darkness of evil thoughts and companion of 	good sense and wisdom.</a:t>
            </a:r>
            <a:endParaRPr lang="en-IN" sz="1799" dirty="0">
              <a:solidFill>
                <a:prstClr val="black"/>
              </a:solidFill>
              <a:latin typeface="Palatino Linotype" pitchFamily="18" charset="0"/>
            </a:endParaRPr>
          </a:p>
        </p:txBody>
      </p:sp>
    </p:spTree>
    <p:extLst>
      <p:ext uri="{BB962C8B-B14F-4D97-AF65-F5344CB8AC3E}">
        <p14:creationId xmlns:p14="http://schemas.microsoft.com/office/powerpoint/2010/main" val="22693170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ChangeArrowheads="1"/>
          </p:cNvSpPr>
          <p:nvPr/>
        </p:nvSpPr>
        <p:spPr bwMode="auto">
          <a:xfrm>
            <a:off x="1524133" y="115"/>
            <a:ext cx="9143736" cy="6555088"/>
          </a:xfrm>
          <a:prstGeom prst="rect">
            <a:avLst/>
          </a:prstGeom>
          <a:noFill/>
          <a:ln w="9525">
            <a:noFill/>
            <a:miter lim="800000"/>
            <a:headEnd/>
            <a:tailEnd/>
          </a:ln>
        </p:spPr>
        <p:txBody>
          <a:bodyPr wrap="square">
            <a:spAutoFit/>
          </a:bodyPr>
          <a:lstStyle/>
          <a:p>
            <a:pPr algn="ctr" defTabSz="914309"/>
            <a:endParaRPr lang="en-IN" sz="1200" dirty="0">
              <a:solidFill>
                <a:prstClr val="black"/>
              </a:solidFill>
              <a:latin typeface="Calibri" pitchFamily="34" charset="0"/>
            </a:endParaRPr>
          </a:p>
          <a:p>
            <a:pPr algn="ctr" defTabSz="914309"/>
            <a:r>
              <a:rPr lang="en-IN" sz="4000" b="1" dirty="0" err="1">
                <a:solidFill>
                  <a:prstClr val="black"/>
                </a:solidFill>
                <a:latin typeface="Aparajita" pitchFamily="34" charset="0"/>
              </a:rPr>
              <a:t>कञ्चन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सुबेसा</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कानन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कुण्डल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कुञ्चित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केसा</a:t>
            </a:r>
            <a:r>
              <a:rPr lang="en-IN" sz="4000" b="1" dirty="0">
                <a:solidFill>
                  <a:prstClr val="black"/>
                </a:solidFill>
                <a:latin typeface="Aparajita" pitchFamily="34" charset="0"/>
              </a:rPr>
              <a:t> ॥४॥</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Kaïcana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Barana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Biräja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Subesä</a:t>
            </a:r>
            <a:r>
              <a:rPr lang="en-US" sz="3600" b="1" dirty="0">
                <a:solidFill>
                  <a:prstClr val="black"/>
                </a:solidFill>
                <a:latin typeface="URW Palladio IT" pitchFamily="2" charset="0"/>
              </a:rPr>
              <a:t> |</a:t>
            </a:r>
          </a:p>
          <a:p>
            <a:pPr algn="ctr" defTabSz="914309"/>
            <a:r>
              <a:rPr lang="en-US" sz="3600" b="1" dirty="0" err="1">
                <a:solidFill>
                  <a:prstClr val="black"/>
                </a:solidFill>
                <a:latin typeface="URW Palladio IT" pitchFamily="2" charset="0"/>
              </a:rPr>
              <a:t>Känana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Kuëòala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Kuïcita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Kesä</a:t>
            </a:r>
            <a:r>
              <a:rPr lang="en-US" sz="3600" b="1" dirty="0">
                <a:solidFill>
                  <a:prstClr val="black"/>
                </a:solidFill>
                <a:latin typeface="URW Palladio IT" pitchFamily="2" charset="0"/>
              </a:rPr>
              <a:t> || - 4</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ಕಂಚನ</a:t>
            </a:r>
            <a:r>
              <a:rPr lang="en-US" sz="3600" b="1" dirty="0">
                <a:solidFill>
                  <a:prstClr val="black"/>
                </a:solidFill>
                <a:latin typeface="Calibri" pitchFamily="34" charset="0"/>
              </a:rPr>
              <a:t> </a:t>
            </a:r>
            <a:r>
              <a:rPr lang="en-US" sz="3600" b="1" dirty="0" err="1">
                <a:solidFill>
                  <a:prstClr val="black"/>
                </a:solidFill>
                <a:latin typeface="Calibri" pitchFamily="34" charset="0"/>
              </a:rPr>
              <a:t>ಬರನ</a:t>
            </a:r>
            <a:r>
              <a:rPr lang="en-US" sz="3600" b="1" dirty="0">
                <a:solidFill>
                  <a:prstClr val="black"/>
                </a:solidFill>
                <a:latin typeface="Calibri" pitchFamily="34" charset="0"/>
              </a:rPr>
              <a:t> </a:t>
            </a:r>
            <a:r>
              <a:rPr lang="en-US" sz="3600" b="1" dirty="0" err="1">
                <a:solidFill>
                  <a:prstClr val="black"/>
                </a:solidFill>
                <a:latin typeface="Calibri" pitchFamily="34" charset="0"/>
              </a:rPr>
              <a:t>ಬಿರಾಜ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ಸುಬೇಸಾ</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ಕಾನನ</a:t>
            </a:r>
            <a:r>
              <a:rPr lang="en-US" sz="3600" b="1" dirty="0">
                <a:solidFill>
                  <a:prstClr val="black"/>
                </a:solidFill>
                <a:latin typeface="Calibri" pitchFamily="34" charset="0"/>
              </a:rPr>
              <a:t> </a:t>
            </a:r>
            <a:r>
              <a:rPr lang="en-US" sz="3600" b="1" dirty="0" err="1">
                <a:solidFill>
                  <a:prstClr val="black"/>
                </a:solidFill>
                <a:latin typeface="Calibri" pitchFamily="34" charset="0"/>
              </a:rPr>
              <a:t>ಕುಂಡಲ</a:t>
            </a:r>
            <a:r>
              <a:rPr lang="en-US" sz="3600" b="1" dirty="0">
                <a:solidFill>
                  <a:prstClr val="black"/>
                </a:solidFill>
                <a:latin typeface="Calibri" pitchFamily="34" charset="0"/>
              </a:rPr>
              <a:t> </a:t>
            </a:r>
            <a:r>
              <a:rPr lang="en-US" sz="3600" b="1" dirty="0" err="1">
                <a:solidFill>
                  <a:prstClr val="black"/>
                </a:solidFill>
                <a:latin typeface="Calibri" pitchFamily="34" charset="0"/>
              </a:rPr>
              <a:t>ಕುಂಚಿತ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ಕೇಸಾ</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೪</a:t>
            </a:r>
            <a:r>
              <a:rPr lang="en-US" sz="3600" b="1" dirty="0">
                <a:solidFill>
                  <a:prstClr val="black"/>
                </a:solidFill>
                <a:latin typeface="Calibri" pitchFamily="34" charset="0"/>
              </a:rPr>
              <a:t>॥</a:t>
            </a:r>
          </a:p>
          <a:p>
            <a:pPr algn="ctr" defTabSz="914309"/>
            <a:endParaRPr lang="en-US" sz="3600"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Hanumanji's</a:t>
            </a:r>
            <a:r>
              <a:rPr lang="en-US" sz="2399" b="1" dirty="0">
                <a:solidFill>
                  <a:prstClr val="black"/>
                </a:solidFill>
                <a:latin typeface="Palatino Linotype" pitchFamily="18" charset="0"/>
              </a:rPr>
              <a:t> physique is golden </a:t>
            </a:r>
            <a:r>
              <a:rPr lang="en-US" sz="2399" b="1" dirty="0" err="1">
                <a:solidFill>
                  <a:prstClr val="black"/>
                </a:solidFill>
                <a:latin typeface="Palatino Linotype" pitchFamily="18" charset="0"/>
              </a:rPr>
              <a:t>coloured</a:t>
            </a:r>
            <a:r>
              <a:rPr lang="en-US" sz="2399" b="1" dirty="0">
                <a:solidFill>
                  <a:prstClr val="black"/>
                </a:solidFill>
                <a:latin typeface="Palatino Linotype" pitchFamily="18" charset="0"/>
              </a:rPr>
              <a:t>. His dress is pretty, wearing '</a:t>
            </a:r>
            <a:r>
              <a:rPr lang="en-US" sz="2399" b="1" dirty="0" err="1">
                <a:solidFill>
                  <a:prstClr val="black"/>
                </a:solidFill>
                <a:latin typeface="Palatino Linotype" pitchFamily="18" charset="0"/>
              </a:rPr>
              <a:t>Kundals</a:t>
            </a:r>
            <a:r>
              <a:rPr lang="en-US" sz="2399" b="1" dirty="0">
                <a:solidFill>
                  <a:prstClr val="black"/>
                </a:solidFill>
                <a:latin typeface="Palatino Linotype" pitchFamily="18" charset="0"/>
              </a:rPr>
              <a:t>' ear-rings and his hairs are long and curly.</a:t>
            </a:r>
            <a:endParaRPr lang="en-IN" sz="1799" dirty="0">
              <a:solidFill>
                <a:prstClr val="black"/>
              </a:solidFill>
              <a:latin typeface="Palatino Linotype" pitchFamily="18" charset="0"/>
            </a:endParaRPr>
          </a:p>
        </p:txBody>
      </p:sp>
    </p:spTree>
    <p:extLst>
      <p:ext uri="{BB962C8B-B14F-4D97-AF65-F5344CB8AC3E}">
        <p14:creationId xmlns:p14="http://schemas.microsoft.com/office/powerpoint/2010/main" val="24080193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524133" y="99"/>
            <a:ext cx="8991340" cy="6278161"/>
          </a:xfrm>
          <a:prstGeom prst="rect">
            <a:avLst/>
          </a:prstGeom>
          <a:noFill/>
          <a:ln w="9525">
            <a:noFill/>
            <a:miter lim="800000"/>
            <a:headEnd/>
            <a:tailEnd/>
          </a:ln>
        </p:spPr>
        <p:txBody>
          <a:bodyPr wrap="square">
            <a:spAutoFit/>
          </a:bodyPr>
          <a:lstStyle/>
          <a:p>
            <a:pPr algn="ctr" defTabSz="914309"/>
            <a:endParaRPr lang="en-IN" sz="1799" b="1" dirty="0">
              <a:solidFill>
                <a:prstClr val="black"/>
              </a:solidFill>
              <a:latin typeface="Palatino Linotype" pitchFamily="18" charset="0"/>
            </a:endParaRPr>
          </a:p>
          <a:p>
            <a:pPr algn="ctr" defTabSz="914309"/>
            <a:r>
              <a:rPr lang="en-IN" sz="4000" b="1" dirty="0" err="1">
                <a:solidFill>
                  <a:prstClr val="black"/>
                </a:solidFill>
                <a:latin typeface="Aparajita" pitchFamily="34" charset="0"/>
              </a:rPr>
              <a:t>हाथ</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बज्र</a:t>
            </a:r>
            <a:r>
              <a:rPr lang="en-IN" sz="4000" b="1" dirty="0">
                <a:solidFill>
                  <a:prstClr val="black"/>
                </a:solidFill>
                <a:latin typeface="Aparajita" pitchFamily="34" charset="0"/>
              </a:rPr>
              <a:t> औ </a:t>
            </a:r>
            <a:r>
              <a:rPr lang="en-IN" sz="4000" b="1" dirty="0" err="1">
                <a:solidFill>
                  <a:prstClr val="black"/>
                </a:solidFill>
                <a:latin typeface="Aparajita" pitchFamily="34" charset="0"/>
              </a:rPr>
              <a:t>ध्वजा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बिराजै</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जनेउ</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साजै</a:t>
            </a:r>
            <a:r>
              <a:rPr lang="en-IN" sz="4000" b="1" dirty="0">
                <a:solidFill>
                  <a:prstClr val="black"/>
                </a:solidFill>
                <a:latin typeface="Aparajita" pitchFamily="34" charset="0"/>
              </a:rPr>
              <a:t> ॥५॥</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Hätha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Bajra</a:t>
            </a:r>
            <a:r>
              <a:rPr lang="en-US" sz="3600" b="1" dirty="0">
                <a:solidFill>
                  <a:prstClr val="black"/>
                </a:solidFill>
                <a:latin typeface="URW Palladio IT" pitchFamily="2" charset="0"/>
              </a:rPr>
              <a:t> Au </a:t>
            </a:r>
            <a:r>
              <a:rPr lang="en-US" sz="3600" b="1" dirty="0" err="1">
                <a:solidFill>
                  <a:prstClr val="black"/>
                </a:solidFill>
                <a:latin typeface="URW Palladio IT" pitchFamily="2" charset="0"/>
              </a:rPr>
              <a:t>Dhvajä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Biräjai</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Käðdhe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Müðja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Janeü</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Säjai</a:t>
            </a:r>
            <a:r>
              <a:rPr lang="en-US" sz="3600" b="1" dirty="0">
                <a:solidFill>
                  <a:prstClr val="black"/>
                </a:solidFill>
                <a:latin typeface="URW Palladio IT" pitchFamily="2" charset="0"/>
              </a:rPr>
              <a:t> || - 5 </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ಹಾಥ</a:t>
            </a:r>
            <a:r>
              <a:rPr lang="en-US" sz="3600" b="1" dirty="0">
                <a:solidFill>
                  <a:prstClr val="black"/>
                </a:solidFill>
                <a:latin typeface="Calibri" pitchFamily="34" charset="0"/>
              </a:rPr>
              <a:t> </a:t>
            </a:r>
            <a:r>
              <a:rPr lang="en-US" sz="3600" b="1" dirty="0" err="1">
                <a:solidFill>
                  <a:prstClr val="black"/>
                </a:solidFill>
                <a:latin typeface="Calibri" pitchFamily="34" charset="0"/>
              </a:rPr>
              <a:t>ಬಜ್ರ</a:t>
            </a:r>
            <a:r>
              <a:rPr lang="en-US" sz="3600" b="1" dirty="0">
                <a:solidFill>
                  <a:prstClr val="black"/>
                </a:solidFill>
                <a:latin typeface="Calibri" pitchFamily="34" charset="0"/>
              </a:rPr>
              <a:t> ಔ </a:t>
            </a:r>
            <a:r>
              <a:rPr lang="kn-IN" sz="3600" b="1" dirty="0">
                <a:solidFill>
                  <a:prstClr val="black"/>
                </a:solidFill>
                <a:latin typeface="Calibri" pitchFamily="34" charset="0"/>
                <a:ea typeface="Tunga" pitchFamily="2"/>
                <a:cs typeface="Tunga" pitchFamily="2"/>
              </a:rPr>
              <a:t>ಧ್ವಜಾ </a:t>
            </a:r>
            <a:r>
              <a:rPr lang="en-US" sz="3600" b="1" dirty="0" err="1">
                <a:solidFill>
                  <a:prstClr val="black"/>
                </a:solidFill>
                <a:latin typeface="Calibri" pitchFamily="34" charset="0"/>
              </a:rPr>
              <a:t>ಬಿರಾಜೇ</a:t>
            </a:r>
            <a:r>
              <a:rPr lang="en-US" sz="3600" b="1" dirty="0">
                <a:solidFill>
                  <a:prstClr val="black"/>
                </a:solidFill>
                <a:latin typeface="Calibri" pitchFamily="34" charset="0"/>
              </a:rPr>
              <a:t> । </a:t>
            </a:r>
          </a:p>
          <a:p>
            <a:pPr algn="ctr" defTabSz="914309"/>
            <a:r>
              <a:rPr lang="en-US" sz="3600" b="1" dirty="0" err="1">
                <a:solidFill>
                  <a:prstClr val="black"/>
                </a:solidFill>
                <a:latin typeface="Calibri" pitchFamily="34" charset="0"/>
              </a:rPr>
              <a:t>ಕಾಂಧೇ</a:t>
            </a:r>
            <a:r>
              <a:rPr lang="en-US" sz="3600" b="1" dirty="0">
                <a:solidFill>
                  <a:prstClr val="black"/>
                </a:solidFill>
                <a:latin typeface="Calibri" pitchFamily="34" charset="0"/>
              </a:rPr>
              <a:t> </a:t>
            </a:r>
            <a:r>
              <a:rPr lang="en-US" sz="3600" b="1" dirty="0" err="1">
                <a:solidFill>
                  <a:prstClr val="black"/>
                </a:solidFill>
                <a:latin typeface="Calibri" pitchFamily="34" charset="0"/>
              </a:rPr>
              <a:t>ಮೂಂಜ</a:t>
            </a:r>
            <a:r>
              <a:rPr lang="en-US" sz="3600" b="1" dirty="0">
                <a:solidFill>
                  <a:prstClr val="black"/>
                </a:solidFill>
                <a:latin typeface="Calibri" pitchFamily="34" charset="0"/>
              </a:rPr>
              <a:t> </a:t>
            </a:r>
            <a:r>
              <a:rPr lang="en-US" sz="3600" b="1" dirty="0" err="1">
                <a:solidFill>
                  <a:prstClr val="black"/>
                </a:solidFill>
                <a:latin typeface="Calibri" pitchFamily="34" charset="0"/>
              </a:rPr>
              <a:t>ಜನೇಊ</a:t>
            </a:r>
            <a:r>
              <a:rPr lang="en-US" sz="3600" b="1" dirty="0">
                <a:solidFill>
                  <a:prstClr val="black"/>
                </a:solidFill>
                <a:latin typeface="Calibri" pitchFamily="34" charset="0"/>
              </a:rPr>
              <a:t> </a:t>
            </a:r>
            <a:r>
              <a:rPr lang="en-US" sz="3600" b="1" dirty="0" err="1">
                <a:solidFill>
                  <a:prstClr val="black"/>
                </a:solidFill>
                <a:latin typeface="Calibri" pitchFamily="34" charset="0"/>
              </a:rPr>
              <a:t>ಸಾಜೇ</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೫</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is holding in one hand a lighting bolt and in the other a banner with sacred thread across his shoulder.</a:t>
            </a:r>
            <a:endParaRPr lang="en-IN" sz="2800" b="1" dirty="0">
              <a:solidFill>
                <a:prstClr val="black"/>
              </a:solidFill>
              <a:latin typeface="Aparajita" pitchFamily="34" charset="0"/>
            </a:endParaRPr>
          </a:p>
        </p:txBody>
      </p:sp>
    </p:spTree>
    <p:extLst>
      <p:ext uri="{BB962C8B-B14F-4D97-AF65-F5344CB8AC3E}">
        <p14:creationId xmlns:p14="http://schemas.microsoft.com/office/powerpoint/2010/main" val="871869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524133" y="99"/>
            <a:ext cx="9143736" cy="6647397"/>
          </a:xfrm>
          <a:prstGeom prst="rect">
            <a:avLst/>
          </a:prstGeom>
          <a:noFill/>
          <a:ln w="9525">
            <a:noFill/>
            <a:miter lim="800000"/>
            <a:headEnd/>
            <a:tailEnd/>
          </a:ln>
        </p:spPr>
        <p:txBody>
          <a:bodyPr wrap="square">
            <a:spAutoFit/>
          </a:bodyPr>
          <a:lstStyle/>
          <a:p>
            <a:pPr algn="just" defTabSz="914309"/>
            <a:endParaRPr lang="en-IN" sz="1799" b="1" dirty="0">
              <a:solidFill>
                <a:prstClr val="black"/>
              </a:solidFill>
              <a:latin typeface="Palatino Linotype" pitchFamily="18" charset="0"/>
            </a:endParaRPr>
          </a:p>
          <a:p>
            <a:pPr algn="ctr" defTabSz="914309"/>
            <a:r>
              <a:rPr lang="en-IN" sz="4000" b="1" dirty="0" err="1">
                <a:solidFill>
                  <a:prstClr val="black"/>
                </a:solidFill>
                <a:latin typeface="Aparajita" pitchFamily="34" charset="0"/>
              </a:rPr>
              <a:t>सङ्कर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सुवन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केसरीनन्दन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प्रताप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बन्दन</a:t>
            </a:r>
            <a:r>
              <a:rPr lang="en-IN" sz="4000" b="1" dirty="0">
                <a:solidFill>
                  <a:prstClr val="black"/>
                </a:solidFill>
                <a:latin typeface="Aparajita" pitchFamily="34" charset="0"/>
              </a:rPr>
              <a:t> ॥६॥</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Saìkara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Suvana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Kesarénandana</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Teja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Pratäpa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Mahä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Jaga</a:t>
            </a:r>
            <a:r>
              <a:rPr lang="en-US" sz="3600" b="1" dirty="0">
                <a:solidFill>
                  <a:prstClr val="black"/>
                </a:solidFill>
                <a:latin typeface="URW Palladio IT" pitchFamily="2" charset="0"/>
              </a:rPr>
              <a:t> Bandana || - 6 </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ಸಂಕರ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ಸುವನ</a:t>
            </a:r>
            <a:r>
              <a:rPr lang="en-US" sz="3600" b="1" dirty="0">
                <a:solidFill>
                  <a:prstClr val="black"/>
                </a:solidFill>
                <a:latin typeface="Calibri" pitchFamily="34" charset="0"/>
              </a:rPr>
              <a:t> </a:t>
            </a:r>
            <a:r>
              <a:rPr lang="en-US" sz="3600" b="1" dirty="0" err="1">
                <a:solidFill>
                  <a:prstClr val="black"/>
                </a:solidFill>
                <a:latin typeface="Calibri" pitchFamily="34" charset="0"/>
              </a:rPr>
              <a:t>ಕೇಸರೀ</a:t>
            </a:r>
            <a:r>
              <a:rPr lang="en-US" sz="3600" b="1" dirty="0">
                <a:solidFill>
                  <a:prstClr val="black"/>
                </a:solidFill>
                <a:latin typeface="Calibri" pitchFamily="34" charset="0"/>
              </a:rPr>
              <a:t> </a:t>
            </a:r>
            <a:r>
              <a:rPr lang="en-US" sz="3600" b="1" dirty="0" err="1">
                <a:solidFill>
                  <a:prstClr val="black"/>
                </a:solidFill>
                <a:latin typeface="Calibri" pitchFamily="34" charset="0"/>
              </a:rPr>
              <a:t>ನಂದನ</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ತೇಜ</a:t>
            </a:r>
            <a:r>
              <a:rPr lang="en-US" sz="3600" b="1" dirty="0">
                <a:solidFill>
                  <a:prstClr val="black"/>
                </a:solidFill>
                <a:latin typeface="Calibri" pitchFamily="34" charset="0"/>
              </a:rPr>
              <a:t> </a:t>
            </a:r>
            <a:r>
              <a:rPr lang="en-US" sz="3600" b="1" dirty="0" err="1">
                <a:solidFill>
                  <a:prstClr val="black"/>
                </a:solidFill>
                <a:latin typeface="Calibri" pitchFamily="34" charset="0"/>
              </a:rPr>
              <a:t>ಪ್ರತಾಪ</a:t>
            </a:r>
            <a:r>
              <a:rPr lang="en-US" sz="3600" b="1" dirty="0">
                <a:solidFill>
                  <a:prstClr val="black"/>
                </a:solidFill>
                <a:latin typeface="Calibri" pitchFamily="34" charset="0"/>
              </a:rPr>
              <a:t> </a:t>
            </a:r>
            <a:r>
              <a:rPr lang="en-US" sz="3600" b="1" dirty="0" err="1">
                <a:solidFill>
                  <a:prstClr val="black"/>
                </a:solidFill>
                <a:latin typeface="Calibri" pitchFamily="34" charset="0"/>
              </a:rPr>
              <a:t>ಮಹಾ</a:t>
            </a:r>
            <a:r>
              <a:rPr lang="en-US" sz="3600" b="1" dirty="0">
                <a:solidFill>
                  <a:prstClr val="black"/>
                </a:solidFill>
                <a:latin typeface="Calibri" pitchFamily="34" charset="0"/>
              </a:rPr>
              <a:t> </a:t>
            </a:r>
            <a:r>
              <a:rPr lang="en-US" sz="3600" b="1" dirty="0" err="1">
                <a:solidFill>
                  <a:prstClr val="black"/>
                </a:solidFill>
                <a:latin typeface="Calibri" pitchFamily="34" charset="0"/>
              </a:rPr>
              <a:t>ಜಗ</a:t>
            </a:r>
            <a:r>
              <a:rPr lang="en-US" sz="3600" b="1" dirty="0">
                <a:solidFill>
                  <a:prstClr val="black"/>
                </a:solidFill>
                <a:latin typeface="Calibri" pitchFamily="34" charset="0"/>
              </a:rPr>
              <a:t> </a:t>
            </a:r>
            <a:r>
              <a:rPr lang="en-US" sz="3600" b="1" dirty="0" err="1">
                <a:solidFill>
                  <a:prstClr val="black"/>
                </a:solidFill>
                <a:latin typeface="Calibri" pitchFamily="34" charset="0"/>
              </a:rPr>
              <a:t>ಬಂದನ</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೬</a:t>
            </a:r>
            <a:r>
              <a:rPr lang="en-US" sz="3600" b="1" dirty="0">
                <a:solidFill>
                  <a:prstClr val="black"/>
                </a:solidFill>
                <a:latin typeface="Calibri" pitchFamily="34" charset="0"/>
              </a:rPr>
              <a:t>॥</a:t>
            </a:r>
          </a:p>
          <a:p>
            <a:pPr algn="ctr" defTabSz="914309"/>
            <a:endParaRPr lang="en-US" sz="3600"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emanation of 'SHIVA' and you delight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IN" sz="2399" b="1" dirty="0" err="1">
                <a:solidFill>
                  <a:prstClr val="black"/>
                </a:solidFill>
                <a:latin typeface="Palatino Linotype" pitchFamily="18" charset="0"/>
              </a:rPr>
              <a:t>Kesari</a:t>
            </a:r>
            <a:r>
              <a:rPr lang="en-US" sz="2399" b="1" dirty="0">
                <a:solidFill>
                  <a:prstClr val="black"/>
                </a:solidFill>
                <a:latin typeface="Palatino Linotype" pitchFamily="18" charset="0"/>
              </a:rPr>
              <a:t>. Being ever effulgent, </a:t>
            </a:r>
            <a:r>
              <a:rPr lang="en-IN" sz="2399" b="1" dirty="0">
                <a:solidFill>
                  <a:prstClr val="black"/>
                </a:solidFill>
                <a:latin typeface="Palatino Linotype" pitchFamily="18" charset="0"/>
              </a:rPr>
              <a:t>your glory is revered throughout  the world. </a:t>
            </a:r>
            <a:endParaRPr lang="en-IN" sz="3200" b="1" dirty="0">
              <a:solidFill>
                <a:prstClr val="black"/>
              </a:solidFill>
              <a:latin typeface="Palatino Linotype" pitchFamily="18" charset="0"/>
            </a:endParaRPr>
          </a:p>
        </p:txBody>
      </p:sp>
    </p:spTree>
    <p:extLst>
      <p:ext uri="{BB962C8B-B14F-4D97-AF65-F5344CB8AC3E}">
        <p14:creationId xmlns:p14="http://schemas.microsoft.com/office/powerpoint/2010/main" val="29247138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524133" y="99"/>
            <a:ext cx="9143736" cy="6278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309"/>
            <a:endParaRPr lang="en-US" sz="1799" dirty="0">
              <a:solidFill>
                <a:prstClr val="black"/>
              </a:solidFill>
              <a:latin typeface="Calibri" pitchFamily="34" charset="0"/>
            </a:endParaRPr>
          </a:p>
          <a:p>
            <a:pPr algn="ctr" defTabSz="914309"/>
            <a:r>
              <a:rPr lang="en-IN" sz="4000" b="1" dirty="0" err="1">
                <a:solidFill>
                  <a:prstClr val="black"/>
                </a:solidFill>
                <a:latin typeface="Aparajita" pitchFamily="34" charset="0"/>
              </a:rPr>
              <a:t>बिद्यावान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चातुर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आतुर</a:t>
            </a:r>
            <a:r>
              <a:rPr lang="en-IN" sz="4000" b="1" dirty="0">
                <a:solidFill>
                  <a:prstClr val="black"/>
                </a:solidFill>
                <a:latin typeface="Aparajita" pitchFamily="34" charset="0"/>
              </a:rPr>
              <a:t> ॥७॥</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Vidyäväna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Guné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Cätura</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Karibe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Ätura</a:t>
            </a:r>
            <a:r>
              <a:rPr lang="en-US" sz="3600" b="1" dirty="0">
                <a:solidFill>
                  <a:prstClr val="black"/>
                </a:solidFill>
                <a:latin typeface="URW Palladio IT" pitchFamily="2" charset="0"/>
              </a:rPr>
              <a:t> || - 7</a:t>
            </a:r>
          </a:p>
          <a:p>
            <a:pPr algn="ctr" defTabSz="914309"/>
            <a:endParaRPr lang="en-US" sz="3600" b="1" dirty="0">
              <a:solidFill>
                <a:prstClr val="black"/>
              </a:solidFill>
              <a:latin typeface="URW Palladio IT" pitchFamily="2" charset="0"/>
            </a:endParaRPr>
          </a:p>
          <a:p>
            <a:pPr algn="ctr" defTabSz="914309"/>
            <a:r>
              <a:rPr lang="kn-IN" sz="3600" b="1" dirty="0">
                <a:solidFill>
                  <a:prstClr val="black"/>
                </a:solidFill>
                <a:latin typeface="Calibri" pitchFamily="34" charset="0"/>
                <a:ea typeface="Tunga" pitchFamily="2"/>
                <a:cs typeface="Tunga" pitchFamily="2"/>
              </a:rPr>
              <a:t>ಬಿ</a:t>
            </a:r>
            <a:r>
              <a:rPr lang="en-US" sz="3600" b="1" dirty="0" err="1">
                <a:solidFill>
                  <a:prstClr val="black"/>
                </a:solidFill>
                <a:latin typeface="Calibri" pitchFamily="34" charset="0"/>
              </a:rPr>
              <a:t>ದ್ಯಾವಾನ</a:t>
            </a:r>
            <a:r>
              <a:rPr lang="en-US" sz="3600" b="1" dirty="0">
                <a:solidFill>
                  <a:prstClr val="black"/>
                </a:solidFill>
                <a:latin typeface="Calibri" pitchFamily="34" charset="0"/>
              </a:rPr>
              <a:t> </a:t>
            </a:r>
            <a:r>
              <a:rPr lang="en-US" sz="3600" b="1" dirty="0" err="1">
                <a:solidFill>
                  <a:prstClr val="black"/>
                </a:solidFill>
                <a:latin typeface="Calibri" pitchFamily="34" charset="0"/>
              </a:rPr>
              <a:t>ಗು</a:t>
            </a:r>
            <a:r>
              <a:rPr lang="en-US" sz="3600" b="1" dirty="0" err="1">
                <a:solidFill>
                  <a:srgbClr val="000000"/>
                </a:solidFill>
                <a:latin typeface="BRH Kannada" pitchFamily="2" charset="0"/>
              </a:rPr>
              <a:t>¤Ã</a:t>
            </a:r>
            <a:r>
              <a:rPr lang="en-US" sz="3600" b="1" dirty="0">
                <a:solidFill>
                  <a:prstClr val="black"/>
                </a:solidFill>
                <a:latin typeface="Calibri" pitchFamily="34" charset="0"/>
              </a:rPr>
              <a:t> </a:t>
            </a:r>
            <a:r>
              <a:rPr lang="en-US" sz="3600" b="1" dirty="0" err="1">
                <a:solidFill>
                  <a:prstClr val="black"/>
                </a:solidFill>
                <a:latin typeface="Calibri" pitchFamily="34" charset="0"/>
              </a:rPr>
              <a:t>ಅತಿ</a:t>
            </a:r>
            <a:r>
              <a:rPr lang="en-US" sz="3600" b="1" dirty="0">
                <a:solidFill>
                  <a:prstClr val="black"/>
                </a:solidFill>
                <a:latin typeface="Calibri" pitchFamily="34" charset="0"/>
              </a:rPr>
              <a:t> </a:t>
            </a:r>
            <a:r>
              <a:rPr lang="en-US" sz="3600" b="1" dirty="0" err="1">
                <a:solidFill>
                  <a:prstClr val="black"/>
                </a:solidFill>
                <a:latin typeface="Calibri" pitchFamily="34" charset="0"/>
              </a:rPr>
              <a:t>ಚಾತುರ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ಕಾಜ</a:t>
            </a:r>
            <a:r>
              <a:rPr lang="en-US" sz="3600" b="1" dirty="0">
                <a:solidFill>
                  <a:prstClr val="black"/>
                </a:solidFill>
                <a:latin typeface="Calibri" pitchFamily="34" charset="0"/>
              </a:rPr>
              <a:t> </a:t>
            </a:r>
            <a:r>
              <a:rPr lang="en-US" sz="3600" b="1" dirty="0" err="1">
                <a:solidFill>
                  <a:prstClr val="black"/>
                </a:solidFill>
                <a:latin typeface="Calibri" pitchFamily="34" charset="0"/>
              </a:rPr>
              <a:t>ಕರಿಬೇ</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ಆತುರ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೭</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repository learning, virtuous, very wise and highly keen to do the work of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Ram.</a:t>
            </a:r>
            <a:endParaRPr lang="en-US" sz="1799" dirty="0">
              <a:solidFill>
                <a:prstClr val="black"/>
              </a:solidFill>
              <a:latin typeface="Calibri" pitchFamily="34" charset="0"/>
            </a:endParaRPr>
          </a:p>
        </p:txBody>
      </p:sp>
    </p:spTree>
    <p:extLst>
      <p:ext uri="{BB962C8B-B14F-4D97-AF65-F5344CB8AC3E}">
        <p14:creationId xmlns:p14="http://schemas.microsoft.com/office/powerpoint/2010/main" val="13222488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524133" y="114"/>
            <a:ext cx="9143736" cy="6924324"/>
          </a:xfrm>
          <a:prstGeom prst="rect">
            <a:avLst/>
          </a:prstGeom>
          <a:noFill/>
          <a:ln w="9525">
            <a:noFill/>
            <a:miter lim="800000"/>
            <a:headEnd/>
            <a:tailEnd/>
          </a:ln>
        </p:spPr>
        <p:txBody>
          <a:bodyPr wrap="square">
            <a:spAutoFit/>
          </a:bodyPr>
          <a:lstStyle/>
          <a:p>
            <a:pPr algn="ctr" defTabSz="914309"/>
            <a:endParaRPr lang="en-US" sz="1600" dirty="0">
              <a:solidFill>
                <a:prstClr val="black"/>
              </a:solidFill>
              <a:latin typeface="Calibri" pitchFamily="34" charset="0"/>
            </a:endParaRPr>
          </a:p>
          <a:p>
            <a:pPr algn="ctr" defTabSz="914309"/>
            <a:r>
              <a:rPr lang="en-IN" sz="4000" b="1" dirty="0" err="1">
                <a:solidFill>
                  <a:prstClr val="black"/>
                </a:solidFill>
                <a:latin typeface="Aparajita" pitchFamily="34" charset="0"/>
              </a:rPr>
              <a:t>प्रभु</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चरित्र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सुनिबे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रसिया</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लखन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बसिया</a:t>
            </a:r>
            <a:r>
              <a:rPr lang="en-IN" sz="4000" b="1" dirty="0">
                <a:solidFill>
                  <a:prstClr val="black"/>
                </a:solidFill>
                <a:latin typeface="Aparajita" pitchFamily="34" charset="0"/>
              </a:rPr>
              <a:t> ॥८॥</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Prabhu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Caritra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Sunibe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Rasiyä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Lakhana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Sétä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Basiyä</a:t>
            </a:r>
            <a:r>
              <a:rPr lang="en-US" sz="3600" b="1" dirty="0">
                <a:solidFill>
                  <a:prstClr val="black"/>
                </a:solidFill>
                <a:latin typeface="URW Palladio IT" pitchFamily="2" charset="0"/>
              </a:rPr>
              <a:t> || - 8</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ಪ್ರಭು</a:t>
            </a:r>
            <a:r>
              <a:rPr lang="en-US" sz="3600" b="1" dirty="0">
                <a:solidFill>
                  <a:prstClr val="black"/>
                </a:solidFill>
                <a:latin typeface="Calibri" pitchFamily="34" charset="0"/>
              </a:rPr>
              <a:t> </a:t>
            </a:r>
            <a:r>
              <a:rPr lang="en-US" sz="3600" b="1" dirty="0" err="1">
                <a:solidFill>
                  <a:prstClr val="black"/>
                </a:solidFill>
                <a:latin typeface="Calibri" pitchFamily="34" charset="0"/>
              </a:rPr>
              <a:t>ಚರಿತ್ರ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ಸುನಿಬೇ</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ರಸಿಯಾ</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ಲಖ</a:t>
            </a:r>
            <a:r>
              <a:rPr lang="kn-IN" sz="3600" b="1" dirty="0">
                <a:solidFill>
                  <a:prstClr val="black"/>
                </a:solidFill>
                <a:latin typeface="Calibri" pitchFamily="34" charset="0"/>
                <a:ea typeface="Tunga" pitchFamily="2"/>
                <a:cs typeface="Tunga" pitchFamily="2"/>
              </a:rPr>
              <a:t>ನ </a:t>
            </a:r>
            <a:r>
              <a:rPr lang="en-US" sz="3600" b="1" dirty="0" err="1">
                <a:solidFill>
                  <a:prstClr val="black"/>
                </a:solidFill>
                <a:latin typeface="Calibri" pitchFamily="34" charset="0"/>
              </a:rPr>
              <a:t>ಸೀತಾ</a:t>
            </a:r>
            <a:r>
              <a:rPr lang="en-US" sz="3600" b="1" dirty="0">
                <a:solidFill>
                  <a:prstClr val="black"/>
                </a:solidFill>
                <a:latin typeface="Calibri" pitchFamily="34" charset="0"/>
              </a:rPr>
              <a:t> </a:t>
            </a:r>
            <a:r>
              <a:rPr lang="en-US" sz="3600" b="1" dirty="0" err="1">
                <a:solidFill>
                  <a:prstClr val="black"/>
                </a:solidFill>
                <a:latin typeface="Calibri" pitchFamily="34" charset="0"/>
              </a:rPr>
              <a:t>ಮನ</a:t>
            </a:r>
            <a:r>
              <a:rPr lang="en-US" sz="3600" b="1" dirty="0">
                <a:solidFill>
                  <a:prstClr val="black"/>
                </a:solidFill>
                <a:latin typeface="Calibri" pitchFamily="34" charset="0"/>
              </a:rPr>
              <a:t> </a:t>
            </a:r>
            <a:r>
              <a:rPr lang="en-US" sz="3600" b="1" dirty="0" err="1">
                <a:solidFill>
                  <a:prstClr val="black"/>
                </a:solidFill>
                <a:latin typeface="Calibri" pitchFamily="34" charset="0"/>
              </a:rPr>
              <a:t>ಬಸಿಯಾ</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೮</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You are intensely greedy for listening to the 	narration of Lord Ram's life-story and revel on its 	enjoyment. You ever dwell in the hearts of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Ram-</a:t>
            </a:r>
            <a:r>
              <a:rPr lang="en-US" sz="2399" b="1" dirty="0" err="1">
                <a:solidFill>
                  <a:prstClr val="black"/>
                </a:solidFill>
                <a:latin typeface="Palatino Linotype" pitchFamily="18" charset="0"/>
              </a:rPr>
              <a:t>Sita</a:t>
            </a:r>
            <a:r>
              <a:rPr lang="en-US" sz="2399" b="1" dirty="0">
                <a:solidFill>
                  <a:prstClr val="black"/>
                </a:solidFill>
                <a:latin typeface="Palatino Linotype" pitchFamily="18" charset="0"/>
              </a:rPr>
              <a:t> and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Lakshman</a:t>
            </a:r>
            <a:r>
              <a:rPr lang="en-US" sz="2399" b="1" dirty="0">
                <a:solidFill>
                  <a:prstClr val="black"/>
                </a:solidFill>
                <a:latin typeface="Palatino Linotype" pitchFamily="18" charset="0"/>
              </a:rPr>
              <a:t>.</a:t>
            </a:r>
            <a:r>
              <a:rPr lang="en-US" sz="1999" b="1" dirty="0">
                <a:solidFill>
                  <a:prstClr val="black"/>
                </a:solidFill>
                <a:latin typeface="Calibri" pitchFamily="34" charset="0"/>
              </a:rPr>
              <a:t/>
            </a:r>
            <a:br>
              <a:rPr lang="en-US" sz="1999" b="1" dirty="0">
                <a:solidFill>
                  <a:prstClr val="black"/>
                </a:solidFill>
                <a:latin typeface="Calibri" pitchFamily="34" charset="0"/>
              </a:rPr>
            </a:br>
            <a:endParaRPr lang="en-US" sz="1999" b="1" dirty="0">
              <a:solidFill>
                <a:prstClr val="black"/>
              </a:solidFill>
              <a:latin typeface="Calibri" pitchFamily="34" charset="0"/>
            </a:endParaRPr>
          </a:p>
        </p:txBody>
      </p:sp>
    </p:spTree>
    <p:extLst>
      <p:ext uri="{BB962C8B-B14F-4D97-AF65-F5344CB8AC3E}">
        <p14:creationId xmlns:p14="http://schemas.microsoft.com/office/powerpoint/2010/main" val="27120851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srgbClr val="FFFFFF"/>
                </a:solidFill>
                <a:latin typeface="Aparajita" pitchFamily="34" charset="0"/>
              </a:rPr>
              <a:t>॥ इति श्रीमद्गोस्वामीतुलसीदासजी अवधी भाषायां विरचितं श्रीहनुमान चालीसा ॥</a:t>
            </a:r>
            <a:endParaRPr lang="en-US" sz="2500" b="1">
              <a:solidFill>
                <a:srgbClr val="FFFFFF"/>
              </a:solidFill>
              <a:latin typeface="Aparajita" pitchFamily="34" charset="0"/>
            </a:endParaRPr>
          </a:p>
        </p:txBody>
      </p:sp>
      <p:sp>
        <p:nvSpPr>
          <p:cNvPr id="34819" name="Rectangle 1"/>
          <p:cNvSpPr>
            <a:spLocks noChangeArrowheads="1"/>
          </p:cNvSpPr>
          <p:nvPr/>
        </p:nvSpPr>
        <p:spPr bwMode="auto">
          <a:xfrm>
            <a:off x="1576519" y="4740253"/>
            <a:ext cx="9143736" cy="2246825"/>
          </a:xfrm>
          <a:prstGeom prst="rect">
            <a:avLst/>
          </a:prstGeom>
          <a:noFill/>
          <a:ln w="9525">
            <a:noFill/>
            <a:miter lim="800000"/>
            <a:headEnd/>
            <a:tailEnd/>
          </a:ln>
        </p:spPr>
        <p:txBody>
          <a:bodyPr>
            <a:spAutoFit/>
          </a:bodyPr>
          <a:lstStyle/>
          <a:p>
            <a:pPr defTabSz="914309"/>
            <a:r>
              <a:rPr lang="en-US" sz="2800" b="1" dirty="0">
                <a:solidFill>
                  <a:srgbClr val="000000"/>
                </a:solidFill>
                <a:latin typeface="Calibri"/>
              </a:rPr>
              <a:t>	</a:t>
            </a:r>
          </a:p>
          <a:p>
            <a:pPr algn="ctr" defTabSz="914309"/>
            <a:r>
              <a:rPr lang="hi-IN" sz="2800" b="1" dirty="0">
                <a:solidFill>
                  <a:srgbClr val="000000"/>
                </a:solidFill>
                <a:latin typeface="Calibri"/>
              </a:rPr>
              <a:t>राम लक्ष्मण जानकी</a:t>
            </a:r>
            <a:r>
              <a:rPr lang="en-US" sz="2800" b="1" dirty="0">
                <a:solidFill>
                  <a:srgbClr val="000000"/>
                </a:solidFill>
                <a:latin typeface="Calibri"/>
              </a:rPr>
              <a:t>		</a:t>
            </a:r>
            <a:r>
              <a:rPr lang="en-US" sz="2800" dirty="0" err="1">
                <a:solidFill>
                  <a:srgbClr val="000000"/>
                </a:solidFill>
                <a:latin typeface="URW Palladio IT" pitchFamily="2" charset="0"/>
              </a:rPr>
              <a:t>Räma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La</a:t>
            </a:r>
            <a:r>
              <a:rPr lang="en-US" altLang="zh-CN" sz="2800" dirty="0" err="1">
                <a:solidFill>
                  <a:srgbClr val="000000"/>
                </a:solidFill>
                <a:latin typeface="URW Palladio IT" pitchFamily="2" charset="0"/>
                <a:ea typeface="宋体" panose="02010600030101010101" pitchFamily="2" charset="-122"/>
                <a:sym typeface="URW Palladio IT" pitchFamily="2" charset="0"/>
              </a:rPr>
              <a:t>kñ</a:t>
            </a:r>
            <a:r>
              <a:rPr lang="en-US" sz="2800" dirty="0" err="1">
                <a:solidFill>
                  <a:srgbClr val="000000"/>
                </a:solidFill>
                <a:latin typeface="URW Palladio IT" pitchFamily="2" charset="0"/>
              </a:rPr>
              <a:t>hmaëa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Jänaké</a:t>
            </a:r>
            <a:endParaRPr lang="en-US" sz="2800" dirty="0">
              <a:solidFill>
                <a:srgbClr val="000000"/>
              </a:solidFill>
              <a:latin typeface="URW Palladio IT" pitchFamily="2" charset="0"/>
            </a:endParaRPr>
          </a:p>
          <a:p>
            <a:pPr algn="ctr" defTabSz="914309"/>
            <a:r>
              <a:rPr lang="hi-IN" sz="2800" b="1" dirty="0">
                <a:solidFill>
                  <a:srgbClr val="000000"/>
                </a:solidFill>
                <a:latin typeface="Calibri"/>
              </a:rPr>
              <a:t>जय बोलो हनुमान की</a:t>
            </a:r>
            <a:r>
              <a:rPr lang="en-US" sz="2800" b="1" dirty="0">
                <a:solidFill>
                  <a:srgbClr val="000000"/>
                </a:solidFill>
                <a:latin typeface="Calibri"/>
              </a:rPr>
              <a:t>	</a:t>
            </a:r>
            <a:r>
              <a:rPr lang="en-US" sz="2800" dirty="0">
                <a:solidFill>
                  <a:srgbClr val="000000"/>
                </a:solidFill>
                <a:latin typeface="URW Palladio IT" pitchFamily="2" charset="0"/>
              </a:rPr>
              <a:t> Jaya Bolo </a:t>
            </a:r>
            <a:r>
              <a:rPr lang="en-US" sz="2800" dirty="0" err="1">
                <a:solidFill>
                  <a:srgbClr val="000000"/>
                </a:solidFill>
                <a:latin typeface="URW Palladio IT" pitchFamily="2" charset="0"/>
              </a:rPr>
              <a:t>Hanumäna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Ké</a:t>
            </a:r>
            <a:endParaRPr lang="en-CA" sz="2800" b="1" dirty="0">
              <a:solidFill>
                <a:srgbClr val="000000"/>
              </a:solidFill>
              <a:latin typeface="Calibri"/>
            </a:endParaRPr>
          </a:p>
          <a:p>
            <a:pPr algn="ctr" defTabSz="914309"/>
            <a:r>
              <a:rPr lang="kn-IN" sz="2800" b="1" dirty="0">
                <a:solidFill>
                  <a:srgbClr val="000000"/>
                </a:solidFill>
                <a:latin typeface="Calibri"/>
              </a:rPr>
              <a:t>ರಾಮ ಲಕ್ಷ್ಮಣ ಜಾನಕೀ</a:t>
            </a:r>
          </a:p>
          <a:p>
            <a:pPr algn="ctr" defTabSz="914309"/>
            <a:r>
              <a:rPr lang="kn-IN" sz="2800" b="1" dirty="0">
                <a:solidFill>
                  <a:srgbClr val="000000"/>
                </a:solidFill>
                <a:latin typeface="Calibri"/>
              </a:rPr>
              <a:t>ಜೈ ಬೋಲೋ ಹನುಮಾನ್ ಕೀ</a:t>
            </a:r>
            <a:endParaRPr lang="en-IN" sz="2800" b="1" dirty="0">
              <a:solidFill>
                <a:srgbClr val="000000"/>
              </a:solidFill>
              <a:latin typeface="Calibri"/>
            </a:endParaRPr>
          </a:p>
        </p:txBody>
      </p:sp>
      <p:pic>
        <p:nvPicPr>
          <p:cNvPr id="34820" name="Picture 2" descr="G:\Rama\1136sitaramlakshmanhanuman.jpg"/>
          <p:cNvPicPr>
            <a:picLocks noChangeAspect="1" noChangeArrowheads="1"/>
          </p:cNvPicPr>
          <p:nvPr/>
        </p:nvPicPr>
        <p:blipFill>
          <a:blip r:embed="rId2"/>
          <a:srcRect/>
          <a:stretch>
            <a:fillRect/>
          </a:stretch>
        </p:blipFill>
        <p:spPr bwMode="auto">
          <a:xfrm>
            <a:off x="3162385" y="9626"/>
            <a:ext cx="5867230" cy="5171925"/>
          </a:xfrm>
          <a:prstGeom prst="rect">
            <a:avLst/>
          </a:prstGeom>
          <a:noFill/>
          <a:ln w="9525">
            <a:noFill/>
            <a:miter lim="800000"/>
            <a:headEnd/>
            <a:tailEnd/>
          </a:ln>
        </p:spPr>
      </p:pic>
    </p:spTree>
    <p:extLst>
      <p:ext uri="{BB962C8B-B14F-4D97-AF65-F5344CB8AC3E}">
        <p14:creationId xmlns:p14="http://schemas.microsoft.com/office/powerpoint/2010/main" val="10309134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524133" y="152517"/>
            <a:ext cx="9143736" cy="6370470"/>
          </a:xfrm>
          <a:prstGeom prst="rect">
            <a:avLst/>
          </a:prstGeom>
          <a:noFill/>
          <a:ln w="9525">
            <a:noFill/>
            <a:miter lim="800000"/>
            <a:headEnd/>
            <a:tailEnd/>
          </a:ln>
        </p:spPr>
        <p:txBody>
          <a:bodyPr wrap="square">
            <a:spAutoFit/>
          </a:bodyPr>
          <a:lstStyle/>
          <a:p>
            <a:pPr algn="ctr" defTabSz="914309"/>
            <a:r>
              <a:rPr lang="en-IN" sz="4000" b="1" dirty="0" err="1">
                <a:solidFill>
                  <a:prstClr val="black"/>
                </a:solidFill>
                <a:latin typeface="Aparajita" pitchFamily="34" charset="0"/>
              </a:rPr>
              <a:t>सूक्ष्म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सियहिं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दिखावा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बिकट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लङ्क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जरावा</a:t>
            </a:r>
            <a:r>
              <a:rPr lang="en-IN" sz="4000" b="1" dirty="0">
                <a:solidFill>
                  <a:prstClr val="black"/>
                </a:solidFill>
                <a:latin typeface="Aparajita" pitchFamily="34" charset="0"/>
              </a:rPr>
              <a:t> ॥९॥</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Sükñma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Rüpa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Dhari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Siyahià</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Dikhävä</a:t>
            </a:r>
            <a:r>
              <a:rPr lang="en-US" sz="3600" b="1" dirty="0">
                <a:solidFill>
                  <a:prstClr val="black"/>
                </a:solidFill>
                <a:latin typeface="URW Palladio IT" pitchFamily="2" charset="0"/>
              </a:rPr>
              <a:t>| </a:t>
            </a:r>
          </a:p>
          <a:p>
            <a:pPr algn="ctr" defTabSz="914309"/>
            <a:r>
              <a:rPr lang="en-US" sz="3600" b="1" dirty="0" err="1">
                <a:solidFill>
                  <a:prstClr val="black"/>
                </a:solidFill>
                <a:latin typeface="URW Palladio IT" pitchFamily="2" charset="0"/>
              </a:rPr>
              <a:t>Bikaöa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Rüpa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Dhari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Laìka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Jarävä</a:t>
            </a:r>
            <a:r>
              <a:rPr lang="en-US" sz="3600" b="1" dirty="0">
                <a:solidFill>
                  <a:prstClr val="black"/>
                </a:solidFill>
                <a:latin typeface="URW Palladio IT" pitchFamily="2" charset="0"/>
              </a:rPr>
              <a:t> || - 9</a:t>
            </a:r>
          </a:p>
          <a:p>
            <a:pPr algn="ctr" defTabSz="914309"/>
            <a:endParaRPr lang="en-US" sz="3600" b="1" dirty="0">
              <a:solidFill>
                <a:prstClr val="black"/>
              </a:solidFill>
              <a:latin typeface="URW Palladio IT" pitchFamily="2" charset="0"/>
            </a:endParaRPr>
          </a:p>
          <a:p>
            <a:pPr algn="ctr" defTabSz="914309"/>
            <a:r>
              <a:rPr lang="kn-IN" sz="3600" b="1" dirty="0">
                <a:solidFill>
                  <a:prstClr val="black"/>
                </a:solidFill>
                <a:latin typeface="Calibri" pitchFamily="34" charset="0"/>
                <a:ea typeface="Tunga" pitchFamily="2"/>
                <a:cs typeface="Tunga" pitchFamily="2"/>
              </a:rPr>
              <a:t>ಸೂಕ್ಷ್ಮ ರೂಪ </a:t>
            </a:r>
            <a:r>
              <a:rPr lang="en-US" sz="3600" b="1" dirty="0" err="1">
                <a:solidFill>
                  <a:prstClr val="black"/>
                </a:solidFill>
                <a:latin typeface="Calibri" pitchFamily="34" charset="0"/>
              </a:rPr>
              <a:t>ಧರಿ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ಸಿಯ</a:t>
            </a:r>
            <a:r>
              <a:rPr lang="kn-IN" sz="3600" b="1" dirty="0">
                <a:solidFill>
                  <a:prstClr val="black"/>
                </a:solidFill>
                <a:latin typeface="Calibri" pitchFamily="34" charset="0"/>
                <a:ea typeface="Tunga" pitchFamily="2"/>
                <a:cs typeface="Tunga" pitchFamily="2"/>
              </a:rPr>
              <a:t>ಹಿಂ </a:t>
            </a:r>
            <a:r>
              <a:rPr lang="en-US" sz="3600" b="1" dirty="0" err="1">
                <a:solidFill>
                  <a:prstClr val="black"/>
                </a:solidFill>
                <a:latin typeface="Calibri" pitchFamily="34" charset="0"/>
              </a:rPr>
              <a:t>ದಿಖಾವಾ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ಬಿಕಟ</a:t>
            </a:r>
            <a:r>
              <a:rPr lang="en-US" sz="3600" b="1" dirty="0">
                <a:solidFill>
                  <a:prstClr val="black"/>
                </a:solidFill>
                <a:latin typeface="Calibri" pitchFamily="34" charset="0"/>
              </a:rPr>
              <a:t> </a:t>
            </a:r>
            <a:r>
              <a:rPr lang="en-US" sz="3600" b="1" dirty="0" err="1">
                <a:solidFill>
                  <a:prstClr val="black"/>
                </a:solidFill>
                <a:latin typeface="Calibri" pitchFamily="34" charset="0"/>
              </a:rPr>
              <a:t>ರೂಪ</a:t>
            </a:r>
            <a:r>
              <a:rPr lang="en-US" sz="3600" b="1" dirty="0">
                <a:solidFill>
                  <a:prstClr val="black"/>
                </a:solidFill>
                <a:latin typeface="Calibri" pitchFamily="34" charset="0"/>
              </a:rPr>
              <a:t> </a:t>
            </a:r>
            <a:r>
              <a:rPr lang="en-US" sz="3600" b="1" dirty="0" err="1">
                <a:solidFill>
                  <a:prstClr val="black"/>
                </a:solidFill>
                <a:latin typeface="Calibri" pitchFamily="34" charset="0"/>
              </a:rPr>
              <a:t>ಧರಿ</a:t>
            </a:r>
            <a:r>
              <a:rPr lang="en-US" sz="3600" b="1" dirty="0">
                <a:solidFill>
                  <a:prstClr val="black"/>
                </a:solidFill>
                <a:latin typeface="Calibri" pitchFamily="34" charset="0"/>
              </a:rPr>
              <a:t> </a:t>
            </a:r>
            <a:r>
              <a:rPr lang="en-US" sz="3600" b="1" dirty="0" err="1">
                <a:solidFill>
                  <a:prstClr val="black"/>
                </a:solidFill>
                <a:latin typeface="Calibri" pitchFamily="34" charset="0"/>
              </a:rPr>
              <a:t>ಲಂಕ</a:t>
            </a:r>
            <a:r>
              <a:rPr lang="en-US" sz="3600" b="1" dirty="0">
                <a:solidFill>
                  <a:prstClr val="black"/>
                </a:solidFill>
                <a:latin typeface="Calibri" pitchFamily="34" charset="0"/>
              </a:rPr>
              <a:t> </a:t>
            </a:r>
            <a:r>
              <a:rPr lang="en-US" sz="3600" b="1" dirty="0" err="1">
                <a:solidFill>
                  <a:prstClr val="black"/>
                </a:solidFill>
                <a:latin typeface="Calibri" pitchFamily="34" charset="0"/>
              </a:rPr>
              <a:t>ಜರಾವಾ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೯</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You appeared before </a:t>
            </a:r>
            <a:r>
              <a:rPr lang="en-US" sz="2399" b="1" dirty="0" err="1">
                <a:solidFill>
                  <a:prstClr val="black"/>
                </a:solidFill>
                <a:latin typeface="Palatino Linotype" pitchFamily="18" charset="0"/>
              </a:rPr>
              <a:t>Sita</a:t>
            </a:r>
            <a:r>
              <a:rPr lang="en-US" sz="2399" b="1" dirty="0">
                <a:solidFill>
                  <a:prstClr val="black"/>
                </a:solidFill>
                <a:latin typeface="Palatino Linotype" pitchFamily="18" charset="0"/>
              </a:rPr>
              <a:t> in a diminutive form and spoke to her, while you assumed an awesome form and struck terror by setting Lanka on fire.</a:t>
            </a:r>
            <a:endParaRPr lang="en-US" sz="3200" b="1" dirty="0">
              <a:solidFill>
                <a:prstClr val="black"/>
              </a:solidFill>
              <a:latin typeface="Palatino Linotype" pitchFamily="18" charset="0"/>
            </a:endParaRPr>
          </a:p>
        </p:txBody>
      </p:sp>
    </p:spTree>
    <p:extLst>
      <p:ext uri="{BB962C8B-B14F-4D97-AF65-F5344CB8AC3E}">
        <p14:creationId xmlns:p14="http://schemas.microsoft.com/office/powerpoint/2010/main" val="23286715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524133" y="228715"/>
            <a:ext cx="9143736" cy="6216622"/>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भीम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असुर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सँहारे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रामचन्द्र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सँवारे</a:t>
            </a:r>
            <a:r>
              <a:rPr lang="en-IN" sz="4000" b="1" dirty="0">
                <a:solidFill>
                  <a:prstClr val="black"/>
                </a:solidFill>
                <a:latin typeface="Aparajita" pitchFamily="34" charset="0"/>
              </a:rPr>
              <a:t> ॥१०॥</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Bhéma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Rüpa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Dhari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Asura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Saðhäre</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Rämacandra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Saðväre</a:t>
            </a:r>
            <a:r>
              <a:rPr lang="en-US" sz="3600" b="1" dirty="0">
                <a:solidFill>
                  <a:prstClr val="black"/>
                </a:solidFill>
                <a:latin typeface="URW Palladio IT" pitchFamily="2" charset="0"/>
              </a:rPr>
              <a:t> || - 10</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ಭೀಮ</a:t>
            </a:r>
            <a:r>
              <a:rPr lang="en-US" sz="3600" b="1" dirty="0">
                <a:solidFill>
                  <a:prstClr val="black"/>
                </a:solidFill>
                <a:latin typeface="Calibri" pitchFamily="34" charset="0"/>
              </a:rPr>
              <a:t> </a:t>
            </a:r>
            <a:r>
              <a:rPr lang="en-US" sz="3600" b="1" dirty="0" err="1">
                <a:solidFill>
                  <a:prstClr val="black"/>
                </a:solidFill>
                <a:latin typeface="Calibri" pitchFamily="34" charset="0"/>
              </a:rPr>
              <a:t>ರೂಪ</a:t>
            </a:r>
            <a:r>
              <a:rPr lang="en-US" sz="3600" b="1" dirty="0">
                <a:solidFill>
                  <a:prstClr val="black"/>
                </a:solidFill>
                <a:latin typeface="Calibri" pitchFamily="34" charset="0"/>
              </a:rPr>
              <a:t> </a:t>
            </a:r>
            <a:r>
              <a:rPr lang="en-US" sz="3600" b="1" dirty="0" err="1">
                <a:solidFill>
                  <a:prstClr val="black"/>
                </a:solidFill>
                <a:latin typeface="Calibri" pitchFamily="34" charset="0"/>
              </a:rPr>
              <a:t>ಧರಿ</a:t>
            </a:r>
            <a:r>
              <a:rPr lang="en-US" sz="3600" b="1" dirty="0">
                <a:solidFill>
                  <a:prstClr val="black"/>
                </a:solidFill>
                <a:latin typeface="Calibri" pitchFamily="34" charset="0"/>
              </a:rPr>
              <a:t> </a:t>
            </a:r>
            <a:r>
              <a:rPr lang="en-US" sz="3600" b="1" dirty="0" err="1">
                <a:solidFill>
                  <a:prstClr val="black"/>
                </a:solidFill>
                <a:latin typeface="Calibri" pitchFamily="34" charset="0"/>
              </a:rPr>
              <a:t>ಅಸುರ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ಸಂಹಾರೇ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ರಾಮಚಂದ್ರ</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ಕಾಜ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ಸಂವಾರೇ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೧೦</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He, with his terrible form, killed demons in Lanka and performed all acts of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Ram.</a:t>
            </a:r>
          </a:p>
        </p:txBody>
      </p:sp>
    </p:spTree>
    <p:extLst>
      <p:ext uri="{BB962C8B-B14F-4D97-AF65-F5344CB8AC3E}">
        <p14:creationId xmlns:p14="http://schemas.microsoft.com/office/powerpoint/2010/main" val="20493873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524133" y="152496"/>
            <a:ext cx="9143736" cy="6585858"/>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लाय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सञ्जीवन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लखन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जियाये</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श्रीरघुबीर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हरषि</a:t>
            </a:r>
            <a:r>
              <a:rPr lang="en-IN" sz="4000" b="1" dirty="0">
                <a:solidFill>
                  <a:prstClr val="black"/>
                </a:solidFill>
                <a:latin typeface="Aparajita" pitchFamily="34" charset="0"/>
              </a:rPr>
              <a:t> </a:t>
            </a:r>
            <a:r>
              <a:rPr lang="en-IN" sz="4000" b="1" dirty="0" err="1">
                <a:solidFill>
                  <a:prstClr val="black"/>
                </a:solidFill>
                <a:latin typeface="Aparajita" pitchFamily="34" charset="0"/>
              </a:rPr>
              <a:t>उर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लाये</a:t>
            </a:r>
            <a:r>
              <a:rPr lang="en-IN" sz="4000" b="1" dirty="0">
                <a:solidFill>
                  <a:prstClr val="black"/>
                </a:solidFill>
                <a:latin typeface="Aparajita" pitchFamily="34" charset="0"/>
              </a:rPr>
              <a:t> ॥११॥</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Läya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Sajévana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Lakhana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Jiyäye</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Çréraghubéra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Harañi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Ura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Läye</a:t>
            </a:r>
            <a:r>
              <a:rPr lang="en-US" sz="3600" b="1" dirty="0">
                <a:solidFill>
                  <a:prstClr val="black"/>
                </a:solidFill>
                <a:latin typeface="URW Palladio IT" pitchFamily="2" charset="0"/>
              </a:rPr>
              <a:t> || - 11</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ಲಾಯ</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ಸಂಜೀವನ </a:t>
            </a:r>
            <a:r>
              <a:rPr lang="en-US" sz="3600" b="1" dirty="0" err="1">
                <a:solidFill>
                  <a:prstClr val="black"/>
                </a:solidFill>
                <a:latin typeface="Calibri" pitchFamily="34" charset="0"/>
              </a:rPr>
              <a:t>ಲಖ</a:t>
            </a:r>
            <a:r>
              <a:rPr lang="kn-IN" sz="3600" b="1" dirty="0">
                <a:solidFill>
                  <a:prstClr val="black"/>
                </a:solidFill>
                <a:latin typeface="Calibri" pitchFamily="34" charset="0"/>
                <a:ea typeface="Tunga" pitchFamily="2"/>
                <a:cs typeface="Tunga" pitchFamily="2"/>
              </a:rPr>
              <a:t>ನ </a:t>
            </a:r>
            <a:r>
              <a:rPr lang="en-US" sz="3600" b="1" dirty="0" err="1">
                <a:solidFill>
                  <a:prstClr val="black"/>
                </a:solidFill>
                <a:latin typeface="Calibri" pitchFamily="34" charset="0"/>
              </a:rPr>
              <a:t>ಜಿಯಾಯೇ</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ಶ್ರೀ</a:t>
            </a:r>
            <a:r>
              <a:rPr lang="en-US" sz="3600" b="1" dirty="0">
                <a:solidFill>
                  <a:prstClr val="black"/>
                </a:solidFill>
                <a:latin typeface="Calibri" pitchFamily="34" charset="0"/>
              </a:rPr>
              <a:t> </a:t>
            </a:r>
            <a:r>
              <a:rPr lang="en-US" sz="3600" b="1" dirty="0" err="1">
                <a:solidFill>
                  <a:prstClr val="black"/>
                </a:solidFill>
                <a:latin typeface="Calibri" pitchFamily="34" charset="0"/>
              </a:rPr>
              <a:t>ರಘುಬೀರ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ಹರ</a:t>
            </a:r>
            <a:r>
              <a:rPr lang="kn-IN" sz="3600" b="1" dirty="0">
                <a:solidFill>
                  <a:prstClr val="black"/>
                </a:solidFill>
                <a:latin typeface="Calibri" pitchFamily="34" charset="0"/>
                <a:ea typeface="Tunga" pitchFamily="2"/>
                <a:cs typeface="Tunga" pitchFamily="2"/>
              </a:rPr>
              <a:t>ಷಿ</a:t>
            </a:r>
            <a:r>
              <a:rPr lang="en-US" sz="3600" b="1" dirty="0">
                <a:solidFill>
                  <a:prstClr val="black"/>
                </a:solidFill>
                <a:latin typeface="Calibri" pitchFamily="34" charset="0"/>
              </a:rPr>
              <a:t> </a:t>
            </a:r>
            <a:r>
              <a:rPr lang="en-US" sz="3600" b="1" dirty="0" err="1">
                <a:solidFill>
                  <a:prstClr val="black"/>
                </a:solidFill>
                <a:latin typeface="Calibri" pitchFamily="34" charset="0"/>
              </a:rPr>
              <a:t>ಉರ</a:t>
            </a:r>
            <a:r>
              <a:rPr lang="en-US" sz="3600" b="1" dirty="0">
                <a:solidFill>
                  <a:prstClr val="black"/>
                </a:solidFill>
                <a:latin typeface="Calibri" pitchFamily="34" charset="0"/>
              </a:rPr>
              <a:t> </a:t>
            </a:r>
            <a:r>
              <a:rPr lang="en-US" sz="3600" b="1" dirty="0" err="1">
                <a:solidFill>
                  <a:prstClr val="black"/>
                </a:solidFill>
                <a:latin typeface="Calibri" pitchFamily="34" charset="0"/>
              </a:rPr>
              <a:t>ಲಾಯೇ</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೧೧</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When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made </a:t>
            </a:r>
            <a:r>
              <a:rPr lang="en-US" sz="2399" b="1" dirty="0" err="1">
                <a:solidFill>
                  <a:prstClr val="black"/>
                </a:solidFill>
                <a:latin typeface="Palatino Linotype" pitchFamily="18" charset="0"/>
              </a:rPr>
              <a:t>Lakshman</a:t>
            </a:r>
            <a:r>
              <a:rPr lang="en-US" sz="2399" b="1" dirty="0">
                <a:solidFill>
                  <a:prstClr val="black"/>
                </a:solidFill>
                <a:latin typeface="Palatino Linotype" pitchFamily="18" charset="0"/>
              </a:rPr>
              <a:t> alive after bringing '</a:t>
            </a:r>
            <a:r>
              <a:rPr lang="en-US" sz="2399" b="1" dirty="0" err="1">
                <a:solidFill>
                  <a:prstClr val="black"/>
                </a:solidFill>
                <a:latin typeface="Palatino Linotype" pitchFamily="18" charset="0"/>
              </a:rPr>
              <a:t>Sanjivni</a:t>
            </a:r>
            <a:r>
              <a:rPr lang="en-US" sz="2399" b="1" dirty="0">
                <a:solidFill>
                  <a:prstClr val="black"/>
                </a:solidFill>
                <a:latin typeface="Palatino Linotype" pitchFamily="18" charset="0"/>
              </a:rPr>
              <a:t> herb'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Ram took him in 	his deep embrace, his heart full of joy.</a:t>
            </a:r>
          </a:p>
        </p:txBody>
      </p:sp>
    </p:spTree>
    <p:extLst>
      <p:ext uri="{BB962C8B-B14F-4D97-AF65-F5344CB8AC3E}">
        <p14:creationId xmlns:p14="http://schemas.microsoft.com/office/powerpoint/2010/main" val="110964373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1600330" y="112"/>
            <a:ext cx="9067538" cy="7478306"/>
          </a:xfrm>
          <a:prstGeom prst="rect">
            <a:avLst/>
          </a:prstGeom>
          <a:noFill/>
          <a:ln w="9525">
            <a:noFill/>
            <a:miter lim="800000"/>
            <a:headEnd/>
            <a:tailEnd/>
          </a:ln>
        </p:spPr>
        <p:txBody>
          <a:bodyPr wrap="square">
            <a:spAutoFit/>
          </a:bodyPr>
          <a:lstStyle/>
          <a:p>
            <a:pPr algn="ctr" defTabSz="914309"/>
            <a:endParaRPr lang="en-IN" sz="4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रघुपति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बहुत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बड़ाई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भरतहि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भाई</a:t>
            </a:r>
            <a:r>
              <a:rPr lang="en-IN" sz="4000" b="1" dirty="0">
                <a:solidFill>
                  <a:prstClr val="black"/>
                </a:solidFill>
                <a:latin typeface="Aparajita" pitchFamily="34" charset="0"/>
              </a:rPr>
              <a:t> ॥१२॥</a:t>
            </a:r>
          </a:p>
          <a:p>
            <a:pPr algn="ctr" defTabSz="914309"/>
            <a:endParaRPr lang="en-IN" sz="4000" b="1" dirty="0">
              <a:solidFill>
                <a:prstClr val="black"/>
              </a:solidFill>
              <a:latin typeface="Aparajita" pitchFamily="34" charset="0"/>
            </a:endParaRPr>
          </a:p>
          <a:p>
            <a:pPr algn="ctr" defTabSz="914309"/>
            <a:r>
              <a:rPr lang="en-US" sz="3200" b="1" dirty="0" err="1">
                <a:solidFill>
                  <a:prstClr val="black"/>
                </a:solidFill>
                <a:latin typeface="Aparajita" pitchFamily="34" charset="0"/>
              </a:rPr>
              <a:t>Raghupati</a:t>
            </a:r>
            <a:r>
              <a:rPr lang="en-US" sz="3200" b="1" dirty="0">
                <a:solidFill>
                  <a:prstClr val="black"/>
                </a:solidFill>
                <a:latin typeface="Aparajita" pitchFamily="34" charset="0"/>
              </a:rPr>
              <a:t> </a:t>
            </a:r>
            <a:r>
              <a:rPr lang="en-US" sz="3200" b="1" dirty="0" err="1">
                <a:solidFill>
                  <a:prstClr val="black"/>
                </a:solidFill>
                <a:latin typeface="Aparajita" pitchFamily="34" charset="0"/>
              </a:rPr>
              <a:t>Kénhé</a:t>
            </a:r>
            <a:r>
              <a:rPr lang="en-US" sz="3200" b="1" dirty="0">
                <a:solidFill>
                  <a:prstClr val="black"/>
                </a:solidFill>
                <a:latin typeface="Aparajita" pitchFamily="34" charset="0"/>
              </a:rPr>
              <a:t> </a:t>
            </a:r>
            <a:r>
              <a:rPr lang="en-US" sz="3200" b="1" dirty="0" err="1">
                <a:solidFill>
                  <a:prstClr val="black"/>
                </a:solidFill>
                <a:latin typeface="Aparajita" pitchFamily="34" charset="0"/>
              </a:rPr>
              <a:t>Bahuta</a:t>
            </a:r>
            <a:r>
              <a:rPr lang="en-US" sz="3200" b="1" dirty="0">
                <a:solidFill>
                  <a:prstClr val="black"/>
                </a:solidFill>
                <a:latin typeface="Aparajita" pitchFamily="34" charset="0"/>
              </a:rPr>
              <a:t> </a:t>
            </a:r>
            <a:r>
              <a:rPr lang="en-US" sz="3200" b="1" dirty="0" err="1">
                <a:solidFill>
                  <a:prstClr val="black"/>
                </a:solidFill>
                <a:latin typeface="Aparajita" pitchFamily="34" charset="0"/>
              </a:rPr>
              <a:t>Baòäé</a:t>
            </a:r>
            <a:r>
              <a:rPr lang="en-US" sz="3200" b="1" dirty="0">
                <a:solidFill>
                  <a:prstClr val="black"/>
                </a:solidFill>
                <a:latin typeface="Aparajita" pitchFamily="34" charset="0"/>
              </a:rPr>
              <a:t> | </a:t>
            </a:r>
          </a:p>
          <a:p>
            <a:pPr algn="ctr" defTabSz="914309"/>
            <a:r>
              <a:rPr lang="en-US" sz="3200" b="1" dirty="0" err="1">
                <a:solidFill>
                  <a:prstClr val="black"/>
                </a:solidFill>
                <a:latin typeface="Aparajita" pitchFamily="34" charset="0"/>
              </a:rPr>
              <a:t>Tum</a:t>
            </a:r>
            <a:r>
              <a:rPr lang="en-US" sz="3200" b="1" dirty="0">
                <a:solidFill>
                  <a:prstClr val="black"/>
                </a:solidFill>
                <a:latin typeface="Aparajita" pitchFamily="34" charset="0"/>
              </a:rPr>
              <a:t> Mama Priya </a:t>
            </a:r>
            <a:r>
              <a:rPr lang="en-US" sz="3200" b="1" dirty="0" err="1">
                <a:solidFill>
                  <a:prstClr val="black"/>
                </a:solidFill>
                <a:latin typeface="Aparajita" pitchFamily="34" charset="0"/>
              </a:rPr>
              <a:t>Bharatahi</a:t>
            </a:r>
            <a:r>
              <a:rPr lang="en-US" sz="3200" b="1" dirty="0">
                <a:solidFill>
                  <a:prstClr val="black"/>
                </a:solidFill>
                <a:latin typeface="Aparajita" pitchFamily="34" charset="0"/>
              </a:rPr>
              <a:t> Sama </a:t>
            </a:r>
            <a:r>
              <a:rPr lang="en-US" sz="3200" b="1" dirty="0" err="1">
                <a:solidFill>
                  <a:prstClr val="black"/>
                </a:solidFill>
                <a:latin typeface="Aparajita" pitchFamily="34" charset="0"/>
              </a:rPr>
              <a:t>Bhäé</a:t>
            </a:r>
            <a:r>
              <a:rPr lang="en-US" sz="3200" b="1" dirty="0">
                <a:solidFill>
                  <a:prstClr val="black"/>
                </a:solidFill>
                <a:latin typeface="Aparajita" pitchFamily="34" charset="0"/>
              </a:rPr>
              <a:t>||-12</a:t>
            </a:r>
          </a:p>
          <a:p>
            <a:pPr algn="ctr" defTabSz="914309"/>
            <a:r>
              <a:rPr lang="en-US" sz="3200" b="1" dirty="0">
                <a:solidFill>
                  <a:prstClr val="black"/>
                </a:solidFill>
                <a:latin typeface="Aparajita" pitchFamily="34" charset="0"/>
              </a:rPr>
              <a:t>	</a:t>
            </a:r>
          </a:p>
          <a:p>
            <a:pPr algn="ctr" defTabSz="914309"/>
            <a:r>
              <a:rPr lang="en-US" sz="3200" b="1" dirty="0" err="1">
                <a:solidFill>
                  <a:prstClr val="black"/>
                </a:solidFill>
                <a:latin typeface="Aparajita" pitchFamily="34" charset="0"/>
              </a:rPr>
              <a:t>ರಘುಪತಿ</a:t>
            </a:r>
            <a:r>
              <a:rPr lang="en-US" sz="3200" b="1" dirty="0">
                <a:solidFill>
                  <a:prstClr val="black"/>
                </a:solidFill>
                <a:latin typeface="Aparajita" pitchFamily="34" charset="0"/>
              </a:rPr>
              <a:t> </a:t>
            </a:r>
            <a:r>
              <a:rPr lang="en-US" sz="3200" b="1" dirty="0" err="1">
                <a:solidFill>
                  <a:prstClr val="black"/>
                </a:solidFill>
                <a:latin typeface="Aparajita" pitchFamily="34" charset="0"/>
              </a:rPr>
              <a:t>ಕೀಂಹೀ</a:t>
            </a:r>
            <a:r>
              <a:rPr lang="en-US" sz="3200" b="1" dirty="0">
                <a:solidFill>
                  <a:prstClr val="black"/>
                </a:solidFill>
                <a:latin typeface="Aparajita" pitchFamily="34" charset="0"/>
              </a:rPr>
              <a:t> </a:t>
            </a:r>
            <a:r>
              <a:rPr lang="en-US" sz="3200" b="1" dirty="0" err="1">
                <a:solidFill>
                  <a:prstClr val="black"/>
                </a:solidFill>
                <a:latin typeface="Aparajita" pitchFamily="34" charset="0"/>
              </a:rPr>
              <a:t>ಬಹುತ</a:t>
            </a:r>
            <a:r>
              <a:rPr lang="en-US" sz="3200" b="1" dirty="0">
                <a:solidFill>
                  <a:prstClr val="black"/>
                </a:solidFill>
                <a:latin typeface="Aparajita" pitchFamily="34" charset="0"/>
              </a:rPr>
              <a:t> </a:t>
            </a:r>
            <a:r>
              <a:rPr lang="en-US" sz="3200" b="1" dirty="0" err="1">
                <a:solidFill>
                  <a:prstClr val="black"/>
                </a:solidFill>
                <a:latin typeface="Aparajita" pitchFamily="34" charset="0"/>
              </a:rPr>
              <a:t>ಬಡಾಈ</a:t>
            </a:r>
            <a:r>
              <a:rPr lang="en-US" sz="3200" b="1" dirty="0">
                <a:solidFill>
                  <a:prstClr val="black"/>
                </a:solidFill>
                <a:latin typeface="Aparajita" pitchFamily="34" charset="0"/>
              </a:rPr>
              <a:t> ।</a:t>
            </a:r>
          </a:p>
          <a:p>
            <a:pPr algn="ctr" defTabSz="914309"/>
            <a:r>
              <a:rPr lang="en-US" sz="3200" b="1" dirty="0" err="1">
                <a:solidFill>
                  <a:prstClr val="black"/>
                </a:solidFill>
                <a:latin typeface="Aparajita" pitchFamily="34" charset="0"/>
              </a:rPr>
              <a:t>ತುಮ</a:t>
            </a:r>
            <a:r>
              <a:rPr lang="en-US" sz="3200" b="1" dirty="0">
                <a:solidFill>
                  <a:prstClr val="black"/>
                </a:solidFill>
                <a:latin typeface="Aparajita" pitchFamily="34" charset="0"/>
              </a:rPr>
              <a:t> </a:t>
            </a:r>
            <a:r>
              <a:rPr lang="en-US" sz="3200" b="1" dirty="0" err="1">
                <a:solidFill>
                  <a:prstClr val="black"/>
                </a:solidFill>
                <a:latin typeface="Aparajita" pitchFamily="34" charset="0"/>
              </a:rPr>
              <a:t>ಮಮ</a:t>
            </a:r>
            <a:r>
              <a:rPr lang="en-US" sz="3200" b="1" dirty="0">
                <a:solidFill>
                  <a:prstClr val="black"/>
                </a:solidFill>
                <a:latin typeface="Aparajita" pitchFamily="34" charset="0"/>
              </a:rPr>
              <a:t> </a:t>
            </a:r>
            <a:r>
              <a:rPr lang="en-US" sz="3200" b="1" dirty="0" err="1">
                <a:solidFill>
                  <a:prstClr val="black"/>
                </a:solidFill>
                <a:latin typeface="Aparajita" pitchFamily="34" charset="0"/>
              </a:rPr>
              <a:t>ಪ್ರಿಯ</a:t>
            </a:r>
            <a:r>
              <a:rPr lang="en-US" sz="3200" b="1" dirty="0">
                <a:solidFill>
                  <a:prstClr val="black"/>
                </a:solidFill>
                <a:latin typeface="Aparajita" pitchFamily="34" charset="0"/>
              </a:rPr>
              <a:t> </a:t>
            </a:r>
            <a:r>
              <a:rPr lang="en-US" sz="3200" b="1" dirty="0" err="1">
                <a:solidFill>
                  <a:prstClr val="black"/>
                </a:solidFill>
                <a:latin typeface="Aparajita" pitchFamily="34" charset="0"/>
              </a:rPr>
              <a:t>ಭರತಹಿ</a:t>
            </a:r>
            <a:r>
              <a:rPr lang="en-US" sz="3200" b="1" dirty="0">
                <a:solidFill>
                  <a:prstClr val="black"/>
                </a:solidFill>
                <a:latin typeface="Aparajita" pitchFamily="34" charset="0"/>
              </a:rPr>
              <a:t> </a:t>
            </a:r>
            <a:r>
              <a:rPr lang="en-US" sz="3200" b="1" dirty="0" err="1">
                <a:solidFill>
                  <a:prstClr val="black"/>
                </a:solidFill>
                <a:latin typeface="Aparajita" pitchFamily="34" charset="0"/>
              </a:rPr>
              <a:t>ಸಮ</a:t>
            </a:r>
            <a:r>
              <a:rPr lang="en-US" sz="3200" b="1" dirty="0">
                <a:solidFill>
                  <a:prstClr val="black"/>
                </a:solidFill>
                <a:latin typeface="Aparajita" pitchFamily="34" charset="0"/>
              </a:rPr>
              <a:t> </a:t>
            </a:r>
            <a:r>
              <a:rPr lang="en-US" sz="3200" b="1" dirty="0" err="1">
                <a:solidFill>
                  <a:prstClr val="black"/>
                </a:solidFill>
                <a:latin typeface="Aparajita" pitchFamily="34" charset="0"/>
              </a:rPr>
              <a:t>ಭಾಈ</a:t>
            </a:r>
            <a:r>
              <a:rPr lang="en-US" sz="3200" b="1" dirty="0">
                <a:solidFill>
                  <a:prstClr val="black"/>
                </a:solidFill>
                <a:latin typeface="Aparajita" pitchFamily="34" charset="0"/>
              </a:rPr>
              <a:t> ॥</a:t>
            </a:r>
            <a:r>
              <a:rPr lang="kn-IN" sz="3200" b="1" dirty="0">
                <a:solidFill>
                  <a:prstClr val="black"/>
                </a:solidFill>
                <a:latin typeface="Aparajita" pitchFamily="34" charset="0"/>
              </a:rPr>
              <a:t>೧೨</a:t>
            </a:r>
            <a:r>
              <a:rPr lang="en-US" sz="3200" b="1" dirty="0">
                <a:solidFill>
                  <a:prstClr val="black"/>
                </a:solidFill>
                <a:latin typeface="Aparajita" pitchFamily="34" charset="0"/>
              </a:rPr>
              <a:t>॥</a:t>
            </a:r>
          </a:p>
          <a:p>
            <a:pPr algn="ctr" defTabSz="914309"/>
            <a:r>
              <a:rPr lang="en-US" sz="4000" b="1" dirty="0">
                <a:solidFill>
                  <a:prstClr val="black"/>
                </a:solidFill>
                <a:latin typeface="Aparajita" pitchFamily="34" charset="0"/>
              </a:rPr>
              <a:t>	</a:t>
            </a:r>
          </a:p>
          <a:p>
            <a:pPr algn="ctr" defTabSz="914309"/>
            <a:r>
              <a:rPr lang="en-US" sz="2399" b="1" dirty="0">
                <a:solidFill>
                  <a:prstClr val="black"/>
                </a:solidFill>
                <a:latin typeface="Aparajita" pitchFamily="34" charset="0"/>
              </a:rPr>
              <a:t>Shri Ram enthusiastically extolled </a:t>
            </a:r>
            <a:r>
              <a:rPr lang="en-US" sz="2399" b="1" dirty="0" err="1">
                <a:solidFill>
                  <a:prstClr val="black"/>
                </a:solidFill>
                <a:latin typeface="Aparajita" pitchFamily="34" charset="0"/>
              </a:rPr>
              <a:t>Hanumanji's</a:t>
            </a:r>
            <a:r>
              <a:rPr lang="en-US" sz="2399" b="1" dirty="0">
                <a:solidFill>
                  <a:prstClr val="black"/>
                </a:solidFill>
                <a:latin typeface="Aparajita" pitchFamily="34" charset="0"/>
              </a:rPr>
              <a:t> excellence and remarked, "you are as dear to me as 	my own brother Bharat”</a:t>
            </a:r>
          </a:p>
          <a:p>
            <a:pPr algn="ctr" defTabSz="914309"/>
            <a:r>
              <a:rPr lang="en-US" sz="2399" b="1" dirty="0">
                <a:solidFill>
                  <a:prstClr val="black"/>
                </a:solidFill>
                <a:latin typeface="Palatino Linotype" pitchFamily="18" charset="0"/>
              </a:rPr>
              <a:t>		</a:t>
            </a:r>
            <a:r>
              <a:rPr lang="en-US" sz="2399" b="1" dirty="0">
                <a:solidFill>
                  <a:prstClr val="black"/>
                </a:solidFill>
                <a:latin typeface="Calibri" pitchFamily="34" charset="0"/>
              </a:rPr>
              <a:t/>
            </a:r>
            <a:br>
              <a:rPr lang="en-US" sz="2399" b="1" dirty="0">
                <a:solidFill>
                  <a:prstClr val="black"/>
                </a:solidFill>
                <a:latin typeface="Calibri" pitchFamily="34" charset="0"/>
              </a:rPr>
            </a:br>
            <a:endParaRPr lang="en-US" sz="2399" b="1" dirty="0">
              <a:solidFill>
                <a:prstClr val="black"/>
              </a:solidFill>
              <a:latin typeface="Calibri" pitchFamily="34" charset="0"/>
            </a:endParaRPr>
          </a:p>
        </p:txBody>
      </p:sp>
    </p:spTree>
    <p:extLst>
      <p:ext uri="{BB962C8B-B14F-4D97-AF65-F5344CB8AC3E}">
        <p14:creationId xmlns:p14="http://schemas.microsoft.com/office/powerpoint/2010/main" val="11266552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524133" y="113"/>
            <a:ext cx="9143736" cy="6555216"/>
          </a:xfrm>
          <a:prstGeom prst="rect">
            <a:avLst/>
          </a:prstGeom>
          <a:noFill/>
          <a:ln w="9525">
            <a:noFill/>
            <a:miter lim="800000"/>
            <a:headEnd/>
            <a:tailEnd/>
          </a:ln>
        </p:spPr>
        <p:txBody>
          <a:bodyPr wrap="square">
            <a:spAutoFit/>
          </a:bodyPr>
          <a:lstStyle/>
          <a:p>
            <a:pPr algn="ctr" defTabSz="914309"/>
            <a:r>
              <a:rPr lang="en-IN" sz="4000" b="1" dirty="0" err="1">
                <a:solidFill>
                  <a:prstClr val="black"/>
                </a:solidFill>
                <a:latin typeface="Aparajita" pitchFamily="34" charset="0"/>
              </a:rPr>
              <a:t>सहस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बदन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अस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श्रीपति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कण्ठ</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लगावैं</a:t>
            </a:r>
            <a:r>
              <a:rPr lang="en-IN" sz="4000" b="1" dirty="0">
                <a:solidFill>
                  <a:prstClr val="black"/>
                </a:solidFill>
                <a:latin typeface="Aparajita" pitchFamily="34" charset="0"/>
              </a:rPr>
              <a:t> ॥१३॥</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Sahasa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Badana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Tumharo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Jasa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Gävaià</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Asa </a:t>
            </a:r>
            <a:r>
              <a:rPr lang="en-US" sz="3600" b="1" dirty="0" err="1">
                <a:solidFill>
                  <a:prstClr val="black"/>
                </a:solidFill>
                <a:latin typeface="URW Palladio IT" pitchFamily="2" charset="0"/>
              </a:rPr>
              <a:t>Kahi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Çrépati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Kaëöha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Lagävaià</a:t>
            </a:r>
            <a:r>
              <a:rPr lang="en-US" sz="3600" b="1" dirty="0">
                <a:solidFill>
                  <a:prstClr val="black"/>
                </a:solidFill>
                <a:latin typeface="URW Palladio IT" pitchFamily="2" charset="0"/>
              </a:rPr>
              <a:t> || - 13</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ಸಹಸ</a:t>
            </a:r>
            <a:r>
              <a:rPr lang="en-US" sz="3600" b="1" dirty="0">
                <a:solidFill>
                  <a:prstClr val="black"/>
                </a:solidFill>
                <a:latin typeface="Calibri" pitchFamily="34" charset="0"/>
              </a:rPr>
              <a:t> </a:t>
            </a:r>
            <a:r>
              <a:rPr lang="en-US" sz="3600" b="1" dirty="0" err="1">
                <a:solidFill>
                  <a:prstClr val="black"/>
                </a:solidFill>
                <a:latin typeface="Calibri" pitchFamily="34" charset="0"/>
              </a:rPr>
              <a:t>ಬದನ</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ಜಸ</a:t>
            </a:r>
            <a:r>
              <a:rPr lang="en-US" sz="3600" b="1" dirty="0">
                <a:solidFill>
                  <a:prstClr val="black"/>
                </a:solidFill>
                <a:latin typeface="Calibri" pitchFamily="34" charset="0"/>
              </a:rPr>
              <a:t> </a:t>
            </a:r>
            <a:r>
              <a:rPr lang="en-US" sz="3600" b="1" dirty="0" err="1">
                <a:solidFill>
                  <a:prstClr val="black"/>
                </a:solidFill>
                <a:latin typeface="Calibri" pitchFamily="34" charset="0"/>
              </a:rPr>
              <a:t>ಗಾವೈ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ಅಸ</a:t>
            </a:r>
            <a:r>
              <a:rPr lang="en-US" sz="3600" b="1" dirty="0">
                <a:solidFill>
                  <a:prstClr val="black"/>
                </a:solidFill>
                <a:latin typeface="Calibri" pitchFamily="34" charset="0"/>
              </a:rPr>
              <a:t> </a:t>
            </a:r>
            <a:r>
              <a:rPr lang="en-US" sz="3600" b="1" dirty="0" err="1">
                <a:solidFill>
                  <a:prstClr val="black"/>
                </a:solidFill>
                <a:latin typeface="Calibri" pitchFamily="34" charset="0"/>
              </a:rPr>
              <a:t>ಕಹಿ</a:t>
            </a:r>
            <a:r>
              <a:rPr lang="en-US" sz="3600" b="1" dirty="0">
                <a:solidFill>
                  <a:prstClr val="black"/>
                </a:solidFill>
                <a:latin typeface="Calibri" pitchFamily="34" charset="0"/>
              </a:rPr>
              <a:t> </a:t>
            </a:r>
            <a:r>
              <a:rPr lang="en-US" sz="3600" b="1" dirty="0" err="1">
                <a:solidFill>
                  <a:prstClr val="black"/>
                </a:solidFill>
                <a:latin typeface="Calibri" pitchFamily="34" charset="0"/>
              </a:rPr>
              <a:t>ಶ್ರೀಪತಿ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ಕಂಠ</a:t>
            </a:r>
            <a:r>
              <a:rPr lang="en-US" sz="3600" b="1" dirty="0">
                <a:solidFill>
                  <a:prstClr val="black"/>
                </a:solidFill>
                <a:latin typeface="Calibri" pitchFamily="34" charset="0"/>
              </a:rPr>
              <a:t> </a:t>
            </a:r>
            <a:r>
              <a:rPr lang="en-US" sz="3600" b="1" dirty="0" err="1">
                <a:solidFill>
                  <a:prstClr val="black"/>
                </a:solidFill>
                <a:latin typeface="Calibri" pitchFamily="34" charset="0"/>
              </a:rPr>
              <a:t>ಲಗಾವೈ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೧೩</a:t>
            </a:r>
            <a:r>
              <a:rPr lang="en-US" sz="3600" b="1" dirty="0">
                <a:solidFill>
                  <a:prstClr val="black"/>
                </a:solidFill>
                <a:latin typeface="Calibri" pitchFamily="34" charset="0"/>
              </a:rPr>
              <a:t>॥</a:t>
            </a:r>
          </a:p>
          <a:p>
            <a:pPr algn="ctr" defTabSz="914309"/>
            <a:endParaRPr lang="en-US" sz="3600" b="1" dirty="0">
              <a:solidFill>
                <a:prstClr val="black"/>
              </a:solidFill>
              <a:latin typeface="Palatino Linotype" pitchFamily="18" charset="0"/>
            </a:endParaRPr>
          </a:p>
          <a:p>
            <a:pPr algn="ctr" defTabSz="914309"/>
            <a:r>
              <a:rPr lang="en-US" sz="2399" b="1" dirty="0">
                <a:solidFill>
                  <a:prstClr val="black"/>
                </a:solidFill>
                <a:latin typeface="Palatino Linotype" pitchFamily="18" charset="0"/>
              </a:rPr>
              <a:t>Shri Ram embraced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saying: "Let the thousand - tongued </a:t>
            </a:r>
            <a:r>
              <a:rPr lang="en-US" sz="2399" b="1" dirty="0" err="1">
                <a:solidFill>
                  <a:prstClr val="black"/>
                </a:solidFill>
                <a:latin typeface="Palatino Linotype" pitchFamily="18" charset="0"/>
              </a:rPr>
              <a:t>sheshnaag</a:t>
            </a:r>
            <a:r>
              <a:rPr lang="en-US" sz="2399" b="1" dirty="0">
                <a:solidFill>
                  <a:prstClr val="black"/>
                </a:solidFill>
                <a:latin typeface="Palatino Linotype" pitchFamily="18" charset="0"/>
              </a:rPr>
              <a:t> sing your glories”</a:t>
            </a:r>
          </a:p>
          <a:p>
            <a:pPr algn="ctr" defTabSz="914309"/>
            <a:r>
              <a:rPr lang="en-US" sz="3600" b="1" dirty="0">
                <a:solidFill>
                  <a:prstClr val="black"/>
                </a:solidFill>
                <a:latin typeface="Palatino Linotype" pitchFamily="18" charset="0"/>
              </a:rPr>
              <a:t>	</a:t>
            </a:r>
          </a:p>
        </p:txBody>
      </p:sp>
    </p:spTree>
    <p:extLst>
      <p:ext uri="{BB962C8B-B14F-4D97-AF65-F5344CB8AC3E}">
        <p14:creationId xmlns:p14="http://schemas.microsoft.com/office/powerpoint/2010/main" val="20658399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1752726" y="114"/>
            <a:ext cx="8610351" cy="7047531"/>
          </a:xfrm>
          <a:prstGeom prst="rect">
            <a:avLst/>
          </a:prstGeom>
          <a:noFill/>
          <a:ln w="9525">
            <a:noFill/>
            <a:miter lim="800000"/>
            <a:headEnd/>
            <a:tailEnd/>
          </a:ln>
        </p:spPr>
        <p:txBody>
          <a:bodyPr>
            <a:spAutoFit/>
          </a:bodyPr>
          <a:lstStyle/>
          <a:p>
            <a:pPr algn="ctr" defTabSz="914309"/>
            <a:endParaRPr lang="en-IN" sz="16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सनकादिक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ब्रह्मादि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मुनीसा</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नारद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सारद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सहित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अहीसा</a:t>
            </a:r>
            <a:r>
              <a:rPr lang="en-IN" sz="4000" b="1" dirty="0">
                <a:solidFill>
                  <a:prstClr val="black"/>
                </a:solidFill>
                <a:latin typeface="Aparajita" pitchFamily="34" charset="0"/>
              </a:rPr>
              <a:t> ॥१४॥</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Sanakädika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Brahmädi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Munésä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Närada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Särada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Sahita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Ahésä</a:t>
            </a:r>
            <a:r>
              <a:rPr lang="en-US" sz="3600" b="1" dirty="0">
                <a:solidFill>
                  <a:prstClr val="black"/>
                </a:solidFill>
                <a:latin typeface="URW Palladio IT" pitchFamily="2" charset="0"/>
              </a:rPr>
              <a:t> || - 14</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ಸನ</a:t>
            </a:r>
            <a:r>
              <a:rPr lang="kn-IN" sz="3600" b="1" dirty="0">
                <a:solidFill>
                  <a:prstClr val="black"/>
                </a:solidFill>
                <a:latin typeface="Calibri" pitchFamily="34" charset="0"/>
                <a:ea typeface="Tunga" pitchFamily="2"/>
                <a:cs typeface="Tunga" pitchFamily="2"/>
              </a:rPr>
              <a:t>ಕಾ</a:t>
            </a:r>
            <a:r>
              <a:rPr lang="en-US" sz="3600" b="1" dirty="0" err="1">
                <a:solidFill>
                  <a:prstClr val="black"/>
                </a:solidFill>
                <a:latin typeface="Calibri" pitchFamily="34" charset="0"/>
              </a:rPr>
              <a:t>ದಿಕ</a:t>
            </a:r>
            <a:r>
              <a:rPr lang="en-US" sz="3600" b="1" dirty="0">
                <a:solidFill>
                  <a:prstClr val="black"/>
                </a:solidFill>
                <a:latin typeface="Calibri" pitchFamily="34" charset="0"/>
              </a:rPr>
              <a:t> </a:t>
            </a:r>
            <a:r>
              <a:rPr lang="en-US" sz="3600" b="1" dirty="0" err="1">
                <a:solidFill>
                  <a:prstClr val="black"/>
                </a:solidFill>
                <a:latin typeface="Calibri" pitchFamily="34" charset="0"/>
              </a:rPr>
              <a:t>ಬ್ರಹ್ಮಾದಿ</a:t>
            </a:r>
            <a:r>
              <a:rPr lang="en-US" sz="3600" b="1" dirty="0">
                <a:solidFill>
                  <a:prstClr val="black"/>
                </a:solidFill>
                <a:latin typeface="Calibri" pitchFamily="34" charset="0"/>
              </a:rPr>
              <a:t> </a:t>
            </a:r>
            <a:r>
              <a:rPr lang="en-US" sz="3600" b="1" dirty="0" err="1">
                <a:solidFill>
                  <a:prstClr val="black"/>
                </a:solidFill>
                <a:latin typeface="Calibri" pitchFamily="34" charset="0"/>
              </a:rPr>
              <a:t>ಮು</a:t>
            </a:r>
            <a:r>
              <a:rPr lang="kn-IN" sz="3600" b="1" dirty="0">
                <a:solidFill>
                  <a:prstClr val="black"/>
                </a:solidFill>
                <a:latin typeface="Calibri" pitchFamily="34" charset="0"/>
                <a:ea typeface="Tunga" pitchFamily="2"/>
                <a:cs typeface="Tunga" pitchFamily="2"/>
              </a:rPr>
              <a:t>ನೀ</a:t>
            </a:r>
            <a:r>
              <a:rPr lang="en-US" sz="3600" b="1" dirty="0" err="1">
                <a:solidFill>
                  <a:prstClr val="black"/>
                </a:solidFill>
                <a:latin typeface="Calibri" pitchFamily="34" charset="0"/>
              </a:rPr>
              <a:t>ಸಾ</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ನಾರದ</a:t>
            </a:r>
            <a:r>
              <a:rPr lang="en-US" sz="3600" b="1" dirty="0">
                <a:solidFill>
                  <a:prstClr val="black"/>
                </a:solidFill>
                <a:latin typeface="Calibri" pitchFamily="34" charset="0"/>
              </a:rPr>
              <a:t> </a:t>
            </a:r>
            <a:r>
              <a:rPr lang="en-US" sz="3600" b="1" dirty="0" err="1">
                <a:solidFill>
                  <a:prstClr val="black"/>
                </a:solidFill>
                <a:latin typeface="Calibri" pitchFamily="34" charset="0"/>
              </a:rPr>
              <a:t>ಸಾರದ</a:t>
            </a:r>
            <a:r>
              <a:rPr lang="en-US" sz="3600" b="1" dirty="0">
                <a:solidFill>
                  <a:prstClr val="black"/>
                </a:solidFill>
                <a:latin typeface="Calibri" pitchFamily="34" charset="0"/>
              </a:rPr>
              <a:t> </a:t>
            </a:r>
            <a:r>
              <a:rPr lang="en-US" sz="3600" b="1" dirty="0" err="1">
                <a:solidFill>
                  <a:prstClr val="black"/>
                </a:solidFill>
                <a:latin typeface="Calibri" pitchFamily="34" charset="0"/>
              </a:rPr>
              <a:t>ಸಹಿತ</a:t>
            </a:r>
            <a:r>
              <a:rPr lang="en-US" sz="3600" b="1" dirty="0">
                <a:solidFill>
                  <a:prstClr val="black"/>
                </a:solidFill>
                <a:latin typeface="Calibri" pitchFamily="34" charset="0"/>
              </a:rPr>
              <a:t> </a:t>
            </a:r>
            <a:r>
              <a:rPr lang="en-US" sz="3600" b="1" dirty="0" err="1">
                <a:solidFill>
                  <a:prstClr val="black"/>
                </a:solidFill>
                <a:latin typeface="Calibri" pitchFamily="34" charset="0"/>
              </a:rPr>
              <a:t>ಅಹೀಸಾ</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೧೪</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Sanak</a:t>
            </a:r>
            <a:r>
              <a:rPr lang="en-US" sz="2399" b="1" dirty="0">
                <a:solidFill>
                  <a:prstClr val="black"/>
                </a:solidFill>
                <a:latin typeface="Palatino Linotype" pitchFamily="18" charset="0"/>
              </a:rPr>
              <a:t> and the sages, saints. Lord Brahma, the great hermits </a:t>
            </a:r>
            <a:r>
              <a:rPr lang="en-US" sz="2399" b="1" dirty="0" err="1">
                <a:solidFill>
                  <a:prstClr val="black"/>
                </a:solidFill>
                <a:latin typeface="Palatino Linotype" pitchFamily="18" charset="0"/>
              </a:rPr>
              <a:t>Narad</a:t>
            </a:r>
            <a:r>
              <a:rPr lang="en-US" sz="2399" b="1" dirty="0">
                <a:solidFill>
                  <a:prstClr val="black"/>
                </a:solidFill>
                <a:latin typeface="Palatino Linotype" pitchFamily="18" charset="0"/>
              </a:rPr>
              <a:t> and Goddess </a:t>
            </a:r>
            <a:r>
              <a:rPr lang="en-US" sz="2399" b="1" dirty="0" err="1">
                <a:solidFill>
                  <a:prstClr val="black"/>
                </a:solidFill>
                <a:latin typeface="Palatino Linotype" pitchFamily="18" charset="0"/>
              </a:rPr>
              <a:t>Saraswati</a:t>
            </a:r>
            <a:r>
              <a:rPr lang="en-US" sz="2399" b="1" dirty="0">
                <a:solidFill>
                  <a:prstClr val="black"/>
                </a:solidFill>
                <a:latin typeface="Palatino Linotype" pitchFamily="18" charset="0"/>
              </a:rPr>
              <a:t> along with </a:t>
            </a:r>
            <a:r>
              <a:rPr lang="en-US" sz="2399" b="1" dirty="0" err="1">
                <a:solidFill>
                  <a:prstClr val="black"/>
                </a:solidFill>
                <a:latin typeface="Palatino Linotype" pitchFamily="18" charset="0"/>
              </a:rPr>
              <a:t>Sheshnag</a:t>
            </a:r>
            <a:r>
              <a:rPr lang="en-US" sz="2399" b="1" dirty="0">
                <a:solidFill>
                  <a:prstClr val="black"/>
                </a:solidFill>
                <a:latin typeface="Palatino Linotype" pitchFamily="18" charset="0"/>
              </a:rPr>
              <a:t> the cosmic serpent, fail to sing the glories of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exactly</a:t>
            </a:r>
          </a:p>
          <a:p>
            <a:pPr algn="ctr" defTabSz="914309"/>
            <a:r>
              <a:rPr lang="en-US" sz="2800" b="1" dirty="0">
                <a:solidFill>
                  <a:prstClr val="black"/>
                </a:solidFill>
                <a:latin typeface="Palatino Linotype" pitchFamily="18" charset="0"/>
              </a:rPr>
              <a:t>		</a:t>
            </a:r>
            <a:endParaRPr lang="en-US" sz="2399" b="1" dirty="0">
              <a:solidFill>
                <a:prstClr val="black"/>
              </a:solidFill>
              <a:latin typeface="Palatino Linotype" pitchFamily="18" charset="0"/>
            </a:endParaRPr>
          </a:p>
        </p:txBody>
      </p:sp>
    </p:spTree>
    <p:extLst>
      <p:ext uri="{BB962C8B-B14F-4D97-AF65-F5344CB8AC3E}">
        <p14:creationId xmlns:p14="http://schemas.microsoft.com/office/powerpoint/2010/main" val="33693941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524133" y="-152294"/>
            <a:ext cx="9143736" cy="7293688"/>
          </a:xfrm>
          <a:prstGeom prst="rect">
            <a:avLst/>
          </a:prstGeom>
          <a:noFill/>
          <a:ln w="9525">
            <a:noFill/>
            <a:miter lim="800000"/>
            <a:headEnd/>
            <a:tailEnd/>
          </a:ln>
        </p:spPr>
        <p:txBody>
          <a:bodyPr wrap="square">
            <a:spAutoFit/>
          </a:bodyPr>
          <a:lstStyle/>
          <a:p>
            <a:pPr algn="ctr" defTabSz="914309"/>
            <a:endParaRPr lang="en-IN" sz="4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दिगपाल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ते</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कोबिद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ते</a:t>
            </a:r>
            <a:r>
              <a:rPr lang="en-IN" sz="4000" b="1" dirty="0">
                <a:solidFill>
                  <a:prstClr val="black"/>
                </a:solidFill>
                <a:latin typeface="Aparajita" pitchFamily="34" charset="0"/>
              </a:rPr>
              <a:t> ॥१५॥</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Jama </a:t>
            </a:r>
            <a:r>
              <a:rPr lang="en-US" sz="3600" b="1" dirty="0" err="1">
                <a:solidFill>
                  <a:prstClr val="black"/>
                </a:solidFill>
                <a:latin typeface="URW Palladio IT" pitchFamily="2" charset="0"/>
              </a:rPr>
              <a:t>Kubera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Digapäla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Jahäð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Kabi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Kobida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Kahi</a:t>
            </a:r>
            <a:r>
              <a:rPr lang="en-US" sz="3600" b="1" dirty="0">
                <a:solidFill>
                  <a:prstClr val="black"/>
                </a:solidFill>
                <a:latin typeface="URW Palladio IT" pitchFamily="2" charset="0"/>
              </a:rPr>
              <a:t> Sake </a:t>
            </a:r>
            <a:r>
              <a:rPr lang="en-US" sz="3600" b="1" dirty="0" err="1">
                <a:solidFill>
                  <a:prstClr val="black"/>
                </a:solidFill>
                <a:latin typeface="URW Palladio IT" pitchFamily="2" charset="0"/>
              </a:rPr>
              <a:t>Kahäð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a:t>
            </a:r>
            <a:r>
              <a:rPr lang="en-US" sz="3600" b="1" dirty="0">
                <a:solidFill>
                  <a:prstClr val="black"/>
                </a:solidFill>
                <a:latin typeface="URW Palladio IT" pitchFamily="2" charset="0"/>
              </a:rPr>
              <a:t> || - 15</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ಜಮ</a:t>
            </a:r>
            <a:r>
              <a:rPr lang="en-US" sz="3600" b="1" dirty="0">
                <a:solidFill>
                  <a:prstClr val="black"/>
                </a:solidFill>
                <a:latin typeface="Calibri" pitchFamily="34" charset="0"/>
              </a:rPr>
              <a:t> </a:t>
            </a:r>
            <a:r>
              <a:rPr lang="en-US" sz="3600" b="1" dirty="0" err="1">
                <a:solidFill>
                  <a:prstClr val="black"/>
                </a:solidFill>
                <a:latin typeface="Calibri" pitchFamily="34" charset="0"/>
              </a:rPr>
              <a:t>ಕುಬೇರ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ದಿಗಪಾಲ</a:t>
            </a:r>
            <a:r>
              <a:rPr lang="en-US" sz="3600" b="1" dirty="0">
                <a:solidFill>
                  <a:prstClr val="black"/>
                </a:solidFill>
                <a:latin typeface="Calibri" pitchFamily="34" charset="0"/>
              </a:rPr>
              <a:t> </a:t>
            </a:r>
            <a:r>
              <a:rPr lang="en-US" sz="3600" b="1" dirty="0" err="1">
                <a:solidFill>
                  <a:prstClr val="black"/>
                </a:solidFill>
                <a:latin typeface="Calibri" pitchFamily="34" charset="0"/>
              </a:rPr>
              <a:t>ಜಹಾ</a:t>
            </a:r>
            <a:r>
              <a:rPr lang="en-US" sz="3600" b="1" dirty="0">
                <a:solidFill>
                  <a:prstClr val="black"/>
                </a:solidFill>
                <a:latin typeface="Calibri" pitchFamily="34" charset="0"/>
              </a:rPr>
              <a:t> </a:t>
            </a:r>
            <a:r>
              <a:rPr lang="en-US" sz="3600" b="1" dirty="0" err="1">
                <a:solidFill>
                  <a:prstClr val="black"/>
                </a:solidFill>
                <a:latin typeface="Calibri" pitchFamily="34" charset="0"/>
              </a:rPr>
              <a:t>ತೇ</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ಕಬಿ</a:t>
            </a:r>
            <a:r>
              <a:rPr lang="en-US" sz="3600" b="1" dirty="0">
                <a:solidFill>
                  <a:prstClr val="black"/>
                </a:solidFill>
                <a:latin typeface="Calibri" pitchFamily="34" charset="0"/>
              </a:rPr>
              <a:t> </a:t>
            </a:r>
            <a:r>
              <a:rPr lang="en-US" sz="3600" b="1" dirty="0" err="1">
                <a:solidFill>
                  <a:prstClr val="black"/>
                </a:solidFill>
                <a:latin typeface="Calibri" pitchFamily="34" charset="0"/>
              </a:rPr>
              <a:t>ಕೋಬಿದ</a:t>
            </a:r>
            <a:r>
              <a:rPr lang="en-US" sz="3600" b="1" dirty="0">
                <a:solidFill>
                  <a:prstClr val="black"/>
                </a:solidFill>
                <a:latin typeface="Calibri" pitchFamily="34" charset="0"/>
              </a:rPr>
              <a:t> </a:t>
            </a:r>
            <a:r>
              <a:rPr lang="en-US" sz="3600" b="1" dirty="0" err="1">
                <a:solidFill>
                  <a:prstClr val="black"/>
                </a:solidFill>
                <a:latin typeface="Calibri" pitchFamily="34" charset="0"/>
              </a:rPr>
              <a:t>ಕಹಿ</a:t>
            </a:r>
            <a:r>
              <a:rPr lang="en-US" sz="3600" b="1" dirty="0">
                <a:solidFill>
                  <a:prstClr val="black"/>
                </a:solidFill>
                <a:latin typeface="Calibri" pitchFamily="34" charset="0"/>
              </a:rPr>
              <a:t> </a:t>
            </a:r>
            <a:r>
              <a:rPr lang="en-US" sz="3600" b="1" dirty="0" err="1">
                <a:solidFill>
                  <a:prstClr val="black"/>
                </a:solidFill>
                <a:latin typeface="Calibri" pitchFamily="34" charset="0"/>
              </a:rPr>
              <a:t>ಸಕೇ</a:t>
            </a:r>
            <a:r>
              <a:rPr lang="en-US" sz="3600" b="1" dirty="0">
                <a:solidFill>
                  <a:prstClr val="black"/>
                </a:solidFill>
                <a:latin typeface="Calibri" pitchFamily="34" charset="0"/>
              </a:rPr>
              <a:t> </a:t>
            </a:r>
            <a:r>
              <a:rPr lang="en-US" sz="3600" b="1" dirty="0" err="1">
                <a:solidFill>
                  <a:prstClr val="black"/>
                </a:solidFill>
                <a:latin typeface="Calibri" pitchFamily="34" charset="0"/>
              </a:rPr>
              <a:t>ಕಹಾ</a:t>
            </a:r>
            <a:r>
              <a:rPr lang="en-US" sz="3600" b="1" dirty="0">
                <a:solidFill>
                  <a:prstClr val="black"/>
                </a:solidFill>
                <a:latin typeface="Calibri" pitchFamily="34" charset="0"/>
              </a:rPr>
              <a:t> </a:t>
            </a:r>
            <a:r>
              <a:rPr lang="en-US" sz="3600" b="1" dirty="0" err="1">
                <a:solidFill>
                  <a:prstClr val="black"/>
                </a:solidFill>
                <a:latin typeface="Calibri" pitchFamily="34" charset="0"/>
              </a:rPr>
              <a:t>ತೇ</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೧೫</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What to talk of denizens of the poets and scholars </a:t>
            </a:r>
            <a:r>
              <a:rPr lang="en-US" sz="2399" b="1" dirty="0" err="1">
                <a:solidFill>
                  <a:prstClr val="black"/>
                </a:solidFill>
                <a:latin typeface="Palatino Linotype" pitchFamily="18" charset="0"/>
              </a:rPr>
              <a:t>etc</a:t>
            </a:r>
            <a:r>
              <a:rPr lang="en-US" sz="2399" b="1" dirty="0">
                <a:solidFill>
                  <a:prstClr val="black"/>
                </a:solidFill>
                <a:latin typeface="Palatino Linotype" pitchFamily="18" charset="0"/>
              </a:rPr>
              <a:t>, even Gods like </a:t>
            </a:r>
            <a:r>
              <a:rPr lang="en-US" sz="2399" b="1" dirty="0" err="1">
                <a:solidFill>
                  <a:prstClr val="black"/>
                </a:solidFill>
                <a:latin typeface="Palatino Linotype" pitchFamily="18" charset="0"/>
              </a:rPr>
              <a:t>Yamraj</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Kuber</a:t>
            </a:r>
            <a:r>
              <a:rPr lang="en-US" sz="2399" b="1" dirty="0">
                <a:solidFill>
                  <a:prstClr val="black"/>
                </a:solidFill>
                <a:latin typeface="Palatino Linotype" pitchFamily="18" charset="0"/>
              </a:rPr>
              <a:t>, and </a:t>
            </a:r>
            <a:r>
              <a:rPr lang="en-US" sz="2399" b="1" dirty="0" err="1">
                <a:solidFill>
                  <a:prstClr val="black"/>
                </a:solidFill>
                <a:latin typeface="Palatino Linotype" pitchFamily="18" charset="0"/>
              </a:rPr>
              <a:t>Digpal</a:t>
            </a:r>
            <a:r>
              <a:rPr lang="en-US" sz="2399" b="1" dirty="0">
                <a:solidFill>
                  <a:prstClr val="black"/>
                </a:solidFill>
                <a:latin typeface="Palatino Linotype" pitchFamily="18" charset="0"/>
              </a:rPr>
              <a:t> fail to narrate Hanuman's greatness in total.</a:t>
            </a:r>
          </a:p>
          <a:p>
            <a:pPr algn="ctr" defTabSz="914309"/>
            <a:r>
              <a:rPr lang="en-US" sz="3200" b="1" dirty="0">
                <a:solidFill>
                  <a:prstClr val="black"/>
                </a:solidFill>
                <a:latin typeface="Palatino Linotype" pitchFamily="18" charset="0"/>
              </a:rPr>
              <a:t>		</a:t>
            </a:r>
          </a:p>
        </p:txBody>
      </p:sp>
    </p:spTree>
    <p:extLst>
      <p:ext uri="{BB962C8B-B14F-4D97-AF65-F5344CB8AC3E}">
        <p14:creationId xmlns:p14="http://schemas.microsoft.com/office/powerpoint/2010/main" val="1682593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1676528" y="100"/>
            <a:ext cx="8762746" cy="6770604"/>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उपकार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सुग्रीवहिं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मिलाय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दीह्ना</a:t>
            </a:r>
            <a:r>
              <a:rPr lang="en-IN" sz="4000" b="1" dirty="0">
                <a:solidFill>
                  <a:prstClr val="black"/>
                </a:solidFill>
                <a:latin typeface="Aparajita" pitchFamily="34" charset="0"/>
              </a:rPr>
              <a:t> ॥१६॥</a:t>
            </a:r>
          </a:p>
          <a:p>
            <a:pPr algn="ctr" defTabSz="914309"/>
            <a:endParaRPr lang="en-IN" sz="3600" b="1" dirty="0">
              <a:solidFill>
                <a:prstClr val="black"/>
              </a:solidFill>
              <a:latin typeface="Aparajita" pitchFamily="34" charset="0"/>
            </a:endParaRPr>
          </a:p>
          <a:p>
            <a:pPr algn="ctr" defTabSz="914309"/>
            <a:r>
              <a:rPr lang="en-US" sz="3200" b="1" dirty="0" err="1">
                <a:solidFill>
                  <a:prstClr val="black"/>
                </a:solidFill>
                <a:latin typeface="URW Palladio IT" pitchFamily="2" charset="0"/>
              </a:rPr>
              <a:t>Tuma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Upakära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Sugrévahià</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Kénhä</a:t>
            </a:r>
            <a:r>
              <a:rPr lang="en-US" sz="3200" b="1" dirty="0">
                <a:solidFill>
                  <a:prstClr val="black"/>
                </a:solidFill>
                <a:latin typeface="URW Palladio IT" pitchFamily="2" charset="0"/>
              </a:rPr>
              <a:t> | </a:t>
            </a:r>
          </a:p>
          <a:p>
            <a:pPr algn="ctr" defTabSz="914309"/>
            <a:r>
              <a:rPr lang="en-US" sz="3200" b="1" dirty="0" err="1">
                <a:solidFill>
                  <a:prstClr val="black"/>
                </a:solidFill>
                <a:latin typeface="URW Palladio IT" pitchFamily="2" charset="0"/>
              </a:rPr>
              <a:t>Räma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Miläya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Räja</a:t>
            </a:r>
            <a:r>
              <a:rPr lang="en-US" sz="3200" b="1" dirty="0">
                <a:solidFill>
                  <a:prstClr val="black"/>
                </a:solidFill>
                <a:latin typeface="URW Palladio IT" pitchFamily="2" charset="0"/>
              </a:rPr>
              <a:t> Pada </a:t>
            </a:r>
            <a:r>
              <a:rPr lang="en-US" sz="3200" b="1" dirty="0" err="1">
                <a:solidFill>
                  <a:prstClr val="black"/>
                </a:solidFill>
                <a:latin typeface="URW Palladio IT" pitchFamily="2" charset="0"/>
              </a:rPr>
              <a:t>Dénhä</a:t>
            </a:r>
            <a:r>
              <a:rPr lang="en-US" sz="3200" b="1" dirty="0">
                <a:solidFill>
                  <a:prstClr val="black"/>
                </a:solidFill>
                <a:latin typeface="URW Palladio IT" pitchFamily="2" charset="0"/>
              </a:rPr>
              <a:t> || - 16</a:t>
            </a:r>
          </a:p>
          <a:p>
            <a:pPr algn="ctr" defTabSz="914309"/>
            <a:endParaRPr lang="en-US" sz="32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ತುಮ</a:t>
            </a:r>
            <a:r>
              <a:rPr lang="en-US" sz="3200" b="1" dirty="0">
                <a:solidFill>
                  <a:prstClr val="black"/>
                </a:solidFill>
                <a:latin typeface="Calibri" pitchFamily="34" charset="0"/>
              </a:rPr>
              <a:t> </a:t>
            </a:r>
            <a:r>
              <a:rPr lang="en-US" sz="3200" b="1" dirty="0" err="1">
                <a:solidFill>
                  <a:prstClr val="black"/>
                </a:solidFill>
                <a:latin typeface="Calibri" pitchFamily="34" charset="0"/>
              </a:rPr>
              <a:t>ಉಪಕಾರ</a:t>
            </a:r>
            <a:r>
              <a:rPr lang="en-US" sz="3200" b="1" dirty="0">
                <a:solidFill>
                  <a:prstClr val="black"/>
                </a:solidFill>
                <a:latin typeface="Calibri" pitchFamily="34" charset="0"/>
              </a:rPr>
              <a:t> </a:t>
            </a:r>
            <a:r>
              <a:rPr lang="en-US" sz="3200" b="1" dirty="0" err="1">
                <a:solidFill>
                  <a:prstClr val="black"/>
                </a:solidFill>
                <a:latin typeface="Calibri" pitchFamily="34" charset="0"/>
              </a:rPr>
              <a:t>ಸುಗ್ರೀವಹಿ</a:t>
            </a:r>
            <a:r>
              <a:rPr lang="en-US" sz="3200" b="1" dirty="0">
                <a:solidFill>
                  <a:prstClr val="black"/>
                </a:solidFill>
                <a:latin typeface="Calibri" pitchFamily="34" charset="0"/>
              </a:rPr>
              <a:t> </a:t>
            </a:r>
            <a:r>
              <a:rPr lang="en-US" sz="3200" b="1" dirty="0" err="1">
                <a:solidFill>
                  <a:prstClr val="black"/>
                </a:solidFill>
                <a:latin typeface="Calibri" pitchFamily="34" charset="0"/>
              </a:rPr>
              <a:t>ಕೀಂಹಾ</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ರಾಮ</a:t>
            </a:r>
            <a:r>
              <a:rPr lang="en-US" sz="3200" b="1" dirty="0">
                <a:solidFill>
                  <a:prstClr val="black"/>
                </a:solidFill>
                <a:latin typeface="Calibri" pitchFamily="34" charset="0"/>
              </a:rPr>
              <a:t> </a:t>
            </a:r>
            <a:r>
              <a:rPr lang="en-US" sz="3200" b="1" dirty="0" err="1">
                <a:solidFill>
                  <a:prstClr val="black"/>
                </a:solidFill>
                <a:latin typeface="Calibri" pitchFamily="34" charset="0"/>
              </a:rPr>
              <a:t>ಮಿಲಾಯ</a:t>
            </a:r>
            <a:r>
              <a:rPr lang="en-US" sz="3200" b="1" dirty="0">
                <a:solidFill>
                  <a:prstClr val="black"/>
                </a:solidFill>
                <a:latin typeface="Calibri" pitchFamily="34" charset="0"/>
              </a:rPr>
              <a:t> </a:t>
            </a:r>
            <a:r>
              <a:rPr lang="en-US" sz="3200" b="1" dirty="0" err="1">
                <a:solidFill>
                  <a:prstClr val="black"/>
                </a:solidFill>
                <a:latin typeface="Calibri" pitchFamily="34" charset="0"/>
              </a:rPr>
              <a:t>ರಾಜ</a:t>
            </a:r>
            <a:r>
              <a:rPr lang="en-US" sz="3200" b="1" dirty="0">
                <a:solidFill>
                  <a:prstClr val="black"/>
                </a:solidFill>
                <a:latin typeface="Calibri" pitchFamily="34" charset="0"/>
              </a:rPr>
              <a:t> </a:t>
            </a:r>
            <a:r>
              <a:rPr lang="en-US" sz="3200" b="1" dirty="0" err="1">
                <a:solidFill>
                  <a:prstClr val="black"/>
                </a:solidFill>
                <a:latin typeface="Calibri" pitchFamily="34" charset="0"/>
              </a:rPr>
              <a:t>ಪದ</a:t>
            </a:r>
            <a:r>
              <a:rPr lang="en-US" sz="3200" b="1" dirty="0">
                <a:solidFill>
                  <a:prstClr val="black"/>
                </a:solidFill>
                <a:latin typeface="Calibri" pitchFamily="34" charset="0"/>
              </a:rPr>
              <a:t> </a:t>
            </a:r>
            <a:r>
              <a:rPr lang="en-US" sz="3200" b="1" dirty="0" err="1">
                <a:solidFill>
                  <a:prstClr val="black"/>
                </a:solidFill>
                <a:latin typeface="Calibri" pitchFamily="34" charset="0"/>
              </a:rPr>
              <a:t>ದೀಂಹಾ</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೧೬</a:t>
            </a:r>
            <a:r>
              <a:rPr lang="en-US" sz="32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rendered a great service for Sugriva, It were you who united him with SHRI RAM and installed him on the Royal Throne.</a:t>
            </a:r>
          </a:p>
          <a:p>
            <a:pPr algn="ctr" defTabSz="914309"/>
            <a:r>
              <a:rPr lang="en-US" sz="3200" b="1" dirty="0">
                <a:solidFill>
                  <a:prstClr val="black"/>
                </a:solidFill>
                <a:latin typeface="Palatino Linotype" pitchFamily="18" charset="0"/>
              </a:rPr>
              <a:t>		</a:t>
            </a:r>
            <a:endParaRPr lang="en-US" sz="3200" dirty="0">
              <a:solidFill>
                <a:prstClr val="black"/>
              </a:solidFill>
              <a:latin typeface="Calibri" pitchFamily="34" charset="0"/>
            </a:endParaRPr>
          </a:p>
        </p:txBody>
      </p:sp>
    </p:spTree>
    <p:extLst>
      <p:ext uri="{BB962C8B-B14F-4D97-AF65-F5344CB8AC3E}">
        <p14:creationId xmlns:p14="http://schemas.microsoft.com/office/powerpoint/2010/main" val="38142368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srgbClr val="FFFFFF"/>
                </a:solidFill>
                <a:latin typeface="Aparajita" pitchFamily="34" charset="0"/>
              </a:rPr>
              <a:t>॥ इति श्रीमद्गोस्वामीतुलसीदासजी अवधी भाषायां विरचितं श्रीहनुमान चालीसा ॥</a:t>
            </a:r>
            <a:endParaRPr lang="en-US" sz="2500" b="1">
              <a:solidFill>
                <a:srgbClr val="FFFFFF"/>
              </a:solidFill>
              <a:latin typeface="Aparajita" pitchFamily="34" charset="0"/>
            </a:endParaRPr>
          </a:p>
        </p:txBody>
      </p:sp>
      <p:sp>
        <p:nvSpPr>
          <p:cNvPr id="44035" name="Rectangle 1"/>
          <p:cNvSpPr>
            <a:spLocks noChangeArrowheads="1"/>
          </p:cNvSpPr>
          <p:nvPr/>
        </p:nvSpPr>
        <p:spPr bwMode="auto">
          <a:xfrm>
            <a:off x="1524133" y="4648164"/>
            <a:ext cx="9143736" cy="2677729"/>
          </a:xfrm>
          <a:prstGeom prst="rect">
            <a:avLst/>
          </a:prstGeom>
          <a:noFill/>
          <a:ln w="9525">
            <a:noFill/>
            <a:miter lim="800000"/>
            <a:headEnd/>
            <a:tailEnd/>
          </a:ln>
        </p:spPr>
        <p:txBody>
          <a:bodyPr>
            <a:spAutoFit/>
          </a:bodyPr>
          <a:lstStyle/>
          <a:p>
            <a:pPr defTabSz="914309"/>
            <a:r>
              <a:rPr lang="en-US" sz="2800" b="1" dirty="0">
                <a:solidFill>
                  <a:srgbClr val="000000"/>
                </a:solidFill>
                <a:latin typeface="Calibri"/>
              </a:rPr>
              <a:t>	</a:t>
            </a:r>
          </a:p>
          <a:p>
            <a:pPr defTabSz="914309"/>
            <a:r>
              <a:rPr lang="en-US" sz="2800" b="1" dirty="0">
                <a:solidFill>
                  <a:srgbClr val="000000"/>
                </a:solidFill>
                <a:latin typeface="Calibri"/>
              </a:rPr>
              <a:t>	</a:t>
            </a:r>
            <a:r>
              <a:rPr lang="hi-IN" sz="2800" b="1" dirty="0">
                <a:solidFill>
                  <a:srgbClr val="000000"/>
                </a:solidFill>
                <a:latin typeface="Calibri"/>
              </a:rPr>
              <a:t>राम लक्ष्मण जानकी</a:t>
            </a:r>
            <a:r>
              <a:rPr lang="en-US" sz="2800" b="1" dirty="0">
                <a:solidFill>
                  <a:srgbClr val="000000"/>
                </a:solidFill>
                <a:latin typeface="Calibri"/>
              </a:rPr>
              <a:t>	</a:t>
            </a:r>
            <a:r>
              <a:rPr lang="en-US" sz="2800" dirty="0" err="1">
                <a:solidFill>
                  <a:srgbClr val="000000"/>
                </a:solidFill>
                <a:latin typeface="URW Palladio IT" pitchFamily="2" charset="0"/>
              </a:rPr>
              <a:t>Räma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La</a:t>
            </a:r>
            <a:r>
              <a:rPr lang="en-US" altLang="zh-CN" sz="2800" dirty="0" err="1">
                <a:solidFill>
                  <a:srgbClr val="000000"/>
                </a:solidFill>
                <a:latin typeface="URW Palladio IT" pitchFamily="2" charset="0"/>
                <a:ea typeface="宋体" panose="02010600030101010101" pitchFamily="2" charset="-122"/>
                <a:sym typeface="URW Palladio IT" pitchFamily="2" charset="0"/>
              </a:rPr>
              <a:t>kñ</a:t>
            </a:r>
            <a:r>
              <a:rPr lang="en-US" sz="2800" dirty="0" err="1">
                <a:solidFill>
                  <a:srgbClr val="000000"/>
                </a:solidFill>
                <a:latin typeface="URW Palladio IT" pitchFamily="2" charset="0"/>
              </a:rPr>
              <a:t>hmaëa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Jänaké</a:t>
            </a:r>
            <a:endParaRPr lang="en-US" sz="2800" dirty="0">
              <a:solidFill>
                <a:srgbClr val="000000"/>
              </a:solidFill>
              <a:latin typeface="URW Palladio IT" pitchFamily="2" charset="0"/>
            </a:endParaRPr>
          </a:p>
          <a:p>
            <a:pPr defTabSz="914309"/>
            <a:r>
              <a:rPr lang="en-US" sz="2800" b="1" dirty="0">
                <a:solidFill>
                  <a:srgbClr val="000000"/>
                </a:solidFill>
                <a:latin typeface="Calibri"/>
              </a:rPr>
              <a:t>	</a:t>
            </a:r>
            <a:r>
              <a:rPr lang="hi-IN" sz="2800" b="1" dirty="0">
                <a:solidFill>
                  <a:srgbClr val="000000"/>
                </a:solidFill>
                <a:latin typeface="Calibri"/>
              </a:rPr>
              <a:t>जय बोलो हनुमान की</a:t>
            </a:r>
            <a:r>
              <a:rPr lang="en-US" sz="2800" b="1" dirty="0">
                <a:solidFill>
                  <a:srgbClr val="000000"/>
                </a:solidFill>
                <a:latin typeface="Calibri"/>
              </a:rPr>
              <a:t>	</a:t>
            </a:r>
            <a:r>
              <a:rPr lang="en-US" sz="2800" dirty="0">
                <a:solidFill>
                  <a:srgbClr val="000000"/>
                </a:solidFill>
                <a:latin typeface="URW Palladio IT" pitchFamily="2" charset="0"/>
              </a:rPr>
              <a:t> Jaya Bolo </a:t>
            </a:r>
            <a:r>
              <a:rPr lang="en-US" sz="2800" dirty="0" err="1">
                <a:solidFill>
                  <a:srgbClr val="000000"/>
                </a:solidFill>
                <a:latin typeface="URW Palladio IT" pitchFamily="2" charset="0"/>
              </a:rPr>
              <a:t>Hanumäna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Ké</a:t>
            </a:r>
            <a:endParaRPr lang="en-CA" sz="2800" b="1" dirty="0">
              <a:solidFill>
                <a:srgbClr val="000000"/>
              </a:solidFill>
              <a:latin typeface="Calibri"/>
            </a:endParaRPr>
          </a:p>
          <a:p>
            <a:pPr defTabSz="914309"/>
            <a:r>
              <a:rPr lang="en-CA" sz="2800" b="1" dirty="0">
                <a:solidFill>
                  <a:srgbClr val="000000"/>
                </a:solidFill>
                <a:latin typeface="Calibri"/>
              </a:rPr>
              <a:t>			  </a:t>
            </a:r>
            <a:r>
              <a:rPr lang="kn-IN" sz="2800" b="1" dirty="0">
                <a:solidFill>
                  <a:srgbClr val="000000"/>
                </a:solidFill>
                <a:latin typeface="Calibri"/>
              </a:rPr>
              <a:t>ರಾಮ ಲಕ್ಷ್ಮಣ </a:t>
            </a:r>
            <a:r>
              <a:rPr lang="kn-IN" sz="2800" b="1" dirty="0" err="1">
                <a:solidFill>
                  <a:srgbClr val="000000"/>
                </a:solidFill>
                <a:latin typeface="Calibri"/>
              </a:rPr>
              <a:t>ಜಾನಕೀ</a:t>
            </a:r>
            <a:endParaRPr lang="kn-IN" sz="2800" b="1" dirty="0">
              <a:solidFill>
                <a:srgbClr val="000000"/>
              </a:solidFill>
              <a:latin typeface="Calibri"/>
            </a:endParaRPr>
          </a:p>
          <a:p>
            <a:pPr algn="ctr" defTabSz="914309"/>
            <a:r>
              <a:rPr lang="kn-IN" sz="2800" b="1" dirty="0">
                <a:solidFill>
                  <a:srgbClr val="000000"/>
                </a:solidFill>
                <a:latin typeface="Calibri"/>
              </a:rPr>
              <a:t>ಜೈ </a:t>
            </a:r>
            <a:r>
              <a:rPr lang="kn-IN" sz="2800" b="1" dirty="0" err="1">
                <a:solidFill>
                  <a:srgbClr val="000000"/>
                </a:solidFill>
                <a:latin typeface="Calibri"/>
              </a:rPr>
              <a:t>ಬೋಲೋ</a:t>
            </a:r>
            <a:r>
              <a:rPr lang="kn-IN" sz="2800" b="1" dirty="0">
                <a:solidFill>
                  <a:srgbClr val="000000"/>
                </a:solidFill>
                <a:latin typeface="Calibri"/>
              </a:rPr>
              <a:t> </a:t>
            </a:r>
            <a:r>
              <a:rPr lang="kn-IN" sz="2800" b="1" dirty="0" err="1">
                <a:solidFill>
                  <a:srgbClr val="000000"/>
                </a:solidFill>
                <a:latin typeface="Calibri"/>
              </a:rPr>
              <a:t>ಹನುಮಾನ್</a:t>
            </a:r>
            <a:r>
              <a:rPr lang="kn-IN" sz="2800" b="1" dirty="0">
                <a:solidFill>
                  <a:srgbClr val="000000"/>
                </a:solidFill>
                <a:latin typeface="Calibri"/>
              </a:rPr>
              <a:t> ಕೀ</a:t>
            </a:r>
            <a:endParaRPr lang="en-CA" sz="2800" b="1" dirty="0">
              <a:solidFill>
                <a:srgbClr val="000000"/>
              </a:solidFill>
              <a:latin typeface="Calibri"/>
            </a:endParaRPr>
          </a:p>
          <a:p>
            <a:pPr defTabSz="914309"/>
            <a:endParaRPr lang="en-IN" sz="2800" b="1" dirty="0">
              <a:solidFill>
                <a:srgbClr val="000000"/>
              </a:solidFill>
              <a:latin typeface="Calibri"/>
            </a:endParaRPr>
          </a:p>
        </p:txBody>
      </p:sp>
      <p:pic>
        <p:nvPicPr>
          <p:cNvPr id="44036" name="Picture 2" descr="G:\Rama\Lord-RamaLord-Shiva-And-Lord-Hanuman.jpg"/>
          <p:cNvPicPr>
            <a:picLocks noChangeAspect="1" noChangeArrowheads="1"/>
          </p:cNvPicPr>
          <p:nvPr/>
        </p:nvPicPr>
        <p:blipFill>
          <a:blip r:embed="rId2"/>
          <a:srcRect/>
          <a:stretch>
            <a:fillRect/>
          </a:stretch>
        </p:blipFill>
        <p:spPr bwMode="auto">
          <a:xfrm>
            <a:off x="1524133" y="-228493"/>
            <a:ext cx="9143736" cy="5410043"/>
          </a:xfrm>
          <a:prstGeom prst="rect">
            <a:avLst/>
          </a:prstGeom>
          <a:noFill/>
          <a:ln w="9525">
            <a:noFill/>
            <a:miter lim="800000"/>
            <a:headEnd/>
            <a:tailEnd/>
          </a:ln>
        </p:spPr>
      </p:pic>
    </p:spTree>
    <p:extLst>
      <p:ext uri="{BB962C8B-B14F-4D97-AF65-F5344CB8AC3E}">
        <p14:creationId xmlns:p14="http://schemas.microsoft.com/office/powerpoint/2010/main" val="136071257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1600330" y="100"/>
            <a:ext cx="9143736" cy="6093543"/>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400" b="1" dirty="0">
                <a:solidFill>
                  <a:srgbClr val="00B050"/>
                </a:solidFill>
                <a:latin typeface="Sanskrit 99" pitchFamily="2"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मन्त्र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बिभीषन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लङ्केस्वर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भए</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a:t>
            </a:r>
            <a:r>
              <a:rPr lang="en-IN" sz="4000" b="1" dirty="0">
                <a:solidFill>
                  <a:prstClr val="black"/>
                </a:solidFill>
                <a:latin typeface="Aparajita" pitchFamily="34" charset="0"/>
              </a:rPr>
              <a:t> ॥१७॥</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Tumharo</a:t>
            </a:r>
            <a:r>
              <a:rPr lang="en-US" sz="3600" b="1" dirty="0">
                <a:solidFill>
                  <a:prstClr val="black"/>
                </a:solidFill>
                <a:latin typeface="URW Palladio IT" pitchFamily="2" charset="0"/>
              </a:rPr>
              <a:t> Mantra </a:t>
            </a:r>
            <a:r>
              <a:rPr lang="en-US" sz="3600" b="1" dirty="0" err="1">
                <a:solidFill>
                  <a:prstClr val="black"/>
                </a:solidFill>
                <a:latin typeface="URW Palladio IT" pitchFamily="2" charset="0"/>
              </a:rPr>
              <a:t>Bibhéñana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Mänä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Laìkesvara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Bhae</a:t>
            </a:r>
            <a:r>
              <a:rPr lang="en-US" sz="3600" b="1" dirty="0">
                <a:solidFill>
                  <a:prstClr val="black"/>
                </a:solidFill>
                <a:latin typeface="URW Palladio IT" pitchFamily="2" charset="0"/>
              </a:rPr>
              <a:t> Saba Jaga </a:t>
            </a:r>
            <a:r>
              <a:rPr lang="en-US" sz="3600" b="1" dirty="0" err="1">
                <a:solidFill>
                  <a:prstClr val="black"/>
                </a:solidFill>
                <a:latin typeface="URW Palladio IT" pitchFamily="2" charset="0"/>
              </a:rPr>
              <a:t>Jänä</a:t>
            </a:r>
            <a:r>
              <a:rPr lang="en-US" sz="3600" b="1" dirty="0">
                <a:solidFill>
                  <a:prstClr val="black"/>
                </a:solidFill>
                <a:latin typeface="URW Palladio IT" pitchFamily="2" charset="0"/>
              </a:rPr>
              <a:t> || - 17</a:t>
            </a:r>
          </a:p>
          <a:p>
            <a:pPr algn="ctr" defTabSz="914309"/>
            <a:endParaRPr lang="en-US" sz="36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ತುಮ್ಹ</a:t>
            </a:r>
            <a:r>
              <a:rPr lang="kn-IN" sz="3200" b="1" dirty="0" err="1">
                <a:solidFill>
                  <a:prstClr val="black"/>
                </a:solidFill>
                <a:latin typeface="Calibri" pitchFamily="34" charset="0"/>
                <a:ea typeface="Tunga" pitchFamily="2"/>
                <a:cs typeface="Tunga" pitchFamily="2"/>
              </a:rPr>
              <a:t>ರೋ</a:t>
            </a:r>
            <a:r>
              <a:rPr lang="en-US" sz="3200" b="1" dirty="0">
                <a:solidFill>
                  <a:prstClr val="black"/>
                </a:solidFill>
                <a:latin typeface="Calibri" pitchFamily="34" charset="0"/>
              </a:rPr>
              <a:t> </a:t>
            </a:r>
            <a:r>
              <a:rPr lang="en-US" sz="3200" b="1" dirty="0" err="1">
                <a:solidFill>
                  <a:prstClr val="black"/>
                </a:solidFill>
                <a:latin typeface="Calibri" pitchFamily="34" charset="0"/>
              </a:rPr>
              <a:t>ಮಂತ್ರ</a:t>
            </a:r>
            <a:r>
              <a:rPr lang="en-US" sz="3200" b="1" dirty="0">
                <a:solidFill>
                  <a:prstClr val="black"/>
                </a:solidFill>
                <a:latin typeface="Calibri" pitchFamily="34" charset="0"/>
              </a:rPr>
              <a:t> </a:t>
            </a:r>
            <a:r>
              <a:rPr lang="en-US" sz="3200" b="1" dirty="0" err="1">
                <a:solidFill>
                  <a:prstClr val="black"/>
                </a:solidFill>
                <a:latin typeface="Calibri" pitchFamily="34" charset="0"/>
              </a:rPr>
              <a:t>ಬಿಭೀಷಣ</a:t>
            </a:r>
            <a:r>
              <a:rPr lang="en-US" sz="3200" b="1" dirty="0">
                <a:solidFill>
                  <a:prstClr val="black"/>
                </a:solidFill>
                <a:latin typeface="Calibri" pitchFamily="34" charset="0"/>
              </a:rPr>
              <a:t> </a:t>
            </a:r>
            <a:r>
              <a:rPr lang="en-US" sz="3200" b="1" dirty="0" err="1">
                <a:solidFill>
                  <a:prstClr val="black"/>
                </a:solidFill>
                <a:latin typeface="Calibri" pitchFamily="34" charset="0"/>
              </a:rPr>
              <a:t>ಮಾನಾ</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ಲಂಕೇಶ್ವರ</a:t>
            </a:r>
            <a:r>
              <a:rPr lang="en-US" sz="3200" b="1" dirty="0">
                <a:solidFill>
                  <a:prstClr val="black"/>
                </a:solidFill>
                <a:latin typeface="Calibri" pitchFamily="34" charset="0"/>
              </a:rPr>
              <a:t> </a:t>
            </a:r>
            <a:r>
              <a:rPr lang="en-US" sz="3200" b="1" dirty="0" err="1">
                <a:solidFill>
                  <a:prstClr val="black"/>
                </a:solidFill>
                <a:latin typeface="Calibri" pitchFamily="34" charset="0"/>
              </a:rPr>
              <a:t>ಭಯೇ</a:t>
            </a:r>
            <a:r>
              <a:rPr lang="en-US" sz="3200" b="1" dirty="0">
                <a:solidFill>
                  <a:prstClr val="black"/>
                </a:solidFill>
                <a:latin typeface="Calibri" pitchFamily="34" charset="0"/>
              </a:rPr>
              <a:t> </a:t>
            </a:r>
            <a:r>
              <a:rPr lang="en-US" sz="3200" b="1" dirty="0" err="1">
                <a:solidFill>
                  <a:prstClr val="black"/>
                </a:solidFill>
                <a:latin typeface="Calibri" pitchFamily="34" charset="0"/>
              </a:rPr>
              <a:t>ಸಬ</a:t>
            </a:r>
            <a:r>
              <a:rPr lang="en-US" sz="3200" b="1" dirty="0">
                <a:solidFill>
                  <a:prstClr val="black"/>
                </a:solidFill>
                <a:latin typeface="Calibri" pitchFamily="34" charset="0"/>
              </a:rPr>
              <a:t> </a:t>
            </a:r>
            <a:r>
              <a:rPr lang="en-US" sz="3200" b="1" dirty="0" err="1">
                <a:solidFill>
                  <a:prstClr val="black"/>
                </a:solidFill>
                <a:latin typeface="Calibri" pitchFamily="34" charset="0"/>
              </a:rPr>
              <a:t>ಜಗ</a:t>
            </a:r>
            <a:r>
              <a:rPr lang="en-US" sz="3200" b="1" dirty="0">
                <a:solidFill>
                  <a:prstClr val="black"/>
                </a:solidFill>
                <a:latin typeface="Calibri" pitchFamily="34" charset="0"/>
              </a:rPr>
              <a:t> </a:t>
            </a:r>
            <a:r>
              <a:rPr lang="en-US" sz="3200" b="1" dirty="0" err="1">
                <a:solidFill>
                  <a:prstClr val="black"/>
                </a:solidFill>
                <a:latin typeface="Calibri" pitchFamily="34" charset="0"/>
              </a:rPr>
              <a:t>ಜಾನಾ</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೧೭</a:t>
            </a:r>
            <a:r>
              <a:rPr lang="en-US" sz="3200" b="1" dirty="0">
                <a:solidFill>
                  <a:prstClr val="black"/>
                </a:solidFill>
                <a:latin typeface="Calibri" pitchFamily="34" charset="0"/>
              </a:rPr>
              <a:t>॥</a:t>
            </a:r>
          </a:p>
          <a:p>
            <a:pPr algn="ctr" defTabSz="914309"/>
            <a:endParaRPr lang="en-US" sz="32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By heeding your advice. </a:t>
            </a:r>
            <a:r>
              <a:rPr lang="en-US" sz="2399" b="1" dirty="0" err="1">
                <a:solidFill>
                  <a:prstClr val="black"/>
                </a:solidFill>
                <a:latin typeface="Palatino Linotype" pitchFamily="18" charset="0"/>
              </a:rPr>
              <a:t>Vibhishan</a:t>
            </a:r>
            <a:r>
              <a:rPr lang="en-US" sz="2399" b="1" dirty="0">
                <a:solidFill>
                  <a:prstClr val="black"/>
                </a:solidFill>
                <a:latin typeface="Palatino Linotype" pitchFamily="18" charset="0"/>
              </a:rPr>
              <a:t> became Lord of Lanka, which is known all over the universe.</a:t>
            </a:r>
          </a:p>
        </p:txBody>
      </p:sp>
    </p:spTree>
    <p:extLst>
      <p:ext uri="{BB962C8B-B14F-4D97-AF65-F5344CB8AC3E}">
        <p14:creationId xmlns:p14="http://schemas.microsoft.com/office/powerpoint/2010/main" val="85815216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1676528" y="115"/>
            <a:ext cx="8762746" cy="7663051"/>
          </a:xfrm>
          <a:prstGeom prst="rect">
            <a:avLst/>
          </a:prstGeom>
          <a:noFill/>
          <a:ln w="9525">
            <a:noFill/>
            <a:miter lim="800000"/>
            <a:headEnd/>
            <a:tailEnd/>
          </a:ln>
        </p:spPr>
        <p:txBody>
          <a:bodyPr>
            <a:spAutoFit/>
          </a:bodyPr>
          <a:lstStyle/>
          <a:p>
            <a:pPr algn="ctr" defTabSz="914309"/>
            <a:endParaRPr lang="en-IN" sz="16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सहस्र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जोजन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लील्यो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मधुर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फल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a:t>
            </a:r>
            <a:r>
              <a:rPr lang="en-IN" sz="4000" b="1" dirty="0">
                <a:solidFill>
                  <a:prstClr val="black"/>
                </a:solidFill>
                <a:latin typeface="Aparajita" pitchFamily="34" charset="0"/>
              </a:rPr>
              <a:t> ॥१८॥</a:t>
            </a:r>
          </a:p>
          <a:p>
            <a:pPr algn="ctr" defTabSz="914309"/>
            <a:endParaRPr lang="en-IN" sz="36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Juga </a:t>
            </a:r>
            <a:r>
              <a:rPr lang="en-US" sz="3600" b="1" dirty="0" err="1">
                <a:solidFill>
                  <a:prstClr val="black"/>
                </a:solidFill>
                <a:latin typeface="URW Palladio IT" pitchFamily="2" charset="0"/>
              </a:rPr>
              <a:t>Sahasra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Jojana</a:t>
            </a:r>
            <a:r>
              <a:rPr lang="en-US" sz="3600" b="1" dirty="0">
                <a:solidFill>
                  <a:prstClr val="black"/>
                </a:solidFill>
                <a:latin typeface="URW Palladio IT" pitchFamily="2" charset="0"/>
              </a:rPr>
              <a:t> Para </a:t>
            </a:r>
            <a:r>
              <a:rPr lang="en-US" sz="3600" b="1" dirty="0" err="1">
                <a:solidFill>
                  <a:prstClr val="black"/>
                </a:solidFill>
                <a:latin typeface="URW Palladio IT" pitchFamily="2" charset="0"/>
              </a:rPr>
              <a:t>Bhänü</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Lélyo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Tähi</a:t>
            </a:r>
            <a:r>
              <a:rPr lang="en-US" sz="3600" b="1" dirty="0">
                <a:solidFill>
                  <a:prstClr val="black"/>
                </a:solidFill>
                <a:latin typeface="URW Palladio IT" pitchFamily="2" charset="0"/>
              </a:rPr>
              <a:t> Madhura </a:t>
            </a:r>
            <a:r>
              <a:rPr lang="en-US" sz="3600" b="1" dirty="0" err="1">
                <a:solidFill>
                  <a:prstClr val="black"/>
                </a:solidFill>
                <a:latin typeface="URW Palladio IT" pitchFamily="2" charset="0"/>
              </a:rPr>
              <a:t>Phala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Jänü</a:t>
            </a:r>
            <a:r>
              <a:rPr lang="en-US" sz="3600" b="1" dirty="0">
                <a:solidFill>
                  <a:prstClr val="black"/>
                </a:solidFill>
                <a:latin typeface="URW Palladio IT" pitchFamily="2" charset="0"/>
              </a:rPr>
              <a:t> || - 18</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ಜುಗ</a:t>
            </a:r>
            <a:r>
              <a:rPr lang="en-US" sz="3600" b="1" dirty="0">
                <a:solidFill>
                  <a:prstClr val="black"/>
                </a:solidFill>
                <a:latin typeface="Calibri" pitchFamily="34" charset="0"/>
              </a:rPr>
              <a:t> </a:t>
            </a:r>
            <a:r>
              <a:rPr lang="en-US" sz="3600" b="1" dirty="0" err="1">
                <a:solidFill>
                  <a:prstClr val="black"/>
                </a:solidFill>
                <a:latin typeface="Calibri" pitchFamily="34" charset="0"/>
              </a:rPr>
              <a:t>ಸಹ</a:t>
            </a:r>
            <a:r>
              <a:rPr lang="kn-IN" sz="3600" b="1" dirty="0" err="1">
                <a:solidFill>
                  <a:prstClr val="black"/>
                </a:solidFill>
                <a:latin typeface="Calibri" pitchFamily="34" charset="0"/>
                <a:ea typeface="Tunga" pitchFamily="2"/>
                <a:cs typeface="Tunga" pitchFamily="2"/>
              </a:rPr>
              <a:t>ಸ್ರ</a:t>
            </a:r>
            <a:r>
              <a:rPr lang="en-US" sz="3600" b="1" dirty="0">
                <a:solidFill>
                  <a:prstClr val="black"/>
                </a:solidFill>
                <a:latin typeface="Calibri" pitchFamily="34" charset="0"/>
              </a:rPr>
              <a:t> </a:t>
            </a:r>
            <a:r>
              <a:rPr lang="kn-IN" sz="3600" b="1" dirty="0" err="1">
                <a:solidFill>
                  <a:prstClr val="black"/>
                </a:solidFill>
                <a:latin typeface="Calibri" pitchFamily="34" charset="0"/>
                <a:ea typeface="Tunga" pitchFamily="2"/>
                <a:cs typeface="Tunga" pitchFamily="2"/>
              </a:rPr>
              <a:t>ಜೋಜನ</a:t>
            </a:r>
            <a:r>
              <a:rPr lang="kn-IN" sz="3600" b="1" dirty="0">
                <a:solidFill>
                  <a:prstClr val="black"/>
                </a:solidFill>
                <a:latin typeface="Calibri" pitchFamily="34" charset="0"/>
                <a:ea typeface="Tunga" pitchFamily="2"/>
                <a:cs typeface="Tunga" pitchFamily="2"/>
              </a:rPr>
              <a:t> </a:t>
            </a:r>
            <a:r>
              <a:rPr lang="en-US" sz="3600" b="1" dirty="0" err="1">
                <a:solidFill>
                  <a:prstClr val="black"/>
                </a:solidFill>
                <a:latin typeface="Calibri" pitchFamily="34" charset="0"/>
              </a:rPr>
              <a:t>ಪರ</a:t>
            </a:r>
            <a:r>
              <a:rPr lang="en-US" sz="3600" b="1" dirty="0">
                <a:solidFill>
                  <a:prstClr val="black"/>
                </a:solidFill>
                <a:latin typeface="Calibri" pitchFamily="34" charset="0"/>
              </a:rPr>
              <a:t> </a:t>
            </a:r>
            <a:r>
              <a:rPr lang="en-US" sz="3600" b="1" dirty="0" err="1">
                <a:solidFill>
                  <a:prstClr val="black"/>
                </a:solidFill>
                <a:latin typeface="Calibri" pitchFamily="34" charset="0"/>
              </a:rPr>
              <a:t>ಭಾನು</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ಲೀಲ್ಯೋ</a:t>
            </a:r>
            <a:r>
              <a:rPr lang="en-US" sz="3600" b="1" dirty="0">
                <a:solidFill>
                  <a:prstClr val="black"/>
                </a:solidFill>
                <a:latin typeface="Calibri" pitchFamily="34" charset="0"/>
              </a:rPr>
              <a:t> </a:t>
            </a:r>
            <a:r>
              <a:rPr lang="kn-IN" sz="3600" b="1" dirty="0" err="1">
                <a:solidFill>
                  <a:prstClr val="black"/>
                </a:solidFill>
                <a:latin typeface="Calibri" pitchFamily="34" charset="0"/>
                <a:ea typeface="Tunga" pitchFamily="2"/>
                <a:cs typeface="Tunga" pitchFamily="2"/>
              </a:rPr>
              <a:t>ತಾಹಿ</a:t>
            </a:r>
            <a:r>
              <a:rPr lang="kn-IN" sz="3600" b="1" dirty="0">
                <a:solidFill>
                  <a:prstClr val="black"/>
                </a:solidFill>
                <a:latin typeface="Calibri" pitchFamily="34" charset="0"/>
                <a:ea typeface="Tunga" pitchFamily="2"/>
                <a:cs typeface="Tunga" pitchFamily="2"/>
              </a:rPr>
              <a:t> </a:t>
            </a:r>
            <a:r>
              <a:rPr lang="en-US" sz="3600" b="1" dirty="0" err="1">
                <a:solidFill>
                  <a:prstClr val="black"/>
                </a:solidFill>
                <a:latin typeface="Calibri" pitchFamily="34" charset="0"/>
              </a:rPr>
              <a:t>ಮಧುರ</a:t>
            </a:r>
            <a:r>
              <a:rPr lang="en-US" sz="3600" b="1" dirty="0">
                <a:solidFill>
                  <a:prstClr val="black"/>
                </a:solidFill>
                <a:latin typeface="Calibri" pitchFamily="34" charset="0"/>
              </a:rPr>
              <a:t> </a:t>
            </a:r>
            <a:r>
              <a:rPr lang="en-US" sz="3600" b="1" dirty="0" err="1">
                <a:solidFill>
                  <a:prstClr val="black"/>
                </a:solidFill>
                <a:latin typeface="Calibri" pitchFamily="34" charset="0"/>
              </a:rPr>
              <a:t>ಫಲ</a:t>
            </a:r>
            <a:r>
              <a:rPr lang="en-US" sz="3600" b="1" dirty="0">
                <a:solidFill>
                  <a:prstClr val="black"/>
                </a:solidFill>
                <a:latin typeface="Calibri" pitchFamily="34" charset="0"/>
              </a:rPr>
              <a:t> </a:t>
            </a:r>
            <a:r>
              <a:rPr lang="en-US" sz="3600" b="1" dirty="0" err="1">
                <a:solidFill>
                  <a:prstClr val="black"/>
                </a:solidFill>
                <a:latin typeface="Calibri" pitchFamily="34" charset="0"/>
              </a:rPr>
              <a:t>ಜಾನು</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೧೮</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gulped, the SUN at distance of sixteen thousand miles considering it to be a sweet fruit.</a:t>
            </a:r>
          </a:p>
          <a:p>
            <a:pPr algn="ctr" defTabSz="914309"/>
            <a:r>
              <a:rPr lang="en-US" sz="2399" b="1" dirty="0">
                <a:solidFill>
                  <a:prstClr val="black"/>
                </a:solidFill>
                <a:latin typeface="Palatino Linotype" pitchFamily="18" charset="0"/>
              </a:rPr>
              <a:t>		</a:t>
            </a:r>
            <a:r>
              <a:rPr lang="en-US" sz="3600" b="1" dirty="0">
                <a:solidFill>
                  <a:prstClr val="black"/>
                </a:solidFill>
                <a:latin typeface="Calibri" pitchFamily="34" charset="0"/>
              </a:rPr>
              <a:t/>
            </a:r>
            <a:br>
              <a:rPr lang="en-US" sz="3600" b="1" dirty="0">
                <a:solidFill>
                  <a:prstClr val="black"/>
                </a:solidFill>
                <a:latin typeface="Calibri" pitchFamily="34" charset="0"/>
              </a:rPr>
            </a:br>
            <a:endParaRPr lang="en-US" sz="3600" b="1" dirty="0">
              <a:solidFill>
                <a:prstClr val="black"/>
              </a:solidFill>
              <a:latin typeface="Calibri" pitchFamily="34" charset="0"/>
            </a:endParaRPr>
          </a:p>
        </p:txBody>
      </p:sp>
    </p:spTree>
    <p:extLst>
      <p:ext uri="{BB962C8B-B14F-4D97-AF65-F5344CB8AC3E}">
        <p14:creationId xmlns:p14="http://schemas.microsoft.com/office/powerpoint/2010/main" val="24155733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1600330" y="100"/>
            <a:ext cx="9067538" cy="6585986"/>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प्रभु</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मुद्रिका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जलधि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लाँघि</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अचरज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नाहीं</a:t>
            </a:r>
            <a:r>
              <a:rPr lang="en-IN" sz="4000" b="1" dirty="0">
                <a:solidFill>
                  <a:prstClr val="black"/>
                </a:solidFill>
                <a:latin typeface="Aparajita" pitchFamily="34" charset="0"/>
              </a:rPr>
              <a:t> ॥१९॥</a:t>
            </a:r>
          </a:p>
          <a:p>
            <a:pPr algn="ctr" defTabSz="914309"/>
            <a:endParaRPr lang="en-IN" sz="4000" b="1" dirty="0">
              <a:solidFill>
                <a:prstClr val="black"/>
              </a:solidFill>
              <a:latin typeface="Aparajita" pitchFamily="34" charset="0"/>
            </a:endParaRPr>
          </a:p>
          <a:p>
            <a:pPr algn="ctr" defTabSz="914309"/>
            <a:r>
              <a:rPr lang="en-US" sz="3200" b="1" dirty="0">
                <a:solidFill>
                  <a:prstClr val="black"/>
                </a:solidFill>
                <a:latin typeface="URW Palladio IT" pitchFamily="2" charset="0"/>
              </a:rPr>
              <a:t>Prabhu </a:t>
            </a:r>
            <a:r>
              <a:rPr lang="en-US" sz="3200" b="1" dirty="0" err="1">
                <a:solidFill>
                  <a:prstClr val="black"/>
                </a:solidFill>
                <a:latin typeface="URW Palladio IT" pitchFamily="2" charset="0"/>
              </a:rPr>
              <a:t>Mudrikä</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Meli</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Mukha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Mähéà</a:t>
            </a:r>
            <a:r>
              <a:rPr lang="en-US" sz="3200" b="1" dirty="0">
                <a:solidFill>
                  <a:prstClr val="black"/>
                </a:solidFill>
                <a:latin typeface="URW Palladio IT" pitchFamily="2" charset="0"/>
              </a:rPr>
              <a:t> | </a:t>
            </a:r>
          </a:p>
          <a:p>
            <a:pPr algn="ctr" defTabSz="914309"/>
            <a:r>
              <a:rPr lang="en-US" sz="3200" b="1" dirty="0" err="1">
                <a:solidFill>
                  <a:prstClr val="black"/>
                </a:solidFill>
                <a:latin typeface="URW Palladio IT" pitchFamily="2" charset="0"/>
              </a:rPr>
              <a:t>Jaladhi</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Läðghi</a:t>
            </a:r>
            <a:r>
              <a:rPr lang="en-US" sz="3200" b="1" dirty="0">
                <a:solidFill>
                  <a:prstClr val="black"/>
                </a:solidFill>
                <a:latin typeface="URW Palladio IT" pitchFamily="2" charset="0"/>
              </a:rPr>
              <a:t> Gaye </a:t>
            </a:r>
            <a:r>
              <a:rPr lang="en-US" sz="3200" b="1" dirty="0" err="1">
                <a:solidFill>
                  <a:prstClr val="black"/>
                </a:solidFill>
                <a:latin typeface="URW Palladio IT" pitchFamily="2" charset="0"/>
              </a:rPr>
              <a:t>Acaraja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Nähéà</a:t>
            </a:r>
            <a:r>
              <a:rPr lang="en-US" sz="3200" b="1" dirty="0">
                <a:solidFill>
                  <a:prstClr val="black"/>
                </a:solidFill>
                <a:latin typeface="URW Palladio IT" pitchFamily="2" charset="0"/>
              </a:rPr>
              <a:t> || - 19</a:t>
            </a:r>
          </a:p>
          <a:p>
            <a:pPr algn="ctr" defTabSz="914309"/>
            <a:endParaRPr lang="en-US" sz="32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ಪ್ರಭು</a:t>
            </a:r>
            <a:r>
              <a:rPr lang="en-US" sz="3200" b="1" dirty="0">
                <a:solidFill>
                  <a:prstClr val="black"/>
                </a:solidFill>
                <a:latin typeface="Calibri" pitchFamily="34" charset="0"/>
              </a:rPr>
              <a:t> </a:t>
            </a:r>
            <a:r>
              <a:rPr lang="en-US" sz="3200" b="1" dirty="0" err="1">
                <a:solidFill>
                  <a:prstClr val="black"/>
                </a:solidFill>
                <a:latin typeface="Calibri" pitchFamily="34" charset="0"/>
              </a:rPr>
              <a:t>ಮುದ್ರಿಕಾ</a:t>
            </a:r>
            <a:r>
              <a:rPr lang="en-US" sz="3200" b="1" dirty="0">
                <a:solidFill>
                  <a:prstClr val="black"/>
                </a:solidFill>
                <a:latin typeface="Calibri" pitchFamily="34" charset="0"/>
              </a:rPr>
              <a:t> </a:t>
            </a:r>
            <a:r>
              <a:rPr lang="en-US" sz="3200" b="1" dirty="0" err="1">
                <a:solidFill>
                  <a:prstClr val="black"/>
                </a:solidFill>
                <a:latin typeface="Calibri" pitchFamily="34" charset="0"/>
              </a:rPr>
              <a:t>ಮೇಲಿ</a:t>
            </a:r>
            <a:r>
              <a:rPr lang="en-US" sz="3200" b="1" dirty="0">
                <a:solidFill>
                  <a:prstClr val="black"/>
                </a:solidFill>
                <a:latin typeface="Calibri" pitchFamily="34" charset="0"/>
              </a:rPr>
              <a:t> </a:t>
            </a:r>
            <a:r>
              <a:rPr lang="en-US" sz="3200" b="1" dirty="0" err="1">
                <a:solidFill>
                  <a:prstClr val="black"/>
                </a:solidFill>
                <a:latin typeface="Calibri" pitchFamily="34" charset="0"/>
              </a:rPr>
              <a:t>ಮುಖ</a:t>
            </a:r>
            <a:r>
              <a:rPr lang="en-US" sz="3200" b="1" dirty="0">
                <a:solidFill>
                  <a:prstClr val="black"/>
                </a:solidFill>
                <a:latin typeface="Calibri" pitchFamily="34" charset="0"/>
              </a:rPr>
              <a:t> </a:t>
            </a:r>
            <a:r>
              <a:rPr lang="en-US" sz="3200" b="1" dirty="0" err="1">
                <a:solidFill>
                  <a:prstClr val="black"/>
                </a:solidFill>
                <a:latin typeface="Calibri" pitchFamily="34" charset="0"/>
              </a:rPr>
              <a:t>ಮಾಹೀಂ</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ಜಲಧಿಲಾಂಘಿ</a:t>
            </a:r>
            <a:r>
              <a:rPr lang="en-US" sz="3200" b="1" dirty="0">
                <a:solidFill>
                  <a:prstClr val="black"/>
                </a:solidFill>
                <a:latin typeface="Calibri" pitchFamily="34" charset="0"/>
              </a:rPr>
              <a:t> </a:t>
            </a:r>
            <a:r>
              <a:rPr lang="en-US" sz="3200" b="1" dirty="0" err="1">
                <a:solidFill>
                  <a:prstClr val="black"/>
                </a:solidFill>
                <a:latin typeface="Calibri" pitchFamily="34" charset="0"/>
              </a:rPr>
              <a:t>ಗಯೇ</a:t>
            </a:r>
            <a:r>
              <a:rPr lang="en-US" sz="3200" b="1" dirty="0">
                <a:solidFill>
                  <a:prstClr val="black"/>
                </a:solidFill>
                <a:latin typeface="Calibri" pitchFamily="34" charset="0"/>
              </a:rPr>
              <a:t> </a:t>
            </a:r>
            <a:r>
              <a:rPr lang="en-US" sz="3200" b="1" dirty="0" err="1">
                <a:solidFill>
                  <a:prstClr val="black"/>
                </a:solidFill>
                <a:latin typeface="Calibri" pitchFamily="34" charset="0"/>
              </a:rPr>
              <a:t>ಅಚರಜ</a:t>
            </a:r>
            <a:r>
              <a:rPr lang="en-US" sz="3200" b="1" dirty="0">
                <a:solidFill>
                  <a:prstClr val="black"/>
                </a:solidFill>
                <a:latin typeface="Calibri" pitchFamily="34" charset="0"/>
              </a:rPr>
              <a:t> </a:t>
            </a:r>
            <a:r>
              <a:rPr lang="en-US" sz="3200" b="1" dirty="0" err="1">
                <a:solidFill>
                  <a:prstClr val="black"/>
                </a:solidFill>
                <a:latin typeface="Calibri" pitchFamily="34" charset="0"/>
              </a:rPr>
              <a:t>ನಾಹೀಂ</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೧೯</a:t>
            </a:r>
            <a:r>
              <a:rPr lang="en-US" sz="32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Carrying the Lord's ring in his mouth, he went across the ocean. There is no wonder in that.</a:t>
            </a:r>
          </a:p>
          <a:p>
            <a:pPr algn="ctr" defTabSz="914309"/>
            <a:r>
              <a:rPr lang="en-US" sz="4000" b="1" dirty="0">
                <a:solidFill>
                  <a:prstClr val="black"/>
                </a:solidFill>
                <a:latin typeface="Palatino Linotype" pitchFamily="18" charset="0"/>
              </a:rPr>
              <a:t>		</a:t>
            </a:r>
            <a:endParaRPr lang="en-US" sz="4000" dirty="0">
              <a:solidFill>
                <a:prstClr val="black"/>
              </a:solidFill>
              <a:latin typeface="Calibri" pitchFamily="34" charset="0"/>
            </a:endParaRPr>
          </a:p>
        </p:txBody>
      </p:sp>
    </p:spTree>
    <p:extLst>
      <p:ext uri="{BB962C8B-B14F-4D97-AF65-F5344CB8AC3E}">
        <p14:creationId xmlns:p14="http://schemas.microsoft.com/office/powerpoint/2010/main" val="274974984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676528" y="113"/>
            <a:ext cx="9143736" cy="6554960"/>
          </a:xfrm>
          <a:prstGeom prst="rect">
            <a:avLst/>
          </a:prstGeom>
          <a:noFill/>
          <a:ln w="9525">
            <a:noFill/>
            <a:miter lim="800000"/>
            <a:headEnd/>
            <a:tailEnd/>
          </a:ln>
        </p:spPr>
        <p:txBody>
          <a:bodyPr wrap="square">
            <a:spAutoFit/>
          </a:bodyPr>
          <a:lstStyle/>
          <a:p>
            <a:pPr algn="ctr" defTabSz="914309"/>
            <a:endParaRPr lang="en-IN" sz="1400" b="1" dirty="0">
              <a:solidFill>
                <a:prstClr val="black"/>
              </a:solidFill>
              <a:latin typeface="Aparajita" pitchFamily="34" charset="0"/>
            </a:endParaRPr>
          </a:p>
          <a:p>
            <a:pPr algn="ctr" defTabSz="914309"/>
            <a:r>
              <a:rPr lang="en-IN" sz="5399" b="1" dirty="0">
                <a:solidFill>
                  <a:prstClr val="black"/>
                </a:solidFill>
                <a:latin typeface="Aparajita" pitchFamily="34" charset="0"/>
              </a:rPr>
              <a:t> </a:t>
            </a:r>
            <a:r>
              <a:rPr lang="en-IN" sz="4000" b="1" dirty="0" err="1">
                <a:solidFill>
                  <a:prstClr val="black"/>
                </a:solidFill>
                <a:latin typeface="Aparajita" pitchFamily="34" charset="0"/>
              </a:rPr>
              <a:t>दुर्गम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जेते</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a:solidFill>
                  <a:prstClr val="black"/>
                </a:solidFill>
                <a:latin typeface="Aparajita" pitchFamily="34" charset="0"/>
              </a:rPr>
              <a:t> </a:t>
            </a:r>
            <a:r>
              <a:rPr lang="en-IN" sz="4000" b="1" dirty="0" err="1">
                <a:solidFill>
                  <a:prstClr val="black"/>
                </a:solidFill>
                <a:latin typeface="Aparajita" pitchFamily="34" charset="0"/>
              </a:rPr>
              <a:t>सुगम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अनुग्रह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तेते</a:t>
            </a:r>
            <a:r>
              <a:rPr lang="en-IN" sz="4000" b="1" dirty="0">
                <a:solidFill>
                  <a:prstClr val="black"/>
                </a:solidFill>
                <a:latin typeface="Aparajita" pitchFamily="34" charset="0"/>
              </a:rPr>
              <a:t> ॥२०॥</a:t>
            </a:r>
          </a:p>
          <a:p>
            <a:pPr algn="ctr" defTabSz="914309"/>
            <a:endParaRPr lang="en-IN" sz="3600" b="1" dirty="0">
              <a:solidFill>
                <a:prstClr val="black"/>
              </a:solidFill>
              <a:latin typeface="Aparajita" pitchFamily="34" charset="0"/>
            </a:endParaRPr>
          </a:p>
          <a:p>
            <a:pPr algn="ctr" defTabSz="914309"/>
            <a:r>
              <a:rPr lang="en-US" sz="3600" b="1" dirty="0">
                <a:solidFill>
                  <a:prstClr val="black"/>
                </a:solidFill>
                <a:latin typeface="Aparajita" pitchFamily="34" charset="0"/>
              </a:rPr>
              <a:t>    </a:t>
            </a:r>
            <a:r>
              <a:rPr lang="en-US" sz="3600" b="1" dirty="0" err="1">
                <a:solidFill>
                  <a:prstClr val="black"/>
                </a:solidFill>
                <a:latin typeface="URW Palladio IT" pitchFamily="2" charset="0"/>
              </a:rPr>
              <a:t>Durgama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Jagata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Jete</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Sugama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Anugraha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Tumhare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Tete</a:t>
            </a:r>
            <a:r>
              <a:rPr lang="en-US" sz="3600" b="1" dirty="0">
                <a:solidFill>
                  <a:prstClr val="black"/>
                </a:solidFill>
                <a:latin typeface="URW Palladio IT" pitchFamily="2" charset="0"/>
              </a:rPr>
              <a:t> || - 20</a:t>
            </a:r>
          </a:p>
          <a:p>
            <a:pPr algn="ctr" defTabSz="914309"/>
            <a:endParaRPr lang="en-US" sz="3600" b="1" dirty="0">
              <a:solidFill>
                <a:prstClr val="black"/>
              </a:solidFill>
              <a:latin typeface="URW Palladio IT" pitchFamily="2" charset="0"/>
            </a:endParaRPr>
          </a:p>
          <a:p>
            <a:pPr algn="ctr" defTabSz="914309"/>
            <a:r>
              <a:rPr lang="en-US" sz="3600" b="1" dirty="0">
                <a:solidFill>
                  <a:prstClr val="black"/>
                </a:solidFill>
                <a:latin typeface="URW Palladio IT" pitchFamily="2" charset="0"/>
              </a:rPr>
              <a:t>    </a:t>
            </a:r>
            <a:r>
              <a:rPr lang="en-US" sz="3600" b="1" dirty="0" err="1">
                <a:solidFill>
                  <a:prstClr val="black"/>
                </a:solidFill>
                <a:latin typeface="Calibri" pitchFamily="34" charset="0"/>
              </a:rPr>
              <a:t>ದುರ್ಗಮ</a:t>
            </a:r>
            <a:r>
              <a:rPr lang="en-US" sz="3600" b="1" dirty="0">
                <a:solidFill>
                  <a:prstClr val="black"/>
                </a:solidFill>
                <a:latin typeface="Calibri" pitchFamily="34" charset="0"/>
              </a:rPr>
              <a:t> </a:t>
            </a:r>
            <a:r>
              <a:rPr lang="en-US" sz="3600" b="1" dirty="0" err="1">
                <a:solidFill>
                  <a:prstClr val="black"/>
                </a:solidFill>
                <a:latin typeface="Calibri" pitchFamily="34" charset="0"/>
              </a:rPr>
              <a:t>ಕಾಜ</a:t>
            </a:r>
            <a:r>
              <a:rPr lang="en-US" sz="3600" b="1" dirty="0">
                <a:solidFill>
                  <a:prstClr val="black"/>
                </a:solidFill>
                <a:latin typeface="Calibri" pitchFamily="34" charset="0"/>
              </a:rPr>
              <a:t> </a:t>
            </a:r>
            <a:r>
              <a:rPr lang="en-US" sz="3600" b="1" dirty="0" err="1">
                <a:solidFill>
                  <a:prstClr val="black"/>
                </a:solidFill>
                <a:latin typeface="Calibri" pitchFamily="34" charset="0"/>
              </a:rPr>
              <a:t>ಜಗತ</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ಜೇತೇ</a:t>
            </a:r>
            <a:r>
              <a:rPr lang="en-US" sz="3600" b="1" dirty="0">
                <a:solidFill>
                  <a:prstClr val="black"/>
                </a:solidFill>
                <a:latin typeface="Calibri" pitchFamily="34" charset="0"/>
              </a:rPr>
              <a:t> ।</a:t>
            </a:r>
          </a:p>
          <a:p>
            <a:pPr algn="ctr" defTabSz="914309"/>
            <a:r>
              <a:rPr lang="en-US" sz="3600" b="1" dirty="0">
                <a:solidFill>
                  <a:prstClr val="black"/>
                </a:solidFill>
                <a:latin typeface="Calibri" pitchFamily="34" charset="0"/>
              </a:rPr>
              <a:t>  </a:t>
            </a:r>
            <a:r>
              <a:rPr lang="en-US" sz="3600" b="1" dirty="0" err="1">
                <a:solidFill>
                  <a:prstClr val="black"/>
                </a:solidFill>
                <a:latin typeface="Calibri" pitchFamily="34" charset="0"/>
              </a:rPr>
              <a:t>ಸುಗಮ</a:t>
            </a:r>
            <a:r>
              <a:rPr lang="en-US" sz="3600" b="1" dirty="0">
                <a:solidFill>
                  <a:prstClr val="black"/>
                </a:solidFill>
                <a:latin typeface="Calibri" pitchFamily="34" charset="0"/>
              </a:rPr>
              <a:t> </a:t>
            </a:r>
            <a:r>
              <a:rPr lang="en-US" sz="3600" b="1" dirty="0" err="1">
                <a:solidFill>
                  <a:prstClr val="black"/>
                </a:solidFill>
                <a:latin typeface="Calibri" pitchFamily="34" charset="0"/>
              </a:rPr>
              <a:t>ಅನುಗ್ರಹ</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ತೇತೇ</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೨೦</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URW Palladio IT" pitchFamily="2" charset="0"/>
              </a:rPr>
              <a:t>   </a:t>
            </a:r>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all the difficult tasks in the world are rendered easiest by your grace.</a:t>
            </a:r>
          </a:p>
          <a:p>
            <a:pPr algn="ctr" defTabSz="914309"/>
            <a:r>
              <a:rPr lang="en-US" sz="2399" b="1" dirty="0">
                <a:solidFill>
                  <a:prstClr val="black"/>
                </a:solidFill>
                <a:latin typeface="Palatino Linotype" pitchFamily="18" charset="0"/>
              </a:rPr>
              <a:t>		</a:t>
            </a:r>
            <a:endParaRPr lang="en-US" sz="4000" dirty="0">
              <a:solidFill>
                <a:prstClr val="black"/>
              </a:solidFill>
              <a:latin typeface="Calibri" pitchFamily="34" charset="0"/>
            </a:endParaRPr>
          </a:p>
        </p:txBody>
      </p:sp>
    </p:spTree>
    <p:extLst>
      <p:ext uri="{BB962C8B-B14F-4D97-AF65-F5344CB8AC3E}">
        <p14:creationId xmlns:p14="http://schemas.microsoft.com/office/powerpoint/2010/main" val="29398325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828924" y="258857"/>
            <a:ext cx="8610351" cy="6955222"/>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दुआरे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रखवारे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होत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आज्ञा</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पैसारे</a:t>
            </a:r>
            <a:r>
              <a:rPr lang="en-IN" sz="4000" b="1" dirty="0">
                <a:solidFill>
                  <a:prstClr val="black"/>
                </a:solidFill>
                <a:latin typeface="Aparajita" pitchFamily="34" charset="0"/>
              </a:rPr>
              <a:t> ॥२१॥</a:t>
            </a:r>
          </a:p>
          <a:p>
            <a:pPr algn="ctr" defTabSz="914309"/>
            <a:endParaRPr lang="en-IN" sz="36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Duäre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Rakhaväre</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Hota</a:t>
            </a:r>
            <a:r>
              <a:rPr lang="en-US" sz="3600" b="1" dirty="0">
                <a:solidFill>
                  <a:prstClr val="black"/>
                </a:solidFill>
                <a:latin typeface="URW Palladio IT" pitchFamily="2" charset="0"/>
              </a:rPr>
              <a:t> Na </a:t>
            </a:r>
            <a:r>
              <a:rPr lang="en-US" sz="3600" b="1" dirty="0" err="1">
                <a:solidFill>
                  <a:prstClr val="black"/>
                </a:solidFill>
                <a:latin typeface="URW Palladio IT" pitchFamily="2" charset="0"/>
              </a:rPr>
              <a:t>Äjïä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Binu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Paisäre</a:t>
            </a:r>
            <a:r>
              <a:rPr lang="en-US" sz="3600" b="1" dirty="0">
                <a:solidFill>
                  <a:prstClr val="black"/>
                </a:solidFill>
                <a:latin typeface="URW Palladio IT" pitchFamily="2" charset="0"/>
              </a:rPr>
              <a:t> || - 21</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ದುವಾರೇ</a:t>
            </a:r>
            <a:r>
              <a:rPr lang="en-US" sz="3600" b="1" dirty="0">
                <a:solidFill>
                  <a:prstClr val="black"/>
                </a:solidFill>
                <a:latin typeface="Calibri" pitchFamily="34" charset="0"/>
              </a:rPr>
              <a:t> </a:t>
            </a:r>
            <a:r>
              <a:rPr lang="en-US" sz="3600" b="1" dirty="0" err="1">
                <a:solidFill>
                  <a:prstClr val="black"/>
                </a:solidFill>
                <a:latin typeface="Calibri" pitchFamily="34" charset="0"/>
              </a:rPr>
              <a:t>ತುಮ</a:t>
            </a:r>
            <a:r>
              <a:rPr lang="en-US" sz="3600" b="1" dirty="0">
                <a:solidFill>
                  <a:prstClr val="black"/>
                </a:solidFill>
                <a:latin typeface="Calibri" pitchFamily="34" charset="0"/>
              </a:rPr>
              <a:t> </a:t>
            </a:r>
            <a:r>
              <a:rPr lang="en-US" sz="3600" b="1" dirty="0" err="1">
                <a:solidFill>
                  <a:prstClr val="black"/>
                </a:solidFill>
                <a:latin typeface="Calibri" pitchFamily="34" charset="0"/>
              </a:rPr>
              <a:t>ರಖವಾರೇ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ಹೋತ</a:t>
            </a:r>
            <a:r>
              <a:rPr lang="en-US" sz="3600" b="1" dirty="0">
                <a:solidFill>
                  <a:prstClr val="black"/>
                </a:solidFill>
                <a:latin typeface="Calibri" pitchFamily="34" charset="0"/>
              </a:rPr>
              <a:t> </a:t>
            </a:r>
            <a:r>
              <a:rPr lang="en-US" sz="3600" b="1" dirty="0" err="1">
                <a:solidFill>
                  <a:prstClr val="black"/>
                </a:solidFill>
                <a:latin typeface="Calibri" pitchFamily="34" charset="0"/>
              </a:rPr>
              <a:t>ನ</a:t>
            </a:r>
            <a:r>
              <a:rPr lang="en-US" sz="3600" b="1" dirty="0">
                <a:solidFill>
                  <a:prstClr val="black"/>
                </a:solidFill>
                <a:latin typeface="Calibri" pitchFamily="34" charset="0"/>
              </a:rPr>
              <a:t> </a:t>
            </a:r>
            <a:r>
              <a:rPr lang="en-US" sz="3600" b="1" dirty="0" err="1">
                <a:solidFill>
                  <a:prstClr val="black"/>
                </a:solidFill>
                <a:latin typeface="Calibri" pitchFamily="34" charset="0"/>
              </a:rPr>
              <a:t>ಆಜ್ಞಾ</a:t>
            </a:r>
            <a:r>
              <a:rPr lang="en-US" sz="3600" b="1" dirty="0">
                <a:solidFill>
                  <a:prstClr val="black"/>
                </a:solidFill>
                <a:latin typeface="Calibri" pitchFamily="34" charset="0"/>
              </a:rPr>
              <a:t> </a:t>
            </a:r>
            <a:r>
              <a:rPr lang="en-US" sz="3600" b="1" dirty="0" err="1">
                <a:solidFill>
                  <a:prstClr val="black"/>
                </a:solidFill>
                <a:latin typeface="Calibri" pitchFamily="34" charset="0"/>
              </a:rPr>
              <a:t>ಬಿನು</a:t>
            </a:r>
            <a:r>
              <a:rPr lang="en-US" sz="3600" b="1" dirty="0">
                <a:solidFill>
                  <a:prstClr val="black"/>
                </a:solidFill>
                <a:latin typeface="Calibri" pitchFamily="34" charset="0"/>
              </a:rPr>
              <a:t> </a:t>
            </a:r>
            <a:r>
              <a:rPr lang="en-US" sz="3600" b="1" dirty="0" err="1">
                <a:solidFill>
                  <a:prstClr val="black"/>
                </a:solidFill>
                <a:latin typeface="Calibri" pitchFamily="34" charset="0"/>
              </a:rPr>
              <a:t>ಪೈಸಾರೇ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೨೧</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sentinel at the door of Ram's mercy mansion or His divine abode. No one may enter without your permission.</a:t>
            </a:r>
          </a:p>
          <a:p>
            <a:pPr algn="ctr" defTabSz="914309"/>
            <a:r>
              <a:rPr lang="en-US" sz="2800" b="1" dirty="0">
                <a:solidFill>
                  <a:prstClr val="black"/>
                </a:solidFill>
                <a:latin typeface="Palatino Linotype" pitchFamily="18" charset="0"/>
              </a:rPr>
              <a:t>		</a:t>
            </a:r>
            <a:endParaRPr lang="en-US" sz="2800" b="1" dirty="0">
              <a:solidFill>
                <a:prstClr val="black"/>
              </a:solidFill>
              <a:latin typeface="Calibri" pitchFamily="34" charset="0"/>
            </a:endParaRPr>
          </a:p>
        </p:txBody>
      </p:sp>
    </p:spTree>
    <p:extLst>
      <p:ext uri="{BB962C8B-B14F-4D97-AF65-F5344CB8AC3E}">
        <p14:creationId xmlns:p14="http://schemas.microsoft.com/office/powerpoint/2010/main" val="393217499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1752725" y="117804"/>
            <a:ext cx="8915142" cy="6739706"/>
          </a:xfrm>
          <a:prstGeom prst="rect">
            <a:avLst/>
          </a:prstGeom>
          <a:noFill/>
          <a:ln w="9525">
            <a:noFill/>
            <a:miter lim="800000"/>
            <a:headEnd/>
            <a:tailEnd/>
          </a:ln>
        </p:spPr>
        <p:txBody>
          <a:bodyPr wrap="square">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सरना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रच्छक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डर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ना</a:t>
            </a:r>
            <a:r>
              <a:rPr lang="en-IN" sz="4000" b="1" dirty="0">
                <a:solidFill>
                  <a:prstClr val="black"/>
                </a:solidFill>
                <a:latin typeface="Aparajita" pitchFamily="34" charset="0"/>
              </a:rPr>
              <a:t> ॥२२॥</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Saba </a:t>
            </a:r>
            <a:r>
              <a:rPr lang="en-US" sz="3600" b="1" dirty="0" err="1">
                <a:solidFill>
                  <a:prstClr val="black"/>
                </a:solidFill>
                <a:latin typeface="URW Palladio IT" pitchFamily="2" charset="0"/>
              </a:rPr>
              <a:t>Sukha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Lahai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Tumhäré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Saranä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Tuma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Racchaka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Kähü</a:t>
            </a:r>
            <a:r>
              <a:rPr lang="en-US" sz="3600" b="1" dirty="0">
                <a:solidFill>
                  <a:prstClr val="black"/>
                </a:solidFill>
                <a:latin typeface="URW Palladio IT" pitchFamily="2" charset="0"/>
              </a:rPr>
              <a:t> Ko </a:t>
            </a:r>
            <a:r>
              <a:rPr lang="en-US" sz="3600" b="1" dirty="0" err="1">
                <a:solidFill>
                  <a:prstClr val="black"/>
                </a:solidFill>
                <a:latin typeface="URW Palladio IT" pitchFamily="2" charset="0"/>
              </a:rPr>
              <a:t>Òara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a:t>
            </a:r>
            <a:r>
              <a:rPr lang="en-US" sz="3600" b="1" dirty="0">
                <a:solidFill>
                  <a:prstClr val="black"/>
                </a:solidFill>
                <a:latin typeface="URW Palladio IT" pitchFamily="2" charset="0"/>
              </a:rPr>
              <a:t> || - 22</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ಸಬ</a:t>
            </a:r>
            <a:r>
              <a:rPr lang="en-US" sz="3600" b="1" dirty="0">
                <a:solidFill>
                  <a:prstClr val="black"/>
                </a:solidFill>
                <a:latin typeface="Calibri" pitchFamily="34" charset="0"/>
              </a:rPr>
              <a:t> </a:t>
            </a:r>
            <a:r>
              <a:rPr lang="en-US" sz="3600" b="1" dirty="0" err="1">
                <a:solidFill>
                  <a:prstClr val="black"/>
                </a:solidFill>
                <a:latin typeface="Calibri" pitchFamily="34" charset="0"/>
              </a:rPr>
              <a:t>ಸುಖ</a:t>
            </a:r>
            <a:r>
              <a:rPr lang="en-US" sz="3600" b="1" dirty="0">
                <a:solidFill>
                  <a:prstClr val="black"/>
                </a:solidFill>
                <a:latin typeface="Calibri" pitchFamily="34" charset="0"/>
              </a:rPr>
              <a:t> </a:t>
            </a:r>
            <a:r>
              <a:rPr lang="en-US" sz="3600" b="1" dirty="0" err="1">
                <a:solidFill>
                  <a:prstClr val="black"/>
                </a:solidFill>
                <a:latin typeface="Calibri" pitchFamily="34" charset="0"/>
              </a:rPr>
              <a:t>ಲಹೈ</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ಸರನಾ</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ತುಮ</a:t>
            </a:r>
            <a:r>
              <a:rPr lang="en-US" sz="3600" b="1" dirty="0">
                <a:solidFill>
                  <a:prstClr val="black"/>
                </a:solidFill>
                <a:latin typeface="Calibri" pitchFamily="34" charset="0"/>
              </a:rPr>
              <a:t> </a:t>
            </a:r>
            <a:r>
              <a:rPr lang="en-US" sz="3600" b="1" dirty="0" err="1">
                <a:solidFill>
                  <a:prstClr val="black"/>
                </a:solidFill>
                <a:latin typeface="Calibri" pitchFamily="34" charset="0"/>
              </a:rPr>
              <a:t>ರ</a:t>
            </a:r>
            <a:r>
              <a:rPr lang="kn-IN" sz="3600" b="1" dirty="0" err="1">
                <a:solidFill>
                  <a:prstClr val="black"/>
                </a:solidFill>
                <a:latin typeface="Calibri" pitchFamily="34" charset="0"/>
                <a:ea typeface="Tunga" pitchFamily="2"/>
                <a:cs typeface="Tunga" pitchFamily="2"/>
              </a:rPr>
              <a:t>ಚ್ಛ</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ಕಾಹೂ</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ಡರನಾ</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೨೨</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By your grace one can enjoy all happiness and one need not have any fear under your protection</a:t>
            </a:r>
            <a:r>
              <a:rPr lang="en-US" sz="2399" b="1" dirty="0">
                <a:solidFill>
                  <a:prstClr val="black"/>
                </a:solidFill>
                <a:latin typeface="Calibri" pitchFamily="34" charset="0"/>
              </a:rPr>
              <a:t>.</a:t>
            </a:r>
          </a:p>
          <a:p>
            <a:pPr algn="ctr" defTabSz="914309"/>
            <a:r>
              <a:rPr lang="en-IN" sz="2800" b="1" dirty="0">
                <a:solidFill>
                  <a:srgbClr val="00B050"/>
                </a:solidFill>
                <a:latin typeface="Sanskrit 99" pitchFamily="2" charset="0"/>
              </a:rPr>
              <a:t>		</a:t>
            </a:r>
            <a:r>
              <a:rPr lang="en-US" sz="1799" b="1" dirty="0">
                <a:solidFill>
                  <a:prstClr val="black"/>
                </a:solidFill>
                <a:latin typeface="Calibri" pitchFamily="34" charset="0"/>
              </a:rPr>
              <a:t/>
            </a:r>
            <a:br>
              <a:rPr lang="en-US" sz="1799" b="1" dirty="0">
                <a:solidFill>
                  <a:prstClr val="black"/>
                </a:solidFill>
                <a:latin typeface="Calibri" pitchFamily="34" charset="0"/>
              </a:rPr>
            </a:br>
            <a:endParaRPr lang="en-US" sz="1799" b="1" dirty="0">
              <a:solidFill>
                <a:prstClr val="black"/>
              </a:solidFill>
              <a:latin typeface="Calibri" pitchFamily="34" charset="0"/>
            </a:endParaRPr>
          </a:p>
        </p:txBody>
      </p:sp>
    </p:spTree>
    <p:extLst>
      <p:ext uri="{BB962C8B-B14F-4D97-AF65-F5344CB8AC3E}">
        <p14:creationId xmlns:p14="http://schemas.microsoft.com/office/powerpoint/2010/main" val="36138154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524133" y="118"/>
            <a:ext cx="9143736" cy="6678295"/>
          </a:xfrm>
          <a:prstGeom prst="rect">
            <a:avLst/>
          </a:prstGeom>
          <a:noFill/>
          <a:ln w="9525">
            <a:noFill/>
            <a:miter lim="800000"/>
            <a:headEnd/>
            <a:tailEnd/>
          </a:ln>
        </p:spPr>
        <p:txBody>
          <a:bodyPr wrap="square">
            <a:spAutoFit/>
          </a:bodyPr>
          <a:lstStyle/>
          <a:p>
            <a:pPr algn="ctr" defTabSz="914309"/>
            <a:endParaRPr lang="en-IN" sz="12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आपन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आपै</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काँपै</a:t>
            </a:r>
            <a:r>
              <a:rPr lang="en-IN" sz="4000" b="1" dirty="0">
                <a:solidFill>
                  <a:prstClr val="black"/>
                </a:solidFill>
                <a:latin typeface="Aparajita" pitchFamily="34" charset="0"/>
              </a:rPr>
              <a:t> ॥२३॥</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Äpana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Samhäro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Äpai</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Ténoà</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Loka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Häðka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Teà</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Käðpai</a:t>
            </a:r>
            <a:r>
              <a:rPr lang="en-US" sz="3600" b="1" dirty="0">
                <a:solidFill>
                  <a:prstClr val="black"/>
                </a:solidFill>
                <a:latin typeface="URW Palladio IT" pitchFamily="2" charset="0"/>
              </a:rPr>
              <a:t> || - 23</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ಆಪನ</a:t>
            </a:r>
            <a:r>
              <a:rPr lang="en-US" sz="3600" b="1" dirty="0">
                <a:solidFill>
                  <a:prstClr val="black"/>
                </a:solidFill>
                <a:latin typeface="Calibri" pitchFamily="34" charset="0"/>
              </a:rPr>
              <a:t> </a:t>
            </a:r>
            <a:r>
              <a:rPr lang="en-US" sz="3600" b="1" dirty="0" err="1">
                <a:solidFill>
                  <a:prstClr val="black"/>
                </a:solidFill>
                <a:latin typeface="Calibri" pitchFamily="34" charset="0"/>
              </a:rPr>
              <a:t>ತೇಜ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ಆಪೈ</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ತೀನೋ</a:t>
            </a:r>
            <a:r>
              <a:rPr lang="en-US" sz="3600" b="1" dirty="0">
                <a:solidFill>
                  <a:prstClr val="black"/>
                </a:solidFill>
                <a:latin typeface="Calibri" pitchFamily="34" charset="0"/>
              </a:rPr>
              <a:t> </a:t>
            </a:r>
            <a:r>
              <a:rPr lang="en-US" sz="3600" b="1" dirty="0" err="1">
                <a:solidFill>
                  <a:prstClr val="black"/>
                </a:solidFill>
                <a:latin typeface="Calibri" pitchFamily="34" charset="0"/>
              </a:rPr>
              <a:t>ಲೋಕ</a:t>
            </a:r>
            <a:r>
              <a:rPr lang="en-US" sz="3600" b="1" dirty="0">
                <a:solidFill>
                  <a:prstClr val="black"/>
                </a:solidFill>
                <a:latin typeface="Calibri" pitchFamily="34" charset="0"/>
              </a:rPr>
              <a:t> </a:t>
            </a:r>
            <a:r>
              <a:rPr lang="en-US" sz="3600" b="1" dirty="0" err="1">
                <a:solidFill>
                  <a:prstClr val="black"/>
                </a:solidFill>
                <a:latin typeface="Calibri" pitchFamily="34" charset="0"/>
              </a:rPr>
              <a:t>ಹಾಂಕ</a:t>
            </a:r>
            <a:r>
              <a:rPr lang="en-US" sz="3600" b="1" dirty="0">
                <a:solidFill>
                  <a:prstClr val="black"/>
                </a:solidFill>
                <a:latin typeface="Calibri" pitchFamily="34" charset="0"/>
              </a:rPr>
              <a:t> </a:t>
            </a:r>
            <a:r>
              <a:rPr lang="en-US" sz="3600" b="1" dirty="0" err="1">
                <a:solidFill>
                  <a:prstClr val="black"/>
                </a:solidFill>
                <a:latin typeface="Calibri" pitchFamily="34" charset="0"/>
              </a:rPr>
              <a:t>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ಕಾಂಪೈ</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೨೩</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When you roar all the three worlds tremble and only you can control your might.</a:t>
            </a:r>
          </a:p>
          <a:p>
            <a:pPr algn="ctr" defTabSz="914309"/>
            <a:r>
              <a:rPr lang="en-US" sz="3200" b="1" dirty="0">
                <a:solidFill>
                  <a:prstClr val="black"/>
                </a:solidFill>
                <a:latin typeface="Palatino Linotype" pitchFamily="18" charset="0"/>
              </a:rPr>
              <a:t>		</a:t>
            </a:r>
          </a:p>
        </p:txBody>
      </p:sp>
    </p:spTree>
    <p:extLst>
      <p:ext uri="{BB962C8B-B14F-4D97-AF65-F5344CB8AC3E}">
        <p14:creationId xmlns:p14="http://schemas.microsoft.com/office/powerpoint/2010/main" val="24639998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828923" y="114"/>
            <a:ext cx="8838944" cy="7263047"/>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भूत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पिसाच</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आवै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महाबीर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सुनावै</a:t>
            </a:r>
            <a:r>
              <a:rPr lang="en-IN" sz="4000" b="1" dirty="0">
                <a:solidFill>
                  <a:prstClr val="black"/>
                </a:solidFill>
                <a:latin typeface="Aparajita" pitchFamily="34" charset="0"/>
              </a:rPr>
              <a:t> ॥२४॥</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Bhüta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Pisäca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Nikaöa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Nahim</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Ävai</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Mahäbéra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Jaba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Sunävai</a:t>
            </a:r>
            <a:r>
              <a:rPr lang="en-US" sz="3600" b="1" dirty="0">
                <a:solidFill>
                  <a:prstClr val="black"/>
                </a:solidFill>
                <a:latin typeface="URW Palladio IT" pitchFamily="2" charset="0"/>
              </a:rPr>
              <a:t> || - 24</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ಭೂತ</a:t>
            </a:r>
            <a:r>
              <a:rPr lang="en-US" sz="3600" b="1" dirty="0">
                <a:solidFill>
                  <a:prstClr val="black"/>
                </a:solidFill>
                <a:latin typeface="Calibri" pitchFamily="34" charset="0"/>
              </a:rPr>
              <a:t> </a:t>
            </a:r>
            <a:r>
              <a:rPr lang="en-US" sz="3600" b="1" dirty="0" err="1">
                <a:solidFill>
                  <a:prstClr val="black"/>
                </a:solidFill>
                <a:latin typeface="Calibri" pitchFamily="34" charset="0"/>
              </a:rPr>
              <a:t>ಪಿಸಾಚ</a:t>
            </a:r>
            <a:r>
              <a:rPr lang="en-US" sz="3600" b="1" dirty="0">
                <a:solidFill>
                  <a:prstClr val="black"/>
                </a:solidFill>
                <a:latin typeface="Calibri" pitchFamily="34" charset="0"/>
              </a:rPr>
              <a:t> </a:t>
            </a:r>
            <a:r>
              <a:rPr lang="en-US" sz="3600" b="1" dirty="0" err="1">
                <a:solidFill>
                  <a:prstClr val="black"/>
                </a:solidFill>
                <a:latin typeface="Calibri" pitchFamily="34" charset="0"/>
              </a:rPr>
              <a:t>ನಿಕಟ</a:t>
            </a:r>
            <a:r>
              <a:rPr lang="en-US" sz="3600" b="1" dirty="0">
                <a:solidFill>
                  <a:prstClr val="black"/>
                </a:solidFill>
                <a:latin typeface="Calibri" pitchFamily="34" charset="0"/>
              </a:rPr>
              <a:t> </a:t>
            </a:r>
            <a:r>
              <a:rPr lang="en-US" sz="3600" b="1" dirty="0" err="1">
                <a:solidFill>
                  <a:prstClr val="black"/>
                </a:solidFill>
                <a:latin typeface="Calibri" pitchFamily="34" charset="0"/>
              </a:rPr>
              <a:t>ನಹಿ</a:t>
            </a:r>
            <a:r>
              <a:rPr lang="en-US" sz="3600" b="1" dirty="0">
                <a:solidFill>
                  <a:prstClr val="black"/>
                </a:solidFill>
                <a:latin typeface="Calibri" pitchFamily="34" charset="0"/>
              </a:rPr>
              <a:t> </a:t>
            </a:r>
            <a:r>
              <a:rPr lang="en-US" sz="3600" b="1" dirty="0" err="1">
                <a:solidFill>
                  <a:prstClr val="black"/>
                </a:solidFill>
                <a:latin typeface="Calibri" pitchFamily="34" charset="0"/>
              </a:rPr>
              <a:t>ಆವೈ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ಮಹಾ</a:t>
            </a:r>
            <a:r>
              <a:rPr lang="kn-IN" sz="3600" b="1" dirty="0">
                <a:solidFill>
                  <a:prstClr val="black"/>
                </a:solidFill>
                <a:latin typeface="Calibri" pitchFamily="34" charset="0"/>
                <a:ea typeface="Tunga" pitchFamily="2"/>
                <a:cs typeface="Tunga" pitchFamily="2"/>
              </a:rPr>
              <a:t>ಬೀ</a:t>
            </a:r>
            <a:r>
              <a:rPr lang="en-US" sz="3600" b="1" dirty="0" err="1">
                <a:solidFill>
                  <a:prstClr val="black"/>
                </a:solidFill>
                <a:latin typeface="Calibri" pitchFamily="34" charset="0"/>
              </a:rPr>
              <a:t>ರ</a:t>
            </a:r>
            <a:r>
              <a:rPr lang="en-US" sz="3600" b="1" dirty="0">
                <a:solidFill>
                  <a:prstClr val="black"/>
                </a:solidFill>
                <a:latin typeface="Calibri" pitchFamily="34" charset="0"/>
              </a:rPr>
              <a:t> </a:t>
            </a:r>
            <a:r>
              <a:rPr lang="en-US" sz="3600" b="1" dirty="0" err="1">
                <a:solidFill>
                  <a:prstClr val="black"/>
                </a:solidFill>
                <a:latin typeface="Calibri" pitchFamily="34" charset="0"/>
              </a:rPr>
              <a:t>ಜಬ</a:t>
            </a:r>
            <a:r>
              <a:rPr lang="en-US" sz="3600" b="1" dirty="0">
                <a:solidFill>
                  <a:prstClr val="black"/>
                </a:solidFill>
                <a:latin typeface="Calibri" pitchFamily="34" charset="0"/>
              </a:rPr>
              <a:t> </a:t>
            </a:r>
            <a:r>
              <a:rPr lang="en-US" sz="3600" b="1" dirty="0" err="1">
                <a:solidFill>
                  <a:prstClr val="black"/>
                </a:solidFill>
                <a:latin typeface="Calibri" pitchFamily="34" charset="0"/>
              </a:rPr>
              <a:t>ನಾಮ</a:t>
            </a:r>
            <a:r>
              <a:rPr lang="en-US" sz="3600" b="1" dirty="0">
                <a:solidFill>
                  <a:prstClr val="black"/>
                </a:solidFill>
                <a:latin typeface="Calibri" pitchFamily="34" charset="0"/>
              </a:rPr>
              <a:t> </a:t>
            </a:r>
            <a:r>
              <a:rPr lang="en-US" sz="3600" b="1" dirty="0" err="1">
                <a:solidFill>
                  <a:prstClr val="black"/>
                </a:solidFill>
                <a:latin typeface="Calibri" pitchFamily="34" charset="0"/>
              </a:rPr>
              <a:t>ಸುನಾವೈ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೨೪</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Great Brave on. </a:t>
            </a:r>
            <a:r>
              <a:rPr lang="en-US" sz="2399" b="1" dirty="0" err="1">
                <a:solidFill>
                  <a:prstClr val="black"/>
                </a:solidFill>
                <a:latin typeface="Palatino Linotype" pitchFamily="18" charset="0"/>
              </a:rPr>
              <a:t>Hanumanji's</a:t>
            </a:r>
            <a:r>
              <a:rPr lang="en-US" sz="2399" b="1" dirty="0">
                <a:solidFill>
                  <a:prstClr val="black"/>
                </a:solidFill>
                <a:latin typeface="Palatino Linotype" pitchFamily="18" charset="0"/>
              </a:rPr>
              <a:t> name keeps all the Ghosts, Demons &amp; evils spirits away from his devotees.</a:t>
            </a:r>
          </a:p>
          <a:p>
            <a:pPr algn="ctr" defTabSz="914309"/>
            <a:r>
              <a:rPr lang="en-US" sz="3600" b="1" dirty="0">
                <a:solidFill>
                  <a:prstClr val="black"/>
                </a:solidFill>
                <a:latin typeface="Palatino Linotype" pitchFamily="18" charset="0"/>
              </a:rPr>
              <a:t>		</a:t>
            </a:r>
            <a:r>
              <a:rPr lang="en-US" sz="2800" b="1" dirty="0">
                <a:solidFill>
                  <a:prstClr val="black"/>
                </a:solidFill>
                <a:latin typeface="Palatino Linotype" pitchFamily="18" charset="0"/>
              </a:rPr>
              <a:t/>
            </a:r>
            <a:br>
              <a:rPr lang="en-US" sz="2800" b="1" dirty="0">
                <a:solidFill>
                  <a:prstClr val="black"/>
                </a:solidFill>
                <a:latin typeface="Palatino Linotype" pitchFamily="18" charset="0"/>
              </a:rPr>
            </a:br>
            <a:endParaRPr lang="en-US" sz="2800" b="1" dirty="0">
              <a:solidFill>
                <a:prstClr val="black"/>
              </a:solidFill>
              <a:latin typeface="Palatino Linotype" pitchFamily="18" charset="0"/>
            </a:endParaRPr>
          </a:p>
        </p:txBody>
      </p:sp>
    </p:spTree>
    <p:extLst>
      <p:ext uri="{BB962C8B-B14F-4D97-AF65-F5344CB8AC3E}">
        <p14:creationId xmlns:p14="http://schemas.microsoft.com/office/powerpoint/2010/main" val="210399733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srgbClr val="FFFFFF"/>
                </a:solidFill>
                <a:latin typeface="Aparajita" pitchFamily="34" charset="0"/>
              </a:rPr>
              <a:t>॥ इति श्रीमद्गोस्वामीतुलसीदासजी अवधी भाषायां विरचितं श्रीहनुमान चालीसा ॥</a:t>
            </a:r>
            <a:endParaRPr lang="en-US" sz="2500" b="1">
              <a:solidFill>
                <a:srgbClr val="FFFFFF"/>
              </a:solidFill>
              <a:latin typeface="Aparajita" pitchFamily="34" charset="0"/>
            </a:endParaRPr>
          </a:p>
        </p:txBody>
      </p:sp>
      <p:sp>
        <p:nvSpPr>
          <p:cNvPr id="53251" name="Rectangle 1"/>
          <p:cNvSpPr>
            <a:spLocks noChangeArrowheads="1"/>
          </p:cNvSpPr>
          <p:nvPr/>
        </p:nvSpPr>
        <p:spPr bwMode="auto">
          <a:xfrm>
            <a:off x="1576519" y="4740253"/>
            <a:ext cx="9143736" cy="2616061"/>
          </a:xfrm>
          <a:prstGeom prst="rect">
            <a:avLst/>
          </a:prstGeom>
          <a:noFill/>
          <a:ln w="9525">
            <a:noFill/>
            <a:miter lim="800000"/>
            <a:headEnd/>
            <a:tailEnd/>
          </a:ln>
        </p:spPr>
        <p:txBody>
          <a:bodyPr>
            <a:spAutoFit/>
          </a:bodyPr>
          <a:lstStyle/>
          <a:p>
            <a:pPr defTabSz="914309"/>
            <a:r>
              <a:rPr lang="en-US" sz="2800" b="1" dirty="0">
                <a:solidFill>
                  <a:srgbClr val="000000"/>
                </a:solidFill>
                <a:latin typeface="Calibri"/>
              </a:rPr>
              <a:t>	</a:t>
            </a:r>
          </a:p>
          <a:p>
            <a:pPr defTabSz="914309"/>
            <a:r>
              <a:rPr lang="en-US" sz="2800" b="1" dirty="0">
                <a:solidFill>
                  <a:srgbClr val="000000"/>
                </a:solidFill>
                <a:latin typeface="Calibri"/>
              </a:rPr>
              <a:t>	</a:t>
            </a:r>
            <a:r>
              <a:rPr lang="hi-IN" sz="2800" b="1" dirty="0">
                <a:solidFill>
                  <a:srgbClr val="000000"/>
                </a:solidFill>
                <a:latin typeface="Calibri"/>
              </a:rPr>
              <a:t>राम लक्ष्मण जानकी</a:t>
            </a:r>
            <a:r>
              <a:rPr lang="en-US" sz="2800" b="1" dirty="0">
                <a:solidFill>
                  <a:srgbClr val="000000"/>
                </a:solidFill>
                <a:latin typeface="Calibri"/>
              </a:rPr>
              <a:t>	</a:t>
            </a:r>
            <a:r>
              <a:rPr lang="en-US" sz="2800" dirty="0" err="1">
                <a:solidFill>
                  <a:srgbClr val="000000"/>
                </a:solidFill>
                <a:latin typeface="URW Palladio IT" pitchFamily="2" charset="0"/>
              </a:rPr>
              <a:t>Räma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La</a:t>
            </a:r>
            <a:r>
              <a:rPr lang="en-US" altLang="zh-CN" sz="2800" dirty="0" err="1">
                <a:solidFill>
                  <a:srgbClr val="000000"/>
                </a:solidFill>
                <a:latin typeface="URW Palladio IT" pitchFamily="2" charset="0"/>
                <a:ea typeface="宋体" panose="02010600030101010101" pitchFamily="2" charset="-122"/>
                <a:sym typeface="URW Palladio IT" pitchFamily="2" charset="0"/>
              </a:rPr>
              <a:t>kñ</a:t>
            </a:r>
            <a:r>
              <a:rPr lang="en-US" sz="2800" dirty="0" err="1">
                <a:solidFill>
                  <a:srgbClr val="000000"/>
                </a:solidFill>
                <a:latin typeface="URW Palladio IT" pitchFamily="2" charset="0"/>
              </a:rPr>
              <a:t>hmaëa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Jänaké</a:t>
            </a:r>
            <a:endParaRPr lang="en-US" sz="2800" dirty="0">
              <a:solidFill>
                <a:srgbClr val="000000"/>
              </a:solidFill>
              <a:latin typeface="URW Palladio IT" pitchFamily="2" charset="0"/>
            </a:endParaRPr>
          </a:p>
          <a:p>
            <a:pPr defTabSz="914309"/>
            <a:r>
              <a:rPr lang="en-US" sz="2800" b="1" dirty="0">
                <a:solidFill>
                  <a:srgbClr val="000000"/>
                </a:solidFill>
                <a:latin typeface="Calibri"/>
              </a:rPr>
              <a:t>	</a:t>
            </a:r>
            <a:r>
              <a:rPr lang="hi-IN" sz="2800" b="1" dirty="0">
                <a:solidFill>
                  <a:srgbClr val="000000"/>
                </a:solidFill>
                <a:latin typeface="Calibri"/>
              </a:rPr>
              <a:t>जय बोलो हनुमान की</a:t>
            </a:r>
            <a:r>
              <a:rPr lang="en-US" sz="2800" b="1" dirty="0">
                <a:solidFill>
                  <a:srgbClr val="000000"/>
                </a:solidFill>
                <a:latin typeface="Calibri"/>
              </a:rPr>
              <a:t>	</a:t>
            </a:r>
            <a:r>
              <a:rPr lang="en-US" sz="2800" dirty="0">
                <a:solidFill>
                  <a:srgbClr val="000000"/>
                </a:solidFill>
                <a:latin typeface="URW Palladio IT" pitchFamily="2" charset="0"/>
              </a:rPr>
              <a:t> Jaya Bolo </a:t>
            </a:r>
            <a:r>
              <a:rPr lang="en-US" sz="2800" dirty="0" err="1">
                <a:solidFill>
                  <a:srgbClr val="000000"/>
                </a:solidFill>
                <a:latin typeface="URW Palladio IT" pitchFamily="2" charset="0"/>
              </a:rPr>
              <a:t>Hanumäna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Ké</a:t>
            </a:r>
            <a:endParaRPr lang="en-CA" sz="2800" b="1" dirty="0">
              <a:solidFill>
                <a:srgbClr val="000000"/>
              </a:solidFill>
              <a:latin typeface="Calibri"/>
            </a:endParaRPr>
          </a:p>
          <a:p>
            <a:pPr defTabSz="914309"/>
            <a:r>
              <a:rPr lang="en-CA" sz="2800" b="1" dirty="0">
                <a:solidFill>
                  <a:srgbClr val="000000"/>
                </a:solidFill>
                <a:latin typeface="Calibri"/>
              </a:rPr>
              <a:t>			  </a:t>
            </a:r>
            <a:r>
              <a:rPr lang="kn-IN" sz="2399" b="1" dirty="0">
                <a:solidFill>
                  <a:srgbClr val="000000"/>
                </a:solidFill>
                <a:latin typeface="Calibri"/>
              </a:rPr>
              <a:t>ರಾಮ ಲಕ್ಷ್ಮಣ </a:t>
            </a:r>
            <a:r>
              <a:rPr lang="kn-IN" sz="2399" b="1" dirty="0" err="1">
                <a:solidFill>
                  <a:srgbClr val="000000"/>
                </a:solidFill>
                <a:latin typeface="Calibri"/>
              </a:rPr>
              <a:t>ಜಾನಕೀ</a:t>
            </a:r>
            <a:endParaRPr lang="kn-IN" sz="2399" b="1" dirty="0">
              <a:solidFill>
                <a:srgbClr val="000000"/>
              </a:solidFill>
              <a:latin typeface="Calibri"/>
            </a:endParaRPr>
          </a:p>
          <a:p>
            <a:pPr algn="ctr" defTabSz="914309"/>
            <a:r>
              <a:rPr lang="kn-IN" sz="2399" b="1" dirty="0">
                <a:solidFill>
                  <a:srgbClr val="000000"/>
                </a:solidFill>
                <a:latin typeface="Calibri"/>
              </a:rPr>
              <a:t>ಜೈ </a:t>
            </a:r>
            <a:r>
              <a:rPr lang="kn-IN" sz="2399" b="1" dirty="0" err="1">
                <a:solidFill>
                  <a:srgbClr val="000000"/>
                </a:solidFill>
                <a:latin typeface="Calibri"/>
              </a:rPr>
              <a:t>ಬೋಲೋ</a:t>
            </a:r>
            <a:r>
              <a:rPr lang="kn-IN" sz="2399" b="1" dirty="0">
                <a:solidFill>
                  <a:srgbClr val="000000"/>
                </a:solidFill>
                <a:latin typeface="Calibri"/>
              </a:rPr>
              <a:t> </a:t>
            </a:r>
            <a:r>
              <a:rPr lang="kn-IN" sz="2399" b="1" dirty="0" err="1">
                <a:solidFill>
                  <a:srgbClr val="000000"/>
                </a:solidFill>
                <a:latin typeface="Calibri"/>
              </a:rPr>
              <a:t>ಹನುಮಾನ್</a:t>
            </a:r>
            <a:r>
              <a:rPr lang="kn-IN" sz="2399" b="1" dirty="0">
                <a:solidFill>
                  <a:srgbClr val="000000"/>
                </a:solidFill>
                <a:latin typeface="Calibri"/>
              </a:rPr>
              <a:t> ಕೀ</a:t>
            </a:r>
            <a:endParaRPr lang="en-CA" sz="2399" b="1" dirty="0">
              <a:solidFill>
                <a:srgbClr val="000000"/>
              </a:solidFill>
              <a:latin typeface="Calibri"/>
            </a:endParaRPr>
          </a:p>
          <a:p>
            <a:pPr defTabSz="914309"/>
            <a:endParaRPr lang="en-IN" sz="2800" b="1" dirty="0">
              <a:solidFill>
                <a:srgbClr val="000000"/>
              </a:solidFill>
              <a:latin typeface="Calibri"/>
            </a:endParaRPr>
          </a:p>
        </p:txBody>
      </p:sp>
      <p:pic>
        <p:nvPicPr>
          <p:cNvPr id="53252" name="Picture 3" descr="G:\Rama\maxresdefault.jpg"/>
          <p:cNvPicPr>
            <a:picLocks noChangeAspect="1" noChangeArrowheads="1"/>
          </p:cNvPicPr>
          <p:nvPr/>
        </p:nvPicPr>
        <p:blipFill>
          <a:blip r:embed="rId2"/>
          <a:srcRect/>
          <a:stretch>
            <a:fillRect/>
          </a:stretch>
        </p:blipFill>
        <p:spPr bwMode="auto">
          <a:xfrm>
            <a:off x="1509844" y="17576"/>
            <a:ext cx="9158023" cy="5187801"/>
          </a:xfrm>
          <a:prstGeom prst="rect">
            <a:avLst/>
          </a:prstGeom>
          <a:noFill/>
          <a:ln w="9525">
            <a:noFill/>
            <a:miter lim="800000"/>
            <a:headEnd/>
            <a:tailEnd/>
          </a:ln>
        </p:spPr>
      </p:pic>
    </p:spTree>
    <p:extLst>
      <p:ext uri="{BB962C8B-B14F-4D97-AF65-F5344CB8AC3E}">
        <p14:creationId xmlns:p14="http://schemas.microsoft.com/office/powerpoint/2010/main" val="28834520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752726" y="304908"/>
            <a:ext cx="8838944" cy="6001234"/>
          </a:xfrm>
          <a:prstGeom prst="rect">
            <a:avLst/>
          </a:prstGeom>
          <a:noFill/>
          <a:ln w="9525">
            <a:noFill/>
            <a:miter lim="800000"/>
            <a:headEnd/>
            <a:tailEnd/>
          </a:ln>
        </p:spPr>
        <p:txBody>
          <a:bodyPr>
            <a:spAutoFit/>
          </a:bodyPr>
          <a:lstStyle/>
          <a:p>
            <a:pPr algn="ctr" defTabSz="914309"/>
            <a:r>
              <a:rPr lang="en-IN" sz="1400" b="1" dirty="0">
                <a:solidFill>
                  <a:prstClr val="black"/>
                </a:solidFill>
                <a:latin typeface="Aparajita" pitchFamily="34" charset="0"/>
              </a:rPr>
              <a:t>	</a:t>
            </a:r>
            <a:r>
              <a:rPr lang="en-IN" sz="4000" b="1" dirty="0" err="1">
                <a:solidFill>
                  <a:prstClr val="black"/>
                </a:solidFill>
                <a:latin typeface="Aparajita" pitchFamily="34" charset="0"/>
              </a:rPr>
              <a:t>नासै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जपत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निरन्तर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a:t>
            </a:r>
            <a:r>
              <a:rPr lang="en-IN" sz="4000" b="1" dirty="0">
                <a:solidFill>
                  <a:prstClr val="black"/>
                </a:solidFill>
                <a:latin typeface="Aparajita" pitchFamily="34" charset="0"/>
              </a:rPr>
              <a:t> ॥२५॥</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Näsai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Roga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Harai</a:t>
            </a:r>
            <a:r>
              <a:rPr lang="en-US" sz="3600" b="1" dirty="0">
                <a:solidFill>
                  <a:prstClr val="black"/>
                </a:solidFill>
                <a:latin typeface="URW Palladio IT" pitchFamily="2" charset="0"/>
              </a:rPr>
              <a:t> Saba </a:t>
            </a:r>
            <a:r>
              <a:rPr lang="en-US" sz="3600" b="1" dirty="0" err="1">
                <a:solidFill>
                  <a:prstClr val="black"/>
                </a:solidFill>
                <a:latin typeface="URW Palladio IT" pitchFamily="2" charset="0"/>
              </a:rPr>
              <a:t>Pérä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Japata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Nirantara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Hanumata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Bérä</a:t>
            </a:r>
            <a:r>
              <a:rPr lang="en-US" sz="3600" b="1" dirty="0">
                <a:solidFill>
                  <a:prstClr val="black"/>
                </a:solidFill>
                <a:latin typeface="URW Palladio IT" pitchFamily="2" charset="0"/>
              </a:rPr>
              <a:t> || - 25</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ನಾಸೈ</a:t>
            </a:r>
            <a:r>
              <a:rPr lang="en-US" sz="3600" b="1" dirty="0">
                <a:solidFill>
                  <a:prstClr val="black"/>
                </a:solidFill>
                <a:latin typeface="Calibri" pitchFamily="34" charset="0"/>
              </a:rPr>
              <a:t> </a:t>
            </a:r>
            <a:r>
              <a:rPr lang="en-US" sz="3600" b="1" dirty="0" err="1">
                <a:solidFill>
                  <a:prstClr val="black"/>
                </a:solidFill>
                <a:latin typeface="Calibri" pitchFamily="34" charset="0"/>
              </a:rPr>
              <a:t>ರೋಗ</a:t>
            </a:r>
            <a:r>
              <a:rPr lang="en-US" sz="3600" b="1" dirty="0">
                <a:solidFill>
                  <a:prstClr val="black"/>
                </a:solidFill>
                <a:latin typeface="Calibri" pitchFamily="34" charset="0"/>
              </a:rPr>
              <a:t> </a:t>
            </a:r>
            <a:r>
              <a:rPr lang="en-US" sz="3600" b="1" dirty="0" err="1">
                <a:solidFill>
                  <a:prstClr val="black"/>
                </a:solidFill>
                <a:latin typeface="Calibri" pitchFamily="34" charset="0"/>
              </a:rPr>
              <a:t>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ಸಬ</a:t>
            </a:r>
            <a:r>
              <a:rPr lang="en-US" sz="3600" b="1" dirty="0">
                <a:solidFill>
                  <a:prstClr val="black"/>
                </a:solidFill>
                <a:latin typeface="Calibri" pitchFamily="34" charset="0"/>
              </a:rPr>
              <a:t> </a:t>
            </a:r>
            <a:r>
              <a:rPr lang="en-US" sz="3600" b="1" dirty="0" err="1">
                <a:solidFill>
                  <a:prstClr val="black"/>
                </a:solidFill>
                <a:latin typeface="Calibri" pitchFamily="34" charset="0"/>
              </a:rPr>
              <a:t>ಪೀರಾ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ಜಪತ</a:t>
            </a:r>
            <a:r>
              <a:rPr lang="en-US" sz="3600" b="1" dirty="0">
                <a:solidFill>
                  <a:prstClr val="black"/>
                </a:solidFill>
                <a:latin typeface="Calibri" pitchFamily="34" charset="0"/>
              </a:rPr>
              <a:t> </a:t>
            </a:r>
            <a:r>
              <a:rPr lang="en-US" sz="3600" b="1" dirty="0" err="1">
                <a:solidFill>
                  <a:prstClr val="black"/>
                </a:solidFill>
                <a:latin typeface="Calibri" pitchFamily="34" charset="0"/>
              </a:rPr>
              <a:t>ನಿರಂತರ</a:t>
            </a:r>
            <a:r>
              <a:rPr lang="en-US" sz="3600" b="1" dirty="0">
                <a:solidFill>
                  <a:prstClr val="black"/>
                </a:solidFill>
                <a:latin typeface="Calibri" pitchFamily="34" charset="0"/>
              </a:rPr>
              <a:t> </a:t>
            </a:r>
            <a:r>
              <a:rPr lang="en-US" sz="3600" b="1" dirty="0" err="1">
                <a:solidFill>
                  <a:prstClr val="black"/>
                </a:solidFill>
                <a:latin typeface="Calibri" pitchFamily="34" charset="0"/>
              </a:rPr>
              <a:t>ಹನುಮತ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ಬೀರಾ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೨೫</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1600" b="1" dirty="0">
                <a:solidFill>
                  <a:prstClr val="black"/>
                </a:solidFill>
                <a:latin typeface="URW Palladio IT" pitchFamily="2" charset="0"/>
              </a:rPr>
              <a:t>  </a:t>
            </a:r>
            <a:r>
              <a:rPr lang="en-US" sz="2399" b="1" dirty="0">
                <a:solidFill>
                  <a:prstClr val="black"/>
                </a:solidFill>
                <a:latin typeface="Palatino Linotype" pitchFamily="18" charset="0"/>
              </a:rPr>
              <a:t>On reciting </a:t>
            </a:r>
            <a:r>
              <a:rPr lang="en-US" sz="2399" b="1" dirty="0" err="1">
                <a:solidFill>
                  <a:prstClr val="black"/>
                </a:solidFill>
                <a:latin typeface="Palatino Linotype" pitchFamily="18" charset="0"/>
              </a:rPr>
              <a:t>Hanumanji's</a:t>
            </a:r>
            <a:r>
              <a:rPr lang="en-US" sz="2399" b="1" dirty="0">
                <a:solidFill>
                  <a:prstClr val="black"/>
                </a:solidFill>
                <a:latin typeface="Palatino Linotype" pitchFamily="18" charset="0"/>
              </a:rPr>
              <a:t> holy name regularly all the  </a:t>
            </a:r>
          </a:p>
          <a:p>
            <a:pPr algn="ctr" defTabSz="914309"/>
            <a:r>
              <a:rPr lang="en-US" sz="2399" b="1" dirty="0">
                <a:solidFill>
                  <a:prstClr val="black"/>
                </a:solidFill>
                <a:latin typeface="Palatino Linotype" pitchFamily="18" charset="0"/>
              </a:rPr>
              <a:t> maladies perish the entire pain disappears</a:t>
            </a:r>
            <a:r>
              <a:rPr lang="en-US" sz="2399" b="1" dirty="0">
                <a:solidFill>
                  <a:prstClr val="black"/>
                </a:solidFill>
                <a:latin typeface="Calibri" pitchFamily="34" charset="0"/>
              </a:rPr>
              <a:t>.</a:t>
            </a:r>
          </a:p>
        </p:txBody>
      </p:sp>
    </p:spTree>
    <p:extLst>
      <p:ext uri="{BB962C8B-B14F-4D97-AF65-F5344CB8AC3E}">
        <p14:creationId xmlns:p14="http://schemas.microsoft.com/office/powerpoint/2010/main" val="16773027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1524133" y="100"/>
            <a:ext cx="9143736" cy="6832271"/>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सङ्कट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छुड़ावै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बचन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ध्यान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लावै</a:t>
            </a:r>
            <a:r>
              <a:rPr lang="en-IN" sz="4000" b="1" dirty="0">
                <a:solidFill>
                  <a:prstClr val="black"/>
                </a:solidFill>
                <a:latin typeface="Aparajita" pitchFamily="34" charset="0"/>
              </a:rPr>
              <a:t> ॥२६॥</a:t>
            </a:r>
          </a:p>
          <a:p>
            <a:pPr algn="ctr" defTabSz="914309"/>
            <a:endParaRPr lang="en-IN" sz="4000" b="1" dirty="0">
              <a:solidFill>
                <a:prstClr val="black"/>
              </a:solidFill>
              <a:latin typeface="Aparajita" pitchFamily="34" charset="0"/>
            </a:endParaRPr>
          </a:p>
          <a:p>
            <a:pPr algn="ctr" defTabSz="914309"/>
            <a:r>
              <a:rPr lang="en-US" sz="3200" b="1" dirty="0" err="1">
                <a:solidFill>
                  <a:prstClr val="black"/>
                </a:solidFill>
                <a:latin typeface="URW Palladio IT" pitchFamily="2" charset="0"/>
              </a:rPr>
              <a:t>Saìkaöa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Teà</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Hanumäna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Chuåävai</a:t>
            </a:r>
            <a:r>
              <a:rPr lang="en-US" sz="3200" b="1" dirty="0">
                <a:solidFill>
                  <a:prstClr val="black"/>
                </a:solidFill>
                <a:latin typeface="URW Palladio IT" pitchFamily="2" charset="0"/>
              </a:rPr>
              <a:t> | </a:t>
            </a:r>
          </a:p>
          <a:p>
            <a:pPr algn="ctr" defTabSz="914309"/>
            <a:r>
              <a:rPr lang="en-US" sz="3200" b="1" dirty="0">
                <a:solidFill>
                  <a:prstClr val="black"/>
                </a:solidFill>
                <a:latin typeface="URW Palladio IT" pitchFamily="2" charset="0"/>
              </a:rPr>
              <a:t>Mana Krama </a:t>
            </a:r>
            <a:r>
              <a:rPr lang="en-US" sz="3200" b="1" dirty="0" err="1">
                <a:solidFill>
                  <a:prstClr val="black"/>
                </a:solidFill>
                <a:latin typeface="URW Palladio IT" pitchFamily="2" charset="0"/>
              </a:rPr>
              <a:t>Bacana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Dhyäna</a:t>
            </a:r>
            <a:r>
              <a:rPr lang="en-US" sz="3200" b="1" dirty="0">
                <a:solidFill>
                  <a:prstClr val="black"/>
                </a:solidFill>
                <a:latin typeface="URW Palladio IT" pitchFamily="2" charset="0"/>
              </a:rPr>
              <a:t> Jo </a:t>
            </a:r>
            <a:r>
              <a:rPr lang="en-US" sz="3200" b="1" dirty="0" err="1">
                <a:solidFill>
                  <a:prstClr val="black"/>
                </a:solidFill>
                <a:latin typeface="URW Palladio IT" pitchFamily="2" charset="0"/>
              </a:rPr>
              <a:t>Lävai</a:t>
            </a:r>
            <a:r>
              <a:rPr lang="en-US" sz="3200" b="1" dirty="0">
                <a:solidFill>
                  <a:prstClr val="black"/>
                </a:solidFill>
                <a:latin typeface="URW Palladio IT" pitchFamily="2" charset="0"/>
              </a:rPr>
              <a:t> || - 26</a:t>
            </a:r>
          </a:p>
          <a:p>
            <a:pPr algn="ctr" defTabSz="914309"/>
            <a:endParaRPr lang="en-US" sz="32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ಸಂಕಟ</a:t>
            </a:r>
            <a:r>
              <a:rPr lang="en-US" sz="3200" b="1" dirty="0">
                <a:solidFill>
                  <a:prstClr val="black"/>
                </a:solidFill>
                <a:latin typeface="Calibri" pitchFamily="34" charset="0"/>
              </a:rPr>
              <a:t> </a:t>
            </a:r>
            <a:r>
              <a:rPr lang="en-US" sz="3200" b="1" dirty="0" err="1">
                <a:solidFill>
                  <a:prstClr val="black"/>
                </a:solidFill>
                <a:latin typeface="Calibri" pitchFamily="34" charset="0"/>
              </a:rPr>
              <a:t>ತೇ</a:t>
            </a:r>
            <a:r>
              <a:rPr lang="en-US" sz="3200" b="1" dirty="0">
                <a:solidFill>
                  <a:prstClr val="black"/>
                </a:solidFill>
                <a:latin typeface="Calibri" pitchFamily="34" charset="0"/>
              </a:rPr>
              <a:t> </a:t>
            </a:r>
            <a:r>
              <a:rPr lang="en-US" sz="3200" b="1" dirty="0" err="1">
                <a:solidFill>
                  <a:prstClr val="black"/>
                </a:solidFill>
                <a:latin typeface="Calibri" pitchFamily="34" charset="0"/>
              </a:rPr>
              <a:t>ಹನುಮಾನ</a:t>
            </a:r>
            <a:r>
              <a:rPr lang="en-US" sz="3200" b="1" dirty="0">
                <a:solidFill>
                  <a:prstClr val="black"/>
                </a:solidFill>
                <a:latin typeface="Calibri" pitchFamily="34" charset="0"/>
              </a:rPr>
              <a:t> </a:t>
            </a:r>
            <a:r>
              <a:rPr lang="en-US" sz="3200" b="1" dirty="0" err="1">
                <a:solidFill>
                  <a:prstClr val="black"/>
                </a:solidFill>
                <a:latin typeface="Calibri" pitchFamily="34" charset="0"/>
              </a:rPr>
              <a:t>ಛುಡಾವೈ</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ಮನ</a:t>
            </a:r>
            <a:r>
              <a:rPr lang="en-US" sz="3200" b="1" dirty="0">
                <a:solidFill>
                  <a:prstClr val="black"/>
                </a:solidFill>
                <a:latin typeface="Calibri" pitchFamily="34" charset="0"/>
              </a:rPr>
              <a:t> </a:t>
            </a:r>
            <a:r>
              <a:rPr lang="en-US" sz="3200" b="1" dirty="0" err="1">
                <a:solidFill>
                  <a:prstClr val="black"/>
                </a:solidFill>
                <a:latin typeface="Calibri" pitchFamily="34" charset="0"/>
              </a:rPr>
              <a:t>ಕ್ರಮ</a:t>
            </a:r>
            <a:r>
              <a:rPr lang="en-US" sz="3200" b="1" dirty="0">
                <a:solidFill>
                  <a:prstClr val="black"/>
                </a:solidFill>
                <a:latin typeface="Calibri" pitchFamily="34" charset="0"/>
              </a:rPr>
              <a:t> </a:t>
            </a:r>
            <a:r>
              <a:rPr lang="en-US" sz="3200" b="1" dirty="0" err="1">
                <a:solidFill>
                  <a:prstClr val="black"/>
                </a:solidFill>
                <a:latin typeface="Calibri" pitchFamily="34" charset="0"/>
              </a:rPr>
              <a:t>ಬಚನ</a:t>
            </a:r>
            <a:r>
              <a:rPr lang="en-US" sz="3200" b="1" dirty="0">
                <a:solidFill>
                  <a:prstClr val="black"/>
                </a:solidFill>
                <a:latin typeface="Calibri" pitchFamily="34" charset="0"/>
              </a:rPr>
              <a:t> </a:t>
            </a:r>
            <a:r>
              <a:rPr lang="en-US" sz="3200" b="1" dirty="0" err="1">
                <a:solidFill>
                  <a:prstClr val="black"/>
                </a:solidFill>
                <a:latin typeface="Calibri" pitchFamily="34" charset="0"/>
              </a:rPr>
              <a:t>ಧ್ಯಾನ</a:t>
            </a:r>
            <a:r>
              <a:rPr lang="en-US" sz="3200" b="1" dirty="0">
                <a:solidFill>
                  <a:prstClr val="black"/>
                </a:solidFill>
                <a:latin typeface="Calibri" pitchFamily="34" charset="0"/>
              </a:rPr>
              <a:t> </a:t>
            </a:r>
            <a:r>
              <a:rPr lang="en-US" sz="3200" b="1" dirty="0" err="1">
                <a:solidFill>
                  <a:prstClr val="black"/>
                </a:solidFill>
                <a:latin typeface="Calibri" pitchFamily="34" charset="0"/>
              </a:rPr>
              <a:t>ಜೋ</a:t>
            </a:r>
            <a:r>
              <a:rPr lang="en-US" sz="3200" b="1" dirty="0">
                <a:solidFill>
                  <a:prstClr val="black"/>
                </a:solidFill>
                <a:latin typeface="Calibri" pitchFamily="34" charset="0"/>
              </a:rPr>
              <a:t> </a:t>
            </a:r>
            <a:r>
              <a:rPr lang="en-US" sz="3200" b="1" dirty="0" err="1">
                <a:solidFill>
                  <a:prstClr val="black"/>
                </a:solidFill>
                <a:latin typeface="Calibri" pitchFamily="34" charset="0"/>
              </a:rPr>
              <a:t>ಲಾವೈ</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೨೬</a:t>
            </a:r>
            <a:r>
              <a:rPr lang="en-US" sz="32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Those who remember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in thought, word and deed are well guarded against their odds in life</a:t>
            </a:r>
            <a:r>
              <a:rPr lang="en-US" sz="2399" b="1" dirty="0">
                <a:solidFill>
                  <a:prstClr val="black"/>
                </a:solidFill>
                <a:latin typeface="Calibri" pitchFamily="34" charset="0"/>
              </a:rPr>
              <a:t>.</a:t>
            </a:r>
          </a:p>
          <a:p>
            <a:pPr algn="ctr" defTabSz="914309"/>
            <a:r>
              <a:rPr lang="en-IN" sz="2800" b="1" dirty="0">
                <a:solidFill>
                  <a:srgbClr val="00B050"/>
                </a:solidFill>
                <a:latin typeface="Sanskrit 99" pitchFamily="2" charset="0"/>
              </a:rPr>
              <a:t>		</a:t>
            </a:r>
            <a:r>
              <a:rPr lang="en-US" sz="2800" dirty="0">
                <a:solidFill>
                  <a:prstClr val="black"/>
                </a:solidFill>
                <a:latin typeface="Calibri" pitchFamily="34" charset="0"/>
              </a:rPr>
              <a:t/>
            </a:r>
            <a:br>
              <a:rPr lang="en-US" sz="2800" dirty="0">
                <a:solidFill>
                  <a:prstClr val="black"/>
                </a:solidFill>
                <a:latin typeface="Calibri" pitchFamily="34" charset="0"/>
              </a:rPr>
            </a:br>
            <a:endParaRPr lang="en-US" sz="2800" dirty="0">
              <a:solidFill>
                <a:prstClr val="black"/>
              </a:solidFill>
              <a:latin typeface="Calibri" pitchFamily="34" charset="0"/>
            </a:endParaRPr>
          </a:p>
        </p:txBody>
      </p:sp>
    </p:spTree>
    <p:extLst>
      <p:ext uri="{BB962C8B-B14F-4D97-AF65-F5344CB8AC3E}">
        <p14:creationId xmlns:p14="http://schemas.microsoft.com/office/powerpoint/2010/main" val="52909393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600330" y="76307"/>
            <a:ext cx="9143736" cy="6709064"/>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तपस्वी</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राजा</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सकल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साजा</a:t>
            </a:r>
            <a:r>
              <a:rPr lang="en-IN" sz="4000" b="1" dirty="0">
                <a:solidFill>
                  <a:prstClr val="black"/>
                </a:solidFill>
                <a:latin typeface="Aparajita" pitchFamily="34" charset="0"/>
              </a:rPr>
              <a:t> ॥२७॥</a:t>
            </a:r>
          </a:p>
          <a:p>
            <a:pPr algn="ctr" defTabSz="914309"/>
            <a:endParaRPr lang="en-US" sz="3600" b="1" dirty="0">
              <a:solidFill>
                <a:prstClr val="black"/>
              </a:solidFill>
              <a:latin typeface="URW Palladio IT" pitchFamily="2" charset="0"/>
            </a:endParaRPr>
          </a:p>
          <a:p>
            <a:pPr algn="ctr" defTabSz="914309"/>
            <a:r>
              <a:rPr lang="en-US" sz="3200" b="1" dirty="0">
                <a:solidFill>
                  <a:prstClr val="black"/>
                </a:solidFill>
                <a:latin typeface="URW Palladio IT" pitchFamily="2" charset="0"/>
              </a:rPr>
              <a:t>Saba Para </a:t>
            </a:r>
            <a:r>
              <a:rPr lang="en-US" sz="3200" b="1" dirty="0" err="1">
                <a:solidFill>
                  <a:prstClr val="black"/>
                </a:solidFill>
                <a:latin typeface="URW Palladio IT" pitchFamily="2" charset="0"/>
              </a:rPr>
              <a:t>Räma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Tapasvé</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Räjä</a:t>
            </a:r>
            <a:r>
              <a:rPr lang="en-US" sz="3200" b="1" dirty="0">
                <a:solidFill>
                  <a:prstClr val="black"/>
                </a:solidFill>
                <a:latin typeface="URW Palladio IT" pitchFamily="2" charset="0"/>
              </a:rPr>
              <a:t> | </a:t>
            </a:r>
          </a:p>
          <a:p>
            <a:pPr algn="ctr" defTabSz="914309"/>
            <a:r>
              <a:rPr lang="en-US" sz="3200" b="1" dirty="0">
                <a:solidFill>
                  <a:prstClr val="black"/>
                </a:solidFill>
                <a:latin typeface="URW Palladio IT" pitchFamily="2" charset="0"/>
              </a:rPr>
              <a:t>Tina </a:t>
            </a:r>
            <a:r>
              <a:rPr lang="en-US" sz="3200" b="1" dirty="0" err="1">
                <a:solidFill>
                  <a:prstClr val="black"/>
                </a:solidFill>
                <a:latin typeface="URW Palladio IT" pitchFamily="2" charset="0"/>
              </a:rPr>
              <a:t>Ke</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Käja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Sakala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Tuma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Säjä</a:t>
            </a:r>
            <a:r>
              <a:rPr lang="en-US" sz="3200" b="1" dirty="0">
                <a:solidFill>
                  <a:prstClr val="black"/>
                </a:solidFill>
                <a:latin typeface="URW Palladio IT" pitchFamily="2" charset="0"/>
              </a:rPr>
              <a:t> || - 27</a:t>
            </a:r>
          </a:p>
          <a:p>
            <a:pPr algn="ctr" defTabSz="914309"/>
            <a:endParaRPr lang="en-US" sz="32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ಸಬ</a:t>
            </a:r>
            <a:r>
              <a:rPr lang="en-US" sz="3200" b="1" dirty="0">
                <a:solidFill>
                  <a:prstClr val="black"/>
                </a:solidFill>
                <a:latin typeface="Calibri" pitchFamily="34" charset="0"/>
              </a:rPr>
              <a:t> </a:t>
            </a:r>
            <a:r>
              <a:rPr lang="en-US" sz="3200" b="1" dirty="0" err="1">
                <a:solidFill>
                  <a:prstClr val="black"/>
                </a:solidFill>
                <a:latin typeface="Calibri" pitchFamily="34" charset="0"/>
              </a:rPr>
              <a:t>ಪರ</a:t>
            </a:r>
            <a:r>
              <a:rPr lang="en-US" sz="3200" b="1" dirty="0">
                <a:solidFill>
                  <a:prstClr val="black"/>
                </a:solidFill>
                <a:latin typeface="Calibri" pitchFamily="34" charset="0"/>
              </a:rPr>
              <a:t> </a:t>
            </a:r>
            <a:r>
              <a:rPr lang="en-US" sz="3200" b="1" dirty="0" err="1">
                <a:solidFill>
                  <a:prstClr val="black"/>
                </a:solidFill>
                <a:latin typeface="Calibri" pitchFamily="34" charset="0"/>
              </a:rPr>
              <a:t>ರಾಮ</a:t>
            </a:r>
            <a:r>
              <a:rPr lang="en-US" sz="3200" b="1" dirty="0">
                <a:solidFill>
                  <a:prstClr val="black"/>
                </a:solidFill>
                <a:latin typeface="Calibri" pitchFamily="34" charset="0"/>
              </a:rPr>
              <a:t> </a:t>
            </a:r>
            <a:r>
              <a:rPr lang="kn-IN" sz="3200" b="1" dirty="0" err="1">
                <a:solidFill>
                  <a:prstClr val="black"/>
                </a:solidFill>
                <a:latin typeface="Calibri" pitchFamily="34" charset="0"/>
                <a:ea typeface="Tunga" pitchFamily="2"/>
                <a:cs typeface="Tunga" pitchFamily="2"/>
              </a:rPr>
              <a:t>ತಪಸ್ವೀ</a:t>
            </a:r>
            <a:r>
              <a:rPr lang="kn-IN" sz="3200" b="1" dirty="0">
                <a:solidFill>
                  <a:prstClr val="black"/>
                </a:solidFill>
                <a:latin typeface="Calibri" pitchFamily="34" charset="0"/>
                <a:ea typeface="Tunga" pitchFamily="2"/>
                <a:cs typeface="Tunga" pitchFamily="2"/>
              </a:rPr>
              <a:t> </a:t>
            </a:r>
            <a:r>
              <a:rPr lang="en-US" sz="3200" b="1" dirty="0" err="1">
                <a:solidFill>
                  <a:prstClr val="black"/>
                </a:solidFill>
                <a:latin typeface="Calibri" pitchFamily="34" charset="0"/>
              </a:rPr>
              <a:t>ರಾಜಾ</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ತಿನಕೇ</a:t>
            </a:r>
            <a:r>
              <a:rPr lang="en-US" sz="3200" b="1" dirty="0">
                <a:solidFill>
                  <a:prstClr val="black"/>
                </a:solidFill>
                <a:latin typeface="Calibri" pitchFamily="34" charset="0"/>
              </a:rPr>
              <a:t> </a:t>
            </a:r>
            <a:r>
              <a:rPr lang="en-US" sz="3200" b="1" dirty="0" err="1">
                <a:solidFill>
                  <a:prstClr val="black"/>
                </a:solidFill>
                <a:latin typeface="Calibri" pitchFamily="34" charset="0"/>
              </a:rPr>
              <a:t>ಕಾಜ</a:t>
            </a:r>
            <a:r>
              <a:rPr lang="en-US" sz="3200" b="1" dirty="0">
                <a:solidFill>
                  <a:prstClr val="black"/>
                </a:solidFill>
                <a:latin typeface="Calibri" pitchFamily="34" charset="0"/>
              </a:rPr>
              <a:t> </a:t>
            </a:r>
            <a:r>
              <a:rPr lang="en-US" sz="3200" b="1" dirty="0" err="1">
                <a:solidFill>
                  <a:prstClr val="black"/>
                </a:solidFill>
                <a:latin typeface="Calibri" pitchFamily="34" charset="0"/>
              </a:rPr>
              <a:t>ಸಕಲ</a:t>
            </a:r>
            <a:r>
              <a:rPr lang="en-US" sz="3200" b="1" dirty="0">
                <a:solidFill>
                  <a:prstClr val="black"/>
                </a:solidFill>
                <a:latin typeface="Calibri" pitchFamily="34" charset="0"/>
              </a:rPr>
              <a:t> </a:t>
            </a:r>
            <a:r>
              <a:rPr lang="en-US" sz="3200" b="1" dirty="0" err="1">
                <a:solidFill>
                  <a:prstClr val="black"/>
                </a:solidFill>
                <a:latin typeface="Calibri" pitchFamily="34" charset="0"/>
              </a:rPr>
              <a:t>ತುಮ</a:t>
            </a:r>
            <a:r>
              <a:rPr lang="en-US" sz="3200" b="1" dirty="0">
                <a:solidFill>
                  <a:prstClr val="black"/>
                </a:solidFill>
                <a:latin typeface="Calibri" pitchFamily="34" charset="0"/>
              </a:rPr>
              <a:t> </a:t>
            </a:r>
            <a:r>
              <a:rPr lang="en-US" sz="3200" b="1" dirty="0" err="1">
                <a:solidFill>
                  <a:prstClr val="black"/>
                </a:solidFill>
                <a:latin typeface="Calibri" pitchFamily="34" charset="0"/>
              </a:rPr>
              <a:t>ಸಾಜಾ</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೨೭</a:t>
            </a:r>
            <a:r>
              <a:rPr lang="en-US" sz="32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caretaker of even Lord Rama, who has been hailed as the Supreme Lord and the Monarch of all those devoted in penances.</a:t>
            </a:r>
          </a:p>
          <a:p>
            <a:pPr algn="ctr" defTabSz="914309"/>
            <a:r>
              <a:rPr lang="en-US" sz="2800" b="1" dirty="0">
                <a:solidFill>
                  <a:prstClr val="black"/>
                </a:solidFill>
                <a:latin typeface="Palatino Linotype" pitchFamily="18" charset="0"/>
              </a:rPr>
              <a:t>		</a:t>
            </a:r>
          </a:p>
        </p:txBody>
      </p:sp>
    </p:spTree>
    <p:extLst>
      <p:ext uri="{BB962C8B-B14F-4D97-AF65-F5344CB8AC3E}">
        <p14:creationId xmlns:p14="http://schemas.microsoft.com/office/powerpoint/2010/main" val="63029224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1676528" y="99"/>
            <a:ext cx="8686549" cy="7170738"/>
          </a:xfrm>
          <a:prstGeom prst="rect">
            <a:avLst/>
          </a:prstGeom>
          <a:noFill/>
          <a:ln w="9525">
            <a:noFill/>
            <a:miter lim="800000"/>
            <a:headEnd/>
            <a:tailEnd/>
          </a:ln>
        </p:spPr>
        <p:txBody>
          <a:bodyPr>
            <a:spAutoFit/>
          </a:bodyPr>
          <a:lstStyle/>
          <a:p>
            <a:pPr algn="ctr" defTabSz="914309"/>
            <a:endParaRPr lang="en-IN" sz="4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और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मनोरथ</a:t>
            </a:r>
            <a:r>
              <a:rPr lang="en-IN" sz="4000" b="1" dirty="0">
                <a:solidFill>
                  <a:prstClr val="black"/>
                </a:solidFill>
                <a:latin typeface="Aparajita" pitchFamily="34" charset="0"/>
              </a:rPr>
              <a:t> </a:t>
            </a:r>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कोई</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सोई</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जीवन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फल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पावै</a:t>
            </a:r>
            <a:r>
              <a:rPr lang="en-IN" sz="4000" b="1" dirty="0">
                <a:solidFill>
                  <a:prstClr val="black"/>
                </a:solidFill>
                <a:latin typeface="Aparajita" pitchFamily="34" charset="0"/>
              </a:rPr>
              <a:t> ॥२८॥</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Aura </a:t>
            </a:r>
            <a:r>
              <a:rPr lang="en-US" sz="3600" b="1" dirty="0" err="1">
                <a:solidFill>
                  <a:prstClr val="black"/>
                </a:solidFill>
                <a:latin typeface="URW Palladio IT" pitchFamily="2" charset="0"/>
              </a:rPr>
              <a:t>Manoratha</a:t>
            </a:r>
            <a:r>
              <a:rPr lang="en-US" sz="3600" b="1" dirty="0">
                <a:solidFill>
                  <a:prstClr val="black"/>
                </a:solidFill>
                <a:latin typeface="URW Palladio IT" pitchFamily="2" charset="0"/>
              </a:rPr>
              <a:t> Jo </a:t>
            </a:r>
            <a:r>
              <a:rPr lang="en-US" sz="3600" b="1" dirty="0" err="1">
                <a:solidFill>
                  <a:prstClr val="black"/>
                </a:solidFill>
                <a:latin typeface="URW Palladio IT" pitchFamily="2" charset="0"/>
              </a:rPr>
              <a:t>Koé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Lävai</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Soé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Amita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Jévana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Phala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Pävai</a:t>
            </a:r>
            <a:r>
              <a:rPr lang="en-US" sz="3600" b="1" dirty="0">
                <a:solidFill>
                  <a:prstClr val="black"/>
                </a:solidFill>
                <a:latin typeface="URW Palladio IT" pitchFamily="2" charset="0"/>
              </a:rPr>
              <a:t> || - 28</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ಔರ</a:t>
            </a:r>
            <a:r>
              <a:rPr lang="en-US" sz="3600" b="1" dirty="0">
                <a:solidFill>
                  <a:prstClr val="black"/>
                </a:solidFill>
                <a:latin typeface="Calibri" pitchFamily="34" charset="0"/>
              </a:rPr>
              <a:t> </a:t>
            </a:r>
            <a:r>
              <a:rPr lang="en-US" sz="3600" b="1" dirty="0" err="1">
                <a:solidFill>
                  <a:prstClr val="black"/>
                </a:solidFill>
                <a:latin typeface="Calibri" pitchFamily="34" charset="0"/>
              </a:rPr>
              <a:t>ಮನೋರಥ</a:t>
            </a:r>
            <a:r>
              <a:rPr lang="en-US" sz="3600" b="1" dirty="0">
                <a:solidFill>
                  <a:prstClr val="black"/>
                </a:solidFill>
                <a:latin typeface="Calibri" pitchFamily="34" charset="0"/>
              </a:rPr>
              <a:t> </a:t>
            </a:r>
            <a:r>
              <a:rPr lang="en-US" sz="3600" b="1" dirty="0" err="1">
                <a:solidFill>
                  <a:prstClr val="black"/>
                </a:solidFill>
                <a:latin typeface="Calibri" pitchFamily="34" charset="0"/>
              </a:rPr>
              <a:t>ಜೋ</a:t>
            </a:r>
            <a:r>
              <a:rPr lang="en-US" sz="3600" b="1" dirty="0">
                <a:solidFill>
                  <a:prstClr val="black"/>
                </a:solidFill>
                <a:latin typeface="Calibri" pitchFamily="34" charset="0"/>
              </a:rPr>
              <a:t> </a:t>
            </a:r>
            <a:r>
              <a:rPr lang="en-US" sz="3600" b="1" dirty="0" err="1">
                <a:solidFill>
                  <a:prstClr val="black"/>
                </a:solidFill>
                <a:latin typeface="Calibri" pitchFamily="34" charset="0"/>
              </a:rPr>
              <a:t>ಕೋಈ</a:t>
            </a:r>
            <a:r>
              <a:rPr lang="en-US" sz="3600" b="1" dirty="0">
                <a:solidFill>
                  <a:prstClr val="black"/>
                </a:solidFill>
                <a:latin typeface="Calibri" pitchFamily="34" charset="0"/>
              </a:rPr>
              <a:t> </a:t>
            </a:r>
            <a:r>
              <a:rPr lang="en-US" sz="3600" b="1" dirty="0" err="1">
                <a:solidFill>
                  <a:prstClr val="black"/>
                </a:solidFill>
                <a:latin typeface="Calibri" pitchFamily="34" charset="0"/>
              </a:rPr>
              <a:t>ಲಾವೈ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ಸೋಈ</a:t>
            </a:r>
            <a:r>
              <a:rPr lang="en-US" sz="3600" b="1" dirty="0">
                <a:solidFill>
                  <a:prstClr val="black"/>
                </a:solidFill>
                <a:latin typeface="Calibri" pitchFamily="34" charset="0"/>
              </a:rPr>
              <a:t> </a:t>
            </a:r>
            <a:r>
              <a:rPr lang="en-US" sz="3600" b="1" dirty="0" err="1">
                <a:solidFill>
                  <a:prstClr val="black"/>
                </a:solidFill>
                <a:latin typeface="Calibri" pitchFamily="34" charset="0"/>
              </a:rPr>
              <a:t>ಅಮಿತ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ಜೀವನ</a:t>
            </a:r>
            <a:r>
              <a:rPr lang="en-US" sz="3600" b="1" dirty="0">
                <a:solidFill>
                  <a:prstClr val="black"/>
                </a:solidFill>
                <a:latin typeface="Calibri" pitchFamily="34" charset="0"/>
              </a:rPr>
              <a:t> </a:t>
            </a:r>
            <a:r>
              <a:rPr lang="en-US" sz="3600" b="1" dirty="0" err="1">
                <a:solidFill>
                  <a:prstClr val="black"/>
                </a:solidFill>
                <a:latin typeface="Calibri" pitchFamily="34" charset="0"/>
              </a:rPr>
              <a:t>ಫಲ</a:t>
            </a:r>
            <a:r>
              <a:rPr lang="en-US" sz="3600" b="1" dirty="0">
                <a:solidFill>
                  <a:prstClr val="black"/>
                </a:solidFill>
                <a:latin typeface="Calibri" pitchFamily="34" charset="0"/>
              </a:rPr>
              <a:t> </a:t>
            </a:r>
            <a:r>
              <a:rPr lang="en-US" sz="3600" b="1" dirty="0" err="1">
                <a:solidFill>
                  <a:prstClr val="black"/>
                </a:solidFill>
                <a:latin typeface="Calibri" pitchFamily="34" charset="0"/>
              </a:rPr>
              <a:t>ಪಾವೈ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೨೮</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fulfill the desires of those who come to you and bestow the eternal nectar the highest fruit of life.</a:t>
            </a:r>
          </a:p>
        </p:txBody>
      </p:sp>
    </p:spTree>
    <p:extLst>
      <p:ext uri="{BB962C8B-B14F-4D97-AF65-F5344CB8AC3E}">
        <p14:creationId xmlns:p14="http://schemas.microsoft.com/office/powerpoint/2010/main" val="398655285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828924" y="76313"/>
            <a:ext cx="8610351" cy="6893554"/>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चारों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परताप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परसिद्ध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उजियारा</a:t>
            </a:r>
            <a:r>
              <a:rPr lang="en-IN" sz="4000" b="1" dirty="0">
                <a:solidFill>
                  <a:prstClr val="black"/>
                </a:solidFill>
                <a:latin typeface="Aparajita" pitchFamily="34" charset="0"/>
              </a:rPr>
              <a:t> ॥२९॥</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Cäroà</a:t>
            </a:r>
            <a:r>
              <a:rPr lang="en-US" sz="3600" b="1" dirty="0">
                <a:solidFill>
                  <a:prstClr val="black"/>
                </a:solidFill>
                <a:latin typeface="URW Palladio IT" pitchFamily="2" charset="0"/>
              </a:rPr>
              <a:t> Juga </a:t>
            </a:r>
            <a:r>
              <a:rPr lang="en-US" sz="3600" b="1" dirty="0" err="1">
                <a:solidFill>
                  <a:prstClr val="black"/>
                </a:solidFill>
                <a:latin typeface="URW Palladio IT" pitchFamily="2" charset="0"/>
              </a:rPr>
              <a:t>Paratäpa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Tumhärä</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Hai </a:t>
            </a:r>
            <a:r>
              <a:rPr lang="en-US" sz="3600" b="1" dirty="0" err="1">
                <a:solidFill>
                  <a:prstClr val="black"/>
                </a:solidFill>
                <a:latin typeface="URW Palladio IT" pitchFamily="2" charset="0"/>
              </a:rPr>
              <a:t>Parasiddha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Jagata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Ujiyärä</a:t>
            </a:r>
            <a:r>
              <a:rPr lang="en-US" sz="3600" b="1" dirty="0">
                <a:solidFill>
                  <a:prstClr val="black"/>
                </a:solidFill>
                <a:latin typeface="URW Palladio IT" pitchFamily="2" charset="0"/>
              </a:rPr>
              <a:t> || - 29</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ಚಾರೋ</a:t>
            </a:r>
            <a:r>
              <a:rPr lang="en-US" sz="3600" b="1" dirty="0">
                <a:solidFill>
                  <a:prstClr val="black"/>
                </a:solidFill>
                <a:latin typeface="Calibri" pitchFamily="34" charset="0"/>
              </a:rPr>
              <a:t> </a:t>
            </a:r>
            <a:r>
              <a:rPr lang="en-US" sz="3600" b="1" dirty="0" err="1">
                <a:solidFill>
                  <a:prstClr val="black"/>
                </a:solidFill>
                <a:latin typeface="Calibri" pitchFamily="34" charset="0"/>
              </a:rPr>
              <a:t>ಜುಗ</a:t>
            </a:r>
            <a:r>
              <a:rPr lang="en-US" sz="3600" b="1" dirty="0">
                <a:solidFill>
                  <a:prstClr val="black"/>
                </a:solidFill>
                <a:latin typeface="Calibri" pitchFamily="34" charset="0"/>
              </a:rPr>
              <a:t> </a:t>
            </a:r>
            <a:r>
              <a:rPr lang="en-US" sz="3600" b="1" dirty="0" err="1">
                <a:solidFill>
                  <a:prstClr val="black"/>
                </a:solidFill>
                <a:latin typeface="Calibri" pitchFamily="34" charset="0"/>
              </a:rPr>
              <a:t>ಪರತಾಪ</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ಹೈ</a:t>
            </a:r>
            <a:r>
              <a:rPr lang="en-US" sz="3600" b="1" dirty="0">
                <a:solidFill>
                  <a:prstClr val="black"/>
                </a:solidFill>
                <a:latin typeface="Calibri" pitchFamily="34" charset="0"/>
              </a:rPr>
              <a:t> </a:t>
            </a:r>
            <a:r>
              <a:rPr lang="en-US" sz="3600" b="1" dirty="0" err="1">
                <a:solidFill>
                  <a:prstClr val="black"/>
                </a:solidFill>
                <a:latin typeface="Calibri" pitchFamily="34" charset="0"/>
              </a:rPr>
              <a:t>ಪರಸಿದ್ಧ</a:t>
            </a:r>
            <a:r>
              <a:rPr lang="en-US" sz="3600" b="1" dirty="0">
                <a:solidFill>
                  <a:prstClr val="black"/>
                </a:solidFill>
                <a:latin typeface="Calibri" pitchFamily="34" charset="0"/>
              </a:rPr>
              <a:t> </a:t>
            </a:r>
            <a:r>
              <a:rPr lang="en-US" sz="3600" b="1" dirty="0" err="1">
                <a:solidFill>
                  <a:prstClr val="black"/>
                </a:solidFill>
                <a:latin typeface="Calibri" pitchFamily="34" charset="0"/>
              </a:rPr>
              <a:t>ಜಗತ</a:t>
            </a:r>
            <a:r>
              <a:rPr lang="en-US" sz="3600" b="1" dirty="0">
                <a:solidFill>
                  <a:prstClr val="black"/>
                </a:solidFill>
                <a:latin typeface="Calibri" pitchFamily="34" charset="0"/>
              </a:rPr>
              <a:t> </a:t>
            </a:r>
            <a:r>
              <a:rPr lang="en-US" sz="3600" b="1" dirty="0" err="1">
                <a:solidFill>
                  <a:prstClr val="black"/>
                </a:solidFill>
                <a:latin typeface="Calibri" pitchFamily="34" charset="0"/>
              </a:rPr>
              <a:t>ಉಜಿಯಾರಾ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೨೯</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magnificent glory is acclaimed far and wide all through the four ages and your fame is </a:t>
            </a:r>
            <a:r>
              <a:rPr lang="en-US" sz="2399" b="1" dirty="0" err="1">
                <a:solidFill>
                  <a:prstClr val="black"/>
                </a:solidFill>
                <a:latin typeface="Palatino Linotype" pitchFamily="18" charset="0"/>
              </a:rPr>
              <a:t>radianlty</a:t>
            </a:r>
            <a:r>
              <a:rPr lang="en-US" sz="2399" b="1" dirty="0">
                <a:solidFill>
                  <a:prstClr val="black"/>
                </a:solidFill>
                <a:latin typeface="Palatino Linotype" pitchFamily="18" charset="0"/>
              </a:rPr>
              <a:t> noted all over the cosmos</a:t>
            </a:r>
            <a:r>
              <a:rPr lang="en-US" sz="2399" b="1" dirty="0">
                <a:solidFill>
                  <a:prstClr val="black"/>
                </a:solidFill>
                <a:latin typeface="Calibri" pitchFamily="34" charset="0"/>
              </a:rPr>
              <a:t>.</a:t>
            </a:r>
          </a:p>
          <a:p>
            <a:pPr algn="ctr" defTabSz="914309"/>
            <a:r>
              <a:rPr lang="en-US" sz="1999" b="1" dirty="0">
                <a:solidFill>
                  <a:prstClr val="black"/>
                </a:solidFill>
                <a:latin typeface="Calibri" pitchFamily="34" charset="0"/>
              </a:rPr>
              <a:t>		</a:t>
            </a:r>
            <a:endParaRPr lang="en-US" sz="2800" b="1" dirty="0">
              <a:solidFill>
                <a:prstClr val="black"/>
              </a:solidFill>
              <a:latin typeface="Calibri" pitchFamily="34" charset="0"/>
            </a:endParaRPr>
          </a:p>
        </p:txBody>
      </p:sp>
    </p:spTree>
    <p:extLst>
      <p:ext uri="{BB962C8B-B14F-4D97-AF65-F5344CB8AC3E}">
        <p14:creationId xmlns:p14="http://schemas.microsoft.com/office/powerpoint/2010/main" val="29806882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524133" y="103298"/>
            <a:ext cx="9143736" cy="7416510"/>
          </a:xfrm>
          <a:prstGeom prst="rect">
            <a:avLst/>
          </a:prstGeom>
          <a:noFill/>
          <a:ln w="9525">
            <a:noFill/>
            <a:miter lim="800000"/>
            <a:headEnd/>
            <a:tailEnd/>
          </a:ln>
        </p:spPr>
        <p:txBody>
          <a:bodyPr wrap="square">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सन्त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रखवारे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असुर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निकन्दन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दुलारे</a:t>
            </a:r>
            <a:r>
              <a:rPr lang="en-IN" sz="4000" b="1" dirty="0">
                <a:solidFill>
                  <a:prstClr val="black"/>
                </a:solidFill>
                <a:latin typeface="Aparajita" pitchFamily="34" charset="0"/>
              </a:rPr>
              <a:t> ॥३०॥</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Sädhu</a:t>
            </a:r>
            <a:r>
              <a:rPr lang="en-US" sz="3600" b="1" dirty="0">
                <a:solidFill>
                  <a:prstClr val="black"/>
                </a:solidFill>
                <a:latin typeface="URW Palladio IT" pitchFamily="2" charset="0"/>
              </a:rPr>
              <a:t> Santa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Rakhaväre</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Asura </a:t>
            </a:r>
            <a:r>
              <a:rPr lang="en-US" sz="3600" b="1" dirty="0" err="1">
                <a:solidFill>
                  <a:prstClr val="black"/>
                </a:solidFill>
                <a:latin typeface="URW Palladio IT" pitchFamily="2" charset="0"/>
              </a:rPr>
              <a:t>Nikandana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Duläre</a:t>
            </a:r>
            <a:r>
              <a:rPr lang="en-US" sz="3600" b="1" dirty="0">
                <a:solidFill>
                  <a:prstClr val="black"/>
                </a:solidFill>
                <a:latin typeface="URW Palladio IT" pitchFamily="2" charset="0"/>
              </a:rPr>
              <a:t> || - 30</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ಸಾಧು</a:t>
            </a:r>
            <a:r>
              <a:rPr lang="en-US" sz="3600" b="1" dirty="0">
                <a:solidFill>
                  <a:prstClr val="black"/>
                </a:solidFill>
                <a:latin typeface="Calibri" pitchFamily="34" charset="0"/>
              </a:rPr>
              <a:t> </a:t>
            </a:r>
            <a:r>
              <a:rPr lang="en-US" sz="3600" b="1" dirty="0" err="1">
                <a:solidFill>
                  <a:prstClr val="black"/>
                </a:solidFill>
                <a:latin typeface="Calibri" pitchFamily="34" charset="0"/>
              </a:rPr>
              <a:t>ಸಂತ</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ತುಮ</a:t>
            </a:r>
            <a:r>
              <a:rPr lang="en-US" sz="3600" b="1" dirty="0">
                <a:solidFill>
                  <a:prstClr val="black"/>
                </a:solidFill>
                <a:latin typeface="Calibri" pitchFamily="34" charset="0"/>
              </a:rPr>
              <a:t> </a:t>
            </a:r>
            <a:r>
              <a:rPr lang="en-US" sz="3600" b="1" dirty="0" err="1">
                <a:solidFill>
                  <a:prstClr val="black"/>
                </a:solidFill>
                <a:latin typeface="Calibri" pitchFamily="34" charset="0"/>
              </a:rPr>
              <a:t>ರಖವಾರೇ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ಅಸುರ</a:t>
            </a:r>
            <a:r>
              <a:rPr lang="en-US" sz="3600" b="1" dirty="0">
                <a:solidFill>
                  <a:prstClr val="black"/>
                </a:solidFill>
                <a:latin typeface="Calibri" pitchFamily="34" charset="0"/>
              </a:rPr>
              <a:t> </a:t>
            </a:r>
            <a:r>
              <a:rPr lang="en-US" sz="3600" b="1" dirty="0" err="1">
                <a:solidFill>
                  <a:prstClr val="black"/>
                </a:solidFill>
                <a:latin typeface="Calibri" pitchFamily="34" charset="0"/>
              </a:rPr>
              <a:t>ನಿಕಂದನ</a:t>
            </a:r>
            <a:r>
              <a:rPr lang="en-US" sz="3600" b="1" dirty="0">
                <a:solidFill>
                  <a:prstClr val="black"/>
                </a:solidFill>
                <a:latin typeface="Calibri" pitchFamily="34" charset="0"/>
              </a:rPr>
              <a:t> </a:t>
            </a:r>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ದುಲಾರೇ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೩೦</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a:t>
            </a:r>
            <a:r>
              <a:rPr lang="en-US" sz="2399" b="1" dirty="0" err="1">
                <a:solidFill>
                  <a:prstClr val="black"/>
                </a:solidFill>
                <a:latin typeface="Palatino Linotype" pitchFamily="18" charset="0"/>
              </a:rPr>
              <a:t>saviour</a:t>
            </a:r>
            <a:r>
              <a:rPr lang="en-US" sz="2399" b="1" dirty="0">
                <a:solidFill>
                  <a:prstClr val="black"/>
                </a:solidFill>
                <a:latin typeface="Palatino Linotype" pitchFamily="18" charset="0"/>
              </a:rPr>
              <a:t> and the guardian angel of saints and sages and destroy all the Demons, you are the seraphic darling of Shri Ram.</a:t>
            </a:r>
          </a:p>
          <a:p>
            <a:pPr algn="ctr" defTabSz="914309"/>
            <a:r>
              <a:rPr lang="en-US" sz="2399" b="1" dirty="0">
                <a:solidFill>
                  <a:prstClr val="black"/>
                </a:solidFill>
                <a:latin typeface="Palatino Linotype" pitchFamily="18" charset="0"/>
              </a:rPr>
              <a:t>	</a:t>
            </a:r>
            <a:r>
              <a:rPr lang="en-IN" sz="2399" b="1" dirty="0">
                <a:solidFill>
                  <a:srgbClr val="00B050"/>
                </a:solidFill>
                <a:latin typeface="Sanskrit 99" pitchFamily="2" charset="0"/>
              </a:rPr>
              <a:t> 	</a:t>
            </a:r>
          </a:p>
          <a:p>
            <a:pPr algn="ctr" defTabSz="914309"/>
            <a:r>
              <a:rPr lang="en-IN" sz="2399" b="1" dirty="0">
                <a:solidFill>
                  <a:srgbClr val="00B050"/>
                </a:solidFill>
                <a:latin typeface="Sanskrit 99" pitchFamily="2" charset="0"/>
              </a:rPr>
              <a:t>	</a:t>
            </a:r>
            <a:r>
              <a:rPr lang="en-US" sz="1799" b="1" dirty="0">
                <a:solidFill>
                  <a:prstClr val="black"/>
                </a:solidFill>
                <a:latin typeface="Calibri" pitchFamily="34" charset="0"/>
              </a:rPr>
              <a:t/>
            </a:r>
            <a:br>
              <a:rPr lang="en-US" sz="1799" b="1" dirty="0">
                <a:solidFill>
                  <a:prstClr val="black"/>
                </a:solidFill>
                <a:latin typeface="Calibri" pitchFamily="34" charset="0"/>
              </a:rPr>
            </a:br>
            <a:endParaRPr lang="en-US" sz="1799" b="1" dirty="0">
              <a:solidFill>
                <a:prstClr val="black"/>
              </a:solidFill>
              <a:latin typeface="Calibri" pitchFamily="34" charset="0"/>
            </a:endParaRPr>
          </a:p>
        </p:txBody>
      </p:sp>
    </p:spTree>
    <p:extLst>
      <p:ext uri="{BB962C8B-B14F-4D97-AF65-F5344CB8AC3E}">
        <p14:creationId xmlns:p14="http://schemas.microsoft.com/office/powerpoint/2010/main" val="57445704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ChangeArrowheads="1"/>
          </p:cNvSpPr>
          <p:nvPr/>
        </p:nvSpPr>
        <p:spPr bwMode="auto">
          <a:xfrm>
            <a:off x="1676528" y="99"/>
            <a:ext cx="8686549" cy="7139840"/>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अष्टसिद्धि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दाता</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अस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माता</a:t>
            </a:r>
            <a:r>
              <a:rPr lang="en-IN" sz="4000" b="1" dirty="0">
                <a:solidFill>
                  <a:prstClr val="black"/>
                </a:solidFill>
                <a:latin typeface="Aparajita" pitchFamily="34" charset="0"/>
              </a:rPr>
              <a:t> ॥३१॥</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Añöa</a:t>
            </a:r>
            <a:r>
              <a:rPr lang="en-US" sz="3600" b="1" dirty="0">
                <a:solidFill>
                  <a:prstClr val="black"/>
                </a:solidFill>
                <a:latin typeface="URW Palladio IT" pitchFamily="2" charset="0"/>
              </a:rPr>
              <a:t> Siddhi Nau Nidhi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Dätä</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Asa Bara </a:t>
            </a:r>
            <a:r>
              <a:rPr lang="en-US" sz="3600" b="1" dirty="0" err="1">
                <a:solidFill>
                  <a:prstClr val="black"/>
                </a:solidFill>
                <a:latin typeface="URW Palladio IT" pitchFamily="2" charset="0"/>
              </a:rPr>
              <a:t>Déna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Jänaké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Mätä</a:t>
            </a:r>
            <a:r>
              <a:rPr lang="en-US" sz="3600" b="1" dirty="0">
                <a:solidFill>
                  <a:prstClr val="black"/>
                </a:solidFill>
                <a:latin typeface="URW Palladio IT" pitchFamily="2" charset="0"/>
              </a:rPr>
              <a:t> || - 31</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ಅಷ್ಟ</a:t>
            </a:r>
            <a:r>
              <a:rPr lang="en-US" sz="3600" b="1" dirty="0">
                <a:solidFill>
                  <a:prstClr val="black"/>
                </a:solidFill>
                <a:latin typeface="Calibri" pitchFamily="34" charset="0"/>
              </a:rPr>
              <a:t> </a:t>
            </a:r>
            <a:r>
              <a:rPr lang="en-US" sz="3600" b="1" dirty="0" err="1">
                <a:solidFill>
                  <a:prstClr val="black"/>
                </a:solidFill>
                <a:latin typeface="Calibri" pitchFamily="34" charset="0"/>
              </a:rPr>
              <a:t>ಸಿದ್ಧಿ</a:t>
            </a:r>
            <a:r>
              <a:rPr lang="en-US" sz="3600" b="1" dirty="0">
                <a:solidFill>
                  <a:prstClr val="black"/>
                </a:solidFill>
                <a:latin typeface="Calibri" pitchFamily="34" charset="0"/>
              </a:rPr>
              <a:t> </a:t>
            </a:r>
            <a:r>
              <a:rPr lang="en-US" sz="3600" b="1" dirty="0" err="1">
                <a:solidFill>
                  <a:prstClr val="black"/>
                </a:solidFill>
                <a:latin typeface="Calibri" pitchFamily="34" charset="0"/>
              </a:rPr>
              <a:t>ನೌ</a:t>
            </a:r>
            <a:r>
              <a:rPr lang="en-US" sz="3600" b="1" dirty="0">
                <a:solidFill>
                  <a:prstClr val="black"/>
                </a:solidFill>
                <a:latin typeface="Calibri" pitchFamily="34" charset="0"/>
              </a:rPr>
              <a:t> </a:t>
            </a:r>
            <a:r>
              <a:rPr lang="en-US" sz="3600" b="1" dirty="0" err="1">
                <a:solidFill>
                  <a:prstClr val="black"/>
                </a:solidFill>
                <a:latin typeface="Calibri" pitchFamily="34" charset="0"/>
              </a:rPr>
              <a:t>ನಿಧಿ</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ದಾತಾ</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ಅಸ</a:t>
            </a:r>
            <a:r>
              <a:rPr lang="en-US" sz="3600" b="1" dirty="0">
                <a:solidFill>
                  <a:prstClr val="black"/>
                </a:solidFill>
                <a:latin typeface="Calibri" pitchFamily="34" charset="0"/>
              </a:rPr>
              <a:t> </a:t>
            </a:r>
            <a:r>
              <a:rPr lang="en-US" sz="3600" b="1" dirty="0" err="1">
                <a:solidFill>
                  <a:prstClr val="black"/>
                </a:solidFill>
                <a:latin typeface="Calibri" pitchFamily="34" charset="0"/>
              </a:rPr>
              <a:t>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ದೀಂಹ</a:t>
            </a:r>
            <a:r>
              <a:rPr lang="en-US" sz="3600" b="1" dirty="0">
                <a:solidFill>
                  <a:prstClr val="black"/>
                </a:solidFill>
                <a:latin typeface="Calibri" pitchFamily="34" charset="0"/>
              </a:rPr>
              <a:t> </a:t>
            </a:r>
            <a:r>
              <a:rPr lang="en-US" sz="3600" b="1" dirty="0" err="1">
                <a:solidFill>
                  <a:prstClr val="black"/>
                </a:solidFill>
                <a:latin typeface="Calibri" pitchFamily="34" charset="0"/>
              </a:rPr>
              <a:t>ಜಾನಕೀ</a:t>
            </a:r>
            <a:r>
              <a:rPr lang="en-US" sz="3600" b="1" dirty="0">
                <a:solidFill>
                  <a:prstClr val="black"/>
                </a:solidFill>
                <a:latin typeface="Calibri" pitchFamily="34" charset="0"/>
              </a:rPr>
              <a:t> </a:t>
            </a:r>
            <a:r>
              <a:rPr lang="en-US" sz="3600" b="1" dirty="0" err="1">
                <a:solidFill>
                  <a:prstClr val="black"/>
                </a:solidFill>
                <a:latin typeface="Calibri" pitchFamily="34" charset="0"/>
              </a:rPr>
              <a:t>ಮಾತಾ</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೩೧</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has been blessed with mother </a:t>
            </a:r>
            <a:r>
              <a:rPr lang="en-US" sz="2399" b="1" dirty="0" err="1">
                <a:solidFill>
                  <a:prstClr val="black"/>
                </a:solidFill>
                <a:latin typeface="Palatino Linotype" pitchFamily="18" charset="0"/>
              </a:rPr>
              <a:t>Janki</a:t>
            </a:r>
            <a:r>
              <a:rPr lang="en-US" sz="2399" b="1" dirty="0">
                <a:solidFill>
                  <a:prstClr val="black"/>
                </a:solidFill>
                <a:latin typeface="Palatino Linotype" pitchFamily="18" charset="0"/>
              </a:rPr>
              <a:t> to grant to any one any YOGIC power of eight </a:t>
            </a:r>
            <a:r>
              <a:rPr lang="en-US" sz="2399" b="1" dirty="0" err="1">
                <a:solidFill>
                  <a:prstClr val="black"/>
                </a:solidFill>
                <a:latin typeface="Palatino Linotype" pitchFamily="18" charset="0"/>
              </a:rPr>
              <a:t>Sidhis</a:t>
            </a:r>
            <a:r>
              <a:rPr lang="en-US" sz="2399" b="1" dirty="0">
                <a:solidFill>
                  <a:prstClr val="black"/>
                </a:solidFill>
                <a:latin typeface="Palatino Linotype" pitchFamily="18" charset="0"/>
              </a:rPr>
              <a:t> and Nava </a:t>
            </a:r>
            <a:r>
              <a:rPr lang="en-US" sz="2399" b="1" dirty="0" err="1">
                <a:solidFill>
                  <a:prstClr val="black"/>
                </a:solidFill>
                <a:latin typeface="Palatino Linotype" pitchFamily="18" charset="0"/>
              </a:rPr>
              <a:t>Nidhis</a:t>
            </a:r>
            <a:r>
              <a:rPr lang="en-US" sz="2399" b="1" dirty="0">
                <a:solidFill>
                  <a:prstClr val="black"/>
                </a:solidFill>
                <a:latin typeface="Palatino Linotype" pitchFamily="18" charset="0"/>
              </a:rPr>
              <a:t> as per choice.</a:t>
            </a:r>
          </a:p>
          <a:p>
            <a:pPr algn="ctr" defTabSz="914309"/>
            <a:r>
              <a:rPr lang="en-IN" sz="3200" b="1" dirty="0">
                <a:solidFill>
                  <a:srgbClr val="00B050"/>
                </a:solidFill>
                <a:latin typeface="Sanskrit 99" pitchFamily="2" charset="0"/>
              </a:rPr>
              <a:t>		</a:t>
            </a:r>
            <a:endParaRPr lang="en-US" sz="3200" b="1" dirty="0">
              <a:solidFill>
                <a:prstClr val="black"/>
              </a:solidFill>
              <a:latin typeface="Palatino Linotype" pitchFamily="18" charset="0"/>
            </a:endParaRPr>
          </a:p>
        </p:txBody>
      </p:sp>
    </p:spTree>
    <p:extLst>
      <p:ext uri="{BB962C8B-B14F-4D97-AF65-F5344CB8AC3E}">
        <p14:creationId xmlns:p14="http://schemas.microsoft.com/office/powerpoint/2010/main" val="369085433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1752726" y="76297"/>
            <a:ext cx="8762746" cy="7386125"/>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रसायन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पासा</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सदा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रघुपति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दासा</a:t>
            </a:r>
            <a:r>
              <a:rPr lang="en-IN" sz="4000" b="1" dirty="0">
                <a:solidFill>
                  <a:prstClr val="black"/>
                </a:solidFill>
                <a:latin typeface="Aparajita" pitchFamily="34" charset="0"/>
              </a:rPr>
              <a:t> ॥३२॥</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Rasäyana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Tumhare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Päsä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Sadä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Raho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Raghupati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Däsä</a:t>
            </a:r>
            <a:r>
              <a:rPr lang="en-US" sz="3600" b="1" dirty="0">
                <a:solidFill>
                  <a:prstClr val="black"/>
                </a:solidFill>
                <a:latin typeface="URW Palladio IT" pitchFamily="2" charset="0"/>
              </a:rPr>
              <a:t> || - 32</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ರಸಾಯನ</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ಪಾಸಾ</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ಸದಾ</a:t>
            </a:r>
            <a:r>
              <a:rPr lang="en-US" sz="3600" b="1" dirty="0">
                <a:solidFill>
                  <a:prstClr val="black"/>
                </a:solidFill>
                <a:latin typeface="Calibri" pitchFamily="34" charset="0"/>
              </a:rPr>
              <a:t> </a:t>
            </a:r>
            <a:r>
              <a:rPr lang="en-US" sz="3600" b="1" dirty="0" err="1">
                <a:solidFill>
                  <a:prstClr val="black"/>
                </a:solidFill>
                <a:latin typeface="Calibri" pitchFamily="34" charset="0"/>
              </a:rPr>
              <a:t>ರಹೋ</a:t>
            </a:r>
            <a:r>
              <a:rPr lang="en-US" sz="3600" b="1" dirty="0">
                <a:solidFill>
                  <a:prstClr val="black"/>
                </a:solidFill>
                <a:latin typeface="Calibri" pitchFamily="34" charset="0"/>
              </a:rPr>
              <a:t> </a:t>
            </a:r>
            <a:r>
              <a:rPr lang="en-US" sz="3600" b="1" dirty="0" err="1">
                <a:solidFill>
                  <a:prstClr val="black"/>
                </a:solidFill>
                <a:latin typeface="Calibri" pitchFamily="34" charset="0"/>
              </a:rPr>
              <a:t>ರಘುಪತಿ</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kn-IN" sz="3600" b="1" dirty="0" err="1">
                <a:solidFill>
                  <a:prstClr val="black"/>
                </a:solidFill>
                <a:latin typeface="Calibri" pitchFamily="34" charset="0"/>
                <a:ea typeface="Tunga" pitchFamily="2"/>
                <a:cs typeface="Tunga" pitchFamily="2"/>
              </a:rPr>
              <a:t>ದಾಸಾ</a:t>
            </a:r>
            <a:r>
              <a:rPr lang="kn-IN" sz="3600" b="1" dirty="0">
                <a:solidFill>
                  <a:prstClr val="black"/>
                </a:solidFill>
                <a:latin typeface="Calibri" pitchFamily="34" charset="0"/>
                <a:ea typeface="Tunga" pitchFamily="2"/>
                <a:cs typeface="Tunga" pitchFamily="2"/>
              </a:rPr>
              <a:t> </a:t>
            </a:r>
            <a:r>
              <a:rPr lang="en-US" sz="3600" b="1" dirty="0">
                <a:solidFill>
                  <a:prstClr val="black"/>
                </a:solidFill>
                <a:latin typeface="Calibri" pitchFamily="34" charset="0"/>
              </a:rPr>
              <a:t>॥</a:t>
            </a:r>
            <a:r>
              <a:rPr lang="kn-IN" sz="3600" b="1" dirty="0">
                <a:solidFill>
                  <a:prstClr val="black"/>
                </a:solidFill>
                <a:latin typeface="Calibri" pitchFamily="34" charset="0"/>
                <a:ea typeface="Tunga" pitchFamily="2"/>
                <a:cs typeface="Tunga" pitchFamily="2"/>
              </a:rPr>
              <a:t>೩೨</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hold the essence of devotion to RAM, always remaining His Servant.</a:t>
            </a:r>
          </a:p>
          <a:p>
            <a:pPr algn="ctr" defTabSz="914309"/>
            <a:r>
              <a:rPr lang="en-US" sz="3600" b="1" dirty="0">
                <a:solidFill>
                  <a:prstClr val="black"/>
                </a:solidFill>
                <a:latin typeface="Palatino Linotype" pitchFamily="18" charset="0"/>
              </a:rPr>
              <a:t>		</a:t>
            </a:r>
            <a:r>
              <a:rPr lang="en-US" sz="3600" dirty="0">
                <a:solidFill>
                  <a:prstClr val="black"/>
                </a:solidFill>
                <a:latin typeface="Calibri" pitchFamily="34" charset="0"/>
              </a:rPr>
              <a:t/>
            </a:r>
            <a:br>
              <a:rPr lang="en-US" sz="3600" dirty="0">
                <a:solidFill>
                  <a:prstClr val="black"/>
                </a:solidFill>
                <a:latin typeface="Calibri" pitchFamily="34" charset="0"/>
              </a:rPr>
            </a:br>
            <a:endParaRPr lang="en-US" sz="3600" dirty="0">
              <a:solidFill>
                <a:prstClr val="black"/>
              </a:solidFill>
              <a:latin typeface="Calibri" pitchFamily="34" charset="0"/>
            </a:endParaRPr>
          </a:p>
        </p:txBody>
      </p:sp>
    </p:spTree>
    <p:extLst>
      <p:ext uri="{BB962C8B-B14F-4D97-AF65-F5344CB8AC3E}">
        <p14:creationId xmlns:p14="http://schemas.microsoft.com/office/powerpoint/2010/main" val="74043514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676528" y="99"/>
            <a:ext cx="8686549" cy="7139840"/>
          </a:xfrm>
          <a:prstGeom prst="rect">
            <a:avLst/>
          </a:prstGeom>
          <a:noFill/>
          <a:ln w="9525">
            <a:noFill/>
            <a:miter lim="800000"/>
            <a:headEnd/>
            <a:tailEnd/>
          </a:ln>
        </p:spPr>
        <p:txBody>
          <a:bodyPr>
            <a:spAutoFit/>
          </a:bodyPr>
          <a:lstStyle/>
          <a:p>
            <a:pPr algn="ctr" defTabSz="914309"/>
            <a:endParaRPr lang="en-IN" sz="1400" b="1" dirty="0">
              <a:solidFill>
                <a:srgbClr val="000000"/>
              </a:solidFill>
              <a:latin typeface="Aparajita" pitchFamily="34" charset="0"/>
            </a:endParaRPr>
          </a:p>
          <a:p>
            <a:pPr algn="ctr" defTabSz="914309"/>
            <a:r>
              <a:rPr lang="en-IN" sz="4000" b="1" dirty="0" err="1">
                <a:solidFill>
                  <a:srgbClr val="000000"/>
                </a:solidFill>
                <a:latin typeface="Aparajita" pitchFamily="34" charset="0"/>
              </a:rPr>
              <a:t>अष्टसिद्धि</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नौ</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निधि</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के</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दाता</a:t>
            </a:r>
            <a:r>
              <a:rPr lang="en-IN" sz="4000" b="1" dirty="0">
                <a:solidFill>
                  <a:srgbClr val="000000"/>
                </a:solidFill>
                <a:latin typeface="Aparajita" pitchFamily="34" charset="0"/>
              </a:rPr>
              <a:t> ।</a:t>
            </a:r>
            <a:br>
              <a:rPr lang="en-IN" sz="4000" b="1" dirty="0">
                <a:solidFill>
                  <a:srgbClr val="000000"/>
                </a:solidFill>
                <a:latin typeface="Aparajita" pitchFamily="34" charset="0"/>
              </a:rPr>
            </a:br>
            <a:r>
              <a:rPr lang="en-IN" sz="4000" b="1" dirty="0" err="1">
                <a:solidFill>
                  <a:srgbClr val="000000"/>
                </a:solidFill>
                <a:latin typeface="Aparajita" pitchFamily="34" charset="0"/>
              </a:rPr>
              <a:t>अस</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बर</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दीन</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जानकी</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माता</a:t>
            </a:r>
            <a:r>
              <a:rPr lang="en-IN" sz="4000" b="1" dirty="0">
                <a:solidFill>
                  <a:srgbClr val="000000"/>
                </a:solidFill>
                <a:latin typeface="Aparajita" pitchFamily="34" charset="0"/>
              </a:rPr>
              <a:t> ॥३१॥</a:t>
            </a:r>
          </a:p>
          <a:p>
            <a:pPr algn="ctr" defTabSz="914309"/>
            <a:endParaRPr lang="en-IN" sz="4000" b="1" dirty="0">
              <a:solidFill>
                <a:srgbClr val="000000"/>
              </a:solidFill>
              <a:latin typeface="Aparajita" pitchFamily="34" charset="0"/>
            </a:endParaRPr>
          </a:p>
          <a:p>
            <a:pPr algn="ctr" defTabSz="914309"/>
            <a:r>
              <a:rPr lang="en-US" sz="3600" b="1" dirty="0" err="1">
                <a:solidFill>
                  <a:srgbClr val="000000"/>
                </a:solidFill>
                <a:latin typeface="URW Palladio IT" pitchFamily="2" charset="0"/>
              </a:rPr>
              <a:t>Añöa</a:t>
            </a:r>
            <a:r>
              <a:rPr lang="en-US" sz="3600" b="1" dirty="0">
                <a:solidFill>
                  <a:srgbClr val="000000"/>
                </a:solidFill>
                <a:latin typeface="URW Palladio IT" pitchFamily="2" charset="0"/>
              </a:rPr>
              <a:t> Siddhi Nau Nidhi </a:t>
            </a:r>
            <a:r>
              <a:rPr lang="en-US" sz="3600" b="1" dirty="0" err="1">
                <a:solidFill>
                  <a:srgbClr val="000000"/>
                </a:solidFill>
                <a:latin typeface="URW Palladio IT" pitchFamily="2" charset="0"/>
              </a:rPr>
              <a:t>Ke</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Dätä</a:t>
            </a:r>
            <a:r>
              <a:rPr lang="en-US" sz="3600" b="1" dirty="0">
                <a:solidFill>
                  <a:srgbClr val="000000"/>
                </a:solidFill>
                <a:latin typeface="URW Palladio IT" pitchFamily="2" charset="0"/>
              </a:rPr>
              <a:t> | </a:t>
            </a:r>
          </a:p>
          <a:p>
            <a:pPr algn="ctr" defTabSz="914309"/>
            <a:r>
              <a:rPr lang="en-US" sz="3600" b="1" dirty="0">
                <a:solidFill>
                  <a:srgbClr val="000000"/>
                </a:solidFill>
                <a:latin typeface="URW Palladio IT" pitchFamily="2" charset="0"/>
              </a:rPr>
              <a:t>Asa Bara </a:t>
            </a:r>
            <a:r>
              <a:rPr lang="en-US" sz="3600" b="1" dirty="0" err="1">
                <a:solidFill>
                  <a:srgbClr val="000000"/>
                </a:solidFill>
                <a:latin typeface="URW Palladio IT" pitchFamily="2" charset="0"/>
              </a:rPr>
              <a:t>Déna</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Jänaké</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Mätä</a:t>
            </a:r>
            <a:r>
              <a:rPr lang="en-US" sz="3600" b="1" dirty="0">
                <a:solidFill>
                  <a:srgbClr val="000000"/>
                </a:solidFill>
                <a:latin typeface="URW Palladio IT" pitchFamily="2" charset="0"/>
              </a:rPr>
              <a:t> || - 31</a:t>
            </a:r>
          </a:p>
          <a:p>
            <a:pPr algn="ctr" defTabSz="914309"/>
            <a:endParaRPr lang="en-US" sz="3600" b="1" dirty="0">
              <a:solidFill>
                <a:srgbClr val="000000"/>
              </a:solidFill>
              <a:latin typeface="URW Palladio IT" pitchFamily="2" charset="0"/>
            </a:endParaRPr>
          </a:p>
          <a:p>
            <a:pPr algn="ctr" defTabSz="914309"/>
            <a:r>
              <a:rPr lang="en-US" sz="3600" b="1" dirty="0" err="1">
                <a:solidFill>
                  <a:srgbClr val="000000"/>
                </a:solidFill>
                <a:latin typeface="Calibri" pitchFamily="34" charset="0"/>
              </a:rPr>
              <a:t>ಅಷ್ಟ</a:t>
            </a:r>
            <a:r>
              <a:rPr lang="en-US" sz="3600" b="1" dirty="0">
                <a:solidFill>
                  <a:srgbClr val="000000"/>
                </a:solidFill>
                <a:latin typeface="Calibri" pitchFamily="34" charset="0"/>
              </a:rPr>
              <a:t> </a:t>
            </a:r>
            <a:r>
              <a:rPr lang="en-US" sz="3600" b="1" dirty="0" err="1">
                <a:solidFill>
                  <a:srgbClr val="000000"/>
                </a:solidFill>
                <a:latin typeface="Calibri" pitchFamily="34" charset="0"/>
              </a:rPr>
              <a:t>ಸಿದ್ಧಿ</a:t>
            </a:r>
            <a:r>
              <a:rPr lang="en-US" sz="3600" b="1" dirty="0">
                <a:solidFill>
                  <a:srgbClr val="000000"/>
                </a:solidFill>
                <a:latin typeface="Calibri" pitchFamily="34" charset="0"/>
              </a:rPr>
              <a:t> </a:t>
            </a:r>
            <a:r>
              <a:rPr lang="en-US" sz="3600" b="1" dirty="0" err="1">
                <a:solidFill>
                  <a:srgbClr val="000000"/>
                </a:solidFill>
                <a:latin typeface="Calibri" pitchFamily="34" charset="0"/>
              </a:rPr>
              <a:t>ನೌ</a:t>
            </a:r>
            <a:r>
              <a:rPr lang="en-US" sz="3600" b="1" dirty="0">
                <a:solidFill>
                  <a:srgbClr val="000000"/>
                </a:solidFill>
                <a:latin typeface="Calibri" pitchFamily="34" charset="0"/>
              </a:rPr>
              <a:t> </a:t>
            </a:r>
            <a:r>
              <a:rPr lang="en-US" sz="3600" b="1" dirty="0" err="1">
                <a:solidFill>
                  <a:srgbClr val="000000"/>
                </a:solidFill>
                <a:latin typeface="Calibri" pitchFamily="34" charset="0"/>
              </a:rPr>
              <a:t>ನಿಧಿ</a:t>
            </a:r>
            <a:r>
              <a:rPr lang="en-US" sz="3600" b="1" dirty="0">
                <a:solidFill>
                  <a:srgbClr val="000000"/>
                </a:solidFill>
                <a:latin typeface="Calibri" pitchFamily="34" charset="0"/>
              </a:rPr>
              <a:t> </a:t>
            </a:r>
            <a:r>
              <a:rPr lang="en-US" sz="3600" b="1" dirty="0" err="1">
                <a:solidFill>
                  <a:srgbClr val="000000"/>
                </a:solidFill>
                <a:latin typeface="Calibri" pitchFamily="34" charset="0"/>
              </a:rPr>
              <a:t>ಕೇ</a:t>
            </a:r>
            <a:r>
              <a:rPr lang="en-US" sz="3600" b="1" dirty="0">
                <a:solidFill>
                  <a:srgbClr val="000000"/>
                </a:solidFill>
                <a:latin typeface="Calibri" pitchFamily="34" charset="0"/>
              </a:rPr>
              <a:t> </a:t>
            </a:r>
            <a:r>
              <a:rPr lang="en-US" sz="3600" b="1" dirty="0" err="1">
                <a:solidFill>
                  <a:srgbClr val="000000"/>
                </a:solidFill>
                <a:latin typeface="Calibri" pitchFamily="34" charset="0"/>
              </a:rPr>
              <a:t>ದಾತಾ</a:t>
            </a:r>
            <a:r>
              <a:rPr lang="en-US" sz="3600" b="1" dirty="0">
                <a:solidFill>
                  <a:srgbClr val="000000"/>
                </a:solidFill>
                <a:latin typeface="Calibri" pitchFamily="34" charset="0"/>
              </a:rPr>
              <a:t> ।</a:t>
            </a:r>
          </a:p>
          <a:p>
            <a:pPr algn="ctr" defTabSz="914309"/>
            <a:r>
              <a:rPr lang="en-US" sz="3600" b="1" dirty="0" err="1">
                <a:solidFill>
                  <a:srgbClr val="000000"/>
                </a:solidFill>
                <a:latin typeface="Calibri" pitchFamily="34" charset="0"/>
              </a:rPr>
              <a:t>ಅಸ</a:t>
            </a:r>
            <a:r>
              <a:rPr lang="en-US" sz="3600" b="1" dirty="0">
                <a:solidFill>
                  <a:srgbClr val="000000"/>
                </a:solidFill>
                <a:latin typeface="Calibri" pitchFamily="34" charset="0"/>
              </a:rPr>
              <a:t> </a:t>
            </a:r>
            <a:r>
              <a:rPr lang="en-US" sz="3600" b="1" dirty="0" err="1">
                <a:solidFill>
                  <a:srgbClr val="000000"/>
                </a:solidFill>
                <a:latin typeface="Calibri" pitchFamily="34" charset="0"/>
              </a:rPr>
              <a:t>ಬರ</a:t>
            </a:r>
            <a:r>
              <a:rPr lang="en-US" sz="3600" b="1" dirty="0">
                <a:solidFill>
                  <a:srgbClr val="000000"/>
                </a:solidFill>
                <a:latin typeface="Calibri" pitchFamily="34" charset="0"/>
              </a:rPr>
              <a:t> </a:t>
            </a:r>
            <a:r>
              <a:rPr lang="en-US" sz="3600" b="1" dirty="0" err="1">
                <a:solidFill>
                  <a:srgbClr val="000000"/>
                </a:solidFill>
                <a:latin typeface="Calibri" pitchFamily="34" charset="0"/>
              </a:rPr>
              <a:t>ದೀಂಹ</a:t>
            </a:r>
            <a:r>
              <a:rPr lang="en-US" sz="3600" b="1" dirty="0">
                <a:solidFill>
                  <a:srgbClr val="000000"/>
                </a:solidFill>
                <a:latin typeface="Calibri" pitchFamily="34" charset="0"/>
              </a:rPr>
              <a:t> </a:t>
            </a:r>
            <a:r>
              <a:rPr lang="en-US" sz="3600" b="1" dirty="0" err="1">
                <a:solidFill>
                  <a:srgbClr val="000000"/>
                </a:solidFill>
                <a:latin typeface="Calibri" pitchFamily="34" charset="0"/>
              </a:rPr>
              <a:t>ಜಾನಕೀ</a:t>
            </a:r>
            <a:r>
              <a:rPr lang="en-US" sz="3600" b="1" dirty="0">
                <a:solidFill>
                  <a:srgbClr val="000000"/>
                </a:solidFill>
                <a:latin typeface="Calibri" pitchFamily="34" charset="0"/>
              </a:rPr>
              <a:t> </a:t>
            </a:r>
            <a:r>
              <a:rPr lang="en-US" sz="3600" b="1" dirty="0" err="1">
                <a:solidFill>
                  <a:srgbClr val="000000"/>
                </a:solidFill>
                <a:latin typeface="Calibri" pitchFamily="34" charset="0"/>
              </a:rPr>
              <a:t>ಮಾತಾ</a:t>
            </a:r>
            <a:r>
              <a:rPr lang="en-US" sz="3600" b="1" dirty="0">
                <a:solidFill>
                  <a:srgbClr val="000000"/>
                </a:solidFill>
                <a:latin typeface="Calibri" pitchFamily="34" charset="0"/>
              </a:rPr>
              <a:t> ॥</a:t>
            </a:r>
            <a:r>
              <a:rPr lang="kn-IN" sz="3600" b="1" dirty="0">
                <a:solidFill>
                  <a:srgbClr val="000000"/>
                </a:solidFill>
                <a:latin typeface="Calibri" pitchFamily="34" charset="0"/>
                <a:ea typeface="Tunga" pitchFamily="2"/>
                <a:cs typeface="Tunga" pitchFamily="2"/>
              </a:rPr>
              <a:t>೩೧</a:t>
            </a:r>
            <a:r>
              <a:rPr lang="en-US" sz="3600" b="1" dirty="0">
                <a:solidFill>
                  <a:srgbClr val="000000"/>
                </a:solidFill>
                <a:latin typeface="Calibri" pitchFamily="34" charset="0"/>
              </a:rPr>
              <a:t>॥</a:t>
            </a:r>
          </a:p>
          <a:p>
            <a:pPr algn="ctr" defTabSz="914309"/>
            <a:endParaRPr lang="en-US" sz="4000" b="1" dirty="0">
              <a:solidFill>
                <a:srgbClr val="000000"/>
              </a:solidFill>
              <a:latin typeface="Calibri" pitchFamily="34" charset="0"/>
            </a:endParaRPr>
          </a:p>
          <a:p>
            <a:pPr algn="ctr" defTabSz="914309"/>
            <a:r>
              <a:rPr lang="en-US" sz="2399" b="1" dirty="0" err="1">
                <a:solidFill>
                  <a:srgbClr val="000000"/>
                </a:solidFill>
                <a:latin typeface="Palatino Linotype" pitchFamily="18" charset="0"/>
              </a:rPr>
              <a:t>Hanumanji</a:t>
            </a:r>
            <a:r>
              <a:rPr lang="en-US" sz="2399" b="1" dirty="0">
                <a:solidFill>
                  <a:srgbClr val="000000"/>
                </a:solidFill>
                <a:latin typeface="Palatino Linotype" pitchFamily="18" charset="0"/>
              </a:rPr>
              <a:t> has been blessed with mother </a:t>
            </a:r>
            <a:r>
              <a:rPr lang="en-US" sz="2399" b="1" dirty="0" err="1">
                <a:solidFill>
                  <a:srgbClr val="000000"/>
                </a:solidFill>
                <a:latin typeface="Palatino Linotype" pitchFamily="18" charset="0"/>
              </a:rPr>
              <a:t>Janki</a:t>
            </a:r>
            <a:r>
              <a:rPr lang="en-US" sz="2399" b="1" dirty="0">
                <a:solidFill>
                  <a:srgbClr val="000000"/>
                </a:solidFill>
                <a:latin typeface="Palatino Linotype" pitchFamily="18" charset="0"/>
              </a:rPr>
              <a:t> to grant to any one any YOGIC power of eight </a:t>
            </a:r>
            <a:r>
              <a:rPr lang="en-US" sz="2399" b="1" dirty="0" err="1">
                <a:solidFill>
                  <a:srgbClr val="000000"/>
                </a:solidFill>
                <a:latin typeface="Palatino Linotype" pitchFamily="18" charset="0"/>
              </a:rPr>
              <a:t>Sidhis</a:t>
            </a:r>
            <a:r>
              <a:rPr lang="en-US" sz="2399" b="1" dirty="0">
                <a:solidFill>
                  <a:srgbClr val="000000"/>
                </a:solidFill>
                <a:latin typeface="Palatino Linotype" pitchFamily="18" charset="0"/>
              </a:rPr>
              <a:t> and Nava </a:t>
            </a:r>
            <a:r>
              <a:rPr lang="en-US" sz="2399" b="1" dirty="0" err="1">
                <a:solidFill>
                  <a:srgbClr val="000000"/>
                </a:solidFill>
                <a:latin typeface="Palatino Linotype" pitchFamily="18" charset="0"/>
              </a:rPr>
              <a:t>Nidhis</a:t>
            </a:r>
            <a:r>
              <a:rPr lang="en-US" sz="2399" b="1" dirty="0">
                <a:solidFill>
                  <a:srgbClr val="000000"/>
                </a:solidFill>
                <a:latin typeface="Palatino Linotype" pitchFamily="18" charset="0"/>
              </a:rPr>
              <a:t> as per choice.</a:t>
            </a:r>
          </a:p>
          <a:p>
            <a:pPr algn="ctr" defTabSz="914309"/>
            <a:r>
              <a:rPr lang="en-IN" sz="3200" b="1" dirty="0">
                <a:solidFill>
                  <a:srgbClr val="00B050"/>
                </a:solidFill>
                <a:latin typeface="Sanskrit 99" pitchFamily="2" charset="0"/>
              </a:rPr>
              <a:t>		</a:t>
            </a:r>
            <a:endParaRPr lang="en-US" sz="3200" b="1" dirty="0">
              <a:solidFill>
                <a:srgbClr val="000000"/>
              </a:solidFill>
              <a:latin typeface="Palatino Linotype" pitchFamily="18" charset="0"/>
            </a:endParaRPr>
          </a:p>
        </p:txBody>
      </p:sp>
    </p:spTree>
    <p:extLst>
      <p:ext uri="{BB962C8B-B14F-4D97-AF65-F5344CB8AC3E}">
        <p14:creationId xmlns:p14="http://schemas.microsoft.com/office/powerpoint/2010/main" val="288761801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752726" y="76298"/>
            <a:ext cx="8762746" cy="7324586"/>
          </a:xfrm>
          <a:prstGeom prst="rect">
            <a:avLst/>
          </a:prstGeom>
          <a:noFill/>
          <a:ln w="9525">
            <a:noFill/>
            <a:miter lim="800000"/>
            <a:headEnd/>
            <a:tailEnd/>
          </a:ln>
        </p:spPr>
        <p:txBody>
          <a:bodyPr>
            <a:spAutoFit/>
          </a:bodyPr>
          <a:lstStyle/>
          <a:p>
            <a:pPr algn="ctr" defTabSz="914309"/>
            <a:endParaRPr lang="en-IN" sz="1400" b="1" dirty="0">
              <a:solidFill>
                <a:srgbClr val="000000"/>
              </a:solidFill>
              <a:latin typeface="Aparajita" pitchFamily="34" charset="0"/>
            </a:endParaRPr>
          </a:p>
          <a:p>
            <a:pPr algn="ctr" defTabSz="914309"/>
            <a:r>
              <a:rPr lang="en-IN" sz="4000" b="1" dirty="0" err="1">
                <a:solidFill>
                  <a:srgbClr val="000000"/>
                </a:solidFill>
                <a:latin typeface="Aparajita" pitchFamily="34" charset="0"/>
              </a:rPr>
              <a:t>राम</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रसायन</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तुह्मरे</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पासा</a:t>
            </a:r>
            <a:r>
              <a:rPr lang="en-IN" sz="4000" b="1" dirty="0">
                <a:solidFill>
                  <a:srgbClr val="000000"/>
                </a:solidFill>
                <a:latin typeface="Aparajita" pitchFamily="34" charset="0"/>
              </a:rPr>
              <a:t> ।</a:t>
            </a:r>
            <a:br>
              <a:rPr lang="en-IN" sz="4000" b="1" dirty="0">
                <a:solidFill>
                  <a:srgbClr val="000000"/>
                </a:solidFill>
                <a:latin typeface="Aparajita" pitchFamily="34" charset="0"/>
              </a:rPr>
            </a:br>
            <a:r>
              <a:rPr lang="en-IN" sz="4000" b="1" dirty="0" err="1">
                <a:solidFill>
                  <a:srgbClr val="000000"/>
                </a:solidFill>
                <a:latin typeface="Aparajita" pitchFamily="34" charset="0"/>
              </a:rPr>
              <a:t>सदा</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रहो</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रघुपति</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के</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दासा</a:t>
            </a:r>
            <a:r>
              <a:rPr lang="en-IN" sz="4000" b="1" dirty="0">
                <a:solidFill>
                  <a:srgbClr val="000000"/>
                </a:solidFill>
                <a:latin typeface="Aparajita" pitchFamily="34" charset="0"/>
              </a:rPr>
              <a:t> ॥३२॥</a:t>
            </a:r>
          </a:p>
          <a:p>
            <a:pPr algn="ctr" defTabSz="914309"/>
            <a:endParaRPr lang="en-IN" sz="3600" b="1" dirty="0">
              <a:solidFill>
                <a:srgbClr val="000000"/>
              </a:solidFill>
              <a:latin typeface="Aparajita" pitchFamily="34" charset="0"/>
            </a:endParaRPr>
          </a:p>
          <a:p>
            <a:pPr algn="ctr" defTabSz="914309"/>
            <a:r>
              <a:rPr lang="en-US" sz="3600" b="1" dirty="0" err="1">
                <a:solidFill>
                  <a:srgbClr val="000000"/>
                </a:solidFill>
                <a:latin typeface="URW Palladio IT" pitchFamily="2" charset="0"/>
              </a:rPr>
              <a:t>Räma</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Rasäyana</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Tumhare</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Päsä</a:t>
            </a:r>
            <a:r>
              <a:rPr lang="en-US" sz="3600" b="1" dirty="0">
                <a:solidFill>
                  <a:srgbClr val="000000"/>
                </a:solidFill>
                <a:latin typeface="URW Palladio IT" pitchFamily="2" charset="0"/>
              </a:rPr>
              <a:t> | </a:t>
            </a:r>
          </a:p>
          <a:p>
            <a:pPr algn="ctr" defTabSz="914309"/>
            <a:r>
              <a:rPr lang="en-US" sz="3600" b="1" dirty="0" err="1">
                <a:solidFill>
                  <a:srgbClr val="000000"/>
                </a:solidFill>
                <a:latin typeface="URW Palladio IT" pitchFamily="2" charset="0"/>
              </a:rPr>
              <a:t>Sadä</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Raho</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Raghupati</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Ke</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Däsä</a:t>
            </a:r>
            <a:r>
              <a:rPr lang="en-US" sz="3600" b="1" dirty="0">
                <a:solidFill>
                  <a:srgbClr val="000000"/>
                </a:solidFill>
                <a:latin typeface="URW Palladio IT" pitchFamily="2" charset="0"/>
              </a:rPr>
              <a:t> || - 32</a:t>
            </a:r>
          </a:p>
          <a:p>
            <a:pPr algn="ctr" defTabSz="914309"/>
            <a:endParaRPr lang="en-US" sz="3600" b="1" dirty="0">
              <a:solidFill>
                <a:srgbClr val="000000"/>
              </a:solidFill>
              <a:latin typeface="URW Palladio IT" pitchFamily="2" charset="0"/>
            </a:endParaRPr>
          </a:p>
          <a:p>
            <a:pPr algn="ctr" defTabSz="914309"/>
            <a:r>
              <a:rPr lang="en-US" sz="3600" b="1" dirty="0" err="1">
                <a:solidFill>
                  <a:srgbClr val="000000"/>
                </a:solidFill>
                <a:latin typeface="Calibri" pitchFamily="34" charset="0"/>
              </a:rPr>
              <a:t>ರಾಮ</a:t>
            </a:r>
            <a:r>
              <a:rPr lang="en-US" sz="3600" b="1" dirty="0">
                <a:solidFill>
                  <a:srgbClr val="000000"/>
                </a:solidFill>
                <a:latin typeface="Calibri" pitchFamily="34" charset="0"/>
              </a:rPr>
              <a:t> </a:t>
            </a:r>
            <a:r>
              <a:rPr lang="en-US" sz="3600" b="1" dirty="0" err="1">
                <a:solidFill>
                  <a:srgbClr val="000000"/>
                </a:solidFill>
                <a:latin typeface="Calibri" pitchFamily="34" charset="0"/>
              </a:rPr>
              <a:t>ರಸಾಯನ</a:t>
            </a:r>
            <a:r>
              <a:rPr lang="en-US" sz="3600" b="1" dirty="0">
                <a:solidFill>
                  <a:srgbClr val="000000"/>
                </a:solidFill>
                <a:latin typeface="Calibri" pitchFamily="34" charset="0"/>
              </a:rPr>
              <a:t> </a:t>
            </a:r>
            <a:r>
              <a:rPr lang="en-US" sz="3600" b="1" dirty="0" err="1">
                <a:solidFill>
                  <a:srgbClr val="000000"/>
                </a:solidFill>
                <a:latin typeface="Calibri" pitchFamily="34" charset="0"/>
              </a:rPr>
              <a:t>ತುಮ್ಹರೇ</a:t>
            </a:r>
            <a:r>
              <a:rPr lang="en-US" sz="3600" b="1" dirty="0">
                <a:solidFill>
                  <a:srgbClr val="000000"/>
                </a:solidFill>
                <a:latin typeface="Calibri" pitchFamily="34" charset="0"/>
              </a:rPr>
              <a:t> </a:t>
            </a:r>
            <a:r>
              <a:rPr lang="en-US" sz="3600" b="1" dirty="0" err="1">
                <a:solidFill>
                  <a:srgbClr val="000000"/>
                </a:solidFill>
                <a:latin typeface="Calibri" pitchFamily="34" charset="0"/>
              </a:rPr>
              <a:t>ಪಾಸಾ</a:t>
            </a:r>
            <a:r>
              <a:rPr lang="en-US" sz="3600" b="1" dirty="0">
                <a:solidFill>
                  <a:srgbClr val="000000"/>
                </a:solidFill>
                <a:latin typeface="Calibri" pitchFamily="34" charset="0"/>
              </a:rPr>
              <a:t> ।</a:t>
            </a:r>
          </a:p>
          <a:p>
            <a:pPr algn="ctr" defTabSz="914309"/>
            <a:r>
              <a:rPr lang="en-US" sz="3600" b="1" dirty="0" err="1">
                <a:solidFill>
                  <a:srgbClr val="000000"/>
                </a:solidFill>
                <a:latin typeface="Calibri" pitchFamily="34" charset="0"/>
              </a:rPr>
              <a:t>ಸದಾ</a:t>
            </a:r>
            <a:r>
              <a:rPr lang="en-US" sz="3600" b="1" dirty="0">
                <a:solidFill>
                  <a:srgbClr val="000000"/>
                </a:solidFill>
                <a:latin typeface="Calibri" pitchFamily="34" charset="0"/>
              </a:rPr>
              <a:t> </a:t>
            </a:r>
            <a:r>
              <a:rPr lang="en-US" sz="3600" b="1" dirty="0" err="1">
                <a:solidFill>
                  <a:srgbClr val="000000"/>
                </a:solidFill>
                <a:latin typeface="Calibri" pitchFamily="34" charset="0"/>
              </a:rPr>
              <a:t>ರಹೋ</a:t>
            </a:r>
            <a:r>
              <a:rPr lang="en-US" sz="3600" b="1" dirty="0">
                <a:solidFill>
                  <a:srgbClr val="000000"/>
                </a:solidFill>
                <a:latin typeface="Calibri" pitchFamily="34" charset="0"/>
              </a:rPr>
              <a:t> </a:t>
            </a:r>
            <a:r>
              <a:rPr lang="en-US" sz="3600" b="1" dirty="0" err="1">
                <a:solidFill>
                  <a:srgbClr val="000000"/>
                </a:solidFill>
                <a:latin typeface="Calibri" pitchFamily="34" charset="0"/>
              </a:rPr>
              <a:t>ರಘುಪತಿ</a:t>
            </a:r>
            <a:r>
              <a:rPr lang="en-US" sz="3600" b="1" dirty="0">
                <a:solidFill>
                  <a:srgbClr val="000000"/>
                </a:solidFill>
                <a:latin typeface="Calibri" pitchFamily="34" charset="0"/>
              </a:rPr>
              <a:t> </a:t>
            </a:r>
            <a:r>
              <a:rPr lang="en-US" sz="3600" b="1" dirty="0" err="1">
                <a:solidFill>
                  <a:srgbClr val="000000"/>
                </a:solidFill>
                <a:latin typeface="Calibri" pitchFamily="34" charset="0"/>
              </a:rPr>
              <a:t>ಕೇ</a:t>
            </a:r>
            <a:r>
              <a:rPr lang="en-US" sz="3600" b="1" dirty="0">
                <a:solidFill>
                  <a:srgbClr val="000000"/>
                </a:solidFill>
                <a:latin typeface="Calibri" pitchFamily="34" charset="0"/>
              </a:rPr>
              <a:t> </a:t>
            </a:r>
            <a:r>
              <a:rPr lang="kn-IN" sz="3600" b="1" dirty="0" err="1">
                <a:solidFill>
                  <a:srgbClr val="000000"/>
                </a:solidFill>
                <a:latin typeface="Calibri" pitchFamily="34" charset="0"/>
                <a:ea typeface="Tunga" pitchFamily="2"/>
                <a:cs typeface="Tunga" pitchFamily="2"/>
              </a:rPr>
              <a:t>ದಾಸಾ</a:t>
            </a:r>
            <a:r>
              <a:rPr lang="kn-IN" sz="3600" b="1" dirty="0">
                <a:solidFill>
                  <a:srgbClr val="000000"/>
                </a:solidFill>
                <a:latin typeface="Calibri" pitchFamily="34" charset="0"/>
                <a:ea typeface="Tunga" pitchFamily="2"/>
                <a:cs typeface="Tunga" pitchFamily="2"/>
              </a:rPr>
              <a:t> </a:t>
            </a:r>
            <a:r>
              <a:rPr lang="en-US" sz="3600" b="1" dirty="0">
                <a:solidFill>
                  <a:srgbClr val="000000"/>
                </a:solidFill>
                <a:latin typeface="Calibri" pitchFamily="34" charset="0"/>
              </a:rPr>
              <a:t>॥</a:t>
            </a:r>
            <a:r>
              <a:rPr lang="kn-IN" sz="3600" b="1" dirty="0">
                <a:solidFill>
                  <a:srgbClr val="000000"/>
                </a:solidFill>
                <a:latin typeface="Calibri" pitchFamily="34" charset="0"/>
                <a:ea typeface="Tunga" pitchFamily="2"/>
                <a:cs typeface="Tunga" pitchFamily="2"/>
              </a:rPr>
              <a:t>೩೨</a:t>
            </a:r>
            <a:r>
              <a:rPr lang="en-US" sz="3600" b="1" dirty="0">
                <a:solidFill>
                  <a:srgbClr val="000000"/>
                </a:solidFill>
                <a:latin typeface="Calibri" pitchFamily="34" charset="0"/>
              </a:rPr>
              <a:t>॥</a:t>
            </a:r>
          </a:p>
          <a:p>
            <a:pPr algn="ctr" defTabSz="914309"/>
            <a:endParaRPr lang="en-US" sz="4000" b="1" dirty="0">
              <a:solidFill>
                <a:srgbClr val="000000"/>
              </a:solidFill>
              <a:latin typeface="Calibri" pitchFamily="34" charset="0"/>
            </a:endParaRPr>
          </a:p>
          <a:p>
            <a:pPr algn="ctr" defTabSz="914309"/>
            <a:r>
              <a:rPr lang="en-US" sz="2399" b="1" dirty="0">
                <a:solidFill>
                  <a:srgbClr val="000000"/>
                </a:solidFill>
                <a:latin typeface="Palatino Linotype" pitchFamily="18" charset="0"/>
              </a:rPr>
              <a:t>Oh </a:t>
            </a:r>
            <a:r>
              <a:rPr lang="en-US" sz="2399" b="1" dirty="0" err="1">
                <a:solidFill>
                  <a:srgbClr val="000000"/>
                </a:solidFill>
                <a:latin typeface="Palatino Linotype" pitchFamily="18" charset="0"/>
              </a:rPr>
              <a:t>Hanumanji</a:t>
            </a:r>
            <a:r>
              <a:rPr lang="en-US" sz="2399" b="1" dirty="0">
                <a:solidFill>
                  <a:srgbClr val="000000"/>
                </a:solidFill>
                <a:latin typeface="Palatino Linotype" pitchFamily="18" charset="0"/>
              </a:rPr>
              <a:t>! You hold the essence of devotion to RAM, always remaining His Servant.</a:t>
            </a:r>
          </a:p>
          <a:p>
            <a:pPr algn="ctr" defTabSz="914309"/>
            <a:r>
              <a:rPr lang="en-US" sz="3600" b="1" dirty="0">
                <a:solidFill>
                  <a:srgbClr val="000000"/>
                </a:solidFill>
                <a:latin typeface="Palatino Linotype" pitchFamily="18" charset="0"/>
              </a:rPr>
              <a:t>		</a:t>
            </a:r>
            <a:r>
              <a:rPr lang="en-US" sz="3600" dirty="0">
                <a:solidFill>
                  <a:srgbClr val="000000"/>
                </a:solidFill>
                <a:latin typeface="Calibri" pitchFamily="34" charset="0"/>
              </a:rPr>
              <a:t/>
            </a:r>
            <a:br>
              <a:rPr lang="en-US" sz="3600" dirty="0">
                <a:solidFill>
                  <a:srgbClr val="000000"/>
                </a:solidFill>
                <a:latin typeface="Calibri" pitchFamily="34" charset="0"/>
              </a:rPr>
            </a:br>
            <a:endParaRPr lang="en-US" sz="3600" dirty="0">
              <a:solidFill>
                <a:srgbClr val="000000"/>
              </a:solidFill>
              <a:latin typeface="Calibri" pitchFamily="34" charset="0"/>
            </a:endParaRPr>
          </a:p>
        </p:txBody>
      </p:sp>
    </p:spTree>
    <p:extLst>
      <p:ext uri="{BB962C8B-B14F-4D97-AF65-F5344CB8AC3E}">
        <p14:creationId xmlns:p14="http://schemas.microsoft.com/office/powerpoint/2010/main" val="111306626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srgbClr val="FFFFFF"/>
                </a:solidFill>
                <a:latin typeface="Aparajita" pitchFamily="34" charset="0"/>
              </a:rPr>
              <a:t>॥ इति श्रीमद्गोस्वामीतुलसीदासजी अवधी भाषायां विरचितं श्रीहनुमान चालीसा ॥</a:t>
            </a:r>
            <a:endParaRPr lang="en-US" sz="2500" b="1">
              <a:solidFill>
                <a:srgbClr val="FFFFFF"/>
              </a:solidFill>
              <a:latin typeface="Aparajita" pitchFamily="34" charset="0"/>
            </a:endParaRPr>
          </a:p>
        </p:txBody>
      </p:sp>
      <p:sp>
        <p:nvSpPr>
          <p:cNvPr id="64515" name="Rectangle 1"/>
          <p:cNvSpPr>
            <a:spLocks noChangeArrowheads="1"/>
          </p:cNvSpPr>
          <p:nvPr/>
        </p:nvSpPr>
        <p:spPr bwMode="auto">
          <a:xfrm>
            <a:off x="1576519" y="4740237"/>
            <a:ext cx="9143736" cy="2677729"/>
          </a:xfrm>
          <a:prstGeom prst="rect">
            <a:avLst/>
          </a:prstGeom>
          <a:noFill/>
          <a:ln w="9525">
            <a:noFill/>
            <a:miter lim="800000"/>
            <a:headEnd/>
            <a:tailEnd/>
          </a:ln>
        </p:spPr>
        <p:txBody>
          <a:bodyPr>
            <a:spAutoFit/>
          </a:bodyPr>
          <a:lstStyle/>
          <a:p>
            <a:pPr defTabSz="914309"/>
            <a:r>
              <a:rPr lang="en-US" sz="2800" b="1" dirty="0">
                <a:solidFill>
                  <a:srgbClr val="000000"/>
                </a:solidFill>
                <a:latin typeface="Calibri"/>
              </a:rPr>
              <a:t>	</a:t>
            </a:r>
          </a:p>
          <a:p>
            <a:pPr defTabSz="914309"/>
            <a:r>
              <a:rPr lang="en-US" sz="2800" b="1" dirty="0">
                <a:solidFill>
                  <a:srgbClr val="000000"/>
                </a:solidFill>
                <a:latin typeface="Calibri"/>
              </a:rPr>
              <a:t>	</a:t>
            </a:r>
            <a:r>
              <a:rPr lang="hi-IN" sz="2800" b="1" dirty="0">
                <a:solidFill>
                  <a:srgbClr val="000000"/>
                </a:solidFill>
                <a:latin typeface="Calibri"/>
              </a:rPr>
              <a:t>राम लक्ष्मण जानकी</a:t>
            </a:r>
            <a:r>
              <a:rPr lang="en-US" sz="2800" b="1" dirty="0">
                <a:solidFill>
                  <a:srgbClr val="000000"/>
                </a:solidFill>
                <a:latin typeface="Calibri"/>
              </a:rPr>
              <a:t>	</a:t>
            </a:r>
            <a:r>
              <a:rPr lang="en-US" sz="2800" dirty="0" err="1">
                <a:solidFill>
                  <a:srgbClr val="000000"/>
                </a:solidFill>
                <a:latin typeface="URW Palladio IT" pitchFamily="2" charset="0"/>
              </a:rPr>
              <a:t>Räma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La</a:t>
            </a:r>
            <a:r>
              <a:rPr lang="en-US" altLang="zh-CN" sz="2800" dirty="0" err="1">
                <a:solidFill>
                  <a:srgbClr val="000000"/>
                </a:solidFill>
                <a:latin typeface="URW Palladio IT" pitchFamily="2" charset="0"/>
                <a:ea typeface="宋体" panose="02010600030101010101" pitchFamily="2" charset="-122"/>
                <a:sym typeface="URW Palladio IT" pitchFamily="2" charset="0"/>
              </a:rPr>
              <a:t>kñ</a:t>
            </a:r>
            <a:r>
              <a:rPr lang="en-US" sz="2800" dirty="0" err="1">
                <a:solidFill>
                  <a:srgbClr val="000000"/>
                </a:solidFill>
                <a:latin typeface="URW Palladio IT" pitchFamily="2" charset="0"/>
              </a:rPr>
              <a:t>hmaëa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Jänaké</a:t>
            </a:r>
            <a:endParaRPr lang="en-US" sz="2800" dirty="0">
              <a:solidFill>
                <a:srgbClr val="000000"/>
              </a:solidFill>
              <a:latin typeface="URW Palladio IT" pitchFamily="2" charset="0"/>
            </a:endParaRPr>
          </a:p>
          <a:p>
            <a:pPr defTabSz="914309"/>
            <a:r>
              <a:rPr lang="en-US" sz="2800" b="1" dirty="0">
                <a:solidFill>
                  <a:srgbClr val="000000"/>
                </a:solidFill>
                <a:latin typeface="Calibri"/>
              </a:rPr>
              <a:t>	</a:t>
            </a:r>
            <a:r>
              <a:rPr lang="hi-IN" sz="2800" b="1" dirty="0">
                <a:solidFill>
                  <a:srgbClr val="000000"/>
                </a:solidFill>
                <a:latin typeface="Calibri"/>
              </a:rPr>
              <a:t>जय बोलो हनुमान की</a:t>
            </a:r>
            <a:r>
              <a:rPr lang="en-US" sz="2800" b="1" dirty="0">
                <a:solidFill>
                  <a:srgbClr val="000000"/>
                </a:solidFill>
                <a:latin typeface="Calibri"/>
              </a:rPr>
              <a:t>	</a:t>
            </a:r>
            <a:r>
              <a:rPr lang="en-US" sz="2800" dirty="0">
                <a:solidFill>
                  <a:srgbClr val="000000"/>
                </a:solidFill>
                <a:latin typeface="URW Palladio IT" pitchFamily="2" charset="0"/>
              </a:rPr>
              <a:t> Jaya Bolo </a:t>
            </a:r>
            <a:r>
              <a:rPr lang="en-US" sz="2800" dirty="0" err="1">
                <a:solidFill>
                  <a:srgbClr val="000000"/>
                </a:solidFill>
                <a:latin typeface="URW Palladio IT" pitchFamily="2" charset="0"/>
              </a:rPr>
              <a:t>Hanumäna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Ké</a:t>
            </a:r>
            <a:endParaRPr lang="en-CA" sz="2800" b="1" dirty="0">
              <a:solidFill>
                <a:srgbClr val="000000"/>
              </a:solidFill>
              <a:latin typeface="Calibri"/>
            </a:endParaRPr>
          </a:p>
          <a:p>
            <a:pPr defTabSz="914309"/>
            <a:r>
              <a:rPr lang="en-CA" sz="2800" b="1" dirty="0">
                <a:solidFill>
                  <a:srgbClr val="000000"/>
                </a:solidFill>
                <a:latin typeface="Calibri"/>
              </a:rPr>
              <a:t>			  </a:t>
            </a:r>
            <a:r>
              <a:rPr lang="kn-IN" sz="2800" b="1" dirty="0">
                <a:solidFill>
                  <a:srgbClr val="000000"/>
                </a:solidFill>
                <a:latin typeface="Calibri"/>
              </a:rPr>
              <a:t>ರಾಮ ಲಕ್ಷ್ಮಣ </a:t>
            </a:r>
            <a:r>
              <a:rPr lang="kn-IN" sz="2800" b="1" dirty="0" err="1">
                <a:solidFill>
                  <a:srgbClr val="000000"/>
                </a:solidFill>
                <a:latin typeface="Calibri"/>
              </a:rPr>
              <a:t>ಜಾನಕೀ</a:t>
            </a:r>
            <a:endParaRPr lang="kn-IN" sz="2800" b="1" dirty="0">
              <a:solidFill>
                <a:srgbClr val="000000"/>
              </a:solidFill>
              <a:latin typeface="Calibri"/>
            </a:endParaRPr>
          </a:p>
          <a:p>
            <a:pPr algn="ctr" defTabSz="914309"/>
            <a:r>
              <a:rPr lang="kn-IN" sz="2800" b="1" dirty="0">
                <a:solidFill>
                  <a:srgbClr val="000000"/>
                </a:solidFill>
                <a:latin typeface="Calibri"/>
              </a:rPr>
              <a:t>ಜೈ </a:t>
            </a:r>
            <a:r>
              <a:rPr lang="kn-IN" sz="2800" b="1" dirty="0" err="1">
                <a:solidFill>
                  <a:srgbClr val="000000"/>
                </a:solidFill>
                <a:latin typeface="Calibri"/>
              </a:rPr>
              <a:t>ಬೋಲೋ</a:t>
            </a:r>
            <a:r>
              <a:rPr lang="kn-IN" sz="2800" b="1" dirty="0">
                <a:solidFill>
                  <a:srgbClr val="000000"/>
                </a:solidFill>
                <a:latin typeface="Calibri"/>
              </a:rPr>
              <a:t> </a:t>
            </a:r>
            <a:r>
              <a:rPr lang="kn-IN" sz="2800" b="1" dirty="0" err="1">
                <a:solidFill>
                  <a:srgbClr val="000000"/>
                </a:solidFill>
                <a:latin typeface="Calibri"/>
              </a:rPr>
              <a:t>ಹನುಮಾನ್</a:t>
            </a:r>
            <a:r>
              <a:rPr lang="kn-IN" sz="2800" b="1" dirty="0">
                <a:solidFill>
                  <a:srgbClr val="000000"/>
                </a:solidFill>
                <a:latin typeface="Calibri"/>
              </a:rPr>
              <a:t> ಕೀ</a:t>
            </a:r>
            <a:endParaRPr lang="en-CA" sz="2800" b="1" dirty="0">
              <a:solidFill>
                <a:srgbClr val="000000"/>
              </a:solidFill>
              <a:latin typeface="Calibri"/>
            </a:endParaRPr>
          </a:p>
          <a:p>
            <a:pPr defTabSz="914309"/>
            <a:endParaRPr lang="en-IN" sz="2800" b="1" dirty="0">
              <a:solidFill>
                <a:srgbClr val="000000"/>
              </a:solidFill>
              <a:latin typeface="Calibri"/>
            </a:endParaRPr>
          </a:p>
        </p:txBody>
      </p:sp>
      <p:pic>
        <p:nvPicPr>
          <p:cNvPr id="64516" name="Picture 2" descr="G:\Rama\sri-rama-shri-hanuman.jpg"/>
          <p:cNvPicPr>
            <a:picLocks noChangeAspect="1" noChangeArrowheads="1"/>
          </p:cNvPicPr>
          <p:nvPr/>
        </p:nvPicPr>
        <p:blipFill>
          <a:blip r:embed="rId2"/>
          <a:srcRect/>
          <a:stretch>
            <a:fillRect/>
          </a:stretch>
        </p:blipFill>
        <p:spPr bwMode="auto">
          <a:xfrm>
            <a:off x="2308348" y="-14185"/>
            <a:ext cx="7673753" cy="5181452"/>
          </a:xfrm>
          <a:prstGeom prst="rect">
            <a:avLst/>
          </a:prstGeom>
          <a:noFill/>
          <a:ln w="9525">
            <a:noFill/>
            <a:miter lim="800000"/>
            <a:headEnd/>
            <a:tailEnd/>
          </a:ln>
        </p:spPr>
      </p:pic>
    </p:spTree>
    <p:extLst>
      <p:ext uri="{BB962C8B-B14F-4D97-AF65-F5344CB8AC3E}">
        <p14:creationId xmlns:p14="http://schemas.microsoft.com/office/powerpoint/2010/main" val="104171152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ChangeArrowheads="1"/>
          </p:cNvSpPr>
          <p:nvPr/>
        </p:nvSpPr>
        <p:spPr bwMode="auto">
          <a:xfrm>
            <a:off x="1752725" y="214407"/>
            <a:ext cx="8915142" cy="6463051"/>
          </a:xfrm>
          <a:prstGeom prst="rect">
            <a:avLst/>
          </a:prstGeom>
          <a:noFill/>
          <a:ln w="9525">
            <a:noFill/>
            <a:miter lim="800000"/>
            <a:headEnd/>
            <a:tailEnd/>
          </a:ln>
        </p:spPr>
        <p:txBody>
          <a:bodyPr>
            <a:spAutoFit/>
          </a:bodyPr>
          <a:lstStyle/>
          <a:p>
            <a:pPr algn="ctr" defTabSz="914309"/>
            <a:r>
              <a:rPr lang="en-IN" sz="14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भजन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जनम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बिसरावै</a:t>
            </a:r>
            <a:r>
              <a:rPr lang="en-IN" sz="4000" b="1" dirty="0">
                <a:solidFill>
                  <a:prstClr val="black"/>
                </a:solidFill>
                <a:latin typeface="Aparajita" pitchFamily="34" charset="0"/>
              </a:rPr>
              <a:t> ॥३३॥</a:t>
            </a:r>
          </a:p>
          <a:p>
            <a:pPr algn="ctr" defTabSz="914309"/>
            <a:endParaRPr lang="en-IN" sz="4400" b="1" dirty="0">
              <a:solidFill>
                <a:prstClr val="black"/>
              </a:solidFill>
              <a:latin typeface="Aparajita" pitchFamily="34" charset="0"/>
            </a:endParaRPr>
          </a:p>
          <a:p>
            <a:pPr algn="ctr" defTabSz="914309"/>
            <a:r>
              <a:rPr lang="en-US" sz="2800" b="1" dirty="0" err="1">
                <a:solidFill>
                  <a:prstClr val="black"/>
                </a:solidFill>
                <a:latin typeface="URW Palladio IT" pitchFamily="2" charset="0"/>
              </a:rPr>
              <a:t>Tumhare</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Bhajana</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Räma</a:t>
            </a:r>
            <a:r>
              <a:rPr lang="en-US" sz="2800" b="1" dirty="0">
                <a:solidFill>
                  <a:prstClr val="black"/>
                </a:solidFill>
                <a:latin typeface="URW Palladio IT" pitchFamily="2" charset="0"/>
              </a:rPr>
              <a:t> Ko </a:t>
            </a:r>
            <a:r>
              <a:rPr lang="en-US" sz="2800" b="1" dirty="0" err="1">
                <a:solidFill>
                  <a:prstClr val="black"/>
                </a:solidFill>
                <a:latin typeface="URW Palladio IT" pitchFamily="2" charset="0"/>
              </a:rPr>
              <a:t>Pävai</a:t>
            </a:r>
            <a:r>
              <a:rPr lang="en-US" sz="2800" b="1" dirty="0">
                <a:solidFill>
                  <a:prstClr val="black"/>
                </a:solidFill>
                <a:latin typeface="URW Palladio IT" pitchFamily="2" charset="0"/>
              </a:rPr>
              <a:t> | </a:t>
            </a:r>
          </a:p>
          <a:p>
            <a:pPr algn="ctr" defTabSz="914309"/>
            <a:r>
              <a:rPr lang="en-US" sz="2800" b="1" dirty="0" err="1">
                <a:solidFill>
                  <a:prstClr val="black"/>
                </a:solidFill>
                <a:latin typeface="URW Palladio IT" pitchFamily="2" charset="0"/>
              </a:rPr>
              <a:t>Janama</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Janama</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Ke</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Dukha</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Bisarävai</a:t>
            </a:r>
            <a:r>
              <a:rPr lang="en-US" sz="2800" b="1" dirty="0">
                <a:solidFill>
                  <a:prstClr val="black"/>
                </a:solidFill>
                <a:latin typeface="URW Palladio IT" pitchFamily="2" charset="0"/>
              </a:rPr>
              <a:t> || - 33</a:t>
            </a:r>
          </a:p>
          <a:p>
            <a:pPr algn="ctr" defTabSz="914309"/>
            <a:endParaRPr lang="en-US" sz="2800" b="1" dirty="0">
              <a:solidFill>
                <a:prstClr val="black"/>
              </a:solidFill>
              <a:latin typeface="URW Palladio IT" pitchFamily="2" charset="0"/>
            </a:endParaRPr>
          </a:p>
          <a:p>
            <a:pPr algn="ctr" defTabSz="914309"/>
            <a:endParaRPr lang="en-US" sz="14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ಭಜನ</a:t>
            </a:r>
            <a:r>
              <a:rPr lang="en-US" sz="3600" b="1" dirty="0">
                <a:solidFill>
                  <a:prstClr val="black"/>
                </a:solidFill>
                <a:latin typeface="Calibri" pitchFamily="34" charset="0"/>
              </a:rPr>
              <a:t> </a:t>
            </a:r>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ಪಾವೈ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ಜನಮ</a:t>
            </a:r>
            <a:r>
              <a:rPr lang="en-US" sz="3600" b="1" dirty="0">
                <a:solidFill>
                  <a:prstClr val="black"/>
                </a:solidFill>
                <a:latin typeface="Calibri" pitchFamily="34" charset="0"/>
              </a:rPr>
              <a:t> </a:t>
            </a:r>
            <a:r>
              <a:rPr lang="en-US" sz="3600" b="1" dirty="0" err="1">
                <a:solidFill>
                  <a:prstClr val="black"/>
                </a:solidFill>
                <a:latin typeface="Calibri" pitchFamily="34" charset="0"/>
              </a:rPr>
              <a:t>ಜನಮ</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ದುಖ</a:t>
            </a:r>
            <a:r>
              <a:rPr lang="en-US" sz="3600" b="1" dirty="0">
                <a:solidFill>
                  <a:prstClr val="black"/>
                </a:solidFill>
                <a:latin typeface="Calibri" pitchFamily="34" charset="0"/>
              </a:rPr>
              <a:t> </a:t>
            </a:r>
            <a:r>
              <a:rPr lang="en-US" sz="3600" b="1" dirty="0" err="1">
                <a:solidFill>
                  <a:prstClr val="black"/>
                </a:solidFill>
                <a:latin typeface="Calibri" pitchFamily="34" charset="0"/>
              </a:rPr>
              <a:t>ಬಿಸರಾವೈ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೩೩</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through devotion to you, one comes to RAM and becomes free from suffering of several lives.</a:t>
            </a:r>
            <a:endParaRPr lang="en-US" sz="2399" dirty="0">
              <a:solidFill>
                <a:prstClr val="black"/>
              </a:solidFill>
              <a:latin typeface="Calibri" pitchFamily="34" charset="0"/>
            </a:endParaRPr>
          </a:p>
        </p:txBody>
      </p:sp>
    </p:spTree>
    <p:extLst>
      <p:ext uri="{BB962C8B-B14F-4D97-AF65-F5344CB8AC3E}">
        <p14:creationId xmlns:p14="http://schemas.microsoft.com/office/powerpoint/2010/main" val="42258332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ChangeArrowheads="1"/>
          </p:cNvSpPr>
          <p:nvPr/>
        </p:nvSpPr>
        <p:spPr bwMode="auto">
          <a:xfrm>
            <a:off x="1752726" y="76297"/>
            <a:ext cx="8686549" cy="7139583"/>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अन्त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रघुबर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हरिभक्त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कहाई</a:t>
            </a:r>
            <a:r>
              <a:rPr lang="en-IN" sz="4000" b="1" dirty="0">
                <a:solidFill>
                  <a:prstClr val="black"/>
                </a:solidFill>
                <a:latin typeface="Aparajita" pitchFamily="34" charset="0"/>
              </a:rPr>
              <a:t> ॥३४॥</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Anta </a:t>
            </a:r>
            <a:r>
              <a:rPr lang="en-US" sz="3600" b="1" dirty="0" err="1">
                <a:solidFill>
                  <a:prstClr val="black"/>
                </a:solidFill>
                <a:latin typeface="URW Palladio IT" pitchFamily="2" charset="0"/>
              </a:rPr>
              <a:t>Käla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Raghubara</a:t>
            </a:r>
            <a:r>
              <a:rPr lang="en-US" sz="3600" b="1" dirty="0">
                <a:solidFill>
                  <a:prstClr val="black"/>
                </a:solidFill>
                <a:latin typeface="URW Palladio IT" pitchFamily="2" charset="0"/>
              </a:rPr>
              <a:t> Pura </a:t>
            </a:r>
            <a:r>
              <a:rPr lang="en-US" sz="3600" b="1" dirty="0" err="1">
                <a:solidFill>
                  <a:prstClr val="black"/>
                </a:solidFill>
                <a:latin typeface="URW Palladio IT" pitchFamily="2" charset="0"/>
              </a:rPr>
              <a:t>Jäé</a:t>
            </a:r>
            <a:r>
              <a:rPr lang="en-US" sz="3600" b="1" dirty="0">
                <a:solidFill>
                  <a:prstClr val="black"/>
                </a:solidFill>
                <a:latin typeface="URW Palladio IT" pitchFamily="2" charset="0"/>
              </a:rPr>
              <a:t> |</a:t>
            </a:r>
          </a:p>
          <a:p>
            <a:pPr algn="ctr" defTabSz="914309"/>
            <a:r>
              <a:rPr lang="en-US" sz="3600" b="1" dirty="0" err="1">
                <a:solidFill>
                  <a:prstClr val="black"/>
                </a:solidFill>
                <a:latin typeface="URW Palladio IT" pitchFamily="2" charset="0"/>
              </a:rPr>
              <a:t>Jahäð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Janma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Haribhakta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Kahäé</a:t>
            </a:r>
            <a:r>
              <a:rPr lang="en-US" sz="3600" b="1" dirty="0">
                <a:solidFill>
                  <a:prstClr val="black"/>
                </a:solidFill>
                <a:latin typeface="URW Palladio IT" pitchFamily="2" charset="0"/>
              </a:rPr>
              <a:t> || - 34</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ಅಂತ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ಕಾಲ</a:t>
            </a:r>
            <a:r>
              <a:rPr lang="en-US" sz="3600" b="1" dirty="0">
                <a:solidFill>
                  <a:prstClr val="black"/>
                </a:solidFill>
                <a:latin typeface="Calibri" pitchFamily="34" charset="0"/>
              </a:rPr>
              <a:t> </a:t>
            </a:r>
            <a:r>
              <a:rPr lang="en-US" sz="3600" b="1" dirty="0" err="1">
                <a:solidFill>
                  <a:prstClr val="black"/>
                </a:solidFill>
                <a:latin typeface="Calibri" pitchFamily="34" charset="0"/>
              </a:rPr>
              <a:t>ರಘುಬರ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ಪುರ</a:t>
            </a:r>
            <a:r>
              <a:rPr lang="en-US" sz="3600" b="1" dirty="0">
                <a:solidFill>
                  <a:prstClr val="black"/>
                </a:solidFill>
                <a:latin typeface="Calibri" pitchFamily="34" charset="0"/>
              </a:rPr>
              <a:t> </a:t>
            </a:r>
            <a:r>
              <a:rPr lang="en-US" sz="3600" b="1" dirty="0" err="1">
                <a:solidFill>
                  <a:prstClr val="black"/>
                </a:solidFill>
                <a:latin typeface="Calibri" pitchFamily="34" charset="0"/>
              </a:rPr>
              <a:t>ಜಾಈ</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ಜಹಾ</a:t>
            </a:r>
            <a:r>
              <a:rPr lang="en-US" sz="3600" b="1" dirty="0">
                <a:solidFill>
                  <a:prstClr val="black"/>
                </a:solidFill>
                <a:latin typeface="Calibri" pitchFamily="34" charset="0"/>
              </a:rPr>
              <a:t> </a:t>
            </a:r>
            <a:r>
              <a:rPr lang="en-US" sz="3600" b="1" dirty="0" err="1">
                <a:solidFill>
                  <a:prstClr val="black"/>
                </a:solidFill>
                <a:latin typeface="Calibri" pitchFamily="34" charset="0"/>
              </a:rPr>
              <a:t>ಜ</a:t>
            </a:r>
            <a:r>
              <a:rPr lang="kn-IN" sz="3600" b="1" dirty="0" err="1">
                <a:solidFill>
                  <a:prstClr val="black"/>
                </a:solidFill>
                <a:latin typeface="Calibri" pitchFamily="34" charset="0"/>
                <a:ea typeface="Tunga" pitchFamily="2"/>
                <a:cs typeface="Tunga" pitchFamily="2"/>
              </a:rPr>
              <a:t>ನ್ಮ</a:t>
            </a:r>
            <a:r>
              <a:rPr lang="en-US" sz="3600" b="1" dirty="0">
                <a:solidFill>
                  <a:prstClr val="black"/>
                </a:solidFill>
                <a:latin typeface="Calibri" pitchFamily="34" charset="0"/>
              </a:rPr>
              <a:t> </a:t>
            </a:r>
            <a:r>
              <a:rPr lang="en-US" sz="3600" b="1" dirty="0" err="1">
                <a:solidFill>
                  <a:prstClr val="black"/>
                </a:solidFill>
                <a:latin typeface="Calibri" pitchFamily="34" charset="0"/>
              </a:rPr>
              <a:t>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ಭಕ್ತ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ಕಹಾಈ</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೩೪</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After death he enters the eternal abode of Sri Ram and remains a devotee of him, whenever, taking new birth on earth.</a:t>
            </a:r>
          </a:p>
          <a:p>
            <a:pPr algn="ctr" defTabSz="914309"/>
            <a:endParaRPr lang="en-IN" sz="800" b="1" dirty="0">
              <a:solidFill>
                <a:prstClr val="black"/>
              </a:solidFill>
              <a:latin typeface="Aparajita" pitchFamily="34" charset="0"/>
            </a:endParaRPr>
          </a:p>
          <a:p>
            <a:pPr algn="ctr" defTabSz="914309"/>
            <a:r>
              <a:rPr lang="en-IN" sz="1999" b="1" dirty="0">
                <a:solidFill>
                  <a:srgbClr val="00B050"/>
                </a:solidFill>
                <a:latin typeface="Sanskrit 99" pitchFamily="2" charset="0"/>
              </a:rPr>
              <a:t>   		</a:t>
            </a:r>
            <a:r>
              <a:rPr lang="en-US" sz="1999" dirty="0">
                <a:solidFill>
                  <a:prstClr val="black"/>
                </a:solidFill>
                <a:latin typeface="Calibri" pitchFamily="34" charset="0"/>
              </a:rPr>
              <a:t/>
            </a:r>
            <a:br>
              <a:rPr lang="en-US" sz="1999" dirty="0">
                <a:solidFill>
                  <a:prstClr val="black"/>
                </a:solidFill>
                <a:latin typeface="Calibri" pitchFamily="34" charset="0"/>
              </a:rPr>
            </a:br>
            <a:endParaRPr lang="en-US" sz="1999" dirty="0">
              <a:solidFill>
                <a:prstClr val="black"/>
              </a:solidFill>
              <a:latin typeface="Calibri" pitchFamily="34" charset="0"/>
            </a:endParaRPr>
          </a:p>
        </p:txBody>
      </p:sp>
    </p:spTree>
    <p:extLst>
      <p:ext uri="{BB962C8B-B14F-4D97-AF65-F5344CB8AC3E}">
        <p14:creationId xmlns:p14="http://schemas.microsoft.com/office/powerpoint/2010/main" val="321860710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752726" y="99"/>
            <a:ext cx="8686549" cy="7324586"/>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और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देवता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चित्त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धरई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हनुमत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सेइ</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सर्ब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करई</a:t>
            </a:r>
            <a:r>
              <a:rPr lang="en-IN" sz="4000" b="1" dirty="0">
                <a:solidFill>
                  <a:prstClr val="black"/>
                </a:solidFill>
                <a:latin typeface="Aparajita" pitchFamily="34" charset="0"/>
              </a:rPr>
              <a:t> ॥३५॥</a:t>
            </a:r>
          </a:p>
          <a:p>
            <a:pPr algn="ctr" defTabSz="914309"/>
            <a:endParaRPr lang="en-IN" sz="36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Aura </a:t>
            </a:r>
            <a:r>
              <a:rPr lang="en-US" sz="3600" b="1" dirty="0" err="1">
                <a:solidFill>
                  <a:prstClr val="black"/>
                </a:solidFill>
                <a:latin typeface="URW Palladio IT" pitchFamily="2" charset="0"/>
              </a:rPr>
              <a:t>Devatä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Citta</a:t>
            </a:r>
            <a:r>
              <a:rPr lang="en-US" sz="3600" b="1" dirty="0">
                <a:solidFill>
                  <a:prstClr val="black"/>
                </a:solidFill>
                <a:latin typeface="URW Palladio IT" pitchFamily="2" charset="0"/>
              </a:rPr>
              <a:t> Na </a:t>
            </a:r>
            <a:r>
              <a:rPr lang="en-US" sz="3600" b="1" dirty="0" err="1">
                <a:solidFill>
                  <a:prstClr val="black"/>
                </a:solidFill>
                <a:latin typeface="URW Palladio IT" pitchFamily="2" charset="0"/>
              </a:rPr>
              <a:t>Dharaé</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Hanumata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Seé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Sarba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Sukha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Karaé</a:t>
            </a:r>
            <a:r>
              <a:rPr lang="en-US" sz="3600" b="1" dirty="0">
                <a:solidFill>
                  <a:prstClr val="black"/>
                </a:solidFill>
                <a:latin typeface="URW Palladio IT" pitchFamily="2" charset="0"/>
              </a:rPr>
              <a:t> || - 35</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ಔರ</a:t>
            </a:r>
            <a:r>
              <a:rPr lang="en-US" sz="3600" b="1" dirty="0">
                <a:solidFill>
                  <a:prstClr val="black"/>
                </a:solidFill>
                <a:latin typeface="Calibri" pitchFamily="34" charset="0"/>
              </a:rPr>
              <a:t> </a:t>
            </a:r>
            <a:r>
              <a:rPr lang="en-US" sz="3600" b="1" dirty="0" err="1">
                <a:solidFill>
                  <a:prstClr val="black"/>
                </a:solidFill>
                <a:latin typeface="Calibri" pitchFamily="34" charset="0"/>
              </a:rPr>
              <a:t>ದೇವತಾ</a:t>
            </a:r>
            <a:r>
              <a:rPr lang="en-US" sz="3600" b="1" dirty="0">
                <a:solidFill>
                  <a:prstClr val="black"/>
                </a:solidFill>
                <a:latin typeface="Calibri" pitchFamily="34" charset="0"/>
              </a:rPr>
              <a:t> </a:t>
            </a:r>
            <a:r>
              <a:rPr lang="en-US" sz="3600" b="1" dirty="0" err="1">
                <a:solidFill>
                  <a:prstClr val="black"/>
                </a:solidFill>
                <a:latin typeface="Calibri" pitchFamily="34" charset="0"/>
              </a:rPr>
              <a:t>ಚಿತ್ತ</a:t>
            </a:r>
            <a:r>
              <a:rPr lang="en-US" sz="3600" b="1" dirty="0">
                <a:solidFill>
                  <a:prstClr val="black"/>
                </a:solidFill>
                <a:latin typeface="Calibri" pitchFamily="34" charset="0"/>
              </a:rPr>
              <a:t> </a:t>
            </a:r>
            <a:r>
              <a:rPr lang="en-US" sz="3600" b="1" dirty="0" err="1">
                <a:solidFill>
                  <a:prstClr val="black"/>
                </a:solidFill>
                <a:latin typeface="Calibri" pitchFamily="34" charset="0"/>
              </a:rPr>
              <a:t>ನ</a:t>
            </a:r>
            <a:r>
              <a:rPr lang="en-US" sz="3600" b="1" dirty="0">
                <a:solidFill>
                  <a:prstClr val="black"/>
                </a:solidFill>
                <a:latin typeface="Calibri" pitchFamily="34" charset="0"/>
              </a:rPr>
              <a:t> </a:t>
            </a:r>
            <a:r>
              <a:rPr lang="en-US" sz="3600" b="1" dirty="0" err="1">
                <a:solidFill>
                  <a:prstClr val="black"/>
                </a:solidFill>
                <a:latin typeface="Calibri" pitchFamily="34" charset="0"/>
              </a:rPr>
              <a:t>ಧರಈ</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ಹನುಮತ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ಸೇಈ</a:t>
            </a:r>
            <a:r>
              <a:rPr lang="en-US" sz="3600" b="1" dirty="0">
                <a:solidFill>
                  <a:prstClr val="black"/>
                </a:solidFill>
                <a:latin typeface="Calibri" pitchFamily="34" charset="0"/>
              </a:rPr>
              <a:t> </a:t>
            </a:r>
            <a:r>
              <a:rPr lang="en-US" sz="3600" b="1" dirty="0" err="1">
                <a:solidFill>
                  <a:prstClr val="black"/>
                </a:solidFill>
                <a:latin typeface="Calibri" pitchFamily="34" charset="0"/>
              </a:rPr>
              <a:t>ಸರ್ಬ</a:t>
            </a:r>
            <a:r>
              <a:rPr lang="en-US" sz="3600" b="1" dirty="0">
                <a:solidFill>
                  <a:prstClr val="black"/>
                </a:solidFill>
                <a:latin typeface="Calibri" pitchFamily="34" charset="0"/>
              </a:rPr>
              <a:t> </a:t>
            </a:r>
            <a:r>
              <a:rPr lang="en-US" sz="3600" b="1" dirty="0" err="1">
                <a:solidFill>
                  <a:prstClr val="black"/>
                </a:solidFill>
                <a:latin typeface="Calibri" pitchFamily="34" charset="0"/>
              </a:rPr>
              <a:t>ಸುಖ</a:t>
            </a:r>
            <a:r>
              <a:rPr lang="en-US" sz="3600" b="1" dirty="0">
                <a:solidFill>
                  <a:prstClr val="black"/>
                </a:solidFill>
                <a:latin typeface="Calibri" pitchFamily="34" charset="0"/>
              </a:rPr>
              <a:t> </a:t>
            </a:r>
            <a:r>
              <a:rPr lang="en-US" sz="3600" b="1" dirty="0" err="1">
                <a:solidFill>
                  <a:prstClr val="black"/>
                </a:solidFill>
                <a:latin typeface="Calibri" pitchFamily="34" charset="0"/>
              </a:rPr>
              <a:t>ಕರಈ</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೩೫</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You need not hold any other demigod in mind.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alone will give all happiness.</a:t>
            </a:r>
          </a:p>
          <a:p>
            <a:pPr algn="ctr" defTabSz="914309"/>
            <a:r>
              <a:rPr lang="en-US" sz="3600" b="1" dirty="0">
                <a:solidFill>
                  <a:prstClr val="black"/>
                </a:solidFill>
                <a:latin typeface="Palatino Linotype" pitchFamily="18" charset="0"/>
              </a:rPr>
              <a:t>		</a:t>
            </a:r>
            <a:endParaRPr lang="en-US" sz="3600" dirty="0">
              <a:solidFill>
                <a:prstClr val="black"/>
              </a:solidFill>
              <a:latin typeface="Calibri" pitchFamily="34" charset="0"/>
            </a:endParaRPr>
          </a:p>
        </p:txBody>
      </p:sp>
    </p:spTree>
    <p:extLst>
      <p:ext uri="{BB962C8B-B14F-4D97-AF65-F5344CB8AC3E}">
        <p14:creationId xmlns:p14="http://schemas.microsoft.com/office/powerpoint/2010/main" val="1042241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ChangeArrowheads="1"/>
          </p:cNvSpPr>
          <p:nvPr/>
        </p:nvSpPr>
        <p:spPr bwMode="auto">
          <a:xfrm>
            <a:off x="1828924" y="-76097"/>
            <a:ext cx="8610351" cy="7662923"/>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सङ्कट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बलबीरा</a:t>
            </a:r>
            <a:r>
              <a:rPr lang="en-IN" sz="4000" b="1" dirty="0">
                <a:solidFill>
                  <a:prstClr val="black"/>
                </a:solidFill>
                <a:latin typeface="Aparajita" pitchFamily="34" charset="0"/>
              </a:rPr>
              <a:t> ॥३६॥</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Saìkaöa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Kaöai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Miöai</a:t>
            </a:r>
            <a:r>
              <a:rPr lang="en-US" sz="3600" b="1" dirty="0">
                <a:solidFill>
                  <a:prstClr val="black"/>
                </a:solidFill>
                <a:latin typeface="URW Palladio IT" pitchFamily="2" charset="0"/>
              </a:rPr>
              <a:t> Saba </a:t>
            </a:r>
            <a:r>
              <a:rPr lang="en-US" sz="3600" b="1" dirty="0" err="1">
                <a:solidFill>
                  <a:prstClr val="black"/>
                </a:solidFill>
                <a:latin typeface="URW Palladio IT" pitchFamily="2" charset="0"/>
              </a:rPr>
              <a:t>Pérä</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Jo </a:t>
            </a:r>
            <a:r>
              <a:rPr lang="en-US" sz="3600" b="1" dirty="0" err="1">
                <a:solidFill>
                  <a:prstClr val="black"/>
                </a:solidFill>
                <a:latin typeface="URW Palladio IT" pitchFamily="2" charset="0"/>
              </a:rPr>
              <a:t>Sumirai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Hanumata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Balabérä</a:t>
            </a:r>
            <a:r>
              <a:rPr lang="en-US" sz="3600" b="1" dirty="0">
                <a:solidFill>
                  <a:prstClr val="black"/>
                </a:solidFill>
                <a:latin typeface="URW Palladio IT" pitchFamily="2" charset="0"/>
              </a:rPr>
              <a:t> || - 36</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ಸಂಕಟ</a:t>
            </a:r>
            <a:r>
              <a:rPr lang="en-US" sz="3600" b="1" dirty="0">
                <a:solidFill>
                  <a:prstClr val="black"/>
                </a:solidFill>
                <a:latin typeface="Calibri" pitchFamily="34" charset="0"/>
              </a:rPr>
              <a:t> </a:t>
            </a:r>
            <a:r>
              <a:rPr lang="en-US" sz="3600" b="1" dirty="0" err="1">
                <a:solidFill>
                  <a:prstClr val="black"/>
                </a:solidFill>
                <a:latin typeface="Calibri" pitchFamily="34" charset="0"/>
              </a:rPr>
              <a:t>ಕಟೈ</a:t>
            </a:r>
            <a:r>
              <a:rPr lang="en-US" sz="3600" b="1" dirty="0">
                <a:solidFill>
                  <a:prstClr val="black"/>
                </a:solidFill>
                <a:latin typeface="Calibri" pitchFamily="34" charset="0"/>
              </a:rPr>
              <a:t> </a:t>
            </a:r>
            <a:r>
              <a:rPr lang="en-US" sz="3600" b="1" dirty="0" err="1">
                <a:solidFill>
                  <a:prstClr val="black"/>
                </a:solidFill>
                <a:latin typeface="Calibri" pitchFamily="34" charset="0"/>
              </a:rPr>
              <a:t>ಮಿಟೈ</a:t>
            </a:r>
            <a:r>
              <a:rPr lang="en-US" sz="3600" b="1" dirty="0">
                <a:solidFill>
                  <a:prstClr val="black"/>
                </a:solidFill>
                <a:latin typeface="Calibri" pitchFamily="34" charset="0"/>
              </a:rPr>
              <a:t> </a:t>
            </a:r>
            <a:r>
              <a:rPr lang="en-US" sz="3600" b="1" dirty="0" err="1">
                <a:solidFill>
                  <a:prstClr val="black"/>
                </a:solidFill>
                <a:latin typeface="Calibri" pitchFamily="34" charset="0"/>
              </a:rPr>
              <a:t>ಸಬ</a:t>
            </a:r>
            <a:r>
              <a:rPr lang="en-US" sz="3600" b="1" dirty="0">
                <a:solidFill>
                  <a:prstClr val="black"/>
                </a:solidFill>
                <a:latin typeface="Calibri" pitchFamily="34" charset="0"/>
              </a:rPr>
              <a:t> </a:t>
            </a:r>
            <a:r>
              <a:rPr lang="en-US" sz="3600" b="1" dirty="0" err="1">
                <a:solidFill>
                  <a:prstClr val="black"/>
                </a:solidFill>
                <a:latin typeface="Calibri" pitchFamily="34" charset="0"/>
              </a:rPr>
              <a:t>ಪೀರಾ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ಸುಮಿರೈ</a:t>
            </a:r>
            <a:r>
              <a:rPr lang="en-US" sz="3600" b="1" dirty="0">
                <a:solidFill>
                  <a:prstClr val="black"/>
                </a:solidFill>
                <a:latin typeface="Calibri" pitchFamily="34" charset="0"/>
              </a:rPr>
              <a:t> </a:t>
            </a:r>
            <a:r>
              <a:rPr lang="kn-IN" sz="3600" b="1" dirty="0" err="1">
                <a:solidFill>
                  <a:prstClr val="black"/>
                </a:solidFill>
                <a:latin typeface="Calibri" pitchFamily="34" charset="0"/>
                <a:ea typeface="Tunga" pitchFamily="2"/>
                <a:cs typeface="Tunga" pitchFamily="2"/>
              </a:rPr>
              <a:t>ಹನುಮತ್</a:t>
            </a:r>
            <a:r>
              <a:rPr lang="kn-IN" sz="3600" b="1" dirty="0">
                <a:solidFill>
                  <a:prstClr val="black"/>
                </a:solidFill>
                <a:latin typeface="Calibri" pitchFamily="34" charset="0"/>
                <a:ea typeface="Tunga" pitchFamily="2"/>
                <a:cs typeface="Tunga" pitchFamily="2"/>
              </a:rPr>
              <a:t> </a:t>
            </a:r>
            <a:r>
              <a:rPr lang="en-US" sz="3600" b="1" dirty="0" err="1">
                <a:solidFill>
                  <a:prstClr val="black"/>
                </a:solidFill>
                <a:latin typeface="Calibri" pitchFamily="34" charset="0"/>
              </a:rPr>
              <a:t>ಬಲಬೀರಾ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೩೬</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Powerful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end the sufferings and remove all the pain from those who remember you.</a:t>
            </a:r>
          </a:p>
          <a:p>
            <a:pPr algn="ctr" defTabSz="914309"/>
            <a:r>
              <a:rPr lang="en-US" sz="1799" dirty="0">
                <a:solidFill>
                  <a:prstClr val="black"/>
                </a:solidFill>
                <a:latin typeface="Calibri" pitchFamily="34" charset="0"/>
              </a:rPr>
              <a:t/>
            </a:r>
            <a:br>
              <a:rPr lang="en-US" sz="1799" dirty="0">
                <a:solidFill>
                  <a:prstClr val="black"/>
                </a:solidFill>
                <a:latin typeface="Calibri" pitchFamily="34" charset="0"/>
              </a:rPr>
            </a:br>
            <a:r>
              <a:rPr lang="en-US" sz="1799" dirty="0">
                <a:solidFill>
                  <a:prstClr val="black"/>
                </a:solidFill>
                <a:latin typeface="Calibri" pitchFamily="34" charset="0"/>
              </a:rPr>
              <a:t/>
            </a:r>
            <a:br>
              <a:rPr lang="en-US" sz="1799" dirty="0">
                <a:solidFill>
                  <a:prstClr val="black"/>
                </a:solidFill>
                <a:latin typeface="Calibri" pitchFamily="34" charset="0"/>
              </a:rPr>
            </a:br>
            <a:endParaRPr lang="en-US" sz="1799" dirty="0">
              <a:solidFill>
                <a:prstClr val="black"/>
              </a:solidFill>
              <a:latin typeface="Calibri" pitchFamily="34" charset="0"/>
            </a:endParaRPr>
          </a:p>
        </p:txBody>
      </p:sp>
    </p:spTree>
    <p:extLst>
      <p:ext uri="{BB962C8B-B14F-4D97-AF65-F5344CB8AC3E}">
        <p14:creationId xmlns:p14="http://schemas.microsoft.com/office/powerpoint/2010/main" val="290364904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ChangeArrowheads="1"/>
          </p:cNvSpPr>
          <p:nvPr/>
        </p:nvSpPr>
        <p:spPr bwMode="auto">
          <a:xfrm>
            <a:off x="1752726" y="76312"/>
            <a:ext cx="8686549" cy="7817028"/>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गोसाईं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गुरुदेव</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नाईं</a:t>
            </a:r>
            <a:r>
              <a:rPr lang="en-IN" sz="4000" b="1" dirty="0">
                <a:solidFill>
                  <a:prstClr val="black"/>
                </a:solidFill>
                <a:latin typeface="Aparajita" pitchFamily="34" charset="0"/>
              </a:rPr>
              <a:t> ॥३७॥</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Jaya Jaya Jaya </a:t>
            </a:r>
            <a:r>
              <a:rPr lang="en-US" sz="3600" b="1" dirty="0" err="1">
                <a:solidFill>
                  <a:prstClr val="black"/>
                </a:solidFill>
                <a:latin typeface="URW Palladio IT" pitchFamily="2" charset="0"/>
              </a:rPr>
              <a:t>Hanumäna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Gosäéà</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Kåpä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Karahu</a:t>
            </a:r>
            <a:r>
              <a:rPr lang="en-US" sz="3600" b="1" dirty="0">
                <a:solidFill>
                  <a:prstClr val="black"/>
                </a:solidFill>
                <a:latin typeface="URW Palladio IT" pitchFamily="2" charset="0"/>
              </a:rPr>
              <a:t> Guru Deva </a:t>
            </a:r>
            <a:r>
              <a:rPr lang="en-US" sz="3600" b="1" dirty="0" err="1">
                <a:solidFill>
                  <a:prstClr val="black"/>
                </a:solidFill>
                <a:latin typeface="URW Palladio IT" pitchFamily="2" charset="0"/>
              </a:rPr>
              <a:t>Ké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Näéà</a:t>
            </a:r>
            <a:r>
              <a:rPr lang="en-US" sz="3600" b="1" dirty="0">
                <a:solidFill>
                  <a:prstClr val="black"/>
                </a:solidFill>
                <a:latin typeface="URW Palladio IT" pitchFamily="2" charset="0"/>
              </a:rPr>
              <a:t> || - 37</a:t>
            </a:r>
          </a:p>
          <a:p>
            <a:pPr algn="ctr" defTabSz="914309"/>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ಹನುಮಾನ</a:t>
            </a:r>
            <a:r>
              <a:rPr lang="en-US" sz="3600" b="1" dirty="0">
                <a:solidFill>
                  <a:prstClr val="black"/>
                </a:solidFill>
                <a:latin typeface="Calibri" pitchFamily="34" charset="0"/>
              </a:rPr>
              <a:t> </a:t>
            </a:r>
            <a:r>
              <a:rPr lang="en-US" sz="3600" b="1" dirty="0" err="1">
                <a:solidFill>
                  <a:prstClr val="black"/>
                </a:solidFill>
                <a:latin typeface="Calibri" pitchFamily="34" charset="0"/>
              </a:rPr>
              <a:t>ಗೋಸಾಈ</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ಕೃಪಾ</a:t>
            </a:r>
            <a:r>
              <a:rPr lang="en-US" sz="3600" b="1" dirty="0">
                <a:solidFill>
                  <a:prstClr val="black"/>
                </a:solidFill>
                <a:latin typeface="Calibri" pitchFamily="34" charset="0"/>
              </a:rPr>
              <a:t> </a:t>
            </a:r>
            <a:r>
              <a:rPr lang="en-US" sz="3600" b="1" dirty="0" err="1">
                <a:solidFill>
                  <a:prstClr val="black"/>
                </a:solidFill>
                <a:latin typeface="Calibri" pitchFamily="34" charset="0"/>
              </a:rPr>
              <a:t>ಕರ</a:t>
            </a:r>
            <a:r>
              <a:rPr lang="kn-IN" sz="3600" b="1" dirty="0" err="1">
                <a:solidFill>
                  <a:prstClr val="black"/>
                </a:solidFill>
                <a:latin typeface="Calibri" pitchFamily="34" charset="0"/>
                <a:ea typeface="Tunga" pitchFamily="2"/>
                <a:cs typeface="Tunga" pitchFamily="2"/>
              </a:rPr>
              <a:t>ಹು</a:t>
            </a:r>
            <a:r>
              <a:rPr lang="en-US" sz="3600" b="1" dirty="0">
                <a:solidFill>
                  <a:prstClr val="black"/>
                </a:solidFill>
                <a:latin typeface="Calibri" pitchFamily="34" charset="0"/>
              </a:rPr>
              <a:t> </a:t>
            </a:r>
            <a:r>
              <a:rPr lang="en-US" sz="3600" b="1" dirty="0" err="1">
                <a:solidFill>
                  <a:prstClr val="black"/>
                </a:solidFill>
                <a:latin typeface="Calibri" pitchFamily="34" charset="0"/>
              </a:rPr>
              <a:t>ಗು</a:t>
            </a:r>
            <a:r>
              <a:rPr lang="kn-IN" sz="3600" b="1" dirty="0" err="1">
                <a:solidFill>
                  <a:prstClr val="black"/>
                </a:solidFill>
                <a:latin typeface="Calibri" pitchFamily="34" charset="0"/>
                <a:ea typeface="Tunga" pitchFamily="2"/>
                <a:cs typeface="Tunga" pitchFamily="2"/>
              </a:rPr>
              <a:t>ರು</a:t>
            </a:r>
            <a:r>
              <a:rPr lang="en-US" sz="3600" b="1" dirty="0" err="1">
                <a:solidFill>
                  <a:prstClr val="black"/>
                </a:solidFill>
                <a:latin typeface="Calibri" pitchFamily="34" charset="0"/>
              </a:rPr>
              <a:t>ದೇವ</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ನಾಈ</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೩೭</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Hail-Hail-Hail-Lord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I beseech you </a:t>
            </a:r>
            <a:r>
              <a:rPr lang="en-US" sz="2399" b="1" dirty="0" err="1">
                <a:solidFill>
                  <a:prstClr val="black"/>
                </a:solidFill>
                <a:latin typeface="Palatino Linotype" pitchFamily="18" charset="0"/>
              </a:rPr>
              <a:t>Honour</a:t>
            </a:r>
            <a:r>
              <a:rPr lang="en-US" sz="2399" b="1" dirty="0">
                <a:solidFill>
                  <a:prstClr val="black"/>
                </a:solidFill>
                <a:latin typeface="Palatino Linotype" pitchFamily="18" charset="0"/>
              </a:rPr>
              <a:t> to bless me in the capacity of my supreme 'GURU' (teacher).</a:t>
            </a:r>
          </a:p>
          <a:p>
            <a:pPr algn="ctr" defTabSz="914309"/>
            <a:r>
              <a:rPr lang="en-US" sz="3200" b="1" dirty="0">
                <a:solidFill>
                  <a:prstClr val="black"/>
                </a:solidFill>
                <a:latin typeface="Palatino Linotype" pitchFamily="18" charset="0"/>
              </a:rPr>
              <a:t>	</a:t>
            </a:r>
            <a:endParaRPr lang="en-IN" sz="3200" b="1" dirty="0">
              <a:solidFill>
                <a:srgbClr val="00B050"/>
              </a:solidFill>
              <a:latin typeface="Aparajita" pitchFamily="34" charset="0"/>
            </a:endParaRPr>
          </a:p>
          <a:p>
            <a:pPr algn="ctr" defTabSz="914309"/>
            <a:endParaRPr lang="en-US" sz="3200" dirty="0">
              <a:solidFill>
                <a:prstClr val="black"/>
              </a:solidFill>
              <a:latin typeface="Calibri" pitchFamily="34" charset="0"/>
            </a:endParaRPr>
          </a:p>
        </p:txBody>
      </p:sp>
    </p:spTree>
    <p:extLst>
      <p:ext uri="{BB962C8B-B14F-4D97-AF65-F5344CB8AC3E}">
        <p14:creationId xmlns:p14="http://schemas.microsoft.com/office/powerpoint/2010/main" val="149002146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752726" y="-180856"/>
            <a:ext cx="8610351" cy="833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पाठ</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छूटहि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बन्दि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होई</a:t>
            </a:r>
            <a:r>
              <a:rPr lang="en-IN" sz="4000" b="1" dirty="0">
                <a:solidFill>
                  <a:prstClr val="black"/>
                </a:solidFill>
                <a:latin typeface="Aparajita" pitchFamily="34" charset="0"/>
              </a:rPr>
              <a:t> ॥३८॥</a:t>
            </a:r>
          </a:p>
          <a:p>
            <a:pPr algn="ctr" defTabSz="914309"/>
            <a:endParaRPr lang="en-IN" sz="36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Jo </a:t>
            </a:r>
            <a:r>
              <a:rPr lang="en-US" sz="3600" b="1" dirty="0" err="1">
                <a:solidFill>
                  <a:prstClr val="black"/>
                </a:solidFill>
                <a:latin typeface="URW Palladio IT" pitchFamily="2" charset="0"/>
              </a:rPr>
              <a:t>Sata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Bära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Päöha</a:t>
            </a:r>
            <a:r>
              <a:rPr lang="en-US" sz="3600" b="1" dirty="0">
                <a:solidFill>
                  <a:prstClr val="black"/>
                </a:solidFill>
                <a:latin typeface="URW Palladio IT" pitchFamily="2" charset="0"/>
              </a:rPr>
              <a:t> Kara </a:t>
            </a:r>
            <a:r>
              <a:rPr lang="en-US" sz="3600" b="1" dirty="0" err="1">
                <a:solidFill>
                  <a:prstClr val="black"/>
                </a:solidFill>
                <a:latin typeface="URW Palladio IT" pitchFamily="2" charset="0"/>
              </a:rPr>
              <a:t>Koé</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Chüöahi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Bandi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Mahä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Sukha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Hoé</a:t>
            </a:r>
            <a:r>
              <a:rPr lang="en-US" sz="3600" b="1" dirty="0">
                <a:solidFill>
                  <a:prstClr val="black"/>
                </a:solidFill>
                <a:latin typeface="URW Palladio IT" pitchFamily="2" charset="0"/>
              </a:rPr>
              <a:t> || - 38</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ಸತ</a:t>
            </a:r>
            <a:r>
              <a:rPr lang="en-US" sz="3600" b="1" dirty="0">
                <a:solidFill>
                  <a:prstClr val="black"/>
                </a:solidFill>
                <a:latin typeface="Calibri" pitchFamily="34" charset="0"/>
              </a:rPr>
              <a:t> </a:t>
            </a:r>
            <a:r>
              <a:rPr lang="en-US" sz="3600" b="1" dirty="0" err="1">
                <a:solidFill>
                  <a:prstClr val="black"/>
                </a:solidFill>
                <a:latin typeface="Calibri" pitchFamily="34" charset="0"/>
              </a:rPr>
              <a:t>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ಪಾಠ</a:t>
            </a:r>
            <a:r>
              <a:rPr lang="en-US" sz="3600" b="1" dirty="0">
                <a:solidFill>
                  <a:prstClr val="black"/>
                </a:solidFill>
                <a:latin typeface="Calibri" pitchFamily="34" charset="0"/>
              </a:rPr>
              <a:t> </a:t>
            </a:r>
            <a:r>
              <a:rPr lang="en-US" sz="3600" b="1" dirty="0" err="1">
                <a:solidFill>
                  <a:prstClr val="black"/>
                </a:solidFill>
                <a:latin typeface="Calibri" pitchFamily="34" charset="0"/>
              </a:rPr>
              <a:t>ಕರ</a:t>
            </a:r>
            <a:r>
              <a:rPr lang="en-US" sz="3600" b="1" dirty="0">
                <a:solidFill>
                  <a:prstClr val="black"/>
                </a:solidFill>
                <a:latin typeface="Calibri" pitchFamily="34" charset="0"/>
              </a:rPr>
              <a:t> </a:t>
            </a:r>
            <a:r>
              <a:rPr lang="en-US" sz="3600" b="1" dirty="0" err="1">
                <a:solidFill>
                  <a:prstClr val="black"/>
                </a:solidFill>
                <a:latin typeface="Calibri" pitchFamily="34" charset="0"/>
              </a:rPr>
              <a:t>ಕೋಈ</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ಛೂಟಹಿ</a:t>
            </a:r>
            <a:r>
              <a:rPr lang="en-US" sz="3600" b="1" dirty="0">
                <a:solidFill>
                  <a:prstClr val="black"/>
                </a:solidFill>
                <a:latin typeface="Calibri" pitchFamily="34" charset="0"/>
              </a:rPr>
              <a:t> </a:t>
            </a:r>
            <a:r>
              <a:rPr lang="en-US" sz="3600" b="1" dirty="0" err="1">
                <a:solidFill>
                  <a:prstClr val="black"/>
                </a:solidFill>
                <a:latin typeface="Calibri" pitchFamily="34" charset="0"/>
              </a:rPr>
              <a:t>ಬಂದಿ</a:t>
            </a:r>
            <a:r>
              <a:rPr lang="en-US" sz="3600" b="1" dirty="0">
                <a:solidFill>
                  <a:prstClr val="black"/>
                </a:solidFill>
                <a:latin typeface="Calibri" pitchFamily="34" charset="0"/>
              </a:rPr>
              <a:t> </a:t>
            </a:r>
            <a:r>
              <a:rPr lang="en-US" sz="3600" b="1" dirty="0" err="1">
                <a:solidFill>
                  <a:prstClr val="black"/>
                </a:solidFill>
                <a:latin typeface="Calibri" pitchFamily="34" charset="0"/>
              </a:rPr>
              <a:t>ಮಹಾ</a:t>
            </a:r>
            <a:r>
              <a:rPr lang="en-US" sz="3600" b="1" dirty="0">
                <a:solidFill>
                  <a:prstClr val="black"/>
                </a:solidFill>
                <a:latin typeface="Calibri" pitchFamily="34" charset="0"/>
              </a:rPr>
              <a:t> </a:t>
            </a:r>
            <a:r>
              <a:rPr lang="en-US" sz="3600" b="1" dirty="0" err="1">
                <a:solidFill>
                  <a:prstClr val="black"/>
                </a:solidFill>
                <a:latin typeface="Calibri" pitchFamily="34" charset="0"/>
              </a:rPr>
              <a:t>ಸುಖ</a:t>
            </a:r>
            <a:r>
              <a:rPr lang="en-US" sz="3600" b="1" dirty="0">
                <a:solidFill>
                  <a:prstClr val="black"/>
                </a:solidFill>
                <a:latin typeface="Calibri" pitchFamily="34" charset="0"/>
              </a:rPr>
              <a:t> </a:t>
            </a:r>
            <a:r>
              <a:rPr lang="en-US" sz="3600" b="1" dirty="0" err="1">
                <a:solidFill>
                  <a:prstClr val="black"/>
                </a:solidFill>
                <a:latin typeface="Calibri" pitchFamily="34" charset="0"/>
              </a:rPr>
              <a:t>ಹೋಈ</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೩೮</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One who recites this Hanuman </a:t>
            </a:r>
            <a:r>
              <a:rPr lang="en-US" sz="2399" b="1" dirty="0" err="1">
                <a:solidFill>
                  <a:prstClr val="black"/>
                </a:solidFill>
                <a:latin typeface="Palatino Linotype" pitchFamily="18" charset="0"/>
              </a:rPr>
              <a:t>Chalisa</a:t>
            </a:r>
            <a:r>
              <a:rPr lang="en-US" sz="2399" b="1" dirty="0">
                <a:solidFill>
                  <a:prstClr val="black"/>
                </a:solidFill>
                <a:latin typeface="Palatino Linotype" pitchFamily="18" charset="0"/>
              </a:rPr>
              <a:t> one hundred times daily for one hundred days becomes free from the bondage of life and death and enjoys the highest bliss at last.</a:t>
            </a:r>
          </a:p>
          <a:p>
            <a:pPr algn="ctr" defTabSz="914309"/>
            <a:endParaRPr lang="en-IN" sz="1000" b="1" dirty="0">
              <a:solidFill>
                <a:prstClr val="black"/>
              </a:solidFill>
              <a:latin typeface="Aparajita" pitchFamily="34" charset="0"/>
            </a:endParaRPr>
          </a:p>
          <a:p>
            <a:pPr algn="ctr" defTabSz="914309"/>
            <a:r>
              <a:rPr lang="en-IN" sz="3200" b="1" dirty="0">
                <a:solidFill>
                  <a:srgbClr val="00B050"/>
                </a:solidFill>
                <a:latin typeface="Sanskrit 99" pitchFamily="2" charset="0"/>
              </a:rPr>
              <a:t>   		</a:t>
            </a:r>
            <a:r>
              <a:rPr lang="en-US" sz="3200" dirty="0">
                <a:solidFill>
                  <a:prstClr val="black"/>
                </a:solidFill>
                <a:latin typeface="Calibri" pitchFamily="34" charset="0"/>
              </a:rPr>
              <a:t/>
            </a:r>
            <a:br>
              <a:rPr lang="en-US" sz="3200" dirty="0">
                <a:solidFill>
                  <a:prstClr val="black"/>
                </a:solidFill>
                <a:latin typeface="Calibri" pitchFamily="34" charset="0"/>
              </a:rPr>
            </a:br>
            <a:r>
              <a:rPr lang="en-US" sz="1799" dirty="0">
                <a:solidFill>
                  <a:prstClr val="black"/>
                </a:solidFill>
                <a:latin typeface="Calibri" pitchFamily="34" charset="0"/>
              </a:rPr>
              <a:t/>
            </a:r>
            <a:br>
              <a:rPr lang="en-US" sz="1799" dirty="0">
                <a:solidFill>
                  <a:prstClr val="black"/>
                </a:solidFill>
                <a:latin typeface="Calibri" pitchFamily="34" charset="0"/>
              </a:rPr>
            </a:br>
            <a:endParaRPr lang="en-US" sz="1799" dirty="0">
              <a:solidFill>
                <a:prstClr val="black"/>
              </a:solidFill>
              <a:latin typeface="Calibri" pitchFamily="34" charset="0"/>
            </a:endParaRPr>
          </a:p>
        </p:txBody>
      </p:sp>
    </p:spTree>
    <p:extLst>
      <p:ext uri="{BB962C8B-B14F-4D97-AF65-F5344CB8AC3E}">
        <p14:creationId xmlns:p14="http://schemas.microsoft.com/office/powerpoint/2010/main" val="294019196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752726" y="101"/>
            <a:ext cx="8762746" cy="7386125"/>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यह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पढ़ै</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चालीसा</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होय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सिद्धि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गौरीसा</a:t>
            </a:r>
            <a:r>
              <a:rPr lang="en-IN" sz="4000" b="1" dirty="0">
                <a:solidFill>
                  <a:prstClr val="black"/>
                </a:solidFill>
                <a:latin typeface="Aparajita" pitchFamily="34" charset="0"/>
              </a:rPr>
              <a:t> ॥३९॥</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Jo </a:t>
            </a:r>
            <a:r>
              <a:rPr lang="en-US" sz="3600" b="1" dirty="0" err="1">
                <a:solidFill>
                  <a:prstClr val="black"/>
                </a:solidFill>
                <a:latin typeface="URW Palladio IT" pitchFamily="2" charset="0"/>
              </a:rPr>
              <a:t>Yaha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Paåhai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Hanumäna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Cälésä</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Hoya Siddhi </a:t>
            </a:r>
            <a:r>
              <a:rPr lang="en-US" sz="3600" b="1" dirty="0" err="1">
                <a:solidFill>
                  <a:prstClr val="black"/>
                </a:solidFill>
                <a:latin typeface="URW Palladio IT" pitchFamily="2" charset="0"/>
              </a:rPr>
              <a:t>Säkhé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Gaurésä</a:t>
            </a:r>
            <a:r>
              <a:rPr lang="en-US" sz="3600" b="1" dirty="0">
                <a:solidFill>
                  <a:prstClr val="black"/>
                </a:solidFill>
                <a:latin typeface="URW Palladio IT" pitchFamily="2" charset="0"/>
              </a:rPr>
              <a:t> || - 39</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a:t>
            </a:r>
            <a:r>
              <a:rPr lang="en-US" sz="3600" b="1" dirty="0">
                <a:solidFill>
                  <a:prstClr val="black"/>
                </a:solidFill>
                <a:latin typeface="Calibri" pitchFamily="34" charset="0"/>
              </a:rPr>
              <a:t> </a:t>
            </a:r>
            <a:r>
              <a:rPr lang="en-US" sz="3600" b="1" dirty="0" err="1">
                <a:solidFill>
                  <a:prstClr val="black"/>
                </a:solidFill>
                <a:latin typeface="Calibri" pitchFamily="34" charset="0"/>
              </a:rPr>
              <a:t>ಯಹ</a:t>
            </a:r>
            <a:r>
              <a:rPr lang="en-US" sz="3600" b="1" dirty="0">
                <a:solidFill>
                  <a:prstClr val="black"/>
                </a:solidFill>
                <a:latin typeface="Calibri" pitchFamily="34" charset="0"/>
              </a:rPr>
              <a:t> </a:t>
            </a:r>
            <a:r>
              <a:rPr lang="en-US" sz="3600" b="1" dirty="0" err="1">
                <a:solidFill>
                  <a:prstClr val="black"/>
                </a:solidFill>
                <a:latin typeface="Calibri" pitchFamily="34" charset="0"/>
              </a:rPr>
              <a:t>ಪಢೈ</a:t>
            </a:r>
            <a:r>
              <a:rPr lang="en-US" sz="3600" b="1" dirty="0">
                <a:solidFill>
                  <a:prstClr val="black"/>
                </a:solidFill>
                <a:latin typeface="Calibri" pitchFamily="34" charset="0"/>
              </a:rPr>
              <a:t> </a:t>
            </a:r>
            <a:r>
              <a:rPr lang="en-US" sz="3600" b="1" dirty="0" err="1">
                <a:solidFill>
                  <a:prstClr val="black"/>
                </a:solidFill>
                <a:latin typeface="Calibri" pitchFamily="34" charset="0"/>
              </a:rPr>
              <a:t>ಹನುಮಾನ</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ಚಾ</a:t>
            </a:r>
            <a:r>
              <a:rPr lang="en-US" sz="3600" b="1" dirty="0" err="1">
                <a:solidFill>
                  <a:prstClr val="black"/>
                </a:solidFill>
                <a:latin typeface="Calibri" pitchFamily="34" charset="0"/>
              </a:rPr>
              <a:t>ಲೀಸಾ</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ಹೋಯ</a:t>
            </a:r>
            <a:r>
              <a:rPr lang="en-US" sz="3600" b="1" dirty="0">
                <a:solidFill>
                  <a:prstClr val="black"/>
                </a:solidFill>
                <a:latin typeface="Calibri" pitchFamily="34" charset="0"/>
              </a:rPr>
              <a:t> </a:t>
            </a:r>
            <a:r>
              <a:rPr lang="en-US" sz="3600" b="1" dirty="0" err="1">
                <a:solidFill>
                  <a:prstClr val="black"/>
                </a:solidFill>
                <a:latin typeface="Calibri" pitchFamily="34" charset="0"/>
              </a:rPr>
              <a:t>ಸಿ</a:t>
            </a:r>
            <a:r>
              <a:rPr lang="kn-IN" sz="3600" b="1" dirty="0" err="1">
                <a:solidFill>
                  <a:prstClr val="black"/>
                </a:solidFill>
                <a:latin typeface="Calibri" pitchFamily="34" charset="0"/>
                <a:ea typeface="Tunga" pitchFamily="2"/>
                <a:cs typeface="Tunga" pitchFamily="2"/>
              </a:rPr>
              <a:t>ದ್ಧಿ</a:t>
            </a:r>
            <a:r>
              <a:rPr lang="en-US" sz="3600" b="1" dirty="0">
                <a:solidFill>
                  <a:prstClr val="black"/>
                </a:solidFill>
                <a:latin typeface="Calibri" pitchFamily="34" charset="0"/>
              </a:rPr>
              <a:t> </a:t>
            </a:r>
            <a:r>
              <a:rPr lang="en-US" sz="3600" b="1" dirty="0" err="1">
                <a:solidFill>
                  <a:prstClr val="black"/>
                </a:solidFill>
                <a:latin typeface="Calibri" pitchFamily="34" charset="0"/>
              </a:rPr>
              <a:t>ಸಾಖೀ</a:t>
            </a:r>
            <a:r>
              <a:rPr lang="en-US" sz="3600" b="1" dirty="0">
                <a:solidFill>
                  <a:prstClr val="black"/>
                </a:solidFill>
                <a:latin typeface="Calibri" pitchFamily="34" charset="0"/>
              </a:rPr>
              <a:t> </a:t>
            </a:r>
            <a:r>
              <a:rPr lang="en-US" sz="3600" b="1" dirty="0" err="1">
                <a:solidFill>
                  <a:prstClr val="black"/>
                </a:solidFill>
                <a:latin typeface="Calibri" pitchFamily="34" charset="0"/>
              </a:rPr>
              <a:t>ಗೌರೀಸಾ</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೩೯</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As Lord Shankar witnesses, all those who recite Hanuman </a:t>
            </a:r>
            <a:r>
              <a:rPr lang="en-US" sz="2399" b="1" dirty="0" err="1">
                <a:solidFill>
                  <a:prstClr val="black"/>
                </a:solidFill>
                <a:latin typeface="Palatino Linotype" pitchFamily="18" charset="0"/>
              </a:rPr>
              <a:t>Chalisa</a:t>
            </a:r>
            <a:r>
              <a:rPr lang="en-US" sz="2399" b="1" dirty="0">
                <a:solidFill>
                  <a:prstClr val="black"/>
                </a:solidFill>
                <a:latin typeface="Palatino Linotype" pitchFamily="18" charset="0"/>
              </a:rPr>
              <a:t> regularly are sure to be </a:t>
            </a:r>
            <a:r>
              <a:rPr lang="en-US" sz="2399" b="1" dirty="0" err="1">
                <a:solidFill>
                  <a:prstClr val="black"/>
                </a:solidFill>
                <a:latin typeface="Palatino Linotype" pitchFamily="18" charset="0"/>
              </a:rPr>
              <a:t>benedicted</a:t>
            </a:r>
            <a:endParaRPr lang="en-US" sz="2399" b="1" dirty="0">
              <a:solidFill>
                <a:prstClr val="black"/>
              </a:solidFill>
              <a:latin typeface="Palatino Linotype" pitchFamily="18" charset="0"/>
            </a:endParaRPr>
          </a:p>
          <a:p>
            <a:pPr algn="ctr" defTabSz="914309"/>
            <a:r>
              <a:rPr lang="en-US" sz="3600" b="1" dirty="0">
                <a:solidFill>
                  <a:prstClr val="black"/>
                </a:solidFill>
                <a:latin typeface="Palatino Linotype" pitchFamily="18" charset="0"/>
              </a:rPr>
              <a:t>		</a:t>
            </a:r>
            <a:endParaRPr lang="en-US" sz="3600" dirty="0">
              <a:solidFill>
                <a:prstClr val="black"/>
              </a:solidFill>
              <a:latin typeface="Calibri" pitchFamily="34" charset="0"/>
            </a:endParaRPr>
          </a:p>
        </p:txBody>
      </p:sp>
    </p:spTree>
    <p:extLst>
      <p:ext uri="{BB962C8B-B14F-4D97-AF65-F5344CB8AC3E}">
        <p14:creationId xmlns:p14="http://schemas.microsoft.com/office/powerpoint/2010/main" val="198809617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ChangeArrowheads="1"/>
          </p:cNvSpPr>
          <p:nvPr/>
        </p:nvSpPr>
        <p:spPr bwMode="auto">
          <a:xfrm>
            <a:off x="1676528" y="-152296"/>
            <a:ext cx="8610351" cy="7693821"/>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तुलसीदास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नाथ</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हृदय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डेरा</a:t>
            </a:r>
            <a:r>
              <a:rPr lang="en-IN" sz="4000" b="1" dirty="0">
                <a:solidFill>
                  <a:prstClr val="black"/>
                </a:solidFill>
                <a:latin typeface="Aparajita" pitchFamily="34" charset="0"/>
              </a:rPr>
              <a:t> ॥४०॥</a:t>
            </a:r>
          </a:p>
          <a:p>
            <a:pPr algn="ctr" defTabSz="914309"/>
            <a:endParaRPr lang="en-IN" sz="36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Tulasédäsa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Sadä</a:t>
            </a:r>
            <a:r>
              <a:rPr lang="en-US" sz="3600" b="1" dirty="0">
                <a:solidFill>
                  <a:prstClr val="black"/>
                </a:solidFill>
                <a:latin typeface="URW Palladio IT" pitchFamily="2" charset="0"/>
              </a:rPr>
              <a:t> Hari </a:t>
            </a:r>
            <a:r>
              <a:rPr lang="en-US" sz="3600" b="1" dirty="0" err="1">
                <a:solidFill>
                  <a:prstClr val="black"/>
                </a:solidFill>
                <a:latin typeface="URW Palladio IT" pitchFamily="2" charset="0"/>
              </a:rPr>
              <a:t>Cerä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Kéjai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Nätha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Hådaya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Maðha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Òerä</a:t>
            </a:r>
            <a:r>
              <a:rPr lang="en-US" sz="3600" b="1" dirty="0">
                <a:solidFill>
                  <a:prstClr val="black"/>
                </a:solidFill>
                <a:latin typeface="URW Palladio IT" pitchFamily="2" charset="0"/>
              </a:rPr>
              <a:t> ||- 40</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ತುಲಸೀದಾಸ</a:t>
            </a:r>
            <a:r>
              <a:rPr lang="en-US" sz="3600" b="1" dirty="0">
                <a:solidFill>
                  <a:prstClr val="black"/>
                </a:solidFill>
                <a:latin typeface="Calibri" pitchFamily="34" charset="0"/>
              </a:rPr>
              <a:t> </a:t>
            </a:r>
            <a:r>
              <a:rPr lang="en-US" sz="3600" b="1" dirty="0" err="1">
                <a:solidFill>
                  <a:prstClr val="black"/>
                </a:solidFill>
                <a:latin typeface="Calibri" pitchFamily="34" charset="0"/>
              </a:rPr>
              <a:t>ಸದಾ</a:t>
            </a:r>
            <a:r>
              <a:rPr lang="en-US" sz="3600" b="1" dirty="0">
                <a:solidFill>
                  <a:prstClr val="black"/>
                </a:solidFill>
                <a:latin typeface="Calibri" pitchFamily="34" charset="0"/>
              </a:rPr>
              <a:t> </a:t>
            </a:r>
            <a:r>
              <a:rPr lang="en-US" sz="3600" b="1" dirty="0" err="1">
                <a:solidFill>
                  <a:prstClr val="black"/>
                </a:solidFill>
                <a:latin typeface="Calibri" pitchFamily="34" charset="0"/>
              </a:rPr>
              <a:t>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ಚೇರಾ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ಕೀಜೈ</a:t>
            </a:r>
            <a:r>
              <a:rPr lang="en-US" sz="3600" b="1" dirty="0">
                <a:solidFill>
                  <a:prstClr val="black"/>
                </a:solidFill>
                <a:latin typeface="Calibri" pitchFamily="34" charset="0"/>
              </a:rPr>
              <a:t> </a:t>
            </a:r>
            <a:r>
              <a:rPr lang="en-US" sz="3600" b="1" dirty="0" err="1">
                <a:solidFill>
                  <a:prstClr val="black"/>
                </a:solidFill>
                <a:latin typeface="Calibri" pitchFamily="34" charset="0"/>
              </a:rPr>
              <a:t>ನಾಥ</a:t>
            </a:r>
            <a:r>
              <a:rPr lang="en-US" sz="3600" b="1" dirty="0">
                <a:solidFill>
                  <a:prstClr val="black"/>
                </a:solidFill>
                <a:latin typeface="Calibri" pitchFamily="34" charset="0"/>
              </a:rPr>
              <a:t> </a:t>
            </a:r>
            <a:r>
              <a:rPr lang="en-US" sz="3600" b="1" dirty="0" err="1">
                <a:solidFill>
                  <a:prstClr val="black"/>
                </a:solidFill>
                <a:latin typeface="Calibri" pitchFamily="34" charset="0"/>
              </a:rPr>
              <a:t>ಹೃದಯ</a:t>
            </a:r>
            <a:r>
              <a:rPr lang="en-US" sz="3600" b="1" dirty="0">
                <a:solidFill>
                  <a:prstClr val="black"/>
                </a:solidFill>
                <a:latin typeface="Calibri" pitchFamily="34" charset="0"/>
              </a:rPr>
              <a:t> </a:t>
            </a:r>
            <a:r>
              <a:rPr lang="en-US" sz="3600" b="1" dirty="0" err="1">
                <a:solidFill>
                  <a:prstClr val="black"/>
                </a:solidFill>
                <a:latin typeface="Calibri" pitchFamily="34" charset="0"/>
              </a:rPr>
              <a:t>ಮಂಹ</a:t>
            </a:r>
            <a:r>
              <a:rPr lang="en-US" sz="3600" b="1" dirty="0">
                <a:solidFill>
                  <a:prstClr val="black"/>
                </a:solidFill>
                <a:latin typeface="Calibri" pitchFamily="34" charset="0"/>
              </a:rPr>
              <a:t> </a:t>
            </a:r>
            <a:r>
              <a:rPr lang="en-US" sz="3600" b="1" dirty="0" err="1">
                <a:solidFill>
                  <a:prstClr val="black"/>
                </a:solidFill>
                <a:latin typeface="Calibri" pitchFamily="34" charset="0"/>
              </a:rPr>
              <a:t>ಡೇರಾ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೪೦</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Tulsidas</a:t>
            </a:r>
            <a:r>
              <a:rPr lang="en-US" sz="2399" b="1" dirty="0">
                <a:solidFill>
                  <a:prstClr val="black"/>
                </a:solidFill>
                <a:latin typeface="Palatino Linotype" pitchFamily="18" charset="0"/>
              </a:rPr>
              <a:t> always the servant of Lord prays. "Oh my Lord! You enshrine within my heart.!</a:t>
            </a:r>
          </a:p>
          <a:p>
            <a:pPr algn="ctr" defTabSz="914309"/>
            <a:r>
              <a:rPr lang="en-US" sz="4000" b="1" dirty="0">
                <a:solidFill>
                  <a:prstClr val="black"/>
                </a:solidFill>
                <a:latin typeface="Palatino Linotype" pitchFamily="18" charset="0"/>
              </a:rPr>
              <a:t>		</a:t>
            </a:r>
            <a:r>
              <a:rPr lang="en-US" sz="1999" dirty="0">
                <a:solidFill>
                  <a:prstClr val="black"/>
                </a:solidFill>
                <a:latin typeface="Calibri" pitchFamily="34" charset="0"/>
              </a:rPr>
              <a:t/>
            </a:r>
            <a:br>
              <a:rPr lang="en-US" sz="1999" dirty="0">
                <a:solidFill>
                  <a:prstClr val="black"/>
                </a:solidFill>
                <a:latin typeface="Calibri" pitchFamily="34" charset="0"/>
              </a:rPr>
            </a:br>
            <a:endParaRPr lang="en-US" sz="1999" dirty="0">
              <a:solidFill>
                <a:prstClr val="black"/>
              </a:solidFill>
              <a:latin typeface="Calibri" pitchFamily="34" charset="0"/>
            </a:endParaRPr>
          </a:p>
        </p:txBody>
      </p:sp>
    </p:spTree>
    <p:extLst>
      <p:ext uri="{BB962C8B-B14F-4D97-AF65-F5344CB8AC3E}">
        <p14:creationId xmlns:p14="http://schemas.microsoft.com/office/powerpoint/2010/main" val="9158687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prstClr val="white"/>
                </a:solidFill>
                <a:latin typeface="Aparajita" pitchFamily="34" charset="0"/>
              </a:rPr>
              <a:t>॥ इति श्रीमद्गोस्वामीतुलसीदासजी अवधी भाषायां विरचितं श्रीहनुमान चालीसा ॥</a:t>
            </a:r>
            <a:endParaRPr lang="en-US" sz="2500" b="1">
              <a:solidFill>
                <a:prstClr val="white"/>
              </a:solidFill>
              <a:latin typeface="Aparajita" pitchFamily="34" charset="0"/>
            </a:endParaRPr>
          </a:p>
        </p:txBody>
      </p:sp>
      <p:sp>
        <p:nvSpPr>
          <p:cNvPr id="73731" name="Rectangle 1"/>
          <p:cNvSpPr>
            <a:spLocks noChangeArrowheads="1"/>
          </p:cNvSpPr>
          <p:nvPr/>
        </p:nvSpPr>
        <p:spPr bwMode="auto">
          <a:xfrm>
            <a:off x="1576519" y="4740253"/>
            <a:ext cx="9143736" cy="2246825"/>
          </a:xfrm>
          <a:prstGeom prst="rect">
            <a:avLst/>
          </a:prstGeom>
          <a:noFill/>
          <a:ln w="9525">
            <a:noFill/>
            <a:miter lim="800000"/>
            <a:headEnd/>
            <a:tailEnd/>
          </a:ln>
        </p:spPr>
        <p:txBody>
          <a:bodyPr>
            <a:spAutoFit/>
          </a:bodyPr>
          <a:lstStyle/>
          <a:p>
            <a:pPr defTabSz="914309"/>
            <a:r>
              <a:rPr lang="en-US" sz="2800" b="1" dirty="0">
                <a:solidFill>
                  <a:prstClr val="black"/>
                </a:solidFill>
                <a:latin typeface="Calibri"/>
              </a:rPr>
              <a:t>	</a:t>
            </a:r>
            <a:r>
              <a:rPr lang="hi-IN" sz="2800" b="1" dirty="0">
                <a:solidFill>
                  <a:prstClr val="black"/>
                </a:solidFill>
                <a:latin typeface="Calibri"/>
              </a:rPr>
              <a:t>राम लक्ष्मण जानकी</a:t>
            </a:r>
            <a:r>
              <a:rPr lang="en-US" sz="2800" b="1" dirty="0">
                <a:solidFill>
                  <a:prstClr val="black"/>
                </a:solidFill>
                <a:latin typeface="Calibri"/>
              </a:rPr>
              <a:t>	</a:t>
            </a:r>
            <a:r>
              <a:rPr lang="en-US" sz="2800" dirty="0" err="1">
                <a:solidFill>
                  <a:prstClr val="black"/>
                </a:solidFill>
                <a:latin typeface="URW Palladio IT" pitchFamily="2" charset="0"/>
              </a:rPr>
              <a:t>Räma</a:t>
            </a:r>
            <a:r>
              <a:rPr lang="en-US" sz="2800" dirty="0">
                <a:solidFill>
                  <a:prstClr val="black"/>
                </a:solidFill>
                <a:latin typeface="URW Palladio IT" pitchFamily="2" charset="0"/>
              </a:rPr>
              <a:t> </a:t>
            </a:r>
            <a:r>
              <a:rPr lang="en-US" sz="2800" dirty="0" err="1">
                <a:solidFill>
                  <a:prstClr val="black"/>
                </a:solidFill>
                <a:latin typeface="URW Palladio IT" pitchFamily="2" charset="0"/>
              </a:rPr>
              <a:t>La</a:t>
            </a:r>
            <a:r>
              <a:rPr lang="en-US" altLang="zh-CN" sz="2800" dirty="0" err="1">
                <a:solidFill>
                  <a:prstClr val="black"/>
                </a:solidFill>
                <a:latin typeface="URW Palladio IT" pitchFamily="2" charset="0"/>
                <a:ea typeface="宋体" panose="02010600030101010101" pitchFamily="2" charset="-122"/>
                <a:sym typeface="URW Palladio IT" pitchFamily="2" charset="0"/>
              </a:rPr>
              <a:t>kñ</a:t>
            </a:r>
            <a:r>
              <a:rPr lang="en-US" sz="2800" dirty="0" err="1">
                <a:solidFill>
                  <a:prstClr val="black"/>
                </a:solidFill>
                <a:latin typeface="URW Palladio IT" pitchFamily="2" charset="0"/>
              </a:rPr>
              <a:t>hmaëa</a:t>
            </a:r>
            <a:r>
              <a:rPr lang="en-US" sz="2800" dirty="0">
                <a:solidFill>
                  <a:prstClr val="black"/>
                </a:solidFill>
                <a:latin typeface="URW Palladio IT" pitchFamily="2" charset="0"/>
              </a:rPr>
              <a:t> </a:t>
            </a:r>
            <a:r>
              <a:rPr lang="en-US" sz="2800" dirty="0" err="1">
                <a:solidFill>
                  <a:prstClr val="black"/>
                </a:solidFill>
                <a:latin typeface="URW Palladio IT" pitchFamily="2" charset="0"/>
              </a:rPr>
              <a:t>Jänaké</a:t>
            </a:r>
            <a:endParaRPr lang="en-US" sz="2800" dirty="0">
              <a:solidFill>
                <a:prstClr val="black"/>
              </a:solidFill>
              <a:latin typeface="URW Palladio IT" pitchFamily="2" charset="0"/>
            </a:endParaRPr>
          </a:p>
          <a:p>
            <a:pPr defTabSz="914309"/>
            <a:r>
              <a:rPr lang="en-US" sz="2800" b="1" dirty="0">
                <a:solidFill>
                  <a:prstClr val="black"/>
                </a:solidFill>
                <a:latin typeface="Calibri"/>
              </a:rPr>
              <a:t>	</a:t>
            </a:r>
            <a:r>
              <a:rPr lang="hi-IN" sz="2800" b="1" dirty="0">
                <a:solidFill>
                  <a:prstClr val="black"/>
                </a:solidFill>
                <a:latin typeface="Calibri"/>
              </a:rPr>
              <a:t>जय बोलो हनुमान की</a:t>
            </a:r>
            <a:r>
              <a:rPr lang="en-US" sz="2800" b="1" dirty="0">
                <a:solidFill>
                  <a:prstClr val="black"/>
                </a:solidFill>
                <a:latin typeface="Calibri"/>
              </a:rPr>
              <a:t>	</a:t>
            </a:r>
            <a:r>
              <a:rPr lang="en-US" sz="2800" dirty="0">
                <a:solidFill>
                  <a:prstClr val="black"/>
                </a:solidFill>
                <a:latin typeface="URW Palladio IT" pitchFamily="2" charset="0"/>
              </a:rPr>
              <a:t> Jaya Bolo </a:t>
            </a:r>
            <a:r>
              <a:rPr lang="en-US" sz="2800" dirty="0" err="1">
                <a:solidFill>
                  <a:prstClr val="black"/>
                </a:solidFill>
                <a:latin typeface="URW Palladio IT" pitchFamily="2" charset="0"/>
              </a:rPr>
              <a:t>Hanumäna</a:t>
            </a:r>
            <a:r>
              <a:rPr lang="en-US" sz="2800" dirty="0">
                <a:solidFill>
                  <a:prstClr val="black"/>
                </a:solidFill>
                <a:latin typeface="URW Palladio IT" pitchFamily="2" charset="0"/>
              </a:rPr>
              <a:t> </a:t>
            </a:r>
            <a:r>
              <a:rPr lang="en-US" sz="2800" dirty="0" err="1">
                <a:solidFill>
                  <a:prstClr val="black"/>
                </a:solidFill>
                <a:latin typeface="URW Palladio IT" pitchFamily="2" charset="0"/>
              </a:rPr>
              <a:t>Ké</a:t>
            </a:r>
            <a:endParaRPr lang="en-CA" sz="2800" b="1" dirty="0">
              <a:solidFill>
                <a:prstClr val="black"/>
              </a:solidFill>
              <a:latin typeface="Calibri"/>
            </a:endParaRPr>
          </a:p>
          <a:p>
            <a:pPr defTabSz="914309"/>
            <a:r>
              <a:rPr lang="en-CA" sz="2800" b="1" dirty="0">
                <a:solidFill>
                  <a:prstClr val="black"/>
                </a:solidFill>
                <a:latin typeface="Calibri"/>
              </a:rPr>
              <a:t>			  </a:t>
            </a:r>
            <a:r>
              <a:rPr lang="kn-IN" sz="2800" b="1" dirty="0">
                <a:solidFill>
                  <a:prstClr val="black"/>
                </a:solidFill>
                <a:latin typeface="Calibri"/>
              </a:rPr>
              <a:t>ರಾಮ ಲಕ್ಷ್ಮಣ </a:t>
            </a:r>
            <a:r>
              <a:rPr lang="kn-IN" sz="2800" b="1" dirty="0" err="1">
                <a:solidFill>
                  <a:prstClr val="black"/>
                </a:solidFill>
                <a:latin typeface="Calibri"/>
              </a:rPr>
              <a:t>ಜಾನಕೀ</a:t>
            </a:r>
            <a:endParaRPr lang="kn-IN" sz="2800" b="1" dirty="0">
              <a:solidFill>
                <a:prstClr val="black"/>
              </a:solidFill>
              <a:latin typeface="Calibri"/>
            </a:endParaRPr>
          </a:p>
          <a:p>
            <a:pPr algn="ctr" defTabSz="914309"/>
            <a:r>
              <a:rPr lang="kn-IN" sz="2800" b="1" dirty="0">
                <a:solidFill>
                  <a:prstClr val="black"/>
                </a:solidFill>
                <a:latin typeface="Calibri"/>
              </a:rPr>
              <a:t>ಜೈ </a:t>
            </a:r>
            <a:r>
              <a:rPr lang="kn-IN" sz="2800" b="1" dirty="0" err="1">
                <a:solidFill>
                  <a:prstClr val="black"/>
                </a:solidFill>
                <a:latin typeface="Calibri"/>
              </a:rPr>
              <a:t>ಬೋಲೋ</a:t>
            </a:r>
            <a:r>
              <a:rPr lang="kn-IN" sz="2800" b="1" dirty="0">
                <a:solidFill>
                  <a:prstClr val="black"/>
                </a:solidFill>
                <a:latin typeface="Calibri"/>
              </a:rPr>
              <a:t> </a:t>
            </a:r>
            <a:r>
              <a:rPr lang="kn-IN" sz="2800" b="1" dirty="0" err="1">
                <a:solidFill>
                  <a:prstClr val="black"/>
                </a:solidFill>
                <a:latin typeface="Calibri"/>
              </a:rPr>
              <a:t>ಹನುಮಾನ್</a:t>
            </a:r>
            <a:r>
              <a:rPr lang="kn-IN" sz="2800" b="1" dirty="0">
                <a:solidFill>
                  <a:prstClr val="black"/>
                </a:solidFill>
                <a:latin typeface="Calibri"/>
              </a:rPr>
              <a:t> ಕೀ</a:t>
            </a:r>
            <a:endParaRPr lang="en-CA" sz="2800" b="1" dirty="0">
              <a:solidFill>
                <a:prstClr val="black"/>
              </a:solidFill>
              <a:latin typeface="Calibri"/>
            </a:endParaRPr>
          </a:p>
          <a:p>
            <a:pPr defTabSz="914309"/>
            <a:endParaRPr lang="en-IN" sz="2800" b="1" dirty="0">
              <a:solidFill>
                <a:prstClr val="black"/>
              </a:solidFill>
              <a:latin typeface="Calibri"/>
            </a:endParaRPr>
          </a:p>
        </p:txBody>
      </p:sp>
      <p:pic>
        <p:nvPicPr>
          <p:cNvPr id="73732" name="Picture 5" descr="C:\Users\GATEWAY\Desktop\HANUMAN_LANKA_by_VISHNU108.gif"/>
          <p:cNvPicPr>
            <a:picLocks noChangeAspect="1" noChangeArrowheads="1" noCrop="1"/>
          </p:cNvPicPr>
          <p:nvPr/>
        </p:nvPicPr>
        <p:blipFill>
          <a:blip r:embed="rId2"/>
          <a:srcRect/>
          <a:stretch>
            <a:fillRect/>
          </a:stretch>
        </p:blipFill>
        <p:spPr bwMode="auto">
          <a:xfrm>
            <a:off x="2209913" y="9626"/>
            <a:ext cx="7848373" cy="4790936"/>
          </a:xfrm>
          <a:prstGeom prst="rect">
            <a:avLst/>
          </a:prstGeom>
          <a:noFill/>
          <a:ln w="9525">
            <a:noFill/>
            <a:miter lim="800000"/>
            <a:headEnd/>
            <a:tailEnd/>
          </a:ln>
        </p:spPr>
      </p:pic>
    </p:spTree>
    <p:extLst>
      <p:ext uri="{BB962C8B-B14F-4D97-AF65-F5344CB8AC3E}">
        <p14:creationId xmlns:p14="http://schemas.microsoft.com/office/powerpoint/2010/main" val="9543774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200" y="5418153"/>
            <a:ext cx="106595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914400" y="3276613"/>
            <a:ext cx="103632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8800" b="1" i="1" dirty="0">
                <a:latin typeface="DFKai-SB" pitchFamily="65" charset="-120"/>
                <a:ea typeface="DFKai-SB" pitchFamily="65" charset="-120"/>
              </a:rPr>
              <a:t>ALL TOGETHER</a:t>
            </a:r>
            <a:endParaRPr lang="en-IN" sz="8800" b="1" i="1" dirty="0">
              <a:latin typeface="DFKai-SB" pitchFamily="65" charset="-120"/>
              <a:ea typeface="DFKai-SB" pitchFamily="65" charset="-120"/>
            </a:endParaRPr>
          </a:p>
          <a:p>
            <a:pPr eaLnBrk="1" hangingPunct="1"/>
            <a:endParaRPr lang="en-US" sz="8800" dirty="0">
              <a:solidFill>
                <a:prstClr val="black"/>
              </a:solidFill>
              <a:latin typeface="AGaramond Bold" pitchFamily="18" charset="0"/>
            </a:endParaRPr>
          </a:p>
        </p:txBody>
      </p:sp>
      <p:sp>
        <p:nvSpPr>
          <p:cNvPr id="6" name="Subtitle 2"/>
          <p:cNvSpPr txBox="1">
            <a:spLocks/>
          </p:cNvSpPr>
          <p:nvPr/>
        </p:nvSpPr>
        <p:spPr bwMode="auto">
          <a:xfrm>
            <a:off x="0" y="1447800"/>
            <a:ext cx="1219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smtClean="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7838822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6386" name="Rectangle 1"/>
          <p:cNvSpPr>
            <a:spLocks noChangeArrowheads="1"/>
          </p:cNvSpPr>
          <p:nvPr/>
        </p:nvSpPr>
        <p:spPr bwMode="auto">
          <a:xfrm>
            <a:off x="4038600" y="4572000"/>
            <a:ext cx="4648200" cy="1415772"/>
          </a:xfrm>
          <a:prstGeom prst="rect">
            <a:avLst/>
          </a:prstGeom>
          <a:solidFill>
            <a:schemeClr val="accent2">
              <a:lumMod val="60000"/>
              <a:lumOff val="40000"/>
            </a:schemeClr>
          </a:solidFill>
          <a:ln>
            <a:noFill/>
          </a:ln>
          <a:extLst/>
        </p:spPr>
        <p:txBody>
          <a:bodyPr wrap="square">
            <a:spAutoFit/>
          </a:bodyPr>
          <a:lstStyle/>
          <a:p>
            <a:pPr algn="ctr" eaLnBrk="0" fontAlgn="base" hangingPunct="0">
              <a:spcBef>
                <a:spcPct val="0"/>
              </a:spcBef>
              <a:spcAft>
                <a:spcPts val="600"/>
              </a:spcAft>
            </a:pPr>
            <a:r>
              <a:rPr lang="en-IN" sz="2400" b="1" dirty="0" err="1">
                <a:solidFill>
                  <a:srgbClr val="FFFFFF"/>
                </a:solidFill>
                <a:latin typeface="URW Palladio IT" pitchFamily="2" charset="0"/>
              </a:rPr>
              <a:t>Karmayogaçlokasaìgrahaù</a:t>
            </a:r>
            <a:endParaRPr lang="en-US" sz="2400" b="1" dirty="0">
              <a:solidFill>
                <a:srgbClr val="FFFFFF"/>
              </a:solidFill>
              <a:latin typeface="Sanskrit 99" pitchFamily="2" charset="0"/>
            </a:endParaRPr>
          </a:p>
          <a:p>
            <a:pPr algn="ctr" eaLnBrk="0" fontAlgn="base" hangingPunct="0">
              <a:spcBef>
                <a:spcPct val="0"/>
              </a:spcBef>
              <a:spcAft>
                <a:spcPts val="600"/>
              </a:spcAft>
            </a:pPr>
            <a:r>
              <a:rPr lang="kn-IN" sz="2400" b="1" dirty="0">
                <a:solidFill>
                  <a:srgbClr val="FFFFFF"/>
                </a:solidFill>
              </a:rPr>
              <a:t>ಕರ್ಮಯೋಗ ಶ್ಲೋಕ ಸಂಗ್ರಹಃ</a:t>
            </a:r>
            <a:endParaRPr lang="en-US" sz="2400" b="1" dirty="0">
              <a:solidFill>
                <a:srgbClr val="FFFFFF"/>
              </a:solidFill>
              <a:latin typeface="Sanskrit 99" pitchFamily="2" charset="0"/>
            </a:endParaRPr>
          </a:p>
          <a:p>
            <a:pPr algn="ctr" eaLnBrk="0" fontAlgn="base" hangingPunct="0">
              <a:spcBef>
                <a:spcPct val="0"/>
              </a:spcBef>
              <a:spcAft>
                <a:spcPct val="0"/>
              </a:spcAft>
            </a:pPr>
            <a:r>
              <a:rPr lang="en-US" sz="2800" b="1" dirty="0" err="1">
                <a:solidFill>
                  <a:srgbClr val="FFFFFF"/>
                </a:solidFill>
                <a:latin typeface="Sanskrit 99" pitchFamily="2" charset="0"/>
              </a:rPr>
              <a:t>kmRyaegðaeks'œ¢h</a:t>
            </a:r>
            <a:r>
              <a:rPr lang="en-US" sz="2800" b="1" dirty="0">
                <a:solidFill>
                  <a:srgbClr val="FFFFFF"/>
                </a:solidFill>
                <a:latin typeface="Sanskrit 99" pitchFamily="2" charset="0"/>
              </a:rPr>
              <a:t>&gt;</a:t>
            </a:r>
          </a:p>
        </p:txBody>
      </p:sp>
    </p:spTree>
    <p:extLst>
      <p:ext uri="{BB962C8B-B14F-4D97-AF65-F5344CB8AC3E}">
        <p14:creationId xmlns:p14="http://schemas.microsoft.com/office/powerpoint/2010/main" val="351804758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US" sz="4800" b="1" dirty="0" err="1">
                <a:solidFill>
                  <a:srgbClr val="000000"/>
                </a:solidFill>
                <a:latin typeface="Sanskrit 99" pitchFamily="2" charset="0"/>
              </a:rPr>
              <a:t>Xyanðaek</a:t>
            </a:r>
            <a:r>
              <a:rPr lang="en-US" sz="4800" b="1" dirty="0">
                <a:solidFill>
                  <a:srgbClr val="000000"/>
                </a:solidFill>
                <a:latin typeface="Sanskrit 99" pitchFamily="2" charset="0"/>
              </a:rPr>
              <a:t>&gt;  </a:t>
            </a:r>
          </a:p>
          <a:p>
            <a:pPr marL="0" indent="0" algn="ctr" eaLnBrk="1" hangingPunct="1">
              <a:lnSpc>
                <a:spcPct val="150000"/>
              </a:lnSpc>
              <a:buNone/>
            </a:pPr>
            <a:r>
              <a:rPr lang="en-US" sz="4800" b="1" dirty="0" err="1">
                <a:solidFill>
                  <a:srgbClr val="000000"/>
                </a:solidFill>
                <a:latin typeface="URW Palladio IT" pitchFamily="2" charset="0"/>
              </a:rPr>
              <a:t>Dhyänaçlokaù</a:t>
            </a:r>
            <a:endParaRPr lang="en-US" sz="4800" b="1" dirty="0">
              <a:solidFill>
                <a:srgbClr val="000000"/>
              </a:solidFill>
              <a:latin typeface="URW Palladio IT" pitchFamily="2" charset="0"/>
            </a:endParaRPr>
          </a:p>
          <a:p>
            <a:pPr marL="0" indent="0" algn="ctr" eaLnBrk="1" hangingPunct="1">
              <a:lnSpc>
                <a:spcPct val="150000"/>
              </a:lnSpc>
              <a:buNone/>
            </a:pPr>
            <a:r>
              <a:rPr lang="en-IN" sz="4800" b="1" dirty="0" err="1"/>
              <a:t>ಧ್ಯಾನಶ್ಲೋಕಃ</a:t>
            </a:r>
            <a:endParaRPr lang="en-US" sz="4800" b="1" dirty="0"/>
          </a:p>
        </p:txBody>
      </p:sp>
    </p:spTree>
    <p:extLst>
      <p:ext uri="{BB962C8B-B14F-4D97-AF65-F5344CB8AC3E}">
        <p14:creationId xmlns:p14="http://schemas.microsoft.com/office/powerpoint/2010/main" val="254096507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952625" y="457200"/>
            <a:ext cx="824388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4000" dirty="0" err="1">
                <a:solidFill>
                  <a:srgbClr val="000000"/>
                </a:solidFill>
                <a:latin typeface="Sanskrit 99" pitchFamily="2" charset="0"/>
              </a:rPr>
              <a:t>parazyRvc</a:t>
            </a:r>
            <a:r>
              <a:rPr lang="en-IN" sz="4000" dirty="0" err="1">
                <a:solidFill>
                  <a:srgbClr val="000000"/>
                </a:solidFill>
                <a:latin typeface="Sanskrit 99" pitchFamily="2" charset="0"/>
              </a:rPr>
              <a:t>Ss</a:t>
            </a:r>
            <a:r>
              <a:rPr lang="en-US" sz="4000" dirty="0" err="1">
                <a:solidFill>
                  <a:srgbClr val="000000"/>
                </a:solidFill>
                <a:latin typeface="Sanskrit 99" pitchFamily="2" charset="0"/>
              </a:rPr>
              <a:t>raejmml</a:t>
            </a:r>
            <a:r>
              <a:rPr lang="en-US" sz="4000" dirty="0">
                <a:solidFill>
                  <a:srgbClr val="000000"/>
                </a:solidFill>
                <a:latin typeface="Sanskrit 99" pitchFamily="2" charset="0"/>
              </a:rPr>
              <a:t>&lt; </a:t>
            </a:r>
            <a:r>
              <a:rPr lang="en-US" sz="4000" dirty="0" err="1">
                <a:solidFill>
                  <a:srgbClr val="000000"/>
                </a:solidFill>
                <a:latin typeface="Sanskrit 99" pitchFamily="2" charset="0"/>
              </a:rPr>
              <a:t>gItawRgNxaeTkq</a:t>
            </a:r>
            <a:r>
              <a:rPr lang="en-US" sz="4000" dirty="0">
                <a:solidFill>
                  <a:srgbClr val="000000"/>
                </a:solidFill>
                <a:latin typeface="Sanskrit 99" pitchFamily="2" charset="0"/>
              </a:rPr>
              <a:t>&lt; </a:t>
            </a:r>
          </a:p>
          <a:p>
            <a:pPr algn="ctr" eaLnBrk="1" hangingPunct="1">
              <a:lnSpc>
                <a:spcPct val="150000"/>
              </a:lnSpc>
            </a:pPr>
            <a:r>
              <a:rPr lang="en-US" sz="4000" dirty="0" err="1">
                <a:solidFill>
                  <a:srgbClr val="000000"/>
                </a:solidFill>
                <a:latin typeface="Sanskrit 99" pitchFamily="2" charset="0"/>
              </a:rPr>
              <a:t>nanaOyankkesr</a:t>
            </a:r>
            <a:r>
              <a:rPr lang="en-US" sz="4000" dirty="0">
                <a:solidFill>
                  <a:srgbClr val="000000"/>
                </a:solidFill>
                <a:latin typeface="Sanskrit 99" pitchFamily="2" charset="0"/>
              </a:rPr>
              <a:t>&lt; </a:t>
            </a:r>
            <a:r>
              <a:rPr lang="en-US" sz="4000" dirty="0" err="1">
                <a:solidFill>
                  <a:srgbClr val="000000"/>
                </a:solidFill>
                <a:latin typeface="Sanskrit 99" pitchFamily="2" charset="0"/>
              </a:rPr>
              <a:t>hirkwasMbaexnabaeixtm</a:t>
            </a:r>
            <a:r>
              <a:rPr lang="en-US" sz="4000" dirty="0">
                <a:solidFill>
                  <a:srgbClr val="000000"/>
                </a:solidFill>
                <a:latin typeface="Sanskrit 99" pitchFamily="2" charset="0"/>
              </a:rPr>
              <a:t>!,</a:t>
            </a:r>
          </a:p>
        </p:txBody>
      </p:sp>
      <p:sp>
        <p:nvSpPr>
          <p:cNvPr id="9" name="Rectangle 2"/>
          <p:cNvSpPr>
            <a:spLocks noChangeArrowheads="1"/>
          </p:cNvSpPr>
          <p:nvPr/>
        </p:nvSpPr>
        <p:spPr bwMode="auto">
          <a:xfrm>
            <a:off x="1524000" y="2667000"/>
            <a:ext cx="9144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2800" dirty="0" err="1">
                <a:solidFill>
                  <a:srgbClr val="000000"/>
                </a:solidFill>
                <a:latin typeface="URW Palladio IT" pitchFamily="2" charset="0"/>
              </a:rPr>
              <a:t>Päräçaryavacassarojamamalaà</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gétärthagandhotkaöaà</a:t>
            </a:r>
            <a:r>
              <a:rPr lang="en-US" sz="2800" dirty="0">
                <a:solidFill>
                  <a:srgbClr val="000000"/>
                </a:solidFill>
                <a:latin typeface="URW Palladio IT" pitchFamily="2" charset="0"/>
              </a:rPr>
              <a:t> </a:t>
            </a:r>
          </a:p>
          <a:p>
            <a:pPr algn="ctr" eaLnBrk="1" hangingPunct="1">
              <a:lnSpc>
                <a:spcPct val="150000"/>
              </a:lnSpc>
            </a:pPr>
            <a:r>
              <a:rPr lang="en-US" sz="2800" dirty="0" err="1">
                <a:solidFill>
                  <a:srgbClr val="000000"/>
                </a:solidFill>
                <a:latin typeface="URW Palladio IT" pitchFamily="2" charset="0"/>
              </a:rPr>
              <a:t>Nänäkhyänakakesaraà</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harikathäsambodhanäbodhitam</a:t>
            </a:r>
            <a:r>
              <a:rPr lang="en-US" sz="2800" dirty="0">
                <a:solidFill>
                  <a:srgbClr val="000000"/>
                </a:solidFill>
                <a:latin typeface="URW Palladio IT" pitchFamily="2" charset="0"/>
              </a:rPr>
              <a:t> </a:t>
            </a:r>
          </a:p>
        </p:txBody>
      </p:sp>
      <p:sp>
        <p:nvSpPr>
          <p:cNvPr id="10" name="Rectangle 1"/>
          <p:cNvSpPr>
            <a:spLocks noChangeArrowheads="1"/>
          </p:cNvSpPr>
          <p:nvPr/>
        </p:nvSpPr>
        <p:spPr bwMode="auto">
          <a:xfrm>
            <a:off x="1503363" y="4572000"/>
            <a:ext cx="914400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IN" sz="3200" b="1"/>
              <a:t>ಪಾರಾಶರ್ಯವಚಸ್ಸರೋಜಮಮಲಂ ಗೀತಾರ್ಥಗಂಧೋತ್ಕಟಂ ನಾನಾಖ್ಯಾನಕಕೇಸರಂ ಹರಿಕಥಾ ಸಂ</a:t>
            </a:r>
            <a:r>
              <a:rPr lang="kn-IN" sz="3200" b="1"/>
              <a:t>ಬೋ</a:t>
            </a:r>
            <a:r>
              <a:rPr lang="en-IN" sz="3200" b="1"/>
              <a:t>ಧನಾ </a:t>
            </a:r>
            <a:r>
              <a:rPr lang="kn-IN" sz="3200" b="1"/>
              <a:t>ಬೋ</a:t>
            </a:r>
            <a:r>
              <a:rPr lang="en-IN" sz="3200" b="1"/>
              <a:t>ಧಿತಮ್</a:t>
            </a:r>
          </a:p>
        </p:txBody>
      </p:sp>
    </p:spTree>
    <p:extLst>
      <p:ext uri="{BB962C8B-B14F-4D97-AF65-F5344CB8AC3E}">
        <p14:creationId xmlns:p14="http://schemas.microsoft.com/office/powerpoint/2010/main" val="337756048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2003426" y="304801"/>
            <a:ext cx="82454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sz="4000">
                <a:solidFill>
                  <a:srgbClr val="000000"/>
                </a:solidFill>
                <a:latin typeface="Sanskrit 99" pitchFamily="2" charset="0"/>
              </a:rPr>
              <a:t>laeke s¾n;qœpdErhrh&gt; pepIyman&lt; muda </a:t>
            </a:r>
          </a:p>
          <a:p>
            <a:pPr algn="ctr" eaLnBrk="1" hangingPunct="1"/>
            <a:r>
              <a:rPr lang="en-US" sz="4000">
                <a:solidFill>
                  <a:srgbClr val="000000"/>
                </a:solidFill>
                <a:latin typeface="Sanskrit 99" pitchFamily="2" charset="0"/>
              </a:rPr>
              <a:t>ÉUyaÑartp»j&lt; kilmlàXv&lt;is n&gt;ïeyse.</a:t>
            </a:r>
          </a:p>
        </p:txBody>
      </p:sp>
      <p:sp>
        <p:nvSpPr>
          <p:cNvPr id="9" name="Rectangle 2"/>
          <p:cNvSpPr>
            <a:spLocks noChangeArrowheads="1"/>
          </p:cNvSpPr>
          <p:nvPr/>
        </p:nvSpPr>
        <p:spPr bwMode="auto">
          <a:xfrm>
            <a:off x="1506538" y="1752601"/>
            <a:ext cx="914400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2400">
                <a:solidFill>
                  <a:srgbClr val="000000"/>
                </a:solidFill>
                <a:latin typeface="URW Palladio IT" pitchFamily="2" charset="0"/>
              </a:rPr>
              <a:t>Loke sajjanañaöpadairaharahaù pepéyamänaà mudä </a:t>
            </a:r>
          </a:p>
          <a:p>
            <a:pPr algn="ctr" eaLnBrk="1" hangingPunct="1">
              <a:lnSpc>
                <a:spcPct val="150000"/>
              </a:lnSpc>
            </a:pPr>
            <a:r>
              <a:rPr lang="en-US" sz="2400">
                <a:solidFill>
                  <a:srgbClr val="000000"/>
                </a:solidFill>
                <a:latin typeface="URW Palladio IT" pitchFamily="2" charset="0"/>
              </a:rPr>
              <a:t>Bhüyädbhäratapaìkajaà kalimalapradhvaàsi naù çreyase </a:t>
            </a:r>
            <a:endParaRPr lang="en-US" sz="2400"/>
          </a:p>
        </p:txBody>
      </p:sp>
      <p:sp>
        <p:nvSpPr>
          <p:cNvPr id="10" name="Rectangle 1"/>
          <p:cNvSpPr>
            <a:spLocks noChangeArrowheads="1"/>
          </p:cNvSpPr>
          <p:nvPr/>
        </p:nvSpPr>
        <p:spPr bwMode="auto">
          <a:xfrm>
            <a:off x="1506538" y="4724400"/>
            <a:ext cx="9144001"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just">
              <a:lnSpc>
                <a:spcPct val="102000"/>
              </a:lnSpc>
            </a:pPr>
            <a:r>
              <a:rPr lang="en-US" sz="2400">
                <a:latin typeface="Garamond" pitchFamily="18" charset="0"/>
                <a:cs typeface="Times New Roman" pitchFamily="18" charset="0"/>
              </a:rPr>
              <a:t>May this lotus of the </a:t>
            </a:r>
            <a:r>
              <a:rPr lang="en-US" sz="2400" i="1">
                <a:latin typeface="Garamond" pitchFamily="18" charset="0"/>
                <a:cs typeface="Times New Roman" pitchFamily="18" charset="0"/>
              </a:rPr>
              <a:t>Mahabharata, </a:t>
            </a:r>
            <a:r>
              <a:rPr lang="en-US" sz="2400">
                <a:latin typeface="Garamond" pitchFamily="18" charset="0"/>
                <a:cs typeface="Times New Roman" pitchFamily="18" charset="0"/>
              </a:rPr>
              <a:t>born in the lake of the words of Vyasa, sweet with the fragrance of the  meaning of the </a:t>
            </a:r>
            <a:r>
              <a:rPr lang="en-US" sz="2400" i="1">
                <a:latin typeface="Garamond" pitchFamily="18" charset="0"/>
                <a:cs typeface="Times New Roman" pitchFamily="18" charset="0"/>
              </a:rPr>
              <a:t>Gita, </a:t>
            </a:r>
            <a:r>
              <a:rPr lang="en-US" sz="2400">
                <a:latin typeface="Garamond" pitchFamily="18" charset="0"/>
                <a:cs typeface="Times New Roman" pitchFamily="18" charset="0"/>
              </a:rPr>
              <a:t>with many stories as its stamens, fully opened by the discourses of Hari, the destroyer of the sins of Kali, and drunk joyously by the bees of good men in the world, become day by day the bestower of good to us!</a:t>
            </a:r>
            <a:endParaRPr lang="en-US" sz="2000">
              <a:latin typeface="Garamond" pitchFamily="18" charset="0"/>
              <a:cs typeface="Times New Roman" pitchFamily="18" charset="0"/>
            </a:endParaRPr>
          </a:p>
        </p:txBody>
      </p:sp>
      <p:sp>
        <p:nvSpPr>
          <p:cNvPr id="11" name="Rectangle 1"/>
          <p:cNvSpPr>
            <a:spLocks noChangeArrowheads="1"/>
          </p:cNvSpPr>
          <p:nvPr/>
        </p:nvSpPr>
        <p:spPr bwMode="auto">
          <a:xfrm>
            <a:off x="1493838" y="3200401"/>
            <a:ext cx="91440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IN" sz="2400" b="1" dirty="0" err="1"/>
              <a:t>ಲೋಕೇ</a:t>
            </a:r>
            <a:r>
              <a:rPr lang="en-IN" sz="2400" b="1" dirty="0"/>
              <a:t> </a:t>
            </a:r>
            <a:r>
              <a:rPr lang="en-IN" sz="2400" b="1" dirty="0" err="1"/>
              <a:t>ಸಜ್ಜನಷಟ್ಪದೈರಹರ</a:t>
            </a:r>
            <a:r>
              <a:rPr lang="kn-IN" sz="2400" b="1" dirty="0"/>
              <a:t>ಹಃ</a:t>
            </a:r>
            <a:r>
              <a:rPr lang="en-IN" sz="2400" b="1" dirty="0"/>
              <a:t>  </a:t>
            </a:r>
            <a:r>
              <a:rPr lang="en-IN" sz="2400" b="1" dirty="0" err="1"/>
              <a:t>ಪೇಪೀಯಮಾನಂ</a:t>
            </a:r>
            <a:r>
              <a:rPr lang="en-IN" sz="2400" b="1" dirty="0"/>
              <a:t> </a:t>
            </a:r>
            <a:r>
              <a:rPr lang="en-IN" sz="2400" b="1" dirty="0" err="1"/>
              <a:t>ಮುದಾ</a:t>
            </a:r>
            <a:r>
              <a:rPr lang="en-IN" sz="2400" b="1" dirty="0"/>
              <a:t> </a:t>
            </a:r>
          </a:p>
          <a:p>
            <a:pPr algn="ctr"/>
            <a:r>
              <a:rPr lang="en-IN" sz="2400" b="1" dirty="0" err="1"/>
              <a:t>ಭೂಯಾದ್ಭಾರತಪಂಕಜಂ</a:t>
            </a:r>
            <a:r>
              <a:rPr lang="en-IN" sz="2400" b="1" dirty="0"/>
              <a:t> </a:t>
            </a:r>
            <a:r>
              <a:rPr lang="en-IN" sz="2400" b="1" dirty="0" err="1"/>
              <a:t>ಕಲಿಮಲಪ್ರಧ್ವಂಸಿ</a:t>
            </a:r>
            <a:r>
              <a:rPr lang="en-IN" sz="2400" b="1" dirty="0"/>
              <a:t> </a:t>
            </a:r>
            <a:r>
              <a:rPr lang="en-IN" sz="2400" b="1" dirty="0" err="1"/>
              <a:t>ನಃಶ್ರೇಯಸೇ</a:t>
            </a:r>
            <a:endParaRPr lang="en-IN" sz="2400" b="1" dirty="0"/>
          </a:p>
        </p:txBody>
      </p:sp>
    </p:spTree>
    <p:extLst>
      <p:ext uri="{BB962C8B-B14F-4D97-AF65-F5344CB8AC3E}">
        <p14:creationId xmlns:p14="http://schemas.microsoft.com/office/powerpoint/2010/main" val="144522640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7"/>
          <p:cNvSpPr>
            <a:spLocks noChangeArrowheads="1"/>
          </p:cNvSpPr>
          <p:nvPr/>
        </p:nvSpPr>
        <p:spPr bwMode="auto">
          <a:xfrm>
            <a:off x="1887538" y="304801"/>
            <a:ext cx="8628062" cy="406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4400">
                <a:solidFill>
                  <a:srgbClr val="000000"/>
                </a:solidFill>
                <a:latin typeface="Sanskrit 99" pitchFamily="2" charset="0"/>
              </a:rPr>
              <a:t>.Aw ïImÑgvÌItasu 					          kmRyaegðaeks'œ¢h&gt;.</a:t>
            </a:r>
          </a:p>
          <a:p>
            <a:pPr eaLnBrk="1" hangingPunct="1">
              <a:lnSpc>
                <a:spcPct val="150000"/>
              </a:lnSpc>
            </a:pPr>
            <a:r>
              <a:rPr lang="en-US" sz="3200">
                <a:solidFill>
                  <a:srgbClr val="000000"/>
                </a:solidFill>
                <a:latin typeface="URW Palladio IT" pitchFamily="2" charset="0"/>
              </a:rPr>
              <a:t>||Atha çrémadbhagavadgétäsu               	    				karmayogaçlokasaìgrahaù ||</a:t>
            </a:r>
            <a:endParaRPr lang="en-US" sz="3200"/>
          </a:p>
          <a:p>
            <a:pPr algn="ctr" eaLnBrk="1" hangingPunct="1">
              <a:lnSpc>
                <a:spcPct val="150000"/>
              </a:lnSpc>
            </a:pPr>
            <a:endParaRPr lang="en-US" sz="2000"/>
          </a:p>
        </p:txBody>
      </p:sp>
      <p:sp>
        <p:nvSpPr>
          <p:cNvPr id="9" name="Rectangle 1"/>
          <p:cNvSpPr>
            <a:spLocks noChangeArrowheads="1"/>
          </p:cNvSpPr>
          <p:nvPr/>
        </p:nvSpPr>
        <p:spPr bwMode="auto">
          <a:xfrm>
            <a:off x="1981200" y="4114800"/>
            <a:ext cx="84582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IN" sz="3600" b="1"/>
              <a:t>ಅಥ ಶ್ರೀಮದ್ಭಗವದ್ಗೀತಾಸು </a:t>
            </a:r>
          </a:p>
          <a:p>
            <a:pPr algn="ctr">
              <a:lnSpc>
                <a:spcPct val="150000"/>
              </a:lnSpc>
            </a:pPr>
            <a:r>
              <a:rPr lang="en-IN" sz="3600" b="1"/>
              <a:t>           ಕರ್ಮಯೋಗಶ್ಲೋಕ ಸಂಗ್ರಹಃ</a:t>
            </a:r>
          </a:p>
          <a:p>
            <a:pPr>
              <a:lnSpc>
                <a:spcPct val="150000"/>
              </a:lnSpc>
            </a:pPr>
            <a:r>
              <a:rPr lang="en-IN" sz="3600" b="1"/>
              <a:t> </a:t>
            </a:r>
          </a:p>
        </p:txBody>
      </p:sp>
    </p:spTree>
    <p:extLst>
      <p:ext uri="{BB962C8B-B14F-4D97-AF65-F5344CB8AC3E}">
        <p14:creationId xmlns:p14="http://schemas.microsoft.com/office/powerpoint/2010/main" val="96665469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Content Placeholder 2"/>
          <p:cNvSpPr txBox="1">
            <a:spLocks/>
          </p:cNvSpPr>
          <p:nvPr/>
        </p:nvSpPr>
        <p:spPr>
          <a:xfrm>
            <a:off x="1981200" y="838200"/>
            <a:ext cx="8229600" cy="5410200"/>
          </a:xfrm>
          <a:prstGeom prst="rect">
            <a:avLst/>
          </a:prstGeom>
        </p:spPr>
        <p:txBody>
          <a:bodyPr/>
          <a:lstStyle/>
          <a:p>
            <a:pPr marL="342900" indent="-342900" algn="ctr">
              <a:lnSpc>
                <a:spcPct val="150000"/>
              </a:lnSpc>
              <a:spcBef>
                <a:spcPct val="20000"/>
              </a:spcBef>
              <a:defRPr/>
            </a:pPr>
            <a:r>
              <a:rPr lang="hi-IN" sz="7200" b="1" kern="0" dirty="0">
                <a:latin typeface="Sanskrit 2003" pitchFamily="2" charset="-78"/>
                <a:cs typeface="Sanskrit 2003" pitchFamily="2" charset="-78"/>
              </a:rPr>
              <a:t>अर्जुन उवाच</a:t>
            </a:r>
          </a:p>
          <a:p>
            <a:pPr marL="342900" indent="-342900" algn="ctr">
              <a:lnSpc>
                <a:spcPct val="150000"/>
              </a:lnSpc>
              <a:spcBef>
                <a:spcPct val="20000"/>
              </a:spcBef>
              <a:defRPr/>
            </a:pPr>
            <a:r>
              <a:rPr lang="en-US" sz="7200" b="1" kern="0" dirty="0">
                <a:latin typeface="URW Palladio IT" pitchFamily="2" charset="0"/>
                <a:cs typeface="Sanskrit 2003" pitchFamily="2" charset="-78"/>
              </a:rPr>
              <a:t>Arjuna </a:t>
            </a:r>
            <a:r>
              <a:rPr lang="en-US" sz="7200" b="1" kern="0" dirty="0" err="1">
                <a:latin typeface="URW Palladio IT" pitchFamily="2" charset="0"/>
                <a:cs typeface="Sanskrit 2003" pitchFamily="2" charset="-78"/>
              </a:rPr>
              <a:t>uvāca</a:t>
            </a:r>
            <a:endParaRPr lang="en-US" sz="7200" b="1" kern="0" dirty="0">
              <a:latin typeface="URW Palladio IT" pitchFamily="2" charset="0"/>
              <a:cs typeface="Sanskrit 2003" pitchFamily="2" charset="-78"/>
            </a:endParaRPr>
          </a:p>
          <a:p>
            <a:pPr marL="342900" indent="-342900" algn="ctr">
              <a:lnSpc>
                <a:spcPct val="150000"/>
              </a:lnSpc>
              <a:spcBef>
                <a:spcPct val="20000"/>
              </a:spcBef>
              <a:defRPr/>
            </a:pPr>
            <a:r>
              <a:rPr lang="kn-IN" sz="7200" b="1" kern="0" dirty="0">
                <a:latin typeface="Arial" charset="0"/>
                <a:cs typeface="Arial" charset="0"/>
              </a:rPr>
              <a:t>ಅರ್ಜುನ ಉವಾಚ</a:t>
            </a:r>
            <a:endParaRPr lang="en-US" sz="7200" kern="0" dirty="0"/>
          </a:p>
        </p:txBody>
      </p:sp>
    </p:spTree>
    <p:extLst>
      <p:ext uri="{BB962C8B-B14F-4D97-AF65-F5344CB8AC3E}">
        <p14:creationId xmlns:p14="http://schemas.microsoft.com/office/powerpoint/2010/main" val="325355371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638300" y="381001"/>
            <a:ext cx="90297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sz="4400">
                <a:latin typeface="Sanskrit 99" pitchFamily="2" charset="0"/>
              </a:rPr>
              <a:t>1	</a:t>
            </a:r>
            <a:r>
              <a:rPr lang="en-US" sz="3600">
                <a:latin typeface="Sanskrit 99" pitchFamily="2" charset="0"/>
              </a:rPr>
              <a:t>JyaysI ceTkmR[Ste  mta buiÏjRnadRn, </a:t>
            </a:r>
          </a:p>
          <a:p>
            <a:pPr algn="ctr" eaLnBrk="1" hangingPunct="1"/>
            <a:r>
              <a:rPr lang="en-US" sz="3600">
                <a:latin typeface="Sanskrit 99" pitchFamily="2" charset="0"/>
              </a:rPr>
              <a:t>tiTk&lt; kmRi[ "aere </a:t>
            </a:r>
            <a:r>
              <a:rPr lang="en-IN" sz="3600">
                <a:latin typeface="Sanskrit 99" pitchFamily="2" charset="0"/>
              </a:rPr>
              <a:t>ma&lt;</a:t>
            </a:r>
            <a:r>
              <a:rPr lang="en-US" sz="3600">
                <a:latin typeface="Sanskrit 99" pitchFamily="2" charset="0"/>
              </a:rPr>
              <a:t> inyaejyis kezv. 3</a:t>
            </a:r>
            <a:r>
              <a:rPr lang="en-US" sz="3600">
                <a:latin typeface="URW Palladio IT" pitchFamily="2" charset="0"/>
              </a:rPr>
              <a:t>.</a:t>
            </a:r>
            <a:r>
              <a:rPr lang="en-US" sz="3600">
                <a:latin typeface="Sanskrit 99" pitchFamily="2" charset="0"/>
              </a:rPr>
              <a:t>1.</a:t>
            </a:r>
          </a:p>
        </p:txBody>
      </p:sp>
      <p:sp>
        <p:nvSpPr>
          <p:cNvPr id="9" name="Rectangle 2"/>
          <p:cNvSpPr>
            <a:spLocks noChangeArrowheads="1"/>
          </p:cNvSpPr>
          <p:nvPr/>
        </p:nvSpPr>
        <p:spPr bwMode="auto">
          <a:xfrm>
            <a:off x="1771650" y="4876800"/>
            <a:ext cx="88201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sz="2400" b="1" dirty="0" err="1">
                <a:latin typeface="Garamond" pitchFamily="18" charset="0"/>
              </a:rPr>
              <a:t>Arjuna</a:t>
            </a:r>
            <a:r>
              <a:rPr lang="en-US" sz="2400" b="1" dirty="0">
                <a:latin typeface="Garamond" pitchFamily="18" charset="0"/>
              </a:rPr>
              <a:t> said:</a:t>
            </a:r>
          </a:p>
          <a:p>
            <a:pPr algn="ctr" eaLnBrk="1" hangingPunct="1"/>
            <a:r>
              <a:rPr lang="en-US" sz="2400" dirty="0">
                <a:latin typeface="Garamond" pitchFamily="18" charset="0"/>
              </a:rPr>
              <a:t>If it be thought by Thee that knowledge is superior to action, O Krishna, why then, O </a:t>
            </a:r>
            <a:r>
              <a:rPr lang="en-US" sz="2400" dirty="0" err="1">
                <a:latin typeface="Garamond" pitchFamily="18" charset="0"/>
              </a:rPr>
              <a:t>Kesava</a:t>
            </a:r>
            <a:r>
              <a:rPr lang="en-US" sz="2400" dirty="0">
                <a:latin typeface="Garamond" pitchFamily="18" charset="0"/>
              </a:rPr>
              <a:t>, dost Thou ask me to engage in this terrible action?</a:t>
            </a:r>
          </a:p>
        </p:txBody>
      </p:sp>
      <p:sp>
        <p:nvSpPr>
          <p:cNvPr id="10" name="Rectangle 3"/>
          <p:cNvSpPr>
            <a:spLocks noChangeArrowheads="1"/>
          </p:cNvSpPr>
          <p:nvPr/>
        </p:nvSpPr>
        <p:spPr bwMode="auto">
          <a:xfrm>
            <a:off x="1524000" y="2133600"/>
            <a:ext cx="90297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sz="2800" dirty="0">
                <a:solidFill>
                  <a:srgbClr val="002060"/>
                </a:solidFill>
                <a:latin typeface="URW Palladio IT" pitchFamily="2" charset="0"/>
              </a:rPr>
              <a:t>1</a:t>
            </a:r>
            <a:r>
              <a:rPr lang="en-US" sz="2800" dirty="0">
                <a:latin typeface="URW Palladio IT" pitchFamily="2" charset="0"/>
              </a:rPr>
              <a:t> 	</a:t>
            </a:r>
            <a:r>
              <a:rPr lang="en-US" sz="2800" dirty="0" err="1">
                <a:latin typeface="URW Palladio IT" pitchFamily="2" charset="0"/>
              </a:rPr>
              <a:t>Jyäyasé</a:t>
            </a:r>
            <a:r>
              <a:rPr lang="en-US" sz="2800" dirty="0">
                <a:latin typeface="URW Palladio IT" pitchFamily="2" charset="0"/>
              </a:rPr>
              <a:t> </a:t>
            </a:r>
            <a:r>
              <a:rPr lang="en-US" sz="2800" dirty="0" err="1">
                <a:latin typeface="URW Palladio IT" pitchFamily="2" charset="0"/>
              </a:rPr>
              <a:t>cetkarmaëaste</a:t>
            </a:r>
            <a:r>
              <a:rPr lang="en-US" sz="2800" dirty="0">
                <a:latin typeface="URW Palladio IT" pitchFamily="2" charset="0"/>
              </a:rPr>
              <a:t> </a:t>
            </a:r>
            <a:r>
              <a:rPr lang="en-US" sz="2800" dirty="0" err="1">
                <a:latin typeface="URW Palladio IT" pitchFamily="2" charset="0"/>
              </a:rPr>
              <a:t>matä</a:t>
            </a:r>
            <a:r>
              <a:rPr lang="en-US" sz="2800" dirty="0">
                <a:latin typeface="URW Palladio IT" pitchFamily="2" charset="0"/>
              </a:rPr>
              <a:t> </a:t>
            </a:r>
            <a:r>
              <a:rPr lang="en-US" sz="2800" dirty="0" err="1">
                <a:latin typeface="URW Palladio IT" pitchFamily="2" charset="0"/>
              </a:rPr>
              <a:t>buddhirjanärdana</a:t>
            </a:r>
            <a:r>
              <a:rPr lang="en-US" sz="2800" dirty="0">
                <a:latin typeface="URW Palladio IT" pitchFamily="2" charset="0"/>
              </a:rPr>
              <a:t> | </a:t>
            </a:r>
          </a:p>
          <a:p>
            <a:pPr algn="ctr" eaLnBrk="1" hangingPunct="1"/>
            <a:r>
              <a:rPr lang="en-US" sz="2800" dirty="0" err="1">
                <a:latin typeface="URW Palladio IT" pitchFamily="2" charset="0"/>
              </a:rPr>
              <a:t>Tatkià</a:t>
            </a:r>
            <a:r>
              <a:rPr lang="en-US" sz="2800" dirty="0">
                <a:latin typeface="URW Palladio IT" pitchFamily="2" charset="0"/>
              </a:rPr>
              <a:t> </a:t>
            </a:r>
            <a:r>
              <a:rPr lang="en-US" sz="2800" dirty="0" err="1">
                <a:latin typeface="URW Palladio IT" pitchFamily="2" charset="0"/>
              </a:rPr>
              <a:t>karmaëi</a:t>
            </a:r>
            <a:r>
              <a:rPr lang="en-US" sz="2800" dirty="0">
                <a:latin typeface="URW Palladio IT" pitchFamily="2" charset="0"/>
              </a:rPr>
              <a:t> </a:t>
            </a:r>
            <a:r>
              <a:rPr lang="en-US" sz="2800" dirty="0" err="1">
                <a:latin typeface="URW Palladio IT" pitchFamily="2" charset="0"/>
              </a:rPr>
              <a:t>ghore</a:t>
            </a:r>
            <a:r>
              <a:rPr lang="en-US" sz="2800" dirty="0">
                <a:latin typeface="URW Palladio IT" pitchFamily="2" charset="0"/>
              </a:rPr>
              <a:t> </a:t>
            </a:r>
            <a:r>
              <a:rPr lang="en-US" sz="2800" dirty="0" err="1">
                <a:latin typeface="URW Palladio IT" pitchFamily="2" charset="0"/>
              </a:rPr>
              <a:t>mäà</a:t>
            </a:r>
            <a:r>
              <a:rPr lang="en-US" sz="2800" dirty="0">
                <a:latin typeface="URW Palladio IT" pitchFamily="2" charset="0"/>
              </a:rPr>
              <a:t> </a:t>
            </a:r>
            <a:r>
              <a:rPr lang="en-US" sz="2800" dirty="0" err="1">
                <a:latin typeface="URW Palladio IT" pitchFamily="2" charset="0"/>
              </a:rPr>
              <a:t>niyojayasi</a:t>
            </a:r>
            <a:r>
              <a:rPr lang="en-US" sz="2800" dirty="0">
                <a:latin typeface="URW Palladio IT" pitchFamily="2" charset="0"/>
              </a:rPr>
              <a:t> </a:t>
            </a:r>
            <a:r>
              <a:rPr lang="en-US" sz="2800" dirty="0" err="1">
                <a:latin typeface="URW Palladio IT" pitchFamily="2" charset="0"/>
              </a:rPr>
              <a:t>keçava</a:t>
            </a:r>
            <a:r>
              <a:rPr lang="en-US" sz="2800" dirty="0">
                <a:latin typeface="URW Palladio IT" pitchFamily="2" charset="0"/>
              </a:rPr>
              <a:t> || 3.1||</a:t>
            </a:r>
          </a:p>
        </p:txBody>
      </p:sp>
      <p:sp>
        <p:nvSpPr>
          <p:cNvPr id="11" name="Rectangle 1"/>
          <p:cNvSpPr>
            <a:spLocks noChangeArrowheads="1"/>
          </p:cNvSpPr>
          <p:nvPr/>
        </p:nvSpPr>
        <p:spPr bwMode="auto">
          <a:xfrm>
            <a:off x="1371600" y="3429000"/>
            <a:ext cx="93837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IN" sz="2400" b="1" dirty="0"/>
              <a:t>೧. </a:t>
            </a:r>
            <a:r>
              <a:rPr lang="en-IN" sz="2400" b="1" dirty="0" err="1"/>
              <a:t>ಜ್ಯಾಯಸೀ</a:t>
            </a:r>
            <a:r>
              <a:rPr lang="en-IN" sz="2400" b="1" dirty="0"/>
              <a:t> </a:t>
            </a:r>
            <a:r>
              <a:rPr lang="en-IN" sz="2400" b="1" dirty="0" err="1"/>
              <a:t>ಚೇತ್ಕರ್ಮಣಸ್ತೇ</a:t>
            </a:r>
            <a:r>
              <a:rPr lang="en-IN" sz="2400" b="1" dirty="0"/>
              <a:t> </a:t>
            </a:r>
            <a:r>
              <a:rPr lang="en-IN" sz="2400" b="1" dirty="0" err="1"/>
              <a:t>ಮತಾ</a:t>
            </a:r>
            <a:r>
              <a:rPr lang="en-IN" sz="2400" b="1" dirty="0"/>
              <a:t> </a:t>
            </a:r>
            <a:r>
              <a:rPr lang="en-IN" sz="2400" b="1" dirty="0" err="1"/>
              <a:t>ಬುದ್ಧಿರ್ಜನಾರ್ದನ</a:t>
            </a:r>
            <a:r>
              <a:rPr lang="en-IN" sz="2400" b="1" dirty="0"/>
              <a:t> |</a:t>
            </a:r>
          </a:p>
          <a:p>
            <a:pPr algn="ctr">
              <a:lnSpc>
                <a:spcPct val="150000"/>
              </a:lnSpc>
            </a:pPr>
            <a:r>
              <a:rPr lang="en-IN" sz="2400" b="1" dirty="0"/>
              <a:t>   </a:t>
            </a:r>
            <a:r>
              <a:rPr lang="en-IN" sz="2400" b="1" dirty="0" err="1"/>
              <a:t>ತತ್ಕಿಂ</a:t>
            </a:r>
            <a:r>
              <a:rPr lang="en-IN" sz="2400" b="1" dirty="0"/>
              <a:t> </a:t>
            </a:r>
            <a:r>
              <a:rPr lang="en-IN" sz="2400" b="1" dirty="0" err="1"/>
              <a:t>ಕರ್ಮಣಿ</a:t>
            </a:r>
            <a:r>
              <a:rPr lang="en-IN" sz="2400" b="1" dirty="0"/>
              <a:t> </a:t>
            </a:r>
            <a:r>
              <a:rPr lang="en-IN" sz="2400" b="1" dirty="0" err="1"/>
              <a:t>ಘೋರೇ</a:t>
            </a:r>
            <a:r>
              <a:rPr lang="en-IN" sz="2400" b="1" dirty="0"/>
              <a:t> </a:t>
            </a:r>
            <a:r>
              <a:rPr lang="en-IN" sz="2400" b="1" dirty="0" err="1"/>
              <a:t>ಮಾಂ</a:t>
            </a:r>
            <a:r>
              <a:rPr lang="en-IN" sz="2400" b="1" dirty="0"/>
              <a:t> </a:t>
            </a:r>
            <a:r>
              <a:rPr lang="en-IN" sz="2400" b="1" dirty="0" err="1"/>
              <a:t>ನಿಯೋಜಯಸಿ</a:t>
            </a:r>
            <a:r>
              <a:rPr lang="en-IN" sz="2400" b="1" dirty="0"/>
              <a:t> </a:t>
            </a:r>
            <a:r>
              <a:rPr lang="en-IN" sz="2400" b="1" dirty="0" err="1"/>
              <a:t>ಕೇಶವ</a:t>
            </a:r>
            <a:r>
              <a:rPr lang="en-IN" sz="2400" b="1" dirty="0"/>
              <a:t> || ೩.೧ ||</a:t>
            </a:r>
          </a:p>
        </p:txBody>
      </p:sp>
    </p:spTree>
    <p:extLst>
      <p:ext uri="{BB962C8B-B14F-4D97-AF65-F5344CB8AC3E}">
        <p14:creationId xmlns:p14="http://schemas.microsoft.com/office/powerpoint/2010/main" val="302011541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0" y="1431926"/>
            <a:ext cx="12191999" cy="3385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sz="7200" b="1" dirty="0" err="1">
                <a:solidFill>
                  <a:srgbClr val="000000"/>
                </a:solidFill>
                <a:latin typeface="Sanskrit 99" pitchFamily="2" charset="0"/>
              </a:rPr>
              <a:t>ïIÉgvanuvac</a:t>
            </a:r>
            <a:endParaRPr lang="en-US" sz="7200" b="1" dirty="0">
              <a:solidFill>
                <a:srgbClr val="000000"/>
              </a:solidFill>
              <a:latin typeface="Sanskrit 99" pitchFamily="2" charset="0"/>
            </a:endParaRPr>
          </a:p>
          <a:p>
            <a:pPr algn="ctr">
              <a:spcAft>
                <a:spcPts val="1200"/>
              </a:spcAft>
            </a:pPr>
            <a:r>
              <a:rPr lang="en-US" sz="6600" b="1" dirty="0" err="1">
                <a:solidFill>
                  <a:srgbClr val="000000"/>
                </a:solidFill>
                <a:latin typeface="URW Palladio IT" pitchFamily="2" charset="0"/>
              </a:rPr>
              <a:t>ÇréBhagavänuväca</a:t>
            </a:r>
            <a:endParaRPr lang="en-US" sz="6600" b="1" dirty="0">
              <a:solidFill>
                <a:srgbClr val="000000"/>
              </a:solidFill>
              <a:latin typeface="URW Palladio IT" pitchFamily="2" charset="0"/>
            </a:endParaRPr>
          </a:p>
          <a:p>
            <a:pPr algn="ctr"/>
            <a:r>
              <a:rPr lang="en-IN" sz="4400" dirty="0"/>
              <a:t> </a:t>
            </a:r>
            <a:r>
              <a:rPr lang="en-IN" sz="6000" b="1" dirty="0"/>
              <a:t> </a:t>
            </a:r>
            <a:r>
              <a:rPr lang="en-IN" sz="6600" b="1" dirty="0" err="1"/>
              <a:t>ಶ್ರೀ</a:t>
            </a:r>
            <a:r>
              <a:rPr lang="en-IN" sz="6600" b="1" dirty="0"/>
              <a:t> </a:t>
            </a:r>
            <a:r>
              <a:rPr lang="en-IN" sz="6600" b="1" dirty="0" err="1"/>
              <a:t>ಭಗವಾನ್</a:t>
            </a:r>
            <a:r>
              <a:rPr lang="en-IN" sz="6600" b="1" dirty="0"/>
              <a:t> </a:t>
            </a:r>
            <a:r>
              <a:rPr lang="en-IN" sz="6600" b="1" dirty="0" err="1"/>
              <a:t>ಉವಾಚ</a:t>
            </a:r>
            <a:r>
              <a:rPr lang="en-IN" sz="6600" b="1" dirty="0"/>
              <a:t> </a:t>
            </a:r>
          </a:p>
        </p:txBody>
      </p:sp>
    </p:spTree>
    <p:extLst>
      <p:ext uri="{BB962C8B-B14F-4D97-AF65-F5344CB8AC3E}">
        <p14:creationId xmlns:p14="http://schemas.microsoft.com/office/powerpoint/2010/main" val="414335744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524000" y="1"/>
            <a:ext cx="91440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4000" dirty="0">
                <a:solidFill>
                  <a:srgbClr val="000000"/>
                </a:solidFill>
                <a:latin typeface="Sanskrit 99" pitchFamily="2" charset="0"/>
              </a:rPr>
              <a:t>2	n </a:t>
            </a:r>
            <a:r>
              <a:rPr lang="en-US" sz="4000" dirty="0" err="1">
                <a:solidFill>
                  <a:srgbClr val="000000"/>
                </a:solidFill>
                <a:latin typeface="Sanskrit 99" pitchFamily="2" charset="0"/>
              </a:rPr>
              <a:t>kmR</a:t>
            </a:r>
            <a:r>
              <a:rPr lang="en-US" sz="4000" dirty="0">
                <a:solidFill>
                  <a:srgbClr val="000000"/>
                </a:solidFill>
                <a:latin typeface="Sanskrit 99" pitchFamily="2" charset="0"/>
              </a:rPr>
              <a:t>[</a:t>
            </a:r>
            <a:r>
              <a:rPr lang="en-US" sz="4000" dirty="0" err="1">
                <a:solidFill>
                  <a:srgbClr val="000000"/>
                </a:solidFill>
                <a:latin typeface="Sanskrit 99" pitchFamily="2" charset="0"/>
              </a:rPr>
              <a:t>amnarMÉat</a:t>
            </a:r>
            <a:r>
              <a:rPr lang="en-US" sz="4000" dirty="0">
                <a:solidFill>
                  <a:srgbClr val="000000"/>
                </a:solidFill>
                <a:latin typeface="Sanskrit 99" pitchFamily="2" charset="0"/>
              </a:rPr>
              <a:t>! </a:t>
            </a:r>
            <a:r>
              <a:rPr lang="en-US" sz="4000" dirty="0" err="1">
                <a:solidFill>
                  <a:srgbClr val="000000"/>
                </a:solidFill>
                <a:latin typeface="Sanskrit 99" pitchFamily="2" charset="0"/>
              </a:rPr>
              <a:t>nE:kMy</a:t>
            </a:r>
            <a:r>
              <a:rPr lang="en-US" sz="4000" dirty="0">
                <a:solidFill>
                  <a:srgbClr val="000000"/>
                </a:solidFill>
                <a:latin typeface="Sanskrit 99" pitchFamily="2" charset="0"/>
              </a:rPr>
              <a:t>¡ </a:t>
            </a:r>
            <a:r>
              <a:rPr lang="en-US" sz="4000" dirty="0" err="1">
                <a:solidFill>
                  <a:srgbClr val="000000"/>
                </a:solidFill>
                <a:latin typeface="Sanskrit 99" pitchFamily="2" charset="0"/>
              </a:rPr>
              <a:t>pué;ae</a:t>
            </a:r>
            <a:r>
              <a:rPr lang="en-US" sz="4000" dirty="0">
                <a:solidFill>
                  <a:srgbClr val="000000"/>
                </a:solidFill>
                <a:latin typeface="Sanskrit 99" pitchFamily="2" charset="0"/>
              </a:rPr>
              <a:t>=</a:t>
            </a:r>
            <a:r>
              <a:rPr lang="en-US" sz="4000" dirty="0" err="1">
                <a:solidFill>
                  <a:srgbClr val="000000"/>
                </a:solidFill>
                <a:latin typeface="Sanskrit 99" pitchFamily="2" charset="0"/>
              </a:rPr>
              <a:t>îute</a:t>
            </a:r>
            <a:r>
              <a:rPr lang="en-US" sz="4000" dirty="0">
                <a:solidFill>
                  <a:srgbClr val="000000"/>
                </a:solidFill>
                <a:latin typeface="Sanskrit 99" pitchFamily="2" charset="0"/>
              </a:rPr>
              <a:t>, </a:t>
            </a:r>
          </a:p>
          <a:p>
            <a:pPr algn="ctr" eaLnBrk="1" hangingPunct="1">
              <a:lnSpc>
                <a:spcPct val="150000"/>
              </a:lnSpc>
            </a:pPr>
            <a:r>
              <a:rPr lang="en-US" sz="4000" dirty="0">
                <a:solidFill>
                  <a:srgbClr val="000000"/>
                </a:solidFill>
                <a:latin typeface="Sanskrit 99" pitchFamily="2" charset="0"/>
              </a:rPr>
              <a:t>n c s&lt;</a:t>
            </a:r>
            <a:r>
              <a:rPr lang="en-US" sz="4000" dirty="0" err="1">
                <a:solidFill>
                  <a:srgbClr val="000000"/>
                </a:solidFill>
                <a:latin typeface="Sanskrit 99" pitchFamily="2" charset="0"/>
              </a:rPr>
              <a:t>Nysnadev</a:t>
            </a:r>
            <a:r>
              <a:rPr lang="en-US" sz="4000" dirty="0">
                <a:solidFill>
                  <a:srgbClr val="000000"/>
                </a:solidFill>
                <a:latin typeface="Sanskrit 99" pitchFamily="2" charset="0"/>
              </a:rPr>
              <a:t> </a:t>
            </a:r>
            <a:r>
              <a:rPr lang="en-US" sz="4000" dirty="0" err="1">
                <a:solidFill>
                  <a:srgbClr val="000000"/>
                </a:solidFill>
                <a:latin typeface="Sanskrit 99" pitchFamily="2" charset="0"/>
              </a:rPr>
              <a:t>isiÏ</a:t>
            </a:r>
            <a:r>
              <a:rPr lang="en-US" sz="4000" dirty="0">
                <a:solidFill>
                  <a:srgbClr val="000000"/>
                </a:solidFill>
                <a:latin typeface="Sanskrit 99" pitchFamily="2" charset="0"/>
              </a:rPr>
              <a:t>&lt; </a:t>
            </a:r>
            <a:r>
              <a:rPr lang="en-US" sz="4000" dirty="0" err="1">
                <a:solidFill>
                  <a:srgbClr val="000000"/>
                </a:solidFill>
                <a:latin typeface="Sanskrit 99" pitchFamily="2" charset="0"/>
              </a:rPr>
              <a:t>smixgCDit</a:t>
            </a:r>
            <a:r>
              <a:rPr lang="en-US" sz="4000" dirty="0">
                <a:solidFill>
                  <a:srgbClr val="000000"/>
                </a:solidFill>
                <a:latin typeface="Sanskrit 99" pitchFamily="2" charset="0"/>
              </a:rPr>
              <a:t>. 3</a:t>
            </a:r>
            <a:r>
              <a:rPr lang="en-US" sz="3200" dirty="0">
                <a:solidFill>
                  <a:srgbClr val="000000"/>
                </a:solidFill>
              </a:rPr>
              <a:t>.</a:t>
            </a:r>
            <a:r>
              <a:rPr lang="en-US" sz="4000" dirty="0">
                <a:solidFill>
                  <a:srgbClr val="000000"/>
                </a:solidFill>
                <a:latin typeface="Sanskrit 99" pitchFamily="2" charset="0"/>
              </a:rPr>
              <a:t>4.</a:t>
            </a:r>
          </a:p>
          <a:p>
            <a:pPr algn="ctr" eaLnBrk="1" hangingPunct="1">
              <a:lnSpc>
                <a:spcPct val="150000"/>
              </a:lnSpc>
            </a:pPr>
            <a:r>
              <a:rPr lang="en-US" sz="2400" dirty="0">
                <a:solidFill>
                  <a:srgbClr val="000000"/>
                </a:solidFill>
                <a:latin typeface="URW Palladio IT" pitchFamily="2" charset="0"/>
              </a:rPr>
              <a:t>2 Na </a:t>
            </a:r>
            <a:r>
              <a:rPr lang="en-US" sz="2400" dirty="0" err="1">
                <a:solidFill>
                  <a:srgbClr val="000000"/>
                </a:solidFill>
                <a:latin typeface="URW Palladio IT" pitchFamily="2" charset="0"/>
              </a:rPr>
              <a:t>karmaëämanärambhät</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naiñkarmyaà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puruño'çnute</a:t>
            </a:r>
            <a:r>
              <a:rPr lang="en-US" sz="2400" dirty="0">
                <a:solidFill>
                  <a:srgbClr val="000000"/>
                </a:solidFill>
                <a:latin typeface="URW Palladio IT" pitchFamily="2" charset="0"/>
              </a:rPr>
              <a:t> | </a:t>
            </a:r>
          </a:p>
          <a:p>
            <a:pPr algn="ctr" eaLnBrk="1" hangingPunct="1">
              <a:lnSpc>
                <a:spcPct val="150000"/>
              </a:lnSpc>
            </a:pPr>
            <a:r>
              <a:rPr lang="en-US" sz="2400" dirty="0">
                <a:solidFill>
                  <a:srgbClr val="000000"/>
                </a:solidFill>
                <a:latin typeface="URW Palladio IT" pitchFamily="2" charset="0"/>
              </a:rPr>
              <a:t>Na </a:t>
            </a:r>
            <a:r>
              <a:rPr lang="en-US" sz="2400" dirty="0" err="1">
                <a:solidFill>
                  <a:srgbClr val="000000"/>
                </a:solidFill>
                <a:latin typeface="URW Palladio IT" pitchFamily="2" charset="0"/>
              </a:rPr>
              <a:t>ca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sannyasanädeva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siddhià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samadhigacchati</a:t>
            </a:r>
            <a:r>
              <a:rPr lang="en-US" sz="2400" dirty="0">
                <a:solidFill>
                  <a:srgbClr val="000000"/>
                </a:solidFill>
                <a:latin typeface="URW Palladio IT" pitchFamily="2" charset="0"/>
              </a:rPr>
              <a:t> || 3</a:t>
            </a:r>
            <a:r>
              <a:rPr lang="en-US" sz="2400" dirty="0">
                <a:solidFill>
                  <a:srgbClr val="000000"/>
                </a:solidFill>
              </a:rPr>
              <a:t>.</a:t>
            </a:r>
            <a:r>
              <a:rPr lang="en-US" sz="2400" dirty="0">
                <a:solidFill>
                  <a:srgbClr val="000000"/>
                </a:solidFill>
                <a:latin typeface="URW Palladio IT" pitchFamily="2" charset="0"/>
              </a:rPr>
              <a:t>4||</a:t>
            </a:r>
          </a:p>
          <a:p>
            <a:pPr algn="ctr" eaLnBrk="1" hangingPunct="1"/>
            <a:endParaRPr lang="en-US" dirty="0">
              <a:solidFill>
                <a:srgbClr val="000000"/>
              </a:solidFill>
              <a:latin typeface="URW Palladio IT" pitchFamily="2" charset="0"/>
            </a:endParaRPr>
          </a:p>
        </p:txBody>
      </p:sp>
      <p:sp>
        <p:nvSpPr>
          <p:cNvPr id="9" name="Rectangle 2"/>
          <p:cNvSpPr>
            <a:spLocks noChangeArrowheads="1"/>
          </p:cNvSpPr>
          <p:nvPr/>
        </p:nvSpPr>
        <p:spPr bwMode="auto">
          <a:xfrm>
            <a:off x="1905000" y="5043488"/>
            <a:ext cx="85344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sz="3200" dirty="0">
                <a:latin typeface="Garamond" pitchFamily="18" charset="0"/>
              </a:rPr>
              <a:t>Not by the non-performance of actions does man reach </a:t>
            </a:r>
            <a:r>
              <a:rPr lang="en-US" sz="3200" dirty="0" err="1">
                <a:latin typeface="Garamond" pitchFamily="18" charset="0"/>
              </a:rPr>
              <a:t>actionlessness</a:t>
            </a:r>
            <a:r>
              <a:rPr lang="en-US" sz="3200" dirty="0">
                <a:latin typeface="Garamond" pitchFamily="18" charset="0"/>
              </a:rPr>
              <a:t>, nor by mere renunciation does he attain to perfection</a:t>
            </a:r>
            <a:r>
              <a:rPr lang="en-US" sz="3600" dirty="0">
                <a:latin typeface="Garamond" pitchFamily="18" charset="0"/>
              </a:rPr>
              <a:t>.</a:t>
            </a:r>
          </a:p>
        </p:txBody>
      </p:sp>
      <p:sp>
        <p:nvSpPr>
          <p:cNvPr id="10" name="Rectangle 1"/>
          <p:cNvSpPr>
            <a:spLocks noChangeArrowheads="1"/>
          </p:cNvSpPr>
          <p:nvPr/>
        </p:nvSpPr>
        <p:spPr bwMode="auto">
          <a:xfrm>
            <a:off x="1516063" y="3324225"/>
            <a:ext cx="9144001" cy="1140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IN" sz="2400" b="1" dirty="0"/>
              <a:t>೨. ನ </a:t>
            </a:r>
            <a:r>
              <a:rPr lang="en-IN" sz="2400" b="1" dirty="0" err="1"/>
              <a:t>ಕರ್ಮಣಾಮನಾರಂಭಾತ್</a:t>
            </a:r>
            <a:r>
              <a:rPr lang="en-IN" sz="2400" b="1" dirty="0"/>
              <a:t> </a:t>
            </a:r>
            <a:r>
              <a:rPr lang="en-IN" sz="2400" b="1" dirty="0" err="1"/>
              <a:t>ನೈಷ್ಕರ್ಮ್ಯಂ</a:t>
            </a:r>
            <a:r>
              <a:rPr lang="en-IN" sz="2400" b="1" dirty="0"/>
              <a:t> </a:t>
            </a:r>
            <a:r>
              <a:rPr lang="en-IN" sz="2400" b="1" dirty="0" err="1"/>
              <a:t>ಪುರುಷೋಶ್ನುತೇ</a:t>
            </a:r>
            <a:r>
              <a:rPr lang="en-IN" sz="2400" b="1" dirty="0"/>
              <a:t> |</a:t>
            </a:r>
          </a:p>
          <a:p>
            <a:pPr algn="ctr">
              <a:lnSpc>
                <a:spcPct val="150000"/>
              </a:lnSpc>
            </a:pPr>
            <a:r>
              <a:rPr lang="en-IN" sz="2400" b="1" dirty="0"/>
              <a:t>ನ ಚ ಸ</a:t>
            </a:r>
            <a:r>
              <a:rPr lang="kn-IN" sz="2400" b="1" dirty="0"/>
              <a:t>ಂ</a:t>
            </a:r>
            <a:r>
              <a:rPr lang="en-IN" sz="2400" b="1" dirty="0" err="1"/>
              <a:t>ನ್ಯಸನಾದೇವ</a:t>
            </a:r>
            <a:r>
              <a:rPr lang="en-IN" sz="2400" b="1" dirty="0"/>
              <a:t> </a:t>
            </a:r>
            <a:r>
              <a:rPr lang="en-IN" sz="2400" b="1" dirty="0" err="1"/>
              <a:t>ಸಿ</a:t>
            </a:r>
            <a:r>
              <a:rPr lang="kn-IN" sz="2400" b="1" dirty="0"/>
              <a:t>ದ್ಧಿಂ</a:t>
            </a:r>
            <a:r>
              <a:rPr lang="en-IN" sz="2400" b="1" dirty="0"/>
              <a:t> </a:t>
            </a:r>
            <a:r>
              <a:rPr lang="en-IN" sz="2400" b="1" dirty="0" err="1"/>
              <a:t>ಸಮಧಿಗಚ್ಛತಿ</a:t>
            </a:r>
            <a:r>
              <a:rPr lang="en-IN" sz="2400" b="1" dirty="0"/>
              <a:t> || ೩.೪ ||</a:t>
            </a:r>
          </a:p>
        </p:txBody>
      </p:sp>
    </p:spTree>
    <p:extLst>
      <p:ext uri="{BB962C8B-B14F-4D97-AF65-F5344CB8AC3E}">
        <p14:creationId xmlns:p14="http://schemas.microsoft.com/office/powerpoint/2010/main" val="53002210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524000" y="-76200"/>
            <a:ext cx="91440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4400" dirty="0">
                <a:solidFill>
                  <a:srgbClr val="000000"/>
                </a:solidFill>
                <a:latin typeface="Sanskrit 99" pitchFamily="2" charset="0"/>
              </a:rPr>
              <a:t>	</a:t>
            </a:r>
            <a:r>
              <a:rPr lang="en-US" sz="3600" dirty="0">
                <a:solidFill>
                  <a:srgbClr val="000000"/>
                </a:solidFill>
                <a:latin typeface="Sanskrit 99" pitchFamily="2" charset="0"/>
              </a:rPr>
              <a:t>3 n </a:t>
            </a:r>
            <a:r>
              <a:rPr lang="en-US" sz="3600" dirty="0" err="1">
                <a:solidFill>
                  <a:srgbClr val="000000"/>
                </a:solidFill>
                <a:latin typeface="Sanskrit 99" pitchFamily="2" charset="0"/>
              </a:rPr>
              <a:t>ih</a:t>
            </a:r>
            <a:r>
              <a:rPr lang="en-US" sz="3600" dirty="0">
                <a:solidFill>
                  <a:srgbClr val="000000"/>
                </a:solidFill>
                <a:latin typeface="Sanskrit 99" pitchFamily="2" charset="0"/>
              </a:rPr>
              <a:t> </a:t>
            </a:r>
            <a:r>
              <a:rPr lang="en-US" sz="3600" dirty="0" err="1">
                <a:solidFill>
                  <a:srgbClr val="000000"/>
                </a:solidFill>
                <a:latin typeface="Sanskrit 99" pitchFamily="2" charset="0"/>
              </a:rPr>
              <a:t>kiíT</a:t>
            </a:r>
            <a:r>
              <a:rPr lang="en-US" sz="3600" dirty="0">
                <a:solidFill>
                  <a:srgbClr val="000000"/>
                </a:solidFill>
                <a:latin typeface="Sanskrit 99" pitchFamily="2" charset="0"/>
              </a:rPr>
              <a:t>][</a:t>
            </a:r>
            <a:r>
              <a:rPr lang="en-US" sz="3600" dirty="0" err="1">
                <a:solidFill>
                  <a:srgbClr val="000000"/>
                </a:solidFill>
                <a:latin typeface="Sanskrit 99" pitchFamily="2" charset="0"/>
              </a:rPr>
              <a:t>mip</a:t>
            </a:r>
            <a:r>
              <a:rPr lang="en-US" sz="3600" dirty="0">
                <a:solidFill>
                  <a:srgbClr val="000000"/>
                </a:solidFill>
                <a:latin typeface="Sanskrit 99" pitchFamily="2" charset="0"/>
              </a:rPr>
              <a:t> </a:t>
            </a:r>
            <a:r>
              <a:rPr lang="en-US" sz="3600" dirty="0" err="1">
                <a:solidFill>
                  <a:srgbClr val="000000"/>
                </a:solidFill>
                <a:latin typeface="Sanskrit 99" pitchFamily="2" charset="0"/>
              </a:rPr>
              <a:t>jatu</a:t>
            </a:r>
            <a:r>
              <a:rPr lang="en-US" sz="3600" dirty="0">
                <a:solidFill>
                  <a:srgbClr val="000000"/>
                </a:solidFill>
                <a:latin typeface="Sanskrit 99" pitchFamily="2" charset="0"/>
              </a:rPr>
              <a:t> </a:t>
            </a:r>
            <a:r>
              <a:rPr lang="en-US" sz="3600" dirty="0" err="1">
                <a:solidFill>
                  <a:srgbClr val="000000"/>
                </a:solidFill>
                <a:latin typeface="Sanskrit 99" pitchFamily="2" charset="0"/>
              </a:rPr>
              <a:t>itóTykmRk«t</a:t>
            </a:r>
            <a:r>
              <a:rPr lang="en-US" sz="3600" dirty="0">
                <a:solidFill>
                  <a:srgbClr val="000000"/>
                </a:solidFill>
                <a:latin typeface="Sanskrit 99" pitchFamily="2" charset="0"/>
              </a:rPr>
              <a:t>!, </a:t>
            </a:r>
          </a:p>
          <a:p>
            <a:pPr algn="ctr" eaLnBrk="1" hangingPunct="1">
              <a:lnSpc>
                <a:spcPct val="150000"/>
              </a:lnSpc>
            </a:pPr>
            <a:r>
              <a:rPr lang="en-US" sz="3600" dirty="0">
                <a:solidFill>
                  <a:srgbClr val="000000"/>
                </a:solidFill>
                <a:latin typeface="Sanskrit 99" pitchFamily="2" charset="0"/>
              </a:rPr>
              <a:t>      </a:t>
            </a:r>
            <a:r>
              <a:rPr lang="en-US" sz="3600" dirty="0" err="1">
                <a:solidFill>
                  <a:srgbClr val="000000"/>
                </a:solidFill>
                <a:latin typeface="Sanskrit 99" pitchFamily="2" charset="0"/>
              </a:rPr>
              <a:t>kayRte</a:t>
            </a:r>
            <a:r>
              <a:rPr lang="en-US" sz="3600" dirty="0">
                <a:solidFill>
                  <a:srgbClr val="000000"/>
                </a:solidFill>
                <a:latin typeface="Sanskrit 99" pitchFamily="2" charset="0"/>
              </a:rPr>
              <a:t> </a:t>
            </a:r>
            <a:r>
              <a:rPr lang="en-US" sz="3600" dirty="0" err="1">
                <a:solidFill>
                  <a:srgbClr val="000000"/>
                </a:solidFill>
                <a:latin typeface="Sanskrit 99" pitchFamily="2" charset="0"/>
              </a:rPr>
              <a:t>ývz</a:t>
            </a:r>
            <a:r>
              <a:rPr lang="en-US" sz="3600" dirty="0">
                <a:solidFill>
                  <a:srgbClr val="000000"/>
                </a:solidFill>
                <a:latin typeface="Sanskrit 99" pitchFamily="2" charset="0"/>
              </a:rPr>
              <a:t>&gt; </a:t>
            </a:r>
            <a:r>
              <a:rPr lang="en-US" sz="3600" dirty="0" err="1">
                <a:solidFill>
                  <a:srgbClr val="000000"/>
                </a:solidFill>
                <a:latin typeface="Sanskrit 99" pitchFamily="2" charset="0"/>
              </a:rPr>
              <a:t>kmR</a:t>
            </a:r>
            <a:r>
              <a:rPr lang="en-US" sz="3600" dirty="0">
                <a:solidFill>
                  <a:srgbClr val="000000"/>
                </a:solidFill>
                <a:latin typeface="Sanskrit 99" pitchFamily="2" charset="0"/>
              </a:rPr>
              <a:t> </a:t>
            </a:r>
            <a:r>
              <a:rPr lang="en-US" sz="3600" dirty="0" err="1">
                <a:solidFill>
                  <a:srgbClr val="000000"/>
                </a:solidFill>
                <a:latin typeface="Sanskrit 99" pitchFamily="2" charset="0"/>
              </a:rPr>
              <a:t>svR</a:t>
            </a:r>
            <a:r>
              <a:rPr lang="en-US" sz="3600" dirty="0">
                <a:solidFill>
                  <a:srgbClr val="000000"/>
                </a:solidFill>
                <a:latin typeface="Sanskrit 99" pitchFamily="2" charset="0"/>
              </a:rPr>
              <a:t>&gt; </a:t>
            </a:r>
            <a:r>
              <a:rPr lang="en-US" sz="3600" dirty="0" err="1">
                <a:solidFill>
                  <a:srgbClr val="000000"/>
                </a:solidFill>
                <a:latin typeface="Sanskrit 99" pitchFamily="2" charset="0"/>
              </a:rPr>
              <a:t>àk«itjEguR</a:t>
            </a:r>
            <a:r>
              <a:rPr lang="en-US" sz="3600" dirty="0">
                <a:solidFill>
                  <a:srgbClr val="000000"/>
                </a:solidFill>
                <a:latin typeface="Sanskrit 99" pitchFamily="2" charset="0"/>
              </a:rPr>
              <a:t>[E&gt;. 3</a:t>
            </a:r>
            <a:r>
              <a:rPr lang="en-US" sz="3600" dirty="0">
                <a:solidFill>
                  <a:srgbClr val="000000"/>
                </a:solidFill>
              </a:rPr>
              <a:t>.</a:t>
            </a:r>
            <a:r>
              <a:rPr lang="en-US" sz="3600" dirty="0">
                <a:solidFill>
                  <a:srgbClr val="000000"/>
                </a:solidFill>
                <a:latin typeface="Sanskrit 99" pitchFamily="2" charset="0"/>
              </a:rPr>
              <a:t>5.</a:t>
            </a:r>
          </a:p>
          <a:p>
            <a:pPr algn="ctr" eaLnBrk="1" hangingPunct="1">
              <a:lnSpc>
                <a:spcPct val="150000"/>
              </a:lnSpc>
            </a:pPr>
            <a:r>
              <a:rPr lang="en-US" sz="2800" dirty="0">
                <a:solidFill>
                  <a:srgbClr val="000000"/>
                </a:solidFill>
                <a:latin typeface="URW Palladio IT" pitchFamily="2" charset="0"/>
              </a:rPr>
              <a:t>3. Na hi </a:t>
            </a:r>
            <a:r>
              <a:rPr lang="en-US" sz="2800" dirty="0" err="1">
                <a:solidFill>
                  <a:srgbClr val="000000"/>
                </a:solidFill>
                <a:latin typeface="URW Palladio IT" pitchFamily="2" charset="0"/>
              </a:rPr>
              <a:t>kaçcitkñaëamapi</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jätu</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tiñöhatyakarmakåt</a:t>
            </a:r>
            <a:r>
              <a:rPr lang="en-US" sz="2800" dirty="0">
                <a:solidFill>
                  <a:srgbClr val="000000"/>
                </a:solidFill>
                <a:latin typeface="URW Palladio IT" pitchFamily="2" charset="0"/>
              </a:rPr>
              <a:t> | </a:t>
            </a:r>
          </a:p>
          <a:p>
            <a:pPr algn="ctr" eaLnBrk="1" hangingPunct="1">
              <a:lnSpc>
                <a:spcPct val="150000"/>
              </a:lnSpc>
            </a:pPr>
            <a:r>
              <a:rPr lang="en-US" sz="2800" dirty="0" err="1">
                <a:solidFill>
                  <a:srgbClr val="000000"/>
                </a:solidFill>
                <a:latin typeface="URW Palladio IT" pitchFamily="2" charset="0"/>
              </a:rPr>
              <a:t>Käryate</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hyavaçaù</a:t>
            </a:r>
            <a:r>
              <a:rPr lang="en-US" sz="2800" dirty="0">
                <a:solidFill>
                  <a:srgbClr val="000000"/>
                </a:solidFill>
                <a:latin typeface="URW Palladio IT" pitchFamily="2" charset="0"/>
              </a:rPr>
              <a:t> karma </a:t>
            </a:r>
            <a:r>
              <a:rPr lang="en-US" sz="2800" dirty="0" err="1">
                <a:solidFill>
                  <a:srgbClr val="000000"/>
                </a:solidFill>
                <a:latin typeface="URW Palladio IT" pitchFamily="2" charset="0"/>
              </a:rPr>
              <a:t>sarvaùprakåtijairguëaiù</a:t>
            </a:r>
            <a:r>
              <a:rPr lang="en-US" sz="2800" dirty="0">
                <a:solidFill>
                  <a:srgbClr val="000000"/>
                </a:solidFill>
                <a:latin typeface="Sanskrit 99" pitchFamily="2" charset="0"/>
              </a:rPr>
              <a:t>.</a:t>
            </a:r>
            <a:r>
              <a:rPr lang="en-US" sz="2800" dirty="0">
                <a:solidFill>
                  <a:srgbClr val="000000"/>
                </a:solidFill>
                <a:latin typeface="URW Palladio IT" pitchFamily="2" charset="0"/>
              </a:rPr>
              <a:t> 3</a:t>
            </a:r>
            <a:r>
              <a:rPr lang="en-US" sz="2800" dirty="0">
                <a:solidFill>
                  <a:srgbClr val="000000"/>
                </a:solidFill>
              </a:rPr>
              <a:t>.</a:t>
            </a:r>
            <a:r>
              <a:rPr lang="en-US" sz="2800" dirty="0">
                <a:solidFill>
                  <a:srgbClr val="000000"/>
                </a:solidFill>
                <a:latin typeface="URW Palladio IT" pitchFamily="2" charset="0"/>
              </a:rPr>
              <a:t>5</a:t>
            </a:r>
            <a:r>
              <a:rPr lang="en-US" sz="2800" dirty="0">
                <a:solidFill>
                  <a:srgbClr val="000000"/>
                </a:solidFill>
                <a:latin typeface="Sanskrit 99" pitchFamily="2" charset="0"/>
              </a:rPr>
              <a:t>.</a:t>
            </a:r>
          </a:p>
        </p:txBody>
      </p:sp>
      <p:sp>
        <p:nvSpPr>
          <p:cNvPr id="9" name="Rectangle 2"/>
          <p:cNvSpPr>
            <a:spLocks noChangeArrowheads="1"/>
          </p:cNvSpPr>
          <p:nvPr/>
        </p:nvSpPr>
        <p:spPr bwMode="auto">
          <a:xfrm>
            <a:off x="1752600" y="4906964"/>
            <a:ext cx="87630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sz="3200" dirty="0">
                <a:latin typeface="Garamond" pitchFamily="18" charset="0"/>
              </a:rPr>
              <a:t>Verily none can ever remain for even a moment without performing action; for, everyone is made to act helplessly indeed by the qualities born of Nature.</a:t>
            </a:r>
          </a:p>
        </p:txBody>
      </p:sp>
      <p:sp>
        <p:nvSpPr>
          <p:cNvPr id="10" name="Rectangle 1"/>
          <p:cNvSpPr>
            <a:spLocks noChangeArrowheads="1"/>
          </p:cNvSpPr>
          <p:nvPr/>
        </p:nvSpPr>
        <p:spPr bwMode="auto">
          <a:xfrm>
            <a:off x="1371600" y="3380510"/>
            <a:ext cx="9448800" cy="955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IN" sz="2400" b="1" dirty="0"/>
              <a:t>೩. ನ </a:t>
            </a:r>
            <a:r>
              <a:rPr lang="en-IN" sz="2400" b="1" dirty="0" err="1"/>
              <a:t>ಹಿ</a:t>
            </a:r>
            <a:r>
              <a:rPr lang="en-IN" sz="2400" b="1" dirty="0"/>
              <a:t> </a:t>
            </a:r>
            <a:r>
              <a:rPr lang="en-IN" sz="2400" b="1" dirty="0" err="1"/>
              <a:t>ಕಶ್ಚಿತ್</a:t>
            </a:r>
            <a:r>
              <a:rPr lang="en-IN" sz="2400" b="1" dirty="0"/>
              <a:t> </a:t>
            </a:r>
            <a:r>
              <a:rPr lang="en-IN" sz="2400" b="1" dirty="0" err="1"/>
              <a:t>ಕ್ಷಣಮಪಿ</a:t>
            </a:r>
            <a:r>
              <a:rPr lang="en-IN" sz="2400" b="1" dirty="0"/>
              <a:t> </a:t>
            </a:r>
            <a:r>
              <a:rPr lang="en-IN" sz="2400" b="1" dirty="0" err="1"/>
              <a:t>ಜಾತು</a:t>
            </a:r>
            <a:r>
              <a:rPr lang="en-IN" sz="2400" b="1" dirty="0"/>
              <a:t> </a:t>
            </a:r>
            <a:r>
              <a:rPr lang="en-IN" sz="2400" b="1" dirty="0" err="1"/>
              <a:t>ತಿಷ್ಠತ್ಯಕರ್ಮಕೃತ್</a:t>
            </a:r>
            <a:r>
              <a:rPr lang="en-IN" sz="2400" b="1" dirty="0"/>
              <a:t> |</a:t>
            </a:r>
          </a:p>
          <a:p>
            <a:pPr algn="ctr">
              <a:lnSpc>
                <a:spcPct val="150000"/>
              </a:lnSpc>
            </a:pPr>
            <a:r>
              <a:rPr lang="en-IN" sz="2400" b="1" dirty="0" err="1"/>
              <a:t>ಕಾರ್ಯತೇ</a:t>
            </a:r>
            <a:r>
              <a:rPr lang="en-IN" sz="2400" b="1" dirty="0"/>
              <a:t> </a:t>
            </a:r>
            <a:r>
              <a:rPr lang="en-IN" sz="2400" b="1" dirty="0" err="1"/>
              <a:t>ಹ್ಯವಶಃ</a:t>
            </a:r>
            <a:r>
              <a:rPr lang="en-IN" sz="2400" b="1" dirty="0"/>
              <a:t>  </a:t>
            </a:r>
            <a:r>
              <a:rPr lang="en-IN" sz="2400" b="1" dirty="0" err="1"/>
              <a:t>ಕರ್ಮ</a:t>
            </a:r>
            <a:r>
              <a:rPr lang="en-IN" sz="2400" b="1" dirty="0"/>
              <a:t> </a:t>
            </a:r>
            <a:r>
              <a:rPr lang="en-IN" sz="2400" b="1" dirty="0" err="1"/>
              <a:t>ಸರ್ವಃ</a:t>
            </a:r>
            <a:r>
              <a:rPr lang="en-IN" sz="2400" b="1" dirty="0"/>
              <a:t> </a:t>
            </a:r>
            <a:r>
              <a:rPr lang="en-IN" sz="2400" b="1" dirty="0" err="1"/>
              <a:t>ಪ್ರಕೃತಿ</a:t>
            </a:r>
            <a:r>
              <a:rPr lang="kn-IN" sz="2400" b="1" dirty="0"/>
              <a:t>ಜೈ</a:t>
            </a:r>
            <a:r>
              <a:rPr lang="en-IN" sz="2400" b="1" dirty="0" err="1"/>
              <a:t>ರ್ಗುಣೈಃ</a:t>
            </a:r>
            <a:r>
              <a:rPr lang="en-IN" sz="2400" b="1" dirty="0"/>
              <a:t> || ೩.೫ ||</a:t>
            </a:r>
          </a:p>
        </p:txBody>
      </p:sp>
    </p:spTree>
    <p:extLst>
      <p:ext uri="{BB962C8B-B14F-4D97-AF65-F5344CB8AC3E}">
        <p14:creationId xmlns:p14="http://schemas.microsoft.com/office/powerpoint/2010/main" val="16533925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524000" y="-3175"/>
            <a:ext cx="9144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4	</a:t>
            </a:r>
            <a:r>
              <a:rPr lang="en-US" sz="3600" dirty="0" err="1">
                <a:solidFill>
                  <a:srgbClr val="000000"/>
                </a:solidFill>
                <a:latin typeface="Sanskrit 99" pitchFamily="2" charset="0"/>
              </a:rPr>
              <a:t>kmeRiNÔyai</a:t>
            </a:r>
            <a:r>
              <a:rPr lang="en-US" sz="3600" dirty="0">
                <a:solidFill>
                  <a:srgbClr val="000000"/>
                </a:solidFill>
                <a:latin typeface="Sanskrit 99" pitchFamily="2" charset="0"/>
              </a:rPr>
              <a:t>[ s&lt;</a:t>
            </a:r>
            <a:r>
              <a:rPr lang="en-US" sz="3600" dirty="0" err="1">
                <a:solidFill>
                  <a:srgbClr val="000000"/>
                </a:solidFill>
                <a:latin typeface="Sanskrit 99" pitchFamily="2" charset="0"/>
              </a:rPr>
              <a:t>yMy</a:t>
            </a:r>
            <a:r>
              <a:rPr lang="en-US" sz="3600" dirty="0">
                <a:solidFill>
                  <a:srgbClr val="000000"/>
                </a:solidFill>
                <a:latin typeface="Sanskrit 99" pitchFamily="2" charset="0"/>
              </a:rPr>
              <a:t> y </a:t>
            </a:r>
            <a:r>
              <a:rPr lang="en-US" sz="3600" dirty="0" err="1">
                <a:solidFill>
                  <a:srgbClr val="000000"/>
                </a:solidFill>
                <a:latin typeface="Sanskrit 99" pitchFamily="2" charset="0"/>
              </a:rPr>
              <a:t>AaSte</a:t>
            </a:r>
            <a:r>
              <a:rPr lang="en-US" sz="3600" dirty="0">
                <a:solidFill>
                  <a:srgbClr val="000000"/>
                </a:solidFill>
                <a:latin typeface="Sanskrit 99" pitchFamily="2" charset="0"/>
              </a:rPr>
              <a:t> </a:t>
            </a:r>
            <a:r>
              <a:rPr lang="en-US" sz="3600" dirty="0" err="1">
                <a:solidFill>
                  <a:srgbClr val="000000"/>
                </a:solidFill>
                <a:latin typeface="Sanskrit 99" pitchFamily="2" charset="0"/>
              </a:rPr>
              <a:t>mnsa</a:t>
            </a:r>
            <a:r>
              <a:rPr lang="en-US" sz="3600" dirty="0">
                <a:solidFill>
                  <a:srgbClr val="000000"/>
                </a:solidFill>
                <a:latin typeface="Sanskrit 99" pitchFamily="2" charset="0"/>
              </a:rPr>
              <a:t> </a:t>
            </a:r>
            <a:r>
              <a:rPr lang="en-US" sz="3600" dirty="0" err="1">
                <a:solidFill>
                  <a:srgbClr val="000000"/>
                </a:solidFill>
                <a:latin typeface="Sanskrit 99" pitchFamily="2" charset="0"/>
              </a:rPr>
              <a:t>Smrn</a:t>
            </a:r>
            <a:r>
              <a:rPr lang="en-US" sz="3600" dirty="0">
                <a:solidFill>
                  <a:srgbClr val="000000"/>
                </a:solidFill>
                <a:latin typeface="Sanskrit 99" pitchFamily="2" charset="0"/>
              </a:rPr>
              <a:t>!, </a:t>
            </a:r>
          </a:p>
          <a:p>
            <a:pPr algn="ctr" eaLnBrk="1" hangingPunct="1">
              <a:lnSpc>
                <a:spcPct val="150000"/>
              </a:lnSpc>
            </a:pPr>
            <a:r>
              <a:rPr lang="en-US" sz="3600" dirty="0">
                <a:solidFill>
                  <a:srgbClr val="000000"/>
                </a:solidFill>
                <a:latin typeface="Sanskrit 99" pitchFamily="2" charset="0"/>
              </a:rPr>
              <a:t>#</a:t>
            </a:r>
            <a:r>
              <a:rPr lang="en-US" sz="3600" dirty="0" err="1">
                <a:solidFill>
                  <a:srgbClr val="000000"/>
                </a:solidFill>
                <a:latin typeface="Sanskrit 99" pitchFamily="2" charset="0"/>
              </a:rPr>
              <a:t>iNÔyawaRn</a:t>
            </a:r>
            <a:r>
              <a:rPr lang="en-US" sz="3600" dirty="0">
                <a:solidFill>
                  <a:srgbClr val="000000"/>
                </a:solidFill>
                <a:latin typeface="Sanskrit 99" pitchFamily="2" charset="0"/>
              </a:rPr>
              <a:t>! </a:t>
            </a:r>
            <a:r>
              <a:rPr lang="en-US" sz="3600" dirty="0" err="1">
                <a:solidFill>
                  <a:srgbClr val="000000"/>
                </a:solidFill>
                <a:latin typeface="Sanskrit 99" pitchFamily="2" charset="0"/>
              </a:rPr>
              <a:t>ivmUFaTma</a:t>
            </a:r>
            <a:r>
              <a:rPr lang="en-US" sz="3600" dirty="0">
                <a:solidFill>
                  <a:srgbClr val="000000"/>
                </a:solidFill>
                <a:latin typeface="Sanskrit 99" pitchFamily="2" charset="0"/>
              </a:rPr>
              <a:t> </a:t>
            </a:r>
            <a:r>
              <a:rPr lang="en-US" sz="3600" dirty="0" err="1">
                <a:solidFill>
                  <a:srgbClr val="000000"/>
                </a:solidFill>
                <a:latin typeface="Sanskrit 99" pitchFamily="2" charset="0"/>
              </a:rPr>
              <a:t>imWyacar</a:t>
            </a:r>
            <a:r>
              <a:rPr lang="en-US" sz="3600" dirty="0">
                <a:solidFill>
                  <a:srgbClr val="000000"/>
                </a:solidFill>
                <a:latin typeface="Sanskrit 99" pitchFamily="2" charset="0"/>
              </a:rPr>
              <a:t>&gt; s %</a:t>
            </a:r>
            <a:r>
              <a:rPr lang="en-US" sz="3600" dirty="0" err="1">
                <a:solidFill>
                  <a:srgbClr val="000000"/>
                </a:solidFill>
                <a:latin typeface="Sanskrit 99" pitchFamily="2" charset="0"/>
              </a:rPr>
              <a:t>Cyte</a:t>
            </a:r>
            <a:r>
              <a:rPr lang="en-US" sz="3600" dirty="0">
                <a:solidFill>
                  <a:srgbClr val="000000"/>
                </a:solidFill>
                <a:latin typeface="Sanskrit 99" pitchFamily="2" charset="0"/>
              </a:rPr>
              <a:t>. 3</a:t>
            </a:r>
            <a:r>
              <a:rPr lang="en-US" dirty="0">
                <a:solidFill>
                  <a:srgbClr val="000000"/>
                </a:solidFill>
              </a:rPr>
              <a:t>.</a:t>
            </a:r>
            <a:r>
              <a:rPr lang="en-US" sz="3600" dirty="0">
                <a:solidFill>
                  <a:srgbClr val="000000"/>
                </a:solidFill>
                <a:latin typeface="Sanskrit 99" pitchFamily="2" charset="0"/>
              </a:rPr>
              <a:t>6.</a:t>
            </a:r>
          </a:p>
          <a:p>
            <a:pPr algn="ctr" eaLnBrk="1" hangingPunct="1">
              <a:lnSpc>
                <a:spcPct val="150000"/>
              </a:lnSpc>
            </a:pPr>
            <a:r>
              <a:rPr lang="en-US" sz="2800" dirty="0">
                <a:solidFill>
                  <a:srgbClr val="000000"/>
                </a:solidFill>
                <a:latin typeface="URW Palladio IT" pitchFamily="2" charset="0"/>
              </a:rPr>
              <a:t>4. </a:t>
            </a:r>
            <a:r>
              <a:rPr lang="en-US" sz="2800" dirty="0" err="1">
                <a:solidFill>
                  <a:srgbClr val="000000"/>
                </a:solidFill>
                <a:latin typeface="URW Palladio IT" pitchFamily="2" charset="0"/>
              </a:rPr>
              <a:t>Karmendriyäëi</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saàyamya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ya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äste</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manasä</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smaran</a:t>
            </a:r>
            <a:r>
              <a:rPr lang="en-US" sz="2800" dirty="0">
                <a:solidFill>
                  <a:srgbClr val="000000"/>
                </a:solidFill>
                <a:latin typeface="URW Palladio IT" pitchFamily="2" charset="0"/>
              </a:rPr>
              <a:t> | </a:t>
            </a:r>
          </a:p>
          <a:p>
            <a:pPr eaLnBrk="1" hangingPunct="1">
              <a:lnSpc>
                <a:spcPct val="150000"/>
              </a:lnSpc>
            </a:pPr>
            <a:r>
              <a:rPr lang="en-US" sz="2800" dirty="0" err="1">
                <a:solidFill>
                  <a:srgbClr val="000000"/>
                </a:solidFill>
                <a:latin typeface="URW Palladio IT" pitchFamily="2" charset="0"/>
              </a:rPr>
              <a:t>Indriyärthän</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vimüòhätmä</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mithyäcäraù</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sa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ucyate</a:t>
            </a:r>
            <a:r>
              <a:rPr lang="en-US" sz="2800" dirty="0">
                <a:solidFill>
                  <a:srgbClr val="000000"/>
                </a:solidFill>
                <a:latin typeface="Sanskrit 99" pitchFamily="2" charset="0"/>
              </a:rPr>
              <a:t>.</a:t>
            </a:r>
            <a:r>
              <a:rPr lang="en-US" sz="2800" dirty="0">
                <a:solidFill>
                  <a:srgbClr val="000000"/>
                </a:solidFill>
                <a:latin typeface="URW Palladio IT" pitchFamily="2" charset="0"/>
              </a:rPr>
              <a:t> 3</a:t>
            </a:r>
            <a:r>
              <a:rPr lang="en-US" sz="2800" dirty="0">
                <a:solidFill>
                  <a:srgbClr val="000000"/>
                </a:solidFill>
              </a:rPr>
              <a:t>.</a:t>
            </a:r>
            <a:r>
              <a:rPr lang="en-US" sz="2800" dirty="0">
                <a:solidFill>
                  <a:srgbClr val="000000"/>
                </a:solidFill>
                <a:latin typeface="URW Palladio IT" pitchFamily="2" charset="0"/>
              </a:rPr>
              <a:t>6</a:t>
            </a:r>
            <a:r>
              <a:rPr lang="en-US" sz="2800" dirty="0">
                <a:solidFill>
                  <a:srgbClr val="000000"/>
                </a:solidFill>
                <a:latin typeface="Sanskrit 99" pitchFamily="2" charset="0"/>
              </a:rPr>
              <a:t>.</a:t>
            </a:r>
          </a:p>
        </p:txBody>
      </p:sp>
      <p:sp>
        <p:nvSpPr>
          <p:cNvPr id="9" name="Rectangle 1"/>
          <p:cNvSpPr>
            <a:spLocks noChangeArrowheads="1"/>
          </p:cNvSpPr>
          <p:nvPr/>
        </p:nvSpPr>
        <p:spPr bwMode="auto">
          <a:xfrm>
            <a:off x="1828800" y="5105400"/>
            <a:ext cx="8610600"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just">
              <a:lnSpc>
                <a:spcPct val="101000"/>
              </a:lnSpc>
            </a:pPr>
            <a:r>
              <a:rPr lang="en-US" sz="3200">
                <a:latin typeface="Garamond" pitchFamily="18" charset="0"/>
                <a:cs typeface="Times New Roman" pitchFamily="18" charset="0"/>
              </a:rPr>
              <a:t>He who, restraining the organs of action, sits thinking of the sense-objects in mind, he, of deluded understanding, is called a hypocrite.</a:t>
            </a:r>
            <a:endParaRPr lang="en-US">
              <a:latin typeface="Garamond" pitchFamily="18" charset="0"/>
              <a:cs typeface="Times New Roman" pitchFamily="18" charset="0"/>
            </a:endParaRPr>
          </a:p>
        </p:txBody>
      </p:sp>
      <p:sp>
        <p:nvSpPr>
          <p:cNvPr id="10" name="Rectangle 1"/>
          <p:cNvSpPr>
            <a:spLocks noChangeArrowheads="1"/>
          </p:cNvSpPr>
          <p:nvPr/>
        </p:nvSpPr>
        <p:spPr bwMode="auto">
          <a:xfrm>
            <a:off x="685801" y="3581401"/>
            <a:ext cx="11277600" cy="955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IN" sz="2400" b="1" dirty="0"/>
              <a:t>೪. </a:t>
            </a:r>
            <a:r>
              <a:rPr lang="en-IN" sz="2400" b="1" dirty="0" err="1"/>
              <a:t>ಕರ್ಮೇಂದ್ರಿಯಾಣಿ</a:t>
            </a:r>
            <a:r>
              <a:rPr lang="en-IN" sz="2400" b="1" dirty="0"/>
              <a:t> </a:t>
            </a:r>
            <a:r>
              <a:rPr lang="en-IN" sz="2400" b="1" dirty="0" err="1"/>
              <a:t>ಸಂಯಮ್ಯ</a:t>
            </a:r>
            <a:r>
              <a:rPr lang="en-IN" sz="2400" b="1" dirty="0"/>
              <a:t> ಯ </a:t>
            </a:r>
            <a:r>
              <a:rPr lang="en-IN" sz="2400" b="1" dirty="0" err="1"/>
              <a:t>ಆಸ್ತೇ</a:t>
            </a:r>
            <a:r>
              <a:rPr lang="en-IN" sz="2400" b="1" dirty="0"/>
              <a:t> </a:t>
            </a:r>
            <a:r>
              <a:rPr lang="en-IN" sz="2400" b="1" dirty="0" err="1"/>
              <a:t>ಮನಸಾಸ್ಮರನ್</a:t>
            </a:r>
            <a:r>
              <a:rPr lang="en-IN" sz="2400" b="1" dirty="0"/>
              <a:t> |</a:t>
            </a:r>
          </a:p>
          <a:p>
            <a:pPr algn="ctr">
              <a:lnSpc>
                <a:spcPct val="150000"/>
              </a:lnSpc>
            </a:pPr>
            <a:r>
              <a:rPr lang="en-IN" sz="2400" b="1" dirty="0" err="1"/>
              <a:t>ಇಂದ್ರಿಯಾರ್ಥಾನ್</a:t>
            </a:r>
            <a:r>
              <a:rPr lang="en-IN" sz="2400" b="1" dirty="0"/>
              <a:t> </a:t>
            </a:r>
            <a:r>
              <a:rPr lang="en-IN" sz="2400" b="1" dirty="0" err="1"/>
              <a:t>ವಿಮೂಢಾತ್ಮಾ</a:t>
            </a:r>
            <a:r>
              <a:rPr lang="en-IN" sz="2400" b="1" dirty="0"/>
              <a:t> </a:t>
            </a:r>
            <a:r>
              <a:rPr lang="en-IN" sz="2400" b="1" dirty="0" err="1"/>
              <a:t>ಮಿಥ್ಯಾಚಾರಃ</a:t>
            </a:r>
            <a:r>
              <a:rPr lang="en-IN" sz="2400" b="1" dirty="0"/>
              <a:t> ಸ </a:t>
            </a:r>
            <a:r>
              <a:rPr lang="en-IN" sz="2400" b="1" dirty="0" err="1"/>
              <a:t>ಉಚ್ಯತೇ</a:t>
            </a:r>
            <a:r>
              <a:rPr lang="en-IN" sz="2400" b="1" dirty="0"/>
              <a:t> || ೩.೬ ||</a:t>
            </a:r>
          </a:p>
        </p:txBody>
      </p:sp>
    </p:spTree>
    <p:extLst>
      <p:ext uri="{BB962C8B-B14F-4D97-AF65-F5344CB8AC3E}">
        <p14:creationId xmlns:p14="http://schemas.microsoft.com/office/powerpoint/2010/main" val="99389565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524000" y="-11113"/>
            <a:ext cx="9144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5	</a:t>
            </a:r>
            <a:r>
              <a:rPr lang="en-US" sz="3600" dirty="0" err="1">
                <a:solidFill>
                  <a:srgbClr val="000000"/>
                </a:solidFill>
                <a:latin typeface="Sanskrit 99" pitchFamily="2" charset="0"/>
              </a:rPr>
              <a:t>yiSTviNÔyai</a:t>
            </a:r>
            <a:r>
              <a:rPr lang="en-US" sz="3600" dirty="0">
                <a:solidFill>
                  <a:srgbClr val="000000"/>
                </a:solidFill>
                <a:latin typeface="Sanskrit 99" pitchFamily="2" charset="0"/>
              </a:rPr>
              <a:t>[ </a:t>
            </a:r>
            <a:r>
              <a:rPr lang="en-US" sz="3600" dirty="0" err="1">
                <a:solidFill>
                  <a:srgbClr val="000000"/>
                </a:solidFill>
                <a:latin typeface="Sanskrit 99" pitchFamily="2" charset="0"/>
              </a:rPr>
              <a:t>mnsa</a:t>
            </a:r>
            <a:r>
              <a:rPr lang="en-US" sz="3600" dirty="0">
                <a:solidFill>
                  <a:srgbClr val="000000"/>
                </a:solidFill>
                <a:latin typeface="Sanskrit 99" pitchFamily="2" charset="0"/>
              </a:rPr>
              <a:t> </a:t>
            </a:r>
            <a:r>
              <a:rPr lang="en-US" sz="3600" dirty="0" err="1">
                <a:solidFill>
                  <a:srgbClr val="000000"/>
                </a:solidFill>
                <a:latin typeface="Sanskrit 99" pitchFamily="2" charset="0"/>
              </a:rPr>
              <a:t>inyMyarÉte</a:t>
            </a:r>
            <a:r>
              <a:rPr lang="en-US" sz="3600" dirty="0">
                <a:solidFill>
                  <a:srgbClr val="000000"/>
                </a:solidFill>
                <a:latin typeface="Sanskrit 99" pitchFamily="2" charset="0"/>
              </a:rPr>
              <a:t>=</a:t>
            </a:r>
            <a:r>
              <a:rPr lang="en-US" sz="3600" dirty="0" err="1">
                <a:solidFill>
                  <a:srgbClr val="000000"/>
                </a:solidFill>
                <a:latin typeface="Sanskrit 99" pitchFamily="2" charset="0"/>
              </a:rPr>
              <a:t>juRn</a:t>
            </a:r>
            <a:r>
              <a:rPr lang="en-US" sz="3600" dirty="0">
                <a:solidFill>
                  <a:srgbClr val="000000"/>
                </a:solidFill>
                <a:latin typeface="Sanskrit 99" pitchFamily="2" charset="0"/>
              </a:rPr>
              <a:t>, </a:t>
            </a:r>
          </a:p>
          <a:p>
            <a:pPr algn="ctr" eaLnBrk="1" hangingPunct="1">
              <a:lnSpc>
                <a:spcPct val="150000"/>
              </a:lnSpc>
            </a:pPr>
            <a:r>
              <a:rPr lang="en-US" sz="3600" dirty="0" err="1">
                <a:solidFill>
                  <a:srgbClr val="000000"/>
                </a:solidFill>
                <a:latin typeface="Sanskrit 99" pitchFamily="2" charset="0"/>
              </a:rPr>
              <a:t>kmeRiNÔyE</a:t>
            </a:r>
            <a:r>
              <a:rPr lang="en-US" sz="3600" dirty="0">
                <a:solidFill>
                  <a:srgbClr val="000000"/>
                </a:solidFill>
                <a:latin typeface="Sanskrit 99" pitchFamily="2" charset="0"/>
              </a:rPr>
              <a:t>&gt; </a:t>
            </a:r>
            <a:r>
              <a:rPr lang="en-US" sz="3600" dirty="0" err="1">
                <a:solidFill>
                  <a:srgbClr val="000000"/>
                </a:solidFill>
                <a:latin typeface="Sanskrit 99" pitchFamily="2" charset="0"/>
              </a:rPr>
              <a:t>kmRyaegm</a:t>
            </a:r>
            <a:r>
              <a:rPr lang="en-US" sz="3600" dirty="0">
                <a:solidFill>
                  <a:srgbClr val="000000"/>
                </a:solidFill>
                <a:latin typeface="Sanskrit 99" pitchFamily="2" charset="0"/>
              </a:rPr>
              <a:t>! As´&gt; s </a:t>
            </a:r>
            <a:r>
              <a:rPr lang="en-US" sz="3600" dirty="0" err="1">
                <a:solidFill>
                  <a:srgbClr val="000000"/>
                </a:solidFill>
                <a:latin typeface="Sanskrit 99" pitchFamily="2" charset="0"/>
              </a:rPr>
              <a:t>iviz:yte</a:t>
            </a:r>
            <a:r>
              <a:rPr lang="en-US" sz="3600" dirty="0">
                <a:solidFill>
                  <a:srgbClr val="000000"/>
                </a:solidFill>
                <a:latin typeface="Sanskrit 99" pitchFamily="2" charset="0"/>
              </a:rPr>
              <a:t>. 3</a:t>
            </a:r>
            <a:r>
              <a:rPr lang="en-US" sz="3600" dirty="0">
                <a:solidFill>
                  <a:srgbClr val="000000"/>
                </a:solidFill>
              </a:rPr>
              <a:t>.</a:t>
            </a:r>
            <a:r>
              <a:rPr lang="en-US" sz="3600" dirty="0">
                <a:solidFill>
                  <a:srgbClr val="000000"/>
                </a:solidFill>
                <a:latin typeface="Sanskrit 99" pitchFamily="2" charset="0"/>
              </a:rPr>
              <a:t>7.</a:t>
            </a:r>
          </a:p>
          <a:p>
            <a:pPr algn="ctr" eaLnBrk="1" hangingPunct="1">
              <a:lnSpc>
                <a:spcPct val="150000"/>
              </a:lnSpc>
            </a:pPr>
            <a:r>
              <a:rPr lang="en-US" sz="2800" dirty="0">
                <a:solidFill>
                  <a:srgbClr val="000000"/>
                </a:solidFill>
                <a:latin typeface="URW Palladio IT" pitchFamily="2" charset="0"/>
              </a:rPr>
              <a:t>5. </a:t>
            </a:r>
            <a:r>
              <a:rPr lang="en-US" sz="2800" dirty="0" err="1">
                <a:solidFill>
                  <a:srgbClr val="000000"/>
                </a:solidFill>
                <a:latin typeface="URW Palladio IT" pitchFamily="2" charset="0"/>
              </a:rPr>
              <a:t>Yastvindriyäëi</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manasä</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niyamyärabhate'rjuna</a:t>
            </a:r>
            <a:r>
              <a:rPr lang="en-US" sz="2800" dirty="0">
                <a:solidFill>
                  <a:srgbClr val="000000"/>
                </a:solidFill>
                <a:latin typeface="URW Palladio IT" pitchFamily="2" charset="0"/>
              </a:rPr>
              <a:t> | </a:t>
            </a:r>
          </a:p>
          <a:p>
            <a:pPr algn="ctr" eaLnBrk="1" hangingPunct="1">
              <a:lnSpc>
                <a:spcPct val="150000"/>
              </a:lnSpc>
            </a:pPr>
            <a:r>
              <a:rPr lang="en-US" sz="2800" dirty="0" err="1">
                <a:solidFill>
                  <a:srgbClr val="000000"/>
                </a:solidFill>
                <a:latin typeface="URW Palladio IT" pitchFamily="2" charset="0"/>
              </a:rPr>
              <a:t>Karmendriyaiù</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karmayogam</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asaktaù</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sa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viçiñyate</a:t>
            </a:r>
            <a:r>
              <a:rPr lang="en-US" sz="2800" dirty="0">
                <a:solidFill>
                  <a:srgbClr val="000000"/>
                </a:solidFill>
                <a:latin typeface="Sanskrit 99" pitchFamily="2" charset="0"/>
              </a:rPr>
              <a:t>.</a:t>
            </a:r>
            <a:r>
              <a:rPr lang="en-US" sz="2800" dirty="0">
                <a:solidFill>
                  <a:srgbClr val="000000"/>
                </a:solidFill>
                <a:latin typeface="URW Palladio IT" pitchFamily="2" charset="0"/>
              </a:rPr>
              <a:t> 3</a:t>
            </a:r>
            <a:r>
              <a:rPr lang="en-US" sz="2800" dirty="0">
                <a:solidFill>
                  <a:srgbClr val="000000"/>
                </a:solidFill>
              </a:rPr>
              <a:t>.</a:t>
            </a:r>
            <a:r>
              <a:rPr lang="en-US" sz="2800" dirty="0">
                <a:solidFill>
                  <a:srgbClr val="000000"/>
                </a:solidFill>
                <a:latin typeface="URW Palladio IT" pitchFamily="2" charset="0"/>
              </a:rPr>
              <a:t>7</a:t>
            </a:r>
            <a:r>
              <a:rPr lang="en-US" sz="2800" dirty="0">
                <a:solidFill>
                  <a:srgbClr val="000000"/>
                </a:solidFill>
                <a:latin typeface="Sanskrit 99" pitchFamily="2" charset="0"/>
              </a:rPr>
              <a:t>.</a:t>
            </a:r>
          </a:p>
        </p:txBody>
      </p:sp>
      <p:sp>
        <p:nvSpPr>
          <p:cNvPr id="9" name="Rectangle 8"/>
          <p:cNvSpPr/>
          <p:nvPr/>
        </p:nvSpPr>
        <p:spPr>
          <a:xfrm>
            <a:off x="1524000" y="5030788"/>
            <a:ext cx="8610600" cy="1443472"/>
          </a:xfrm>
          <a:prstGeom prst="rect">
            <a:avLst/>
          </a:prstGeom>
        </p:spPr>
        <p:txBody>
          <a:bodyPr>
            <a:spAutoFit/>
          </a:bodyPr>
          <a:lstStyle/>
          <a:p>
            <a:pPr marL="533400" algn="ctr">
              <a:lnSpc>
                <a:spcPct val="115000"/>
              </a:lnSpc>
              <a:defRPr/>
            </a:pPr>
            <a:r>
              <a:rPr lang="en-US" sz="2400" dirty="0">
                <a:latin typeface="Garamond" panose="02020404030301010803" pitchFamily="18" charset="0"/>
                <a:ea typeface="Times New Roman" panose="02020603050405020304" pitchFamily="18" charset="0"/>
                <a:cs typeface="Times New Roman" panose="02020603050405020304" pitchFamily="18" charset="0"/>
              </a:rPr>
              <a:t>But</a:t>
            </a:r>
            <a:r>
              <a:rPr lang="en-US" sz="2400" spc="-40"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whosoever,</a:t>
            </a:r>
            <a:r>
              <a:rPr lang="en-US" sz="2400" spc="-35"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controlling</a:t>
            </a:r>
            <a:r>
              <a:rPr lang="en-US" sz="2400" spc="-35"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the</a:t>
            </a:r>
            <a:r>
              <a:rPr lang="en-US" sz="2400" spc="-40"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senses</a:t>
            </a:r>
            <a:r>
              <a:rPr lang="en-US" sz="2400" spc="-35"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by</a:t>
            </a:r>
            <a:r>
              <a:rPr lang="en-US" sz="2400" spc="-40"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the</a:t>
            </a:r>
            <a:r>
              <a:rPr lang="en-US" sz="2400" spc="-40"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mind,</a:t>
            </a:r>
            <a:r>
              <a:rPr lang="en-US" sz="2400" spc="-40"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O</a:t>
            </a:r>
            <a:r>
              <a:rPr lang="en-US" sz="2400" spc="-40"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err="1">
                <a:latin typeface="Garamond" panose="02020404030301010803" pitchFamily="18" charset="0"/>
                <a:ea typeface="Times New Roman" panose="02020603050405020304" pitchFamily="18" charset="0"/>
                <a:cs typeface="Times New Roman" panose="02020603050405020304" pitchFamily="18" charset="0"/>
              </a:rPr>
              <a:t>Arjuna</a:t>
            </a:r>
            <a:r>
              <a:rPr lang="en-US" sz="2400" dirty="0">
                <a:latin typeface="Garamond" panose="02020404030301010803" pitchFamily="18" charset="0"/>
                <a:ea typeface="Times New Roman" panose="02020603050405020304" pitchFamily="18" charset="0"/>
                <a:cs typeface="Times New Roman" panose="02020603050405020304" pitchFamily="18" charset="0"/>
              </a:rPr>
              <a:t>,</a:t>
            </a:r>
            <a:r>
              <a:rPr lang="en-US" sz="2400" spc="-35"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engages</a:t>
            </a:r>
            <a:r>
              <a:rPr lang="en-US" sz="2400" spc="-35"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himself</a:t>
            </a:r>
            <a:r>
              <a:rPr lang="en-US" sz="2400" spc="-35"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in</a:t>
            </a:r>
            <a:r>
              <a:rPr lang="en-US" sz="2400" spc="-40"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Karma Yoga</a:t>
            </a:r>
            <a:r>
              <a:rPr lang="en-US" sz="2400" spc="-50" dirty="0">
                <a:latin typeface="Garamond" panose="02020404030301010803" pitchFamily="18" charset="0"/>
                <a:ea typeface="Times New Roman" panose="02020603050405020304" pitchFamily="18" charset="0"/>
                <a:cs typeface="Times New Roman" panose="02020603050405020304" pitchFamily="18" charset="0"/>
              </a:rPr>
              <a:t> </a:t>
            </a:r>
            <a:r>
              <a:rPr lang="en-US" sz="2400" dirty="0">
                <a:latin typeface="Garamond" panose="02020404030301010803" pitchFamily="18" charset="0"/>
                <a:ea typeface="Times New Roman" panose="02020603050405020304" pitchFamily="18" charset="0"/>
                <a:cs typeface="Times New Roman" panose="02020603050405020304" pitchFamily="18" charset="0"/>
              </a:rPr>
              <a:t>with the organs of action, without attachment, he excels!</a:t>
            </a:r>
          </a:p>
          <a:p>
            <a:pPr algn="ctr">
              <a:lnSpc>
                <a:spcPts val="600"/>
              </a:lnSpc>
              <a:spcBef>
                <a:spcPts val="25"/>
              </a:spcBef>
              <a:defRPr/>
            </a:pPr>
            <a:r>
              <a:rPr lang="en-US" sz="2400" dirty="0">
                <a:latin typeface="Garamond" panose="02020404030301010803" pitchFamily="18" charset="0"/>
                <a:ea typeface="Times New Roman" panose="02020603050405020304" pitchFamily="18" charset="0"/>
                <a:cs typeface="Times New Roman" panose="02020603050405020304" pitchFamily="18" charset="0"/>
              </a:rPr>
              <a:t> </a:t>
            </a:r>
          </a:p>
        </p:txBody>
      </p:sp>
      <p:sp>
        <p:nvSpPr>
          <p:cNvPr id="10" name="Rectangle 2"/>
          <p:cNvSpPr>
            <a:spLocks noChangeArrowheads="1"/>
          </p:cNvSpPr>
          <p:nvPr/>
        </p:nvSpPr>
        <p:spPr bwMode="auto">
          <a:xfrm>
            <a:off x="1600200" y="3124200"/>
            <a:ext cx="92964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IN" sz="2400" b="1" dirty="0"/>
              <a:t>೫. </a:t>
            </a:r>
            <a:r>
              <a:rPr lang="en-IN" sz="2400" b="1" dirty="0" err="1"/>
              <a:t>ಯಸ್ತ್ವಿಂನ್ದ್ರಿಯಾಣಿಮನಸಾ</a:t>
            </a:r>
            <a:r>
              <a:rPr lang="en-IN" sz="2400" b="1" dirty="0"/>
              <a:t> </a:t>
            </a:r>
            <a:r>
              <a:rPr lang="en-IN" sz="2400" b="1" dirty="0" err="1"/>
              <a:t>ನಿಯಮ್ಯಾರಭತೇ</a:t>
            </a:r>
            <a:r>
              <a:rPr lang="kn-IN" sz="2400" b="1" dirty="0"/>
              <a:t>ಽ</a:t>
            </a:r>
            <a:r>
              <a:rPr lang="en-IN" sz="2400" b="1" dirty="0" err="1"/>
              <a:t>ರ್ಜುನ</a:t>
            </a:r>
            <a:r>
              <a:rPr lang="en-IN" sz="2400" b="1" dirty="0"/>
              <a:t> |</a:t>
            </a:r>
          </a:p>
          <a:p>
            <a:pPr algn="ctr">
              <a:lnSpc>
                <a:spcPct val="150000"/>
              </a:lnSpc>
            </a:pPr>
            <a:r>
              <a:rPr lang="en-IN" sz="2400" b="1" dirty="0" err="1"/>
              <a:t>ಕರ್ಮೇನ್ದ್ರಿಯೈಃ</a:t>
            </a:r>
            <a:r>
              <a:rPr lang="en-IN" sz="2400" b="1" dirty="0"/>
              <a:t> </a:t>
            </a:r>
            <a:r>
              <a:rPr lang="en-IN" sz="2400" b="1" dirty="0" err="1"/>
              <a:t>ಕರ್ಮಯೋಗಂ</a:t>
            </a:r>
            <a:r>
              <a:rPr lang="en-IN" sz="2400" b="1" dirty="0"/>
              <a:t> </a:t>
            </a:r>
            <a:r>
              <a:rPr lang="en-IN" sz="2400" b="1" dirty="0" err="1"/>
              <a:t>ಅಸಕ್ತಃ</a:t>
            </a:r>
            <a:r>
              <a:rPr lang="en-IN" sz="2400" b="1" dirty="0"/>
              <a:t> ಸ </a:t>
            </a:r>
            <a:r>
              <a:rPr lang="en-IN" sz="2400" b="1" dirty="0" err="1"/>
              <a:t>ವಿಶಿಷ್ಯತೇ</a:t>
            </a:r>
            <a:r>
              <a:rPr lang="en-IN" sz="2400" b="1" dirty="0"/>
              <a:t> || ೩.೭ ||</a:t>
            </a:r>
          </a:p>
        </p:txBody>
      </p:sp>
    </p:spTree>
    <p:extLst>
      <p:ext uri="{BB962C8B-B14F-4D97-AF65-F5344CB8AC3E}">
        <p14:creationId xmlns:p14="http://schemas.microsoft.com/office/powerpoint/2010/main" val="295351586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143000" y="228600"/>
            <a:ext cx="9144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6	</a:t>
            </a:r>
            <a:r>
              <a:rPr lang="en-US" sz="3600" dirty="0" err="1">
                <a:solidFill>
                  <a:srgbClr val="000000"/>
                </a:solidFill>
                <a:latin typeface="Sanskrit 99" pitchFamily="2" charset="0"/>
              </a:rPr>
              <a:t>AnubNx</a:t>
            </a:r>
            <a:r>
              <a:rPr lang="en-US" sz="3600" dirty="0">
                <a:solidFill>
                  <a:srgbClr val="000000"/>
                </a:solidFill>
                <a:latin typeface="Sanskrit 99" pitchFamily="2" charset="0"/>
              </a:rPr>
              <a:t>&lt; ]y&lt; </a:t>
            </a:r>
            <a:r>
              <a:rPr lang="en-US" sz="3600" dirty="0" err="1">
                <a:solidFill>
                  <a:srgbClr val="000000"/>
                </a:solidFill>
                <a:latin typeface="Sanskrit 99" pitchFamily="2" charset="0"/>
              </a:rPr>
              <a:t>ih</a:t>
            </a:r>
            <a:r>
              <a:rPr lang="en-US" sz="3600" dirty="0">
                <a:solidFill>
                  <a:srgbClr val="000000"/>
                </a:solidFill>
                <a:latin typeface="Sanskrit 99" pitchFamily="2" charset="0"/>
              </a:rPr>
              <a:t>&lt;</a:t>
            </a:r>
            <a:r>
              <a:rPr lang="en-US" sz="3600" dirty="0" err="1">
                <a:solidFill>
                  <a:srgbClr val="000000"/>
                </a:solidFill>
                <a:latin typeface="Sanskrit 99" pitchFamily="2" charset="0"/>
              </a:rPr>
              <a:t>sam</a:t>
            </a:r>
            <a:r>
              <a:rPr lang="en-US" sz="3600" dirty="0">
                <a:solidFill>
                  <a:srgbClr val="000000"/>
                </a:solidFill>
                <a:latin typeface="Sanskrit 99" pitchFamily="2" charset="0"/>
              </a:rPr>
              <a:t>! An</a:t>
            </a:r>
            <a:r>
              <a:rPr lang="en-IN" sz="3600" dirty="0" err="1">
                <a:solidFill>
                  <a:srgbClr val="000000"/>
                </a:solidFill>
                <a:latin typeface="Sanskrit 99" pitchFamily="2" charset="0"/>
              </a:rPr>
              <a:t>ve</a:t>
            </a:r>
            <a:r>
              <a:rPr lang="en-US" sz="3600" dirty="0" err="1">
                <a:solidFill>
                  <a:srgbClr val="000000"/>
                </a:solidFill>
                <a:latin typeface="Sanskrit 99" pitchFamily="2" charset="0"/>
              </a:rPr>
              <a:t>úy</a:t>
            </a:r>
            <a:r>
              <a:rPr lang="en-US" sz="3600" dirty="0">
                <a:solidFill>
                  <a:srgbClr val="000000"/>
                </a:solidFill>
                <a:latin typeface="Sanskrit 99" pitchFamily="2" charset="0"/>
              </a:rPr>
              <a:t> c </a:t>
            </a:r>
            <a:r>
              <a:rPr lang="en-US" sz="3600" dirty="0" err="1">
                <a:solidFill>
                  <a:srgbClr val="000000"/>
                </a:solidFill>
                <a:latin typeface="Sanskrit 99" pitchFamily="2" charset="0"/>
              </a:rPr>
              <a:t>paEé;m</a:t>
            </a:r>
            <a:r>
              <a:rPr lang="en-US" sz="3600" dirty="0">
                <a:solidFill>
                  <a:srgbClr val="000000"/>
                </a:solidFill>
                <a:latin typeface="Sanskrit 99" pitchFamily="2" charset="0"/>
              </a:rPr>
              <a:t>!, </a:t>
            </a:r>
          </a:p>
          <a:p>
            <a:pPr algn="ctr" eaLnBrk="1" hangingPunct="1">
              <a:lnSpc>
                <a:spcPct val="150000"/>
              </a:lnSpc>
            </a:pPr>
            <a:r>
              <a:rPr lang="en-US" sz="3600" dirty="0" err="1">
                <a:solidFill>
                  <a:srgbClr val="000000"/>
                </a:solidFill>
                <a:latin typeface="Sanskrit 99" pitchFamily="2" charset="0"/>
              </a:rPr>
              <a:t>maehadar_yte</a:t>
            </a:r>
            <a:r>
              <a:rPr lang="en-US" sz="3600" dirty="0">
                <a:solidFill>
                  <a:srgbClr val="000000"/>
                </a:solidFill>
                <a:latin typeface="Sanskrit 99" pitchFamily="2" charset="0"/>
              </a:rPr>
              <a:t> </a:t>
            </a:r>
            <a:r>
              <a:rPr lang="en-US" sz="3600" dirty="0" err="1">
                <a:solidFill>
                  <a:srgbClr val="000000"/>
                </a:solidFill>
                <a:latin typeface="Sanskrit 99" pitchFamily="2" charset="0"/>
              </a:rPr>
              <a:t>kmR</a:t>
            </a:r>
            <a:r>
              <a:rPr lang="en-US" sz="3600" dirty="0">
                <a:solidFill>
                  <a:srgbClr val="000000"/>
                </a:solidFill>
                <a:latin typeface="Sanskrit 99" pitchFamily="2" charset="0"/>
              </a:rPr>
              <a:t> </a:t>
            </a:r>
            <a:r>
              <a:rPr lang="en-US" sz="3600" dirty="0" err="1">
                <a:solidFill>
                  <a:srgbClr val="000000"/>
                </a:solidFill>
                <a:latin typeface="Sanskrit 99" pitchFamily="2" charset="0"/>
              </a:rPr>
              <a:t>yÄÄamsmuCyte</a:t>
            </a:r>
            <a:r>
              <a:rPr lang="en-US" sz="3600" dirty="0">
                <a:solidFill>
                  <a:srgbClr val="000000"/>
                </a:solidFill>
                <a:latin typeface="Sanskrit 99" pitchFamily="2" charset="0"/>
              </a:rPr>
              <a:t>. 18</a:t>
            </a:r>
            <a:r>
              <a:rPr lang="en-US" dirty="0">
                <a:solidFill>
                  <a:srgbClr val="000000"/>
                </a:solidFill>
              </a:rPr>
              <a:t>.</a:t>
            </a:r>
            <a:r>
              <a:rPr lang="en-US" sz="3600" dirty="0">
                <a:solidFill>
                  <a:srgbClr val="000000"/>
                </a:solidFill>
                <a:latin typeface="Sanskrit 99" pitchFamily="2" charset="0"/>
              </a:rPr>
              <a:t>25.</a:t>
            </a:r>
          </a:p>
          <a:p>
            <a:pPr algn="ctr" eaLnBrk="1" hangingPunct="1">
              <a:lnSpc>
                <a:spcPct val="150000"/>
              </a:lnSpc>
            </a:pPr>
            <a:r>
              <a:rPr lang="en-US" sz="2400" dirty="0">
                <a:solidFill>
                  <a:srgbClr val="000000"/>
                </a:solidFill>
                <a:latin typeface="URW Palladio IT" pitchFamily="2" charset="0"/>
              </a:rPr>
              <a:t>6. </a:t>
            </a:r>
            <a:r>
              <a:rPr lang="en-US" sz="2400" dirty="0" err="1">
                <a:solidFill>
                  <a:srgbClr val="000000"/>
                </a:solidFill>
                <a:latin typeface="URW Palladio IT" pitchFamily="2" charset="0"/>
              </a:rPr>
              <a:t>Anubandhaà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kñayaà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hiàsäm</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ana</a:t>
            </a:r>
            <a:r>
              <a:rPr lang="en-US" sz="2400" dirty="0" err="1">
                <a:latin typeface="URW Palladio IT" pitchFamily="2" charset="0"/>
              </a:rPr>
              <a:t>ve</a:t>
            </a:r>
            <a:r>
              <a:rPr lang="en-US" sz="2400" dirty="0" err="1">
                <a:solidFill>
                  <a:srgbClr val="000000"/>
                </a:solidFill>
                <a:latin typeface="URW Palladio IT" pitchFamily="2" charset="0"/>
              </a:rPr>
              <a:t>kñya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ca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pauruñam</a:t>
            </a:r>
            <a:r>
              <a:rPr lang="en-US" sz="2400" dirty="0">
                <a:solidFill>
                  <a:srgbClr val="000000"/>
                </a:solidFill>
                <a:latin typeface="URW Palladio IT" pitchFamily="2" charset="0"/>
              </a:rPr>
              <a:t> | </a:t>
            </a:r>
          </a:p>
          <a:p>
            <a:pPr algn="ctr" eaLnBrk="1" hangingPunct="1">
              <a:lnSpc>
                <a:spcPct val="150000"/>
              </a:lnSpc>
            </a:pPr>
            <a:r>
              <a:rPr lang="en-US" sz="2400" dirty="0" err="1">
                <a:solidFill>
                  <a:srgbClr val="000000"/>
                </a:solidFill>
                <a:latin typeface="URW Palladio IT" pitchFamily="2" charset="0"/>
              </a:rPr>
              <a:t>Mohädärabhyate</a:t>
            </a:r>
            <a:r>
              <a:rPr lang="en-US" sz="2400" dirty="0">
                <a:solidFill>
                  <a:srgbClr val="000000"/>
                </a:solidFill>
                <a:latin typeface="URW Palladio IT" pitchFamily="2" charset="0"/>
              </a:rPr>
              <a:t> karma </a:t>
            </a:r>
            <a:r>
              <a:rPr lang="en-US" sz="2400" dirty="0" err="1">
                <a:solidFill>
                  <a:srgbClr val="000000"/>
                </a:solidFill>
                <a:latin typeface="URW Palladio IT" pitchFamily="2" charset="0"/>
              </a:rPr>
              <a:t>yattattämasamucyate</a:t>
            </a:r>
            <a:r>
              <a:rPr lang="en-US" sz="2400" dirty="0">
                <a:solidFill>
                  <a:srgbClr val="000000"/>
                </a:solidFill>
                <a:latin typeface="URW Palladio IT" pitchFamily="2" charset="0"/>
              </a:rPr>
              <a:t> || 18</a:t>
            </a:r>
            <a:r>
              <a:rPr lang="en-US" sz="2400" dirty="0">
                <a:solidFill>
                  <a:srgbClr val="000000"/>
                </a:solidFill>
              </a:rPr>
              <a:t>.</a:t>
            </a:r>
            <a:r>
              <a:rPr lang="en-US" sz="2400" dirty="0">
                <a:solidFill>
                  <a:srgbClr val="000000"/>
                </a:solidFill>
                <a:latin typeface="URW Palladio IT" pitchFamily="2" charset="0"/>
              </a:rPr>
              <a:t>25</a:t>
            </a:r>
            <a:r>
              <a:rPr lang="en-US" sz="3600" dirty="0">
                <a:solidFill>
                  <a:srgbClr val="000000"/>
                </a:solidFill>
                <a:latin typeface="URW Palladio IT" pitchFamily="2" charset="0"/>
              </a:rPr>
              <a:t>||</a:t>
            </a:r>
            <a:endParaRPr lang="en-US" sz="3600" dirty="0"/>
          </a:p>
        </p:txBody>
      </p:sp>
      <p:sp>
        <p:nvSpPr>
          <p:cNvPr id="9" name="Rectangle 1"/>
          <p:cNvSpPr>
            <a:spLocks noChangeArrowheads="1"/>
          </p:cNvSpPr>
          <p:nvPr/>
        </p:nvSpPr>
        <p:spPr bwMode="auto">
          <a:xfrm>
            <a:off x="1676400" y="4789489"/>
            <a:ext cx="8839200" cy="1764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ctr">
              <a:lnSpc>
                <a:spcPct val="101000"/>
              </a:lnSpc>
            </a:pPr>
            <a:r>
              <a:rPr lang="en-US" sz="3200" dirty="0">
                <a:latin typeface="Garamond" pitchFamily="18" charset="0"/>
                <a:cs typeface="Times New Roman" pitchFamily="18" charset="0"/>
              </a:rPr>
              <a:t>That action which is undertaken from delusion, without regard to the consequences of loss, injury and (one’s own) ability—that is declared to be </a:t>
            </a:r>
            <a:r>
              <a:rPr lang="en-US" sz="3200" dirty="0" err="1">
                <a:latin typeface="Garamond" pitchFamily="18" charset="0"/>
                <a:cs typeface="Times New Roman" pitchFamily="18" charset="0"/>
              </a:rPr>
              <a:t>Tamasic</a:t>
            </a:r>
            <a:r>
              <a:rPr lang="en-US" sz="3200" dirty="0">
                <a:latin typeface="Garamond" pitchFamily="18" charset="0"/>
                <a:cs typeface="Times New Roman" pitchFamily="18" charset="0"/>
              </a:rPr>
              <a:t>.</a:t>
            </a:r>
            <a:endParaRPr lang="en-US" dirty="0">
              <a:latin typeface="Garamond" pitchFamily="18" charset="0"/>
              <a:cs typeface="Times New Roman" pitchFamily="18" charset="0"/>
            </a:endParaRPr>
          </a:p>
          <a:p>
            <a:pPr marL="76200" indent="457200" algn="ctr">
              <a:lnSpc>
                <a:spcPts val="1400"/>
              </a:lnSpc>
            </a:pPr>
            <a:r>
              <a:rPr lang="en-US" sz="3600" dirty="0">
                <a:latin typeface="Garamond" pitchFamily="18" charset="0"/>
                <a:cs typeface="Times New Roman" pitchFamily="18" charset="0"/>
              </a:rPr>
              <a:t> </a:t>
            </a:r>
            <a:endParaRPr lang="en-US" dirty="0">
              <a:latin typeface="Garamond" pitchFamily="18" charset="0"/>
              <a:cs typeface="Times New Roman" pitchFamily="18" charset="0"/>
            </a:endParaRPr>
          </a:p>
        </p:txBody>
      </p:sp>
      <p:sp>
        <p:nvSpPr>
          <p:cNvPr id="10" name="Rectangle 1"/>
          <p:cNvSpPr>
            <a:spLocks noChangeArrowheads="1"/>
          </p:cNvSpPr>
          <p:nvPr/>
        </p:nvSpPr>
        <p:spPr bwMode="auto">
          <a:xfrm>
            <a:off x="1600200" y="3431738"/>
            <a:ext cx="96012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IN" sz="2400" b="1" dirty="0"/>
              <a:t>೬. </a:t>
            </a:r>
            <a:r>
              <a:rPr lang="en-IN" sz="2400" b="1" dirty="0" err="1"/>
              <a:t>ಅನುಬಂಧಂ</a:t>
            </a:r>
            <a:r>
              <a:rPr lang="en-IN" sz="2400" b="1" dirty="0"/>
              <a:t> </a:t>
            </a:r>
            <a:r>
              <a:rPr lang="en-IN" sz="2400" b="1" dirty="0" err="1"/>
              <a:t>ಕ್ಷಯಂ</a:t>
            </a:r>
            <a:r>
              <a:rPr lang="en-IN" sz="2400" b="1" dirty="0"/>
              <a:t> </a:t>
            </a:r>
            <a:r>
              <a:rPr lang="en-IN" sz="2400" b="1" dirty="0" err="1"/>
              <a:t>ಹಿಂಸಾಂ</a:t>
            </a:r>
            <a:r>
              <a:rPr lang="en-IN" sz="2400" b="1" dirty="0"/>
              <a:t> </a:t>
            </a:r>
            <a:r>
              <a:rPr lang="en-IN" sz="2400" b="1" dirty="0" err="1"/>
              <a:t>ಅನ</a:t>
            </a:r>
            <a:r>
              <a:rPr lang="kn-IN" sz="2400" b="1" dirty="0"/>
              <a:t>ವೇ</a:t>
            </a:r>
            <a:r>
              <a:rPr lang="en-IN" sz="2400" b="1" dirty="0" err="1"/>
              <a:t>ಕ್ಷ್ಯ</a:t>
            </a:r>
            <a:r>
              <a:rPr lang="en-IN" sz="2400" b="1" dirty="0"/>
              <a:t> ಚ </a:t>
            </a:r>
            <a:r>
              <a:rPr lang="en-IN" sz="2400" b="1" dirty="0" err="1"/>
              <a:t>ಪೌರುಷಂ</a:t>
            </a:r>
            <a:r>
              <a:rPr lang="en-IN" sz="2400" b="1" dirty="0"/>
              <a:t> |</a:t>
            </a:r>
          </a:p>
          <a:p>
            <a:pPr algn="ctr">
              <a:lnSpc>
                <a:spcPct val="150000"/>
              </a:lnSpc>
            </a:pPr>
            <a:r>
              <a:rPr lang="en-IN" sz="2400" b="1" dirty="0" err="1"/>
              <a:t>ಮೋಹಾದಾರಭ್ಯತೇ</a:t>
            </a:r>
            <a:r>
              <a:rPr lang="en-IN" sz="2400" b="1" dirty="0"/>
              <a:t> </a:t>
            </a:r>
            <a:r>
              <a:rPr lang="en-IN" sz="2400" b="1" dirty="0" err="1"/>
              <a:t>ಕರ್ಮ</a:t>
            </a:r>
            <a:r>
              <a:rPr lang="en-IN" sz="2400" b="1" dirty="0"/>
              <a:t> </a:t>
            </a:r>
            <a:r>
              <a:rPr lang="en-IN" sz="2400" b="1" dirty="0" err="1"/>
              <a:t>ಯತ್ತತ್ತಾಮಸಮುಚ್ಯತೇ</a:t>
            </a:r>
            <a:r>
              <a:rPr lang="en-IN" sz="2400" b="1" dirty="0"/>
              <a:t> ||೧೮.೨೫||</a:t>
            </a:r>
          </a:p>
          <a:p>
            <a:pPr algn="ctr"/>
            <a:r>
              <a:rPr lang="en-IN" sz="1600" dirty="0"/>
              <a:t> </a:t>
            </a:r>
          </a:p>
        </p:txBody>
      </p:sp>
    </p:spTree>
    <p:extLst>
      <p:ext uri="{BB962C8B-B14F-4D97-AF65-F5344CB8AC3E}">
        <p14:creationId xmlns:p14="http://schemas.microsoft.com/office/powerpoint/2010/main" val="9897961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6002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066800" y="228600"/>
            <a:ext cx="914400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4000" dirty="0">
                <a:solidFill>
                  <a:srgbClr val="000000"/>
                </a:solidFill>
                <a:latin typeface="Sanskrit 99" pitchFamily="2" charset="0"/>
              </a:rPr>
              <a:t>7	</a:t>
            </a:r>
            <a:r>
              <a:rPr lang="en-US" sz="4000" dirty="0" err="1">
                <a:solidFill>
                  <a:srgbClr val="000000"/>
                </a:solidFill>
                <a:latin typeface="Sanskrit 99" pitchFamily="2" charset="0"/>
              </a:rPr>
              <a:t>yÄu</a:t>
            </a:r>
            <a:r>
              <a:rPr lang="en-US" sz="4000" dirty="0">
                <a:solidFill>
                  <a:srgbClr val="000000"/>
                </a:solidFill>
                <a:latin typeface="Sanskrit 99" pitchFamily="2" charset="0"/>
              </a:rPr>
              <a:t> </a:t>
            </a:r>
            <a:r>
              <a:rPr lang="en-US" sz="4000" dirty="0" err="1">
                <a:solidFill>
                  <a:srgbClr val="000000"/>
                </a:solidFill>
                <a:latin typeface="Sanskrit 99" pitchFamily="2" charset="0"/>
              </a:rPr>
              <a:t>kamePsuna</a:t>
            </a:r>
            <a:r>
              <a:rPr lang="en-US" sz="4000" dirty="0">
                <a:solidFill>
                  <a:srgbClr val="000000"/>
                </a:solidFill>
                <a:latin typeface="Sanskrit 99" pitchFamily="2" charset="0"/>
              </a:rPr>
              <a:t> </a:t>
            </a:r>
            <a:r>
              <a:rPr lang="en-US" sz="4000" dirty="0" err="1">
                <a:solidFill>
                  <a:srgbClr val="000000"/>
                </a:solidFill>
                <a:latin typeface="Sanskrit 99" pitchFamily="2" charset="0"/>
              </a:rPr>
              <a:t>kmR</a:t>
            </a:r>
            <a:r>
              <a:rPr lang="en-US" sz="4000" dirty="0">
                <a:solidFill>
                  <a:srgbClr val="000000"/>
                </a:solidFill>
                <a:latin typeface="Sanskrit 99" pitchFamily="2" charset="0"/>
              </a:rPr>
              <a:t> </a:t>
            </a:r>
            <a:r>
              <a:rPr lang="en-US" sz="4000" dirty="0" err="1">
                <a:solidFill>
                  <a:srgbClr val="000000"/>
                </a:solidFill>
                <a:latin typeface="Sanskrit 99" pitchFamily="2" charset="0"/>
              </a:rPr>
              <a:t>sah»are</a:t>
            </a:r>
            <a:r>
              <a:rPr lang="en-US" sz="4000" dirty="0">
                <a:solidFill>
                  <a:srgbClr val="000000"/>
                </a:solidFill>
                <a:latin typeface="Sanskrit 99" pitchFamily="2" charset="0"/>
              </a:rPr>
              <a:t>[ </a:t>
            </a:r>
            <a:r>
              <a:rPr lang="en-US" sz="4000" dirty="0" err="1">
                <a:solidFill>
                  <a:srgbClr val="000000"/>
                </a:solidFill>
                <a:latin typeface="Sanskrit 99" pitchFamily="2" charset="0"/>
              </a:rPr>
              <a:t>va</a:t>
            </a:r>
            <a:r>
              <a:rPr lang="en-US" sz="4000" dirty="0">
                <a:solidFill>
                  <a:srgbClr val="000000"/>
                </a:solidFill>
                <a:latin typeface="Sanskrit 99" pitchFamily="2" charset="0"/>
              </a:rPr>
              <a:t> pun&gt;, </a:t>
            </a:r>
          </a:p>
          <a:p>
            <a:pPr algn="ctr" eaLnBrk="1" hangingPunct="1">
              <a:lnSpc>
                <a:spcPct val="150000"/>
              </a:lnSpc>
            </a:pPr>
            <a:r>
              <a:rPr lang="en-US" sz="4000" dirty="0">
                <a:solidFill>
                  <a:srgbClr val="000000"/>
                </a:solidFill>
                <a:latin typeface="Sanskrit 99" pitchFamily="2" charset="0"/>
              </a:rPr>
              <a:t>i³yte </a:t>
            </a:r>
            <a:r>
              <a:rPr lang="en-US" sz="4000" dirty="0" err="1">
                <a:solidFill>
                  <a:srgbClr val="000000"/>
                </a:solidFill>
                <a:latin typeface="Sanskrit 99" pitchFamily="2" charset="0"/>
              </a:rPr>
              <a:t>b÷layas</a:t>
            </a:r>
            <a:r>
              <a:rPr lang="en-US" sz="4000" dirty="0">
                <a:solidFill>
                  <a:srgbClr val="000000"/>
                </a:solidFill>
                <a:latin typeface="Sanskrit 99" pitchFamily="2" charset="0"/>
              </a:rPr>
              <a:t>&lt; </a:t>
            </a:r>
            <a:r>
              <a:rPr lang="en-US" sz="4000" dirty="0" err="1">
                <a:solidFill>
                  <a:srgbClr val="000000"/>
                </a:solidFill>
                <a:latin typeface="Sanskrit 99" pitchFamily="2" charset="0"/>
              </a:rPr>
              <a:t>tÔajsmudaùtm</a:t>
            </a:r>
            <a:r>
              <a:rPr lang="en-US" sz="4000" dirty="0">
                <a:solidFill>
                  <a:srgbClr val="000000"/>
                </a:solidFill>
                <a:latin typeface="Sanskrit 99" pitchFamily="2" charset="0"/>
              </a:rPr>
              <a:t>!. 18</a:t>
            </a:r>
            <a:r>
              <a:rPr lang="en-US" sz="3200" dirty="0">
                <a:solidFill>
                  <a:srgbClr val="000000"/>
                </a:solidFill>
              </a:rPr>
              <a:t>.</a:t>
            </a:r>
            <a:r>
              <a:rPr lang="en-US" sz="4000" dirty="0">
                <a:solidFill>
                  <a:srgbClr val="000000"/>
                </a:solidFill>
                <a:latin typeface="Sanskrit 99" pitchFamily="2" charset="0"/>
              </a:rPr>
              <a:t>24.</a:t>
            </a:r>
          </a:p>
          <a:p>
            <a:pPr algn="ctr" eaLnBrk="1" hangingPunct="1">
              <a:lnSpc>
                <a:spcPct val="150000"/>
              </a:lnSpc>
            </a:pPr>
            <a:r>
              <a:rPr lang="fi-FI" sz="2800" dirty="0">
                <a:solidFill>
                  <a:srgbClr val="000000"/>
                </a:solidFill>
                <a:latin typeface="URW Palladio IT" pitchFamily="2" charset="0"/>
              </a:rPr>
              <a:t>7. Yattu kämepsunä karma sähaìkäreëa vä punaù | </a:t>
            </a:r>
          </a:p>
          <a:p>
            <a:pPr algn="ctr" eaLnBrk="1" hangingPunct="1">
              <a:lnSpc>
                <a:spcPct val="150000"/>
              </a:lnSpc>
            </a:pPr>
            <a:r>
              <a:rPr lang="en-US" sz="2800" dirty="0" err="1">
                <a:solidFill>
                  <a:srgbClr val="000000"/>
                </a:solidFill>
                <a:latin typeface="URW Palladio IT" pitchFamily="2" charset="0"/>
              </a:rPr>
              <a:t>Kriyate</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bahuläyäsaà</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tadräjasamudähåtam</a:t>
            </a:r>
            <a:r>
              <a:rPr lang="en-US" sz="2800" dirty="0">
                <a:solidFill>
                  <a:srgbClr val="000000"/>
                </a:solidFill>
                <a:latin typeface="URW Palladio IT" pitchFamily="2" charset="0"/>
              </a:rPr>
              <a:t> || 18</a:t>
            </a:r>
            <a:r>
              <a:rPr lang="en-US" sz="2800" dirty="0">
                <a:solidFill>
                  <a:srgbClr val="000000"/>
                </a:solidFill>
              </a:rPr>
              <a:t>.</a:t>
            </a:r>
            <a:r>
              <a:rPr lang="en-US" sz="2800" dirty="0">
                <a:solidFill>
                  <a:srgbClr val="000000"/>
                </a:solidFill>
                <a:latin typeface="URW Palladio IT" pitchFamily="2" charset="0"/>
              </a:rPr>
              <a:t>24||</a:t>
            </a:r>
          </a:p>
        </p:txBody>
      </p:sp>
      <p:sp>
        <p:nvSpPr>
          <p:cNvPr id="9" name="Rectangle 2"/>
          <p:cNvSpPr>
            <a:spLocks noChangeArrowheads="1"/>
          </p:cNvSpPr>
          <p:nvPr/>
        </p:nvSpPr>
        <p:spPr bwMode="auto">
          <a:xfrm>
            <a:off x="1828800" y="4953000"/>
            <a:ext cx="8458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3200" dirty="0">
                <a:latin typeface="Garamond" pitchFamily="18" charset="0"/>
                <a:cs typeface="Times New Roman" pitchFamily="18" charset="0"/>
              </a:rPr>
              <a:t>But that action which is done by one longing for the fulfillment of desires or gain, with egoism or with much effort- that is declared to be </a:t>
            </a:r>
            <a:r>
              <a:rPr lang="en-US" sz="3200" dirty="0" err="1">
                <a:latin typeface="Garamond" pitchFamily="18" charset="0"/>
                <a:cs typeface="Times New Roman" pitchFamily="18" charset="0"/>
              </a:rPr>
              <a:t>Rajasic</a:t>
            </a:r>
            <a:r>
              <a:rPr lang="en-US" sz="3200" dirty="0">
                <a:latin typeface="Garamond" pitchFamily="18" charset="0"/>
                <a:cs typeface="Times New Roman" pitchFamily="18" charset="0"/>
              </a:rPr>
              <a:t>.</a:t>
            </a:r>
            <a:endParaRPr lang="en-US" sz="3600" dirty="0">
              <a:latin typeface="Garamond" pitchFamily="18" charset="0"/>
            </a:endParaRPr>
          </a:p>
        </p:txBody>
      </p:sp>
      <p:sp>
        <p:nvSpPr>
          <p:cNvPr id="10" name="Rectangle 1"/>
          <p:cNvSpPr>
            <a:spLocks noChangeArrowheads="1"/>
          </p:cNvSpPr>
          <p:nvPr/>
        </p:nvSpPr>
        <p:spPr bwMode="auto">
          <a:xfrm>
            <a:off x="685800" y="3505201"/>
            <a:ext cx="10896600" cy="955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IN" sz="2400" b="1" dirty="0"/>
              <a:t>೭. </a:t>
            </a:r>
            <a:r>
              <a:rPr lang="en-IN" sz="2400" b="1" dirty="0" err="1"/>
              <a:t>ಯತ್ತು</a:t>
            </a:r>
            <a:r>
              <a:rPr lang="en-IN" sz="2400" b="1" dirty="0"/>
              <a:t> </a:t>
            </a:r>
            <a:r>
              <a:rPr lang="kn-IN" sz="2400" b="1" dirty="0"/>
              <a:t>ಕಾಮೇ</a:t>
            </a:r>
            <a:r>
              <a:rPr lang="en-IN" sz="2400" b="1" dirty="0" err="1"/>
              <a:t>ಪ್ಸುನಾ</a:t>
            </a:r>
            <a:r>
              <a:rPr lang="en-IN" sz="2400" b="1" dirty="0"/>
              <a:t> </a:t>
            </a:r>
            <a:r>
              <a:rPr lang="en-IN" sz="2400" b="1" dirty="0" err="1"/>
              <a:t>ಕರ್ಮ</a:t>
            </a:r>
            <a:r>
              <a:rPr lang="en-IN" sz="2400" b="1" dirty="0"/>
              <a:t> </a:t>
            </a:r>
            <a:r>
              <a:rPr lang="en-IN" sz="2400" b="1" dirty="0" err="1"/>
              <a:t>ಸಾಹಂಕಾರೇಣ</a:t>
            </a:r>
            <a:r>
              <a:rPr lang="en-IN" sz="2400" b="1" dirty="0"/>
              <a:t> </a:t>
            </a:r>
            <a:r>
              <a:rPr lang="en-IN" sz="2400" b="1" dirty="0" err="1"/>
              <a:t>ವಾ</a:t>
            </a:r>
            <a:r>
              <a:rPr lang="en-IN" sz="2400" b="1" dirty="0"/>
              <a:t> </a:t>
            </a:r>
            <a:r>
              <a:rPr lang="en-IN" sz="2400" b="1" dirty="0" err="1"/>
              <a:t>ಪುನಃ</a:t>
            </a:r>
            <a:r>
              <a:rPr lang="en-IN" sz="2400" b="1" dirty="0"/>
              <a:t> |</a:t>
            </a:r>
          </a:p>
          <a:p>
            <a:pPr algn="ctr">
              <a:lnSpc>
                <a:spcPct val="150000"/>
              </a:lnSpc>
            </a:pPr>
            <a:r>
              <a:rPr lang="en-IN" sz="2400" b="1" dirty="0" err="1"/>
              <a:t>ಕ್ರಿಯತೇ</a:t>
            </a:r>
            <a:r>
              <a:rPr lang="en-IN" sz="2400" b="1" dirty="0"/>
              <a:t> </a:t>
            </a:r>
            <a:r>
              <a:rPr lang="en-IN" sz="2400" b="1" dirty="0" err="1"/>
              <a:t>ಬಹುಲಾಯಾಸಂ</a:t>
            </a:r>
            <a:r>
              <a:rPr lang="en-IN" sz="2400" b="1" dirty="0"/>
              <a:t> </a:t>
            </a:r>
            <a:r>
              <a:rPr lang="en-IN" sz="2400" b="1" dirty="0" err="1"/>
              <a:t>ತದ್ರಾಜಸಮುದಾಹೃತಮ್</a:t>
            </a:r>
            <a:r>
              <a:rPr lang="en-IN" sz="2400" b="1" dirty="0"/>
              <a:t>||೧೮.೨೪||</a:t>
            </a:r>
          </a:p>
        </p:txBody>
      </p:sp>
    </p:spTree>
    <p:extLst>
      <p:ext uri="{BB962C8B-B14F-4D97-AF65-F5344CB8AC3E}">
        <p14:creationId xmlns:p14="http://schemas.microsoft.com/office/powerpoint/2010/main" val="19178511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143000" y="381000"/>
            <a:ext cx="9144000"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8     </a:t>
            </a:r>
            <a:r>
              <a:rPr lang="en-US" sz="3600" dirty="0" err="1">
                <a:solidFill>
                  <a:srgbClr val="000000"/>
                </a:solidFill>
                <a:latin typeface="Sanskrit 99" pitchFamily="2" charset="0"/>
              </a:rPr>
              <a:t>inyt</a:t>
            </a:r>
            <a:r>
              <a:rPr lang="en-US" sz="3600" dirty="0">
                <a:solidFill>
                  <a:srgbClr val="000000"/>
                </a:solidFill>
                <a:latin typeface="Sanskrit 99" pitchFamily="2" charset="0"/>
              </a:rPr>
              <a:t>&lt; s¼rihtm! </a:t>
            </a:r>
            <a:r>
              <a:rPr lang="en-US" sz="3600" dirty="0" err="1">
                <a:solidFill>
                  <a:srgbClr val="000000"/>
                </a:solidFill>
                <a:latin typeface="Sanskrit 99" pitchFamily="2" charset="0"/>
              </a:rPr>
              <a:t>AragÖe;t</a:t>
            </a:r>
            <a:r>
              <a:rPr lang="en-US" sz="3600" dirty="0">
                <a:solidFill>
                  <a:srgbClr val="000000"/>
                </a:solidFill>
                <a:latin typeface="Sanskrit 99" pitchFamily="2" charset="0"/>
              </a:rPr>
              <a:t>&gt; </a:t>
            </a:r>
            <a:r>
              <a:rPr lang="en-US" sz="3600" dirty="0" err="1">
                <a:solidFill>
                  <a:srgbClr val="000000"/>
                </a:solidFill>
                <a:latin typeface="Sanskrit 99" pitchFamily="2" charset="0"/>
              </a:rPr>
              <a:t>k«tm</a:t>
            </a:r>
            <a:r>
              <a:rPr lang="en-US" sz="3600" dirty="0">
                <a:solidFill>
                  <a:srgbClr val="000000"/>
                </a:solidFill>
                <a:latin typeface="Sanskrit 99" pitchFamily="2" charset="0"/>
              </a:rPr>
              <a:t>!, </a:t>
            </a:r>
          </a:p>
          <a:p>
            <a:pPr algn="ctr" eaLnBrk="1" hangingPunct="1">
              <a:lnSpc>
                <a:spcPct val="150000"/>
              </a:lnSpc>
            </a:pPr>
            <a:r>
              <a:rPr lang="en-US" sz="3600" dirty="0">
                <a:solidFill>
                  <a:srgbClr val="000000"/>
                </a:solidFill>
                <a:latin typeface="Sanskrit 99" pitchFamily="2" charset="0"/>
              </a:rPr>
              <a:t>       A)</a:t>
            </a:r>
            <a:r>
              <a:rPr lang="en-US" sz="3600" dirty="0" err="1">
                <a:solidFill>
                  <a:srgbClr val="000000"/>
                </a:solidFill>
                <a:latin typeface="Sanskrit 99" pitchFamily="2" charset="0"/>
              </a:rPr>
              <a:t>làePsuna</a:t>
            </a:r>
            <a:r>
              <a:rPr lang="en-US" sz="3600" dirty="0">
                <a:solidFill>
                  <a:srgbClr val="000000"/>
                </a:solidFill>
                <a:latin typeface="Sanskrit 99" pitchFamily="2" charset="0"/>
              </a:rPr>
              <a:t> </a:t>
            </a:r>
            <a:r>
              <a:rPr lang="en-US" sz="3600" dirty="0" err="1">
                <a:solidFill>
                  <a:srgbClr val="000000"/>
                </a:solidFill>
                <a:latin typeface="Sanskrit 99" pitchFamily="2" charset="0"/>
              </a:rPr>
              <a:t>kmR</a:t>
            </a:r>
            <a:r>
              <a:rPr lang="en-US" sz="3600" dirty="0">
                <a:solidFill>
                  <a:srgbClr val="000000"/>
                </a:solidFill>
                <a:latin typeface="Sanskrit 99" pitchFamily="2" charset="0"/>
              </a:rPr>
              <a:t> </a:t>
            </a:r>
            <a:r>
              <a:rPr lang="en-US" sz="3600" dirty="0" err="1">
                <a:solidFill>
                  <a:srgbClr val="000000"/>
                </a:solidFill>
                <a:latin typeface="Sanskrit 99" pitchFamily="2" charset="0"/>
              </a:rPr>
              <a:t>yÄTs</a:t>
            </a:r>
            <a:r>
              <a:rPr lang="en-IN" sz="3600" dirty="0" err="1">
                <a:solidFill>
                  <a:srgbClr val="000000"/>
                </a:solidFill>
                <a:latin typeface="Sanskrit 99" pitchFamily="2" charset="0"/>
              </a:rPr>
              <a:t>aiÅv</a:t>
            </a:r>
            <a:r>
              <a:rPr lang="en-US" sz="3600" dirty="0" err="1">
                <a:solidFill>
                  <a:srgbClr val="000000"/>
                </a:solidFill>
                <a:latin typeface="Sanskrit 99" pitchFamily="2" charset="0"/>
              </a:rPr>
              <a:t>kmuCyte</a:t>
            </a:r>
            <a:r>
              <a:rPr lang="en-US" sz="3600" dirty="0">
                <a:solidFill>
                  <a:srgbClr val="000000"/>
                </a:solidFill>
                <a:latin typeface="Sanskrit 99" pitchFamily="2" charset="0"/>
              </a:rPr>
              <a:t>. 18</a:t>
            </a:r>
            <a:r>
              <a:rPr lang="en-US" dirty="0">
                <a:solidFill>
                  <a:srgbClr val="000000"/>
                </a:solidFill>
              </a:rPr>
              <a:t>.</a:t>
            </a:r>
            <a:r>
              <a:rPr lang="en-US" sz="3600" dirty="0">
                <a:solidFill>
                  <a:srgbClr val="000000"/>
                </a:solidFill>
                <a:latin typeface="Sanskrit 99" pitchFamily="2" charset="0"/>
              </a:rPr>
              <a:t>23.</a:t>
            </a:r>
          </a:p>
          <a:p>
            <a:pPr algn="ctr" eaLnBrk="1" hangingPunct="1"/>
            <a:r>
              <a:rPr lang="en-US" sz="2800" dirty="0">
                <a:solidFill>
                  <a:srgbClr val="000000"/>
                </a:solidFill>
                <a:latin typeface="URW Palladio IT" pitchFamily="2" charset="0"/>
              </a:rPr>
              <a:t>8. </a:t>
            </a:r>
            <a:r>
              <a:rPr lang="en-US" sz="2800" dirty="0" err="1">
                <a:solidFill>
                  <a:srgbClr val="000000"/>
                </a:solidFill>
                <a:latin typeface="URW Palladio IT" pitchFamily="2" charset="0"/>
              </a:rPr>
              <a:t>Niyataà</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saìgarahitam</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arägadveñataù</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kåtam</a:t>
            </a:r>
            <a:r>
              <a:rPr lang="en-US" sz="2800" dirty="0">
                <a:solidFill>
                  <a:srgbClr val="000000"/>
                </a:solidFill>
                <a:latin typeface="URW Palladio IT" pitchFamily="2" charset="0"/>
              </a:rPr>
              <a:t> | </a:t>
            </a:r>
            <a:r>
              <a:rPr lang="en-US" sz="2800" dirty="0" err="1">
                <a:solidFill>
                  <a:srgbClr val="000000"/>
                </a:solidFill>
                <a:latin typeface="URW Palladio IT" pitchFamily="2" charset="0"/>
              </a:rPr>
              <a:t>Aphalaprepsunä</a:t>
            </a:r>
            <a:r>
              <a:rPr lang="en-US" sz="2800" dirty="0">
                <a:solidFill>
                  <a:srgbClr val="000000"/>
                </a:solidFill>
                <a:latin typeface="URW Palladio IT" pitchFamily="2" charset="0"/>
              </a:rPr>
              <a:t> karma </a:t>
            </a:r>
            <a:r>
              <a:rPr lang="en-US" sz="2800" dirty="0" err="1">
                <a:solidFill>
                  <a:srgbClr val="000000"/>
                </a:solidFill>
                <a:latin typeface="URW Palladio IT" pitchFamily="2" charset="0"/>
              </a:rPr>
              <a:t>yattatsättvikamucyate</a:t>
            </a:r>
            <a:r>
              <a:rPr lang="en-US" sz="2800" dirty="0">
                <a:solidFill>
                  <a:srgbClr val="000000"/>
                </a:solidFill>
                <a:latin typeface="URW Palladio IT" pitchFamily="2" charset="0"/>
              </a:rPr>
              <a:t> </a:t>
            </a:r>
            <a:r>
              <a:rPr lang="en-US" sz="2800" dirty="0">
                <a:solidFill>
                  <a:srgbClr val="000000"/>
                </a:solidFill>
                <a:latin typeface="Sanskrit 99" pitchFamily="2" charset="0"/>
              </a:rPr>
              <a:t>.</a:t>
            </a:r>
            <a:r>
              <a:rPr lang="en-US" sz="2800" dirty="0">
                <a:solidFill>
                  <a:srgbClr val="000000"/>
                </a:solidFill>
                <a:latin typeface="URW Palladio IT" pitchFamily="2" charset="0"/>
              </a:rPr>
              <a:t>18</a:t>
            </a:r>
            <a:r>
              <a:rPr lang="en-US" sz="2800" dirty="0">
                <a:solidFill>
                  <a:srgbClr val="000000"/>
                </a:solidFill>
              </a:rPr>
              <a:t>.</a:t>
            </a:r>
            <a:r>
              <a:rPr lang="en-US" sz="2800" dirty="0">
                <a:solidFill>
                  <a:srgbClr val="000000"/>
                </a:solidFill>
                <a:latin typeface="URW Palladio IT" pitchFamily="2" charset="0"/>
              </a:rPr>
              <a:t>23</a:t>
            </a:r>
            <a:endParaRPr lang="en-US" sz="2800" dirty="0">
              <a:solidFill>
                <a:srgbClr val="000000"/>
              </a:solidFill>
              <a:latin typeface="Sanskrit 99" pitchFamily="2" charset="0"/>
            </a:endParaRPr>
          </a:p>
        </p:txBody>
      </p:sp>
      <p:sp>
        <p:nvSpPr>
          <p:cNvPr id="9" name="Rectangle 1"/>
          <p:cNvSpPr>
            <a:spLocks noChangeArrowheads="1"/>
          </p:cNvSpPr>
          <p:nvPr/>
        </p:nvSpPr>
        <p:spPr bwMode="auto">
          <a:xfrm>
            <a:off x="1631504" y="4616450"/>
            <a:ext cx="8458200" cy="2326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ctr"/>
            <a:r>
              <a:rPr lang="en-US" sz="3200" dirty="0">
                <a:latin typeface="Garamond" pitchFamily="18" charset="0"/>
                <a:cs typeface="Times New Roman" pitchFamily="18" charset="0"/>
              </a:rPr>
              <a:t>An action which is ordained, which is free from attachment, which is done without love or hatred by one who is not desirous of any reward—that action is declared to be </a:t>
            </a:r>
            <a:r>
              <a:rPr lang="en-US" sz="3200" dirty="0" err="1">
                <a:latin typeface="Garamond" pitchFamily="18" charset="0"/>
                <a:cs typeface="Times New Roman" pitchFamily="18" charset="0"/>
              </a:rPr>
              <a:t>Sattwic</a:t>
            </a:r>
            <a:r>
              <a:rPr lang="en-US" sz="3200" dirty="0">
                <a:latin typeface="Garamond" pitchFamily="18" charset="0"/>
                <a:cs typeface="Times New Roman" pitchFamily="18" charset="0"/>
              </a:rPr>
              <a:t>.</a:t>
            </a:r>
            <a:endParaRPr lang="en-US" dirty="0">
              <a:latin typeface="Garamond" pitchFamily="18" charset="0"/>
              <a:cs typeface="Times New Roman" pitchFamily="18" charset="0"/>
            </a:endParaRPr>
          </a:p>
          <a:p>
            <a:pPr marL="76200" indent="457200" algn="ctr">
              <a:lnSpc>
                <a:spcPts val="1400"/>
              </a:lnSpc>
            </a:pPr>
            <a:r>
              <a:rPr lang="en-US" sz="3600" dirty="0">
                <a:latin typeface="Garamond" pitchFamily="18" charset="0"/>
                <a:cs typeface="Times New Roman" pitchFamily="18" charset="0"/>
              </a:rPr>
              <a:t> </a:t>
            </a:r>
            <a:endParaRPr lang="en-US" dirty="0">
              <a:latin typeface="Garamond" pitchFamily="18" charset="0"/>
              <a:cs typeface="Times New Roman" pitchFamily="18" charset="0"/>
            </a:endParaRPr>
          </a:p>
        </p:txBody>
      </p:sp>
      <p:sp>
        <p:nvSpPr>
          <p:cNvPr id="10" name="Rectangle 1"/>
          <p:cNvSpPr>
            <a:spLocks noChangeArrowheads="1"/>
          </p:cNvSpPr>
          <p:nvPr/>
        </p:nvSpPr>
        <p:spPr bwMode="auto">
          <a:xfrm>
            <a:off x="914400" y="3048000"/>
            <a:ext cx="10668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IN" sz="2400" b="1" dirty="0"/>
              <a:t>೮. </a:t>
            </a:r>
            <a:r>
              <a:rPr lang="en-IN" sz="2400" b="1" dirty="0" err="1"/>
              <a:t>ನಿಯತಂ</a:t>
            </a:r>
            <a:r>
              <a:rPr lang="en-IN" sz="2400" b="1" dirty="0"/>
              <a:t> </a:t>
            </a:r>
            <a:r>
              <a:rPr lang="en-IN" sz="2400" b="1" dirty="0" err="1"/>
              <a:t>ಸಂಗರಹಿತಂ</a:t>
            </a:r>
            <a:r>
              <a:rPr lang="en-IN" sz="2400" b="1" dirty="0"/>
              <a:t> </a:t>
            </a:r>
            <a:r>
              <a:rPr lang="en-IN" sz="2400" b="1" dirty="0" err="1"/>
              <a:t>ಅರಾಗದ್ವೇಷತಃ</a:t>
            </a:r>
            <a:r>
              <a:rPr lang="en-IN" sz="2400" b="1" dirty="0"/>
              <a:t>  </a:t>
            </a:r>
            <a:r>
              <a:rPr lang="en-IN" sz="2400" b="1" dirty="0" err="1"/>
              <a:t>ಕೃತಮ್</a:t>
            </a:r>
            <a:r>
              <a:rPr lang="en-IN" sz="2400" b="1" dirty="0"/>
              <a:t> |</a:t>
            </a:r>
          </a:p>
          <a:p>
            <a:pPr algn="ctr"/>
            <a:r>
              <a:rPr lang="en-IN" sz="2400" b="1" dirty="0" err="1"/>
              <a:t>ಅಫಲ</a:t>
            </a:r>
            <a:r>
              <a:rPr lang="en-IN" sz="2400" b="1" dirty="0"/>
              <a:t> </a:t>
            </a:r>
            <a:r>
              <a:rPr lang="en-IN" sz="2400" b="1" dirty="0" err="1"/>
              <a:t>ಪ್ರೇಪ್ಸುನಾ</a:t>
            </a:r>
            <a:r>
              <a:rPr lang="en-IN" sz="2400" b="1" dirty="0"/>
              <a:t> </a:t>
            </a:r>
            <a:r>
              <a:rPr lang="en-IN" sz="2400" b="1" dirty="0" err="1"/>
              <a:t>ಕರ್ಮ</a:t>
            </a:r>
            <a:r>
              <a:rPr lang="en-IN" sz="2400" b="1" dirty="0"/>
              <a:t> </a:t>
            </a:r>
            <a:r>
              <a:rPr lang="en-IN" sz="2400" b="1" dirty="0" err="1"/>
              <a:t>ಯತ್ತತ್</a:t>
            </a:r>
            <a:r>
              <a:rPr lang="en-IN" sz="2400" b="1" dirty="0"/>
              <a:t> </a:t>
            </a:r>
            <a:r>
              <a:rPr lang="en-IN" sz="2400" b="1" dirty="0" err="1"/>
              <a:t>ಸಾತ್ತ್ವಿಕಮುಚ್ಯತೇ</a:t>
            </a:r>
            <a:r>
              <a:rPr lang="en-IN" sz="2400" b="1" dirty="0"/>
              <a:t> ||೧೮.೨೩||</a:t>
            </a:r>
          </a:p>
        </p:txBody>
      </p:sp>
    </p:spTree>
    <p:extLst>
      <p:ext uri="{BB962C8B-B14F-4D97-AF65-F5344CB8AC3E}">
        <p14:creationId xmlns:p14="http://schemas.microsoft.com/office/powerpoint/2010/main" val="32976944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371600" y="381000"/>
            <a:ext cx="9144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9	</a:t>
            </a:r>
            <a:r>
              <a:rPr lang="en-US" sz="3600" dirty="0" err="1">
                <a:solidFill>
                  <a:srgbClr val="000000"/>
                </a:solidFill>
                <a:latin typeface="Sanskrit 99" pitchFamily="2" charset="0"/>
              </a:rPr>
              <a:t>kmR</a:t>
            </a:r>
            <a:r>
              <a:rPr lang="en-US" sz="3600" dirty="0">
                <a:solidFill>
                  <a:srgbClr val="000000"/>
                </a:solidFill>
                <a:latin typeface="Sanskrit 99" pitchFamily="2" charset="0"/>
              </a:rPr>
              <a:t>{</a:t>
            </a:r>
            <a:r>
              <a:rPr lang="en-US" sz="3600" dirty="0" err="1">
                <a:solidFill>
                  <a:srgbClr val="000000"/>
                </a:solidFill>
                <a:latin typeface="Sanskrit 99" pitchFamily="2" charset="0"/>
              </a:rPr>
              <a:t>yevaixkarSte</a:t>
            </a:r>
            <a:r>
              <a:rPr lang="en-US" sz="3600" dirty="0">
                <a:solidFill>
                  <a:srgbClr val="000000"/>
                </a:solidFill>
                <a:latin typeface="Sanskrit 99" pitchFamily="2" charset="0"/>
              </a:rPr>
              <a:t> ma )</a:t>
            </a:r>
            <a:r>
              <a:rPr lang="en-US" sz="3600" dirty="0" err="1">
                <a:solidFill>
                  <a:srgbClr val="000000"/>
                </a:solidFill>
                <a:latin typeface="Sanskrit 99" pitchFamily="2" charset="0"/>
              </a:rPr>
              <a:t>le;u</a:t>
            </a:r>
            <a:r>
              <a:rPr lang="en-US" sz="3600" dirty="0">
                <a:solidFill>
                  <a:srgbClr val="000000"/>
                </a:solidFill>
                <a:latin typeface="Sanskrit 99" pitchFamily="2" charset="0"/>
              </a:rPr>
              <a:t> </a:t>
            </a:r>
            <a:r>
              <a:rPr lang="en-US" sz="3600" dirty="0" err="1">
                <a:solidFill>
                  <a:srgbClr val="000000"/>
                </a:solidFill>
                <a:latin typeface="Sanskrit 99" pitchFamily="2" charset="0"/>
              </a:rPr>
              <a:t>kdacn</a:t>
            </a:r>
            <a:r>
              <a:rPr lang="en-US" sz="3600" dirty="0">
                <a:solidFill>
                  <a:srgbClr val="000000"/>
                </a:solidFill>
                <a:latin typeface="Sanskrit 99" pitchFamily="2" charset="0"/>
              </a:rPr>
              <a:t>, </a:t>
            </a:r>
          </a:p>
          <a:p>
            <a:pPr algn="ctr" eaLnBrk="1" hangingPunct="1">
              <a:lnSpc>
                <a:spcPct val="150000"/>
              </a:lnSpc>
            </a:pPr>
            <a:r>
              <a:rPr lang="pl-PL" sz="3600" dirty="0">
                <a:solidFill>
                  <a:srgbClr val="000000"/>
                </a:solidFill>
                <a:latin typeface="Sanskrit 99" pitchFamily="2" charset="0"/>
              </a:rPr>
              <a:t>ma kmR)lhetuÉUR&gt; ma te s¼ae=STvkmRi[. 2</a:t>
            </a:r>
            <a:r>
              <a:rPr lang="pl-PL" dirty="0">
                <a:solidFill>
                  <a:srgbClr val="000000"/>
                </a:solidFill>
              </a:rPr>
              <a:t>.</a:t>
            </a:r>
            <a:r>
              <a:rPr lang="pl-PL" sz="3600" dirty="0">
                <a:solidFill>
                  <a:srgbClr val="000000"/>
                </a:solidFill>
                <a:latin typeface="Sanskrit 99" pitchFamily="2" charset="0"/>
              </a:rPr>
              <a:t>47.</a:t>
            </a:r>
          </a:p>
          <a:p>
            <a:pPr algn="ctr" eaLnBrk="1" hangingPunct="1">
              <a:lnSpc>
                <a:spcPct val="150000"/>
              </a:lnSpc>
            </a:pPr>
            <a:r>
              <a:rPr lang="en-US" sz="2400" dirty="0">
                <a:solidFill>
                  <a:srgbClr val="000000"/>
                </a:solidFill>
                <a:latin typeface="URW Palladio IT" pitchFamily="2" charset="0"/>
              </a:rPr>
              <a:t>9. </a:t>
            </a:r>
            <a:r>
              <a:rPr lang="en-US" sz="2400" dirty="0" err="1">
                <a:solidFill>
                  <a:srgbClr val="000000"/>
                </a:solidFill>
                <a:latin typeface="URW Palladio IT" pitchFamily="2" charset="0"/>
              </a:rPr>
              <a:t>Karmaëyevädhikäraste</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mä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phaleñu</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kadäcana</a:t>
            </a:r>
            <a:r>
              <a:rPr lang="en-US" sz="2400" dirty="0">
                <a:solidFill>
                  <a:srgbClr val="000000"/>
                </a:solidFill>
                <a:latin typeface="URW Palladio IT" pitchFamily="2" charset="0"/>
              </a:rPr>
              <a:t> | </a:t>
            </a:r>
          </a:p>
          <a:p>
            <a:pPr algn="ctr" eaLnBrk="1" hangingPunct="1">
              <a:lnSpc>
                <a:spcPct val="150000"/>
              </a:lnSpc>
            </a:pPr>
            <a:r>
              <a:rPr lang="en-US" sz="2400" dirty="0" err="1">
                <a:solidFill>
                  <a:srgbClr val="000000"/>
                </a:solidFill>
                <a:latin typeface="URW Palladio IT" pitchFamily="2" charset="0"/>
              </a:rPr>
              <a:t>Mä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karmaphalaheturbhüù</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mä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te</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saìgo'stvakarmaëi</a:t>
            </a:r>
            <a:r>
              <a:rPr lang="en-US" sz="2400" dirty="0">
                <a:solidFill>
                  <a:srgbClr val="000000"/>
                </a:solidFill>
                <a:latin typeface="URW Palladio IT" pitchFamily="2" charset="0"/>
              </a:rPr>
              <a:t> || 2</a:t>
            </a:r>
            <a:r>
              <a:rPr lang="en-US" sz="2400" dirty="0">
                <a:solidFill>
                  <a:srgbClr val="000000"/>
                </a:solidFill>
              </a:rPr>
              <a:t>.</a:t>
            </a:r>
            <a:r>
              <a:rPr lang="en-US" sz="2400" dirty="0">
                <a:solidFill>
                  <a:srgbClr val="000000"/>
                </a:solidFill>
                <a:latin typeface="URW Palladio IT" pitchFamily="2" charset="0"/>
              </a:rPr>
              <a:t>47||</a:t>
            </a:r>
            <a:endParaRPr lang="en-US" sz="2400" dirty="0"/>
          </a:p>
        </p:txBody>
      </p:sp>
      <p:sp>
        <p:nvSpPr>
          <p:cNvPr id="9" name="Rectangle 1"/>
          <p:cNvSpPr>
            <a:spLocks noChangeArrowheads="1"/>
          </p:cNvSpPr>
          <p:nvPr/>
        </p:nvSpPr>
        <p:spPr bwMode="auto">
          <a:xfrm>
            <a:off x="1828800" y="4854575"/>
            <a:ext cx="8610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3200" dirty="0">
                <a:latin typeface="Garamond" pitchFamily="18" charset="0"/>
                <a:cs typeface="Times New Roman" pitchFamily="18" charset="0"/>
              </a:rPr>
              <a:t>Thy eligibility is to action only, never to its fruits; let not the fruits of actions become thy motive, nor let thy attachment be to inaction</a:t>
            </a:r>
            <a:r>
              <a:rPr lang="en-US" sz="3600" dirty="0">
                <a:latin typeface="Garamond" pitchFamily="18" charset="0"/>
                <a:cs typeface="Times New Roman" pitchFamily="18" charset="0"/>
              </a:rPr>
              <a:t>.</a:t>
            </a:r>
          </a:p>
        </p:txBody>
      </p:sp>
      <p:sp>
        <p:nvSpPr>
          <p:cNvPr id="10" name="Rectangle 1"/>
          <p:cNvSpPr>
            <a:spLocks noChangeArrowheads="1"/>
          </p:cNvSpPr>
          <p:nvPr/>
        </p:nvSpPr>
        <p:spPr bwMode="auto">
          <a:xfrm>
            <a:off x="1143000" y="3352800"/>
            <a:ext cx="9906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IN" sz="2400" b="1" dirty="0"/>
              <a:t>೯. </a:t>
            </a:r>
            <a:r>
              <a:rPr lang="en-IN" sz="2400" b="1" dirty="0" err="1"/>
              <a:t>ಕರ್ಮಣ್ಯೇವಾಧಿಕಾರಸ್ತೇ</a:t>
            </a:r>
            <a:r>
              <a:rPr lang="en-IN" sz="2400" b="1" dirty="0"/>
              <a:t> </a:t>
            </a:r>
            <a:r>
              <a:rPr lang="en-IN" sz="2400" b="1" dirty="0" err="1"/>
              <a:t>ಮಾ</a:t>
            </a:r>
            <a:r>
              <a:rPr lang="en-IN" sz="2400" b="1" dirty="0"/>
              <a:t> </a:t>
            </a:r>
            <a:r>
              <a:rPr lang="en-IN" sz="2400" b="1" dirty="0" err="1"/>
              <a:t>ಫಲೇಷು</a:t>
            </a:r>
            <a:r>
              <a:rPr lang="en-IN" sz="2400" b="1" dirty="0"/>
              <a:t> </a:t>
            </a:r>
            <a:r>
              <a:rPr lang="en-IN" sz="2400" b="1" dirty="0" err="1"/>
              <a:t>ಕದಾಚನ</a:t>
            </a:r>
            <a:r>
              <a:rPr lang="en-IN" sz="2400" b="1" dirty="0"/>
              <a:t> |</a:t>
            </a:r>
          </a:p>
          <a:p>
            <a:pPr algn="ctr">
              <a:lnSpc>
                <a:spcPct val="150000"/>
              </a:lnSpc>
            </a:pPr>
            <a:r>
              <a:rPr lang="en-IN" sz="2400" b="1" dirty="0" err="1"/>
              <a:t>ಮಾ</a:t>
            </a:r>
            <a:r>
              <a:rPr lang="en-IN" sz="2400" b="1" dirty="0"/>
              <a:t> </a:t>
            </a:r>
            <a:r>
              <a:rPr lang="en-IN" sz="2400" b="1" dirty="0" err="1"/>
              <a:t>ಕರ್ಮಫಲ</a:t>
            </a:r>
            <a:r>
              <a:rPr lang="en-IN" sz="2400" b="1" dirty="0"/>
              <a:t> </a:t>
            </a:r>
            <a:r>
              <a:rPr lang="en-IN" sz="2400" b="1" dirty="0" err="1"/>
              <a:t>ಹೇತುರ್ಭೂಃ</a:t>
            </a:r>
            <a:r>
              <a:rPr lang="en-IN" sz="2400" b="1" dirty="0"/>
              <a:t> </a:t>
            </a:r>
            <a:r>
              <a:rPr lang="en-IN" sz="2400" b="1" dirty="0" err="1"/>
              <a:t>ಮಾ</a:t>
            </a:r>
            <a:r>
              <a:rPr lang="en-IN" sz="2400" b="1" dirty="0"/>
              <a:t> </a:t>
            </a:r>
            <a:r>
              <a:rPr lang="en-IN" sz="2400" b="1" dirty="0" err="1"/>
              <a:t>ತೇ</a:t>
            </a:r>
            <a:r>
              <a:rPr lang="en-IN" sz="2400" b="1" dirty="0"/>
              <a:t> </a:t>
            </a:r>
            <a:r>
              <a:rPr lang="en-IN" sz="2400" b="1" dirty="0" err="1"/>
              <a:t>ಸಂಗೋಸ್ತ್ವಕರ್ಮಣಿ</a:t>
            </a:r>
            <a:r>
              <a:rPr lang="en-IN" sz="2400" b="1" dirty="0"/>
              <a:t> || ೨.೪೭ ||</a:t>
            </a:r>
          </a:p>
        </p:txBody>
      </p:sp>
    </p:spTree>
    <p:extLst>
      <p:ext uri="{BB962C8B-B14F-4D97-AF65-F5344CB8AC3E}">
        <p14:creationId xmlns:p14="http://schemas.microsoft.com/office/powerpoint/2010/main" val="73307895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524000" y="0"/>
            <a:ext cx="91440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10	</a:t>
            </a:r>
            <a:r>
              <a:rPr lang="en-US" sz="3600" dirty="0" err="1">
                <a:solidFill>
                  <a:srgbClr val="000000"/>
                </a:solidFill>
                <a:latin typeface="Sanskrit 99" pitchFamily="2" charset="0"/>
              </a:rPr>
              <a:t>ik</a:t>
            </a:r>
            <a:r>
              <a:rPr lang="en-US" sz="3600" dirty="0">
                <a:solidFill>
                  <a:srgbClr val="000000"/>
                </a:solidFill>
                <a:latin typeface="Sanskrit 99" pitchFamily="2" charset="0"/>
              </a:rPr>
              <a:t>&lt; </a:t>
            </a:r>
            <a:r>
              <a:rPr lang="en-US" sz="3600" dirty="0" err="1">
                <a:solidFill>
                  <a:srgbClr val="000000"/>
                </a:solidFill>
                <a:latin typeface="Sanskrit 99" pitchFamily="2" charset="0"/>
              </a:rPr>
              <a:t>kmR</a:t>
            </a:r>
            <a:r>
              <a:rPr lang="en-US" sz="3600" dirty="0">
                <a:solidFill>
                  <a:srgbClr val="000000"/>
                </a:solidFill>
                <a:latin typeface="Sanskrit 99" pitchFamily="2" charset="0"/>
              </a:rPr>
              <a:t> </a:t>
            </a:r>
            <a:r>
              <a:rPr lang="en-US" sz="3600" dirty="0" err="1">
                <a:solidFill>
                  <a:srgbClr val="000000"/>
                </a:solidFill>
                <a:latin typeface="Sanskrit 99" pitchFamily="2" charset="0"/>
              </a:rPr>
              <a:t>ikmkmeRit</a:t>
            </a:r>
            <a:r>
              <a:rPr lang="en-US" sz="3600" dirty="0">
                <a:solidFill>
                  <a:srgbClr val="000000"/>
                </a:solidFill>
                <a:latin typeface="Sanskrit 99" pitchFamily="2" charset="0"/>
              </a:rPr>
              <a:t> </a:t>
            </a:r>
            <a:r>
              <a:rPr lang="en-US" sz="3600" dirty="0" err="1">
                <a:solidFill>
                  <a:srgbClr val="000000"/>
                </a:solidFill>
                <a:latin typeface="Sanskrit 99" pitchFamily="2" charset="0"/>
              </a:rPr>
              <a:t>kvyae</a:t>
            </a:r>
            <a:r>
              <a:rPr lang="en-US" sz="3600" dirty="0">
                <a:solidFill>
                  <a:srgbClr val="000000"/>
                </a:solidFill>
                <a:latin typeface="Sanskrit 99" pitchFamily="2" charset="0"/>
              </a:rPr>
              <a:t>=</a:t>
            </a:r>
            <a:r>
              <a:rPr lang="en-US" sz="3600" dirty="0" err="1">
                <a:solidFill>
                  <a:srgbClr val="000000"/>
                </a:solidFill>
                <a:latin typeface="Sanskrit 99" pitchFamily="2" charset="0"/>
              </a:rPr>
              <a:t>PyÇ</a:t>
            </a:r>
            <a:r>
              <a:rPr lang="en-US" sz="3600" dirty="0">
                <a:solidFill>
                  <a:srgbClr val="000000"/>
                </a:solidFill>
                <a:latin typeface="Sanskrit 99" pitchFamily="2" charset="0"/>
              </a:rPr>
              <a:t> </a:t>
            </a:r>
            <a:r>
              <a:rPr lang="en-US" sz="3600" dirty="0" err="1">
                <a:solidFill>
                  <a:srgbClr val="000000"/>
                </a:solidFill>
                <a:latin typeface="Sanskrit 99" pitchFamily="2" charset="0"/>
              </a:rPr>
              <a:t>maeihta</a:t>
            </a:r>
            <a:r>
              <a:rPr lang="en-US" sz="3600" dirty="0">
                <a:solidFill>
                  <a:srgbClr val="000000"/>
                </a:solidFill>
                <a:latin typeface="Sanskrit 99" pitchFamily="2" charset="0"/>
              </a:rPr>
              <a:t>&gt;, </a:t>
            </a:r>
          </a:p>
          <a:p>
            <a:pPr algn="ctr" eaLnBrk="1" hangingPunct="1">
              <a:lnSpc>
                <a:spcPct val="150000"/>
              </a:lnSpc>
            </a:pPr>
            <a:r>
              <a:rPr lang="en-US" sz="3600" dirty="0" err="1">
                <a:solidFill>
                  <a:srgbClr val="000000"/>
                </a:solidFill>
                <a:latin typeface="Sanskrit 99" pitchFamily="2" charset="0"/>
              </a:rPr>
              <a:t>tÄe</a:t>
            </a:r>
            <a:r>
              <a:rPr lang="en-US" sz="3600" dirty="0">
                <a:solidFill>
                  <a:srgbClr val="000000"/>
                </a:solidFill>
                <a:latin typeface="Sanskrit 99" pitchFamily="2" charset="0"/>
              </a:rPr>
              <a:t> </a:t>
            </a:r>
            <a:r>
              <a:rPr lang="en-US" sz="3600" dirty="0" err="1">
                <a:solidFill>
                  <a:srgbClr val="000000"/>
                </a:solidFill>
                <a:latin typeface="Sanskrit 99" pitchFamily="2" charset="0"/>
              </a:rPr>
              <a:t>kmR</a:t>
            </a:r>
            <a:r>
              <a:rPr lang="en-US" sz="3600" dirty="0">
                <a:solidFill>
                  <a:srgbClr val="000000"/>
                </a:solidFill>
                <a:latin typeface="Sanskrit 99" pitchFamily="2" charset="0"/>
              </a:rPr>
              <a:t> </a:t>
            </a:r>
            <a:r>
              <a:rPr lang="en-US" sz="3600" dirty="0" err="1">
                <a:solidFill>
                  <a:srgbClr val="000000"/>
                </a:solidFill>
                <a:latin typeface="Sanskrit 99" pitchFamily="2" charset="0"/>
              </a:rPr>
              <a:t>àvúyaim</a:t>
            </a:r>
            <a:r>
              <a:rPr lang="en-US" sz="3600" dirty="0">
                <a:solidFill>
                  <a:srgbClr val="000000"/>
                </a:solidFill>
                <a:latin typeface="Sanskrit 99" pitchFamily="2" charset="0"/>
              </a:rPr>
              <a:t> </a:t>
            </a:r>
            <a:r>
              <a:rPr lang="en-US" sz="3600" dirty="0" err="1">
                <a:solidFill>
                  <a:srgbClr val="000000"/>
                </a:solidFill>
                <a:latin typeface="Sanskrit 99" pitchFamily="2" charset="0"/>
              </a:rPr>
              <a:t>yJ</a:t>
            </a:r>
            <a:r>
              <a:rPr lang="en-US" sz="3600" dirty="0">
                <a:solidFill>
                  <a:srgbClr val="000000"/>
                </a:solidFill>
                <a:latin typeface="Sanskrit 99" pitchFamily="2" charset="0"/>
              </a:rPr>
              <a:t>}</a:t>
            </a:r>
            <a:r>
              <a:rPr lang="en-US" sz="3600" dirty="0" err="1">
                <a:solidFill>
                  <a:srgbClr val="000000"/>
                </a:solidFill>
                <a:latin typeface="Sanskrit 99" pitchFamily="2" charset="0"/>
              </a:rPr>
              <a:t>aTva</a:t>
            </a:r>
            <a:r>
              <a:rPr lang="en-US" sz="3600" dirty="0">
                <a:solidFill>
                  <a:srgbClr val="000000"/>
                </a:solidFill>
                <a:latin typeface="Sanskrit 99" pitchFamily="2" charset="0"/>
              </a:rPr>
              <a:t> </a:t>
            </a:r>
            <a:r>
              <a:rPr lang="en-US" sz="3600" dirty="0" err="1">
                <a:solidFill>
                  <a:srgbClr val="000000"/>
                </a:solidFill>
                <a:latin typeface="Sanskrit 99" pitchFamily="2" charset="0"/>
              </a:rPr>
              <a:t>maeúyse</a:t>
            </a:r>
            <a:r>
              <a:rPr lang="en-US" sz="3600" dirty="0">
                <a:solidFill>
                  <a:srgbClr val="000000"/>
                </a:solidFill>
                <a:latin typeface="Sanskrit 99" pitchFamily="2" charset="0"/>
              </a:rPr>
              <a:t>=</a:t>
            </a:r>
            <a:r>
              <a:rPr lang="en-US" sz="3600" dirty="0" err="1">
                <a:solidFill>
                  <a:srgbClr val="000000"/>
                </a:solidFill>
                <a:latin typeface="Sanskrit 99" pitchFamily="2" charset="0"/>
              </a:rPr>
              <a:t>zuÉat</a:t>
            </a:r>
            <a:r>
              <a:rPr lang="en-US" sz="3600" dirty="0">
                <a:solidFill>
                  <a:srgbClr val="000000"/>
                </a:solidFill>
                <a:latin typeface="Sanskrit 99" pitchFamily="2" charset="0"/>
              </a:rPr>
              <a:t>!. 4</a:t>
            </a:r>
            <a:r>
              <a:rPr lang="en-US" dirty="0">
                <a:solidFill>
                  <a:srgbClr val="000000"/>
                </a:solidFill>
              </a:rPr>
              <a:t>.</a:t>
            </a:r>
            <a:r>
              <a:rPr lang="en-US" sz="3600" dirty="0">
                <a:solidFill>
                  <a:srgbClr val="000000"/>
                </a:solidFill>
                <a:latin typeface="Sanskrit 99" pitchFamily="2" charset="0"/>
              </a:rPr>
              <a:t>16.</a:t>
            </a:r>
            <a:endParaRPr lang="fi-FI" sz="2400" dirty="0">
              <a:solidFill>
                <a:srgbClr val="000000"/>
              </a:solidFill>
              <a:latin typeface="URW Palladio IT" pitchFamily="2" charset="0"/>
            </a:endParaRPr>
          </a:p>
          <a:p>
            <a:pPr algn="ctr" eaLnBrk="1" hangingPunct="1">
              <a:lnSpc>
                <a:spcPct val="150000"/>
              </a:lnSpc>
            </a:pPr>
            <a:r>
              <a:rPr lang="fi-FI" sz="2400" dirty="0">
                <a:solidFill>
                  <a:srgbClr val="000000"/>
                </a:solidFill>
                <a:latin typeface="URW Palladio IT" pitchFamily="2" charset="0"/>
              </a:rPr>
              <a:t>10. Kià karma kimakarmeti kavayo'pyatra mohitäù | </a:t>
            </a:r>
          </a:p>
          <a:p>
            <a:pPr algn="ctr" eaLnBrk="1" hangingPunct="1">
              <a:lnSpc>
                <a:spcPct val="150000"/>
              </a:lnSpc>
            </a:pPr>
            <a:r>
              <a:rPr lang="en-US" sz="2400" dirty="0" err="1">
                <a:solidFill>
                  <a:srgbClr val="000000"/>
                </a:solidFill>
                <a:latin typeface="URW Palladio IT" pitchFamily="2" charset="0"/>
              </a:rPr>
              <a:t>Tatte</a:t>
            </a:r>
            <a:r>
              <a:rPr lang="en-US" sz="2400" dirty="0">
                <a:solidFill>
                  <a:srgbClr val="000000"/>
                </a:solidFill>
                <a:latin typeface="URW Palladio IT" pitchFamily="2" charset="0"/>
              </a:rPr>
              <a:t> karma </a:t>
            </a:r>
            <a:r>
              <a:rPr lang="en-US" sz="2400" dirty="0" err="1">
                <a:solidFill>
                  <a:srgbClr val="000000"/>
                </a:solidFill>
                <a:latin typeface="URW Palladio IT" pitchFamily="2" charset="0"/>
              </a:rPr>
              <a:t>pravakñyämi</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yajjïätvä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mokñyase'çubhät</a:t>
            </a:r>
            <a:r>
              <a:rPr lang="en-US" sz="2400" dirty="0">
                <a:solidFill>
                  <a:srgbClr val="000000"/>
                </a:solidFill>
                <a:latin typeface="URW Palladio IT" pitchFamily="2" charset="0"/>
              </a:rPr>
              <a:t> || 4</a:t>
            </a:r>
            <a:r>
              <a:rPr lang="en-US" sz="2400" dirty="0">
                <a:solidFill>
                  <a:srgbClr val="000000"/>
                </a:solidFill>
              </a:rPr>
              <a:t>.</a:t>
            </a:r>
            <a:r>
              <a:rPr lang="en-US" sz="2400" dirty="0">
                <a:solidFill>
                  <a:srgbClr val="000000"/>
                </a:solidFill>
                <a:latin typeface="URW Palladio IT" pitchFamily="2" charset="0"/>
              </a:rPr>
              <a:t>16||</a:t>
            </a:r>
          </a:p>
          <a:p>
            <a:pPr eaLnBrk="1" hangingPunct="1"/>
            <a:endParaRPr lang="en-US" sz="2000" dirty="0">
              <a:solidFill>
                <a:srgbClr val="000000"/>
              </a:solidFill>
              <a:latin typeface="URW Palladio IT" pitchFamily="2" charset="0"/>
            </a:endParaRPr>
          </a:p>
        </p:txBody>
      </p:sp>
      <p:sp>
        <p:nvSpPr>
          <p:cNvPr id="9" name="Rectangle 1"/>
          <p:cNvSpPr>
            <a:spLocks noChangeArrowheads="1"/>
          </p:cNvSpPr>
          <p:nvPr/>
        </p:nvSpPr>
        <p:spPr bwMode="auto">
          <a:xfrm>
            <a:off x="1905000" y="4521200"/>
            <a:ext cx="8375650"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ctr">
              <a:lnSpc>
                <a:spcPct val="101000"/>
              </a:lnSpc>
            </a:pPr>
            <a:r>
              <a:rPr lang="en-US" sz="2800" dirty="0">
                <a:latin typeface="Garamond" pitchFamily="18" charset="0"/>
                <a:cs typeface="Times New Roman" pitchFamily="18" charset="0"/>
              </a:rPr>
              <a:t>What is action? What is inaction? As to this even the wise are confused. Therefore, I shall teach thee such action (the nature of action and inaction), by knowing which thou shalt be liberated from the evil (of Samsara, the world of birth and death).</a:t>
            </a:r>
          </a:p>
        </p:txBody>
      </p:sp>
      <p:sp>
        <p:nvSpPr>
          <p:cNvPr id="10" name="Rectangle 1"/>
          <p:cNvSpPr>
            <a:spLocks noChangeArrowheads="1"/>
          </p:cNvSpPr>
          <p:nvPr/>
        </p:nvSpPr>
        <p:spPr bwMode="auto">
          <a:xfrm>
            <a:off x="1143000" y="2971800"/>
            <a:ext cx="10287000" cy="1140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IN" sz="2400" b="1" dirty="0"/>
              <a:t>೧೦. </a:t>
            </a:r>
            <a:r>
              <a:rPr lang="en-IN" sz="2400" b="1" dirty="0" err="1"/>
              <a:t>ಕಿಂ</a:t>
            </a:r>
            <a:r>
              <a:rPr lang="en-IN" sz="2400" b="1" dirty="0"/>
              <a:t> </a:t>
            </a:r>
            <a:r>
              <a:rPr lang="en-IN" sz="2400" b="1" dirty="0" err="1"/>
              <a:t>ಕರ್ಮ</a:t>
            </a:r>
            <a:r>
              <a:rPr lang="en-IN" sz="2400" b="1" dirty="0"/>
              <a:t> </a:t>
            </a:r>
            <a:r>
              <a:rPr lang="en-IN" sz="2400" b="1" dirty="0" err="1"/>
              <a:t>ಕಿಮಕರ್ಮೇತಿ</a:t>
            </a:r>
            <a:r>
              <a:rPr lang="en-IN" sz="2400" b="1" dirty="0"/>
              <a:t> </a:t>
            </a:r>
            <a:r>
              <a:rPr lang="en-IN" sz="2400" b="1" dirty="0" err="1"/>
              <a:t>ಕವಯೋಪ್ಯತ್ರ</a:t>
            </a:r>
            <a:r>
              <a:rPr lang="en-IN" sz="2400" b="1" dirty="0"/>
              <a:t> </a:t>
            </a:r>
            <a:r>
              <a:rPr lang="en-IN" sz="2400" b="1" dirty="0" err="1"/>
              <a:t>ಮೋಹಿತಾಃ</a:t>
            </a:r>
            <a:r>
              <a:rPr lang="en-IN" sz="2400" b="1" dirty="0"/>
              <a:t> |</a:t>
            </a:r>
          </a:p>
          <a:p>
            <a:pPr algn="ctr">
              <a:lnSpc>
                <a:spcPct val="150000"/>
              </a:lnSpc>
            </a:pPr>
            <a:r>
              <a:rPr lang="en-IN" sz="2400" b="1" dirty="0" err="1"/>
              <a:t>ತತ್ತೇ</a:t>
            </a:r>
            <a:r>
              <a:rPr lang="en-IN" sz="2400" b="1" dirty="0"/>
              <a:t> </a:t>
            </a:r>
            <a:r>
              <a:rPr lang="en-IN" sz="2400" b="1" dirty="0" err="1"/>
              <a:t>ಕರ್ಮ</a:t>
            </a:r>
            <a:r>
              <a:rPr lang="en-IN" sz="2400" b="1" dirty="0"/>
              <a:t> </a:t>
            </a:r>
            <a:r>
              <a:rPr lang="en-IN" sz="2400" b="1" dirty="0" err="1"/>
              <a:t>ಪ್ರವಕ್ಷ್ಯಾಮಿ</a:t>
            </a:r>
            <a:r>
              <a:rPr lang="en-IN" sz="2400" b="1" dirty="0"/>
              <a:t> </a:t>
            </a:r>
            <a:r>
              <a:rPr lang="en-IN" sz="2400" b="1" dirty="0" err="1"/>
              <a:t>ಯಜ್ಞಾತ್ವಾ</a:t>
            </a:r>
            <a:r>
              <a:rPr lang="en-IN" sz="2400" b="1" dirty="0"/>
              <a:t> </a:t>
            </a:r>
            <a:r>
              <a:rPr lang="en-IN" sz="2400" b="1" dirty="0" err="1"/>
              <a:t>ಮೋಕ್ಷ್ಯಸೇ</a:t>
            </a:r>
            <a:r>
              <a:rPr lang="en-IN" sz="2400" b="1" dirty="0"/>
              <a:t> </a:t>
            </a:r>
            <a:r>
              <a:rPr lang="en-IN" sz="2400" b="1" dirty="0" err="1"/>
              <a:t>ಶುಭಾತ್</a:t>
            </a:r>
            <a:r>
              <a:rPr lang="en-IN" sz="2400" b="1" dirty="0"/>
              <a:t> || ೪.೧೬ ||</a:t>
            </a:r>
          </a:p>
        </p:txBody>
      </p:sp>
    </p:spTree>
    <p:extLst>
      <p:ext uri="{BB962C8B-B14F-4D97-AF65-F5344CB8AC3E}">
        <p14:creationId xmlns:p14="http://schemas.microsoft.com/office/powerpoint/2010/main" val="35463388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524000" y="0"/>
            <a:ext cx="9144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11	</a:t>
            </a:r>
            <a:r>
              <a:rPr lang="en-US" sz="3600" dirty="0" err="1">
                <a:solidFill>
                  <a:srgbClr val="000000"/>
                </a:solidFill>
                <a:latin typeface="Sanskrit 99" pitchFamily="2" charset="0"/>
              </a:rPr>
              <a:t>kmR</a:t>
            </a:r>
            <a:r>
              <a:rPr lang="en-US" sz="3600" dirty="0">
                <a:solidFill>
                  <a:srgbClr val="000000"/>
                </a:solidFill>
                <a:latin typeface="Sanskrit 99" pitchFamily="2" charset="0"/>
              </a:rPr>
              <a:t>[</a:t>
            </a:r>
            <a:r>
              <a:rPr lang="en-US" sz="3600" dirty="0" err="1">
                <a:solidFill>
                  <a:srgbClr val="000000"/>
                </a:solidFill>
                <a:latin typeface="Sanskrit 99" pitchFamily="2" charset="0"/>
              </a:rPr>
              <a:t>ae</a:t>
            </a:r>
            <a:r>
              <a:rPr lang="en-US" sz="3600" dirty="0">
                <a:solidFill>
                  <a:srgbClr val="000000"/>
                </a:solidFill>
                <a:latin typeface="Sanskrit 99" pitchFamily="2" charset="0"/>
              </a:rPr>
              <a:t> </a:t>
            </a:r>
            <a:r>
              <a:rPr lang="en-US" sz="3600" dirty="0" err="1">
                <a:solidFill>
                  <a:srgbClr val="000000"/>
                </a:solidFill>
                <a:latin typeface="Sanskrit 99" pitchFamily="2" charset="0"/>
              </a:rPr>
              <a:t>ýip</a:t>
            </a:r>
            <a:r>
              <a:rPr lang="en-US" sz="3600" dirty="0">
                <a:solidFill>
                  <a:srgbClr val="000000"/>
                </a:solidFill>
                <a:latin typeface="Sanskrit 99" pitchFamily="2" charset="0"/>
              </a:rPr>
              <a:t> </a:t>
            </a:r>
            <a:r>
              <a:rPr lang="en-US" sz="3600" dirty="0" err="1">
                <a:solidFill>
                  <a:srgbClr val="000000"/>
                </a:solidFill>
                <a:latin typeface="Sanskrit 99" pitchFamily="2" charset="0"/>
              </a:rPr>
              <a:t>baeÏVy</a:t>
            </a:r>
            <a:r>
              <a:rPr lang="en-US" sz="3600" dirty="0">
                <a:solidFill>
                  <a:srgbClr val="000000"/>
                </a:solidFill>
                <a:latin typeface="Sanskrit 99" pitchFamily="2" charset="0"/>
              </a:rPr>
              <a:t>&lt; </a:t>
            </a:r>
            <a:r>
              <a:rPr lang="en-US" sz="3600" dirty="0" err="1">
                <a:solidFill>
                  <a:srgbClr val="000000"/>
                </a:solidFill>
                <a:latin typeface="Sanskrit 99" pitchFamily="2" charset="0"/>
              </a:rPr>
              <a:t>baeÏVy</a:t>
            </a:r>
            <a:r>
              <a:rPr lang="en-US" sz="3600" dirty="0">
                <a:solidFill>
                  <a:srgbClr val="000000"/>
                </a:solidFill>
                <a:latin typeface="Sanskrit 99" pitchFamily="2" charset="0"/>
              </a:rPr>
              <a:t>&lt; c </a:t>
            </a:r>
            <a:r>
              <a:rPr lang="en-US" sz="3600" dirty="0" err="1">
                <a:solidFill>
                  <a:srgbClr val="000000"/>
                </a:solidFill>
                <a:latin typeface="Sanskrit 99" pitchFamily="2" charset="0"/>
              </a:rPr>
              <a:t>ivkmR</a:t>
            </a:r>
            <a:r>
              <a:rPr lang="en-US" sz="3600" dirty="0">
                <a:solidFill>
                  <a:srgbClr val="000000"/>
                </a:solidFill>
                <a:latin typeface="Sanskrit 99" pitchFamily="2" charset="0"/>
              </a:rPr>
              <a:t>[&gt;, </a:t>
            </a:r>
          </a:p>
          <a:p>
            <a:pPr algn="ctr" eaLnBrk="1" hangingPunct="1">
              <a:lnSpc>
                <a:spcPct val="150000"/>
              </a:lnSpc>
            </a:pPr>
            <a:r>
              <a:rPr lang="en-US" sz="3600" dirty="0" err="1">
                <a:solidFill>
                  <a:srgbClr val="000000"/>
                </a:solidFill>
                <a:latin typeface="Sanskrit 99" pitchFamily="2" charset="0"/>
              </a:rPr>
              <a:t>AkmR</a:t>
            </a:r>
            <a:r>
              <a:rPr lang="en-US" sz="3600" dirty="0">
                <a:solidFill>
                  <a:srgbClr val="000000"/>
                </a:solidFill>
                <a:latin typeface="Sanskrit 99" pitchFamily="2" charset="0"/>
              </a:rPr>
              <a:t>[í </a:t>
            </a:r>
            <a:r>
              <a:rPr lang="en-US" sz="3600" dirty="0" err="1">
                <a:solidFill>
                  <a:srgbClr val="000000"/>
                </a:solidFill>
                <a:latin typeface="Sanskrit 99" pitchFamily="2" charset="0"/>
              </a:rPr>
              <a:t>baeÏVy</a:t>
            </a:r>
            <a:r>
              <a:rPr lang="en-US" sz="3600" dirty="0">
                <a:solidFill>
                  <a:srgbClr val="000000"/>
                </a:solidFill>
                <a:latin typeface="Sanskrit 99" pitchFamily="2" charset="0"/>
              </a:rPr>
              <a:t>&lt; </a:t>
            </a:r>
            <a:r>
              <a:rPr lang="en-US" sz="3600" dirty="0" err="1">
                <a:solidFill>
                  <a:srgbClr val="000000"/>
                </a:solidFill>
                <a:latin typeface="Sanskrit 99" pitchFamily="2" charset="0"/>
              </a:rPr>
              <a:t>ghna</a:t>
            </a:r>
            <a:r>
              <a:rPr lang="en-US" sz="3600" dirty="0">
                <a:solidFill>
                  <a:srgbClr val="000000"/>
                </a:solidFill>
                <a:latin typeface="Sanskrit 99" pitchFamily="2" charset="0"/>
              </a:rPr>
              <a:t> </a:t>
            </a:r>
            <a:r>
              <a:rPr lang="en-US" sz="3600" dirty="0" err="1">
                <a:solidFill>
                  <a:srgbClr val="000000"/>
                </a:solidFill>
                <a:latin typeface="Sanskrit 99" pitchFamily="2" charset="0"/>
              </a:rPr>
              <a:t>kmR</a:t>
            </a:r>
            <a:r>
              <a:rPr lang="en-US" sz="3600" dirty="0">
                <a:solidFill>
                  <a:srgbClr val="000000"/>
                </a:solidFill>
                <a:latin typeface="Sanskrit 99" pitchFamily="2" charset="0"/>
              </a:rPr>
              <a:t>[</a:t>
            </a:r>
            <a:r>
              <a:rPr lang="en-US" sz="3600" dirty="0" err="1">
                <a:solidFill>
                  <a:srgbClr val="000000"/>
                </a:solidFill>
                <a:latin typeface="Sanskrit 99" pitchFamily="2" charset="0"/>
              </a:rPr>
              <a:t>ae</a:t>
            </a:r>
            <a:r>
              <a:rPr lang="en-US" sz="3600" dirty="0">
                <a:solidFill>
                  <a:srgbClr val="000000"/>
                </a:solidFill>
                <a:latin typeface="Sanskrit 99" pitchFamily="2" charset="0"/>
              </a:rPr>
              <a:t> </a:t>
            </a:r>
            <a:r>
              <a:rPr lang="en-US" sz="3600" dirty="0" err="1">
                <a:solidFill>
                  <a:srgbClr val="000000"/>
                </a:solidFill>
                <a:latin typeface="Sanskrit 99" pitchFamily="2" charset="0"/>
              </a:rPr>
              <a:t>git</a:t>
            </a:r>
            <a:r>
              <a:rPr lang="en-US" sz="3600" dirty="0">
                <a:solidFill>
                  <a:srgbClr val="000000"/>
                </a:solidFill>
                <a:latin typeface="Sanskrit 99" pitchFamily="2" charset="0"/>
              </a:rPr>
              <a:t>&gt;. 4</a:t>
            </a:r>
            <a:r>
              <a:rPr lang="en-US" sz="3600" dirty="0">
                <a:solidFill>
                  <a:srgbClr val="000000"/>
                </a:solidFill>
              </a:rPr>
              <a:t>.</a:t>
            </a:r>
            <a:r>
              <a:rPr lang="en-US" sz="3600" dirty="0">
                <a:solidFill>
                  <a:srgbClr val="000000"/>
                </a:solidFill>
                <a:latin typeface="Sanskrit 99" pitchFamily="2" charset="0"/>
              </a:rPr>
              <a:t>17.</a:t>
            </a:r>
          </a:p>
          <a:p>
            <a:pPr algn="ctr" eaLnBrk="1" hangingPunct="1">
              <a:lnSpc>
                <a:spcPct val="150000"/>
              </a:lnSpc>
            </a:pPr>
            <a:r>
              <a:rPr lang="en-US" sz="2400" dirty="0">
                <a:solidFill>
                  <a:srgbClr val="000000"/>
                </a:solidFill>
                <a:latin typeface="URW Palladio IT" pitchFamily="2" charset="0"/>
              </a:rPr>
              <a:t>11. </a:t>
            </a:r>
            <a:r>
              <a:rPr lang="en-US" sz="2400" dirty="0" err="1">
                <a:solidFill>
                  <a:srgbClr val="000000"/>
                </a:solidFill>
                <a:latin typeface="URW Palladio IT" pitchFamily="2" charset="0"/>
              </a:rPr>
              <a:t>Karmaëo</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hyapi</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boddhavyaà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boddhavyaà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ca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vikarmaëaù</a:t>
            </a:r>
            <a:r>
              <a:rPr lang="en-US" sz="2400" dirty="0">
                <a:solidFill>
                  <a:srgbClr val="000000"/>
                </a:solidFill>
                <a:latin typeface="URW Palladio IT" pitchFamily="2" charset="0"/>
              </a:rPr>
              <a:t> | </a:t>
            </a:r>
          </a:p>
          <a:p>
            <a:pPr algn="ctr" eaLnBrk="1" hangingPunct="1">
              <a:lnSpc>
                <a:spcPct val="150000"/>
              </a:lnSpc>
            </a:pPr>
            <a:r>
              <a:rPr lang="en-US" sz="2400" dirty="0" err="1">
                <a:solidFill>
                  <a:srgbClr val="000000"/>
                </a:solidFill>
                <a:latin typeface="URW Palladio IT" pitchFamily="2" charset="0"/>
              </a:rPr>
              <a:t>Akarmaëaçca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boddhavyaà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gahanä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karmaëo</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gatiù</a:t>
            </a:r>
            <a:r>
              <a:rPr lang="en-US" sz="2400" dirty="0">
                <a:solidFill>
                  <a:srgbClr val="000000"/>
                </a:solidFill>
                <a:latin typeface="URW Palladio IT" pitchFamily="2" charset="0"/>
              </a:rPr>
              <a:t> || 4</a:t>
            </a:r>
            <a:r>
              <a:rPr lang="en-US" sz="2400" dirty="0">
                <a:solidFill>
                  <a:srgbClr val="000000"/>
                </a:solidFill>
              </a:rPr>
              <a:t>.</a:t>
            </a:r>
            <a:r>
              <a:rPr lang="en-US" sz="2400" dirty="0">
                <a:solidFill>
                  <a:srgbClr val="000000"/>
                </a:solidFill>
                <a:latin typeface="URW Palladio IT" pitchFamily="2" charset="0"/>
              </a:rPr>
              <a:t>17||</a:t>
            </a:r>
            <a:endParaRPr lang="en-US" sz="2400" dirty="0"/>
          </a:p>
        </p:txBody>
      </p:sp>
      <p:sp>
        <p:nvSpPr>
          <p:cNvPr id="9" name="Rectangle 1"/>
          <p:cNvSpPr>
            <a:spLocks noChangeArrowheads="1"/>
          </p:cNvSpPr>
          <p:nvPr/>
        </p:nvSpPr>
        <p:spPr bwMode="auto">
          <a:xfrm>
            <a:off x="1752600" y="4572001"/>
            <a:ext cx="87630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ctr">
              <a:lnSpc>
                <a:spcPct val="101000"/>
              </a:lnSpc>
            </a:pPr>
            <a:r>
              <a:rPr lang="en-US" sz="3200" dirty="0">
                <a:latin typeface="Garamond" pitchFamily="18" charset="0"/>
                <a:cs typeface="Times New Roman" pitchFamily="18" charset="0"/>
              </a:rPr>
              <a:t>For, verily the true nature of action (enjoined by the scriptures) should be known, also (that) of forbidden (or unlawful) action, and of inaction; hard to understand is the nature (path) of action.</a:t>
            </a:r>
            <a:endParaRPr lang="en-US" dirty="0">
              <a:latin typeface="Garamond" pitchFamily="18" charset="0"/>
              <a:cs typeface="Times New Roman" pitchFamily="18" charset="0"/>
            </a:endParaRPr>
          </a:p>
        </p:txBody>
      </p:sp>
      <p:sp>
        <p:nvSpPr>
          <p:cNvPr id="10" name="Rectangle 1"/>
          <p:cNvSpPr>
            <a:spLocks noChangeArrowheads="1"/>
          </p:cNvSpPr>
          <p:nvPr/>
        </p:nvSpPr>
        <p:spPr bwMode="auto">
          <a:xfrm>
            <a:off x="685800" y="3124200"/>
            <a:ext cx="109728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IN" sz="2800" b="1" dirty="0"/>
              <a:t>೧೧. </a:t>
            </a:r>
            <a:r>
              <a:rPr lang="en-IN" sz="2800" b="1" dirty="0" err="1"/>
              <a:t>ಕರ್ಮಣೋಹ್ಯಪಿ</a:t>
            </a:r>
            <a:r>
              <a:rPr lang="en-IN" sz="2800" b="1" dirty="0"/>
              <a:t> </a:t>
            </a:r>
            <a:r>
              <a:rPr lang="en-IN" sz="2800" b="1" dirty="0" err="1"/>
              <a:t>ಬೋದ್ಧವ್ಯಂ</a:t>
            </a:r>
            <a:r>
              <a:rPr lang="en-IN" sz="2800" b="1" dirty="0"/>
              <a:t> </a:t>
            </a:r>
            <a:r>
              <a:rPr lang="en-IN" sz="2800" b="1" dirty="0" err="1"/>
              <a:t>ಬೋದ್ಧವ್ಯಂ</a:t>
            </a:r>
            <a:r>
              <a:rPr lang="en-IN" sz="2800" b="1" dirty="0"/>
              <a:t> ಚ </a:t>
            </a:r>
            <a:r>
              <a:rPr lang="en-IN" sz="2800" b="1" dirty="0" err="1"/>
              <a:t>ವಿಕರ್ಮಣಃ</a:t>
            </a:r>
            <a:r>
              <a:rPr lang="en-IN" sz="2800" b="1" dirty="0"/>
              <a:t> |</a:t>
            </a:r>
          </a:p>
          <a:p>
            <a:pPr algn="ctr">
              <a:lnSpc>
                <a:spcPct val="150000"/>
              </a:lnSpc>
            </a:pPr>
            <a:r>
              <a:rPr lang="en-IN" sz="2800" b="1" dirty="0" err="1"/>
              <a:t>ಅಕರ್ಮಣಶ್ಚ</a:t>
            </a:r>
            <a:r>
              <a:rPr lang="en-IN" sz="2800" b="1" dirty="0"/>
              <a:t> </a:t>
            </a:r>
            <a:r>
              <a:rPr lang="en-IN" sz="2800" b="1" dirty="0" err="1"/>
              <a:t>ಬೋದ್ಧವ್ಯಂ</a:t>
            </a:r>
            <a:r>
              <a:rPr lang="en-IN" sz="2800" b="1" dirty="0"/>
              <a:t> </a:t>
            </a:r>
            <a:r>
              <a:rPr lang="en-IN" sz="2800" b="1" dirty="0" err="1"/>
              <a:t>ಗಹನಾ</a:t>
            </a:r>
            <a:r>
              <a:rPr lang="en-IN" sz="2800" b="1" dirty="0"/>
              <a:t> </a:t>
            </a:r>
            <a:r>
              <a:rPr lang="en-IN" sz="2800" b="1" dirty="0" err="1"/>
              <a:t>ಕರ್ಮಣೋಗತಿಃ</a:t>
            </a:r>
            <a:r>
              <a:rPr lang="en-IN" sz="2800" b="1" dirty="0"/>
              <a:t> || ೪.೧೭ ||</a:t>
            </a:r>
          </a:p>
          <a:p>
            <a:pPr algn="ctr"/>
            <a:r>
              <a:rPr lang="en-IN" sz="2800" b="1" dirty="0"/>
              <a:t> </a:t>
            </a:r>
          </a:p>
        </p:txBody>
      </p:sp>
    </p:spTree>
    <p:extLst>
      <p:ext uri="{BB962C8B-B14F-4D97-AF65-F5344CB8AC3E}">
        <p14:creationId xmlns:p14="http://schemas.microsoft.com/office/powerpoint/2010/main" val="314428519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509713" y="228601"/>
            <a:ext cx="9144001"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sz="3600" dirty="0">
                <a:solidFill>
                  <a:srgbClr val="000000"/>
                </a:solidFill>
                <a:latin typeface="Sanskrit 99" pitchFamily="2" charset="0"/>
              </a:rPr>
              <a:t>12	</a:t>
            </a:r>
            <a:r>
              <a:rPr lang="en-US" sz="3200" dirty="0" err="1">
                <a:solidFill>
                  <a:srgbClr val="000000"/>
                </a:solidFill>
                <a:latin typeface="Sanskrit 99" pitchFamily="2" charset="0"/>
              </a:rPr>
              <a:t>yaegSw</a:t>
            </a:r>
            <a:r>
              <a:rPr lang="en-US" sz="3200" dirty="0">
                <a:solidFill>
                  <a:srgbClr val="000000"/>
                </a:solidFill>
                <a:latin typeface="Sanskrit 99" pitchFamily="2" charset="0"/>
              </a:rPr>
              <a:t>&gt; k…é </a:t>
            </a:r>
            <a:r>
              <a:rPr lang="en-US" sz="3200" dirty="0" err="1">
                <a:solidFill>
                  <a:srgbClr val="000000"/>
                </a:solidFill>
                <a:latin typeface="Sanskrit 99" pitchFamily="2" charset="0"/>
              </a:rPr>
              <a:t>kmaRi</a:t>
            </a:r>
            <a:r>
              <a:rPr lang="en-US" sz="3200" dirty="0">
                <a:solidFill>
                  <a:srgbClr val="000000"/>
                </a:solidFill>
                <a:latin typeface="Sanskrit 99" pitchFamily="2" charset="0"/>
              </a:rPr>
              <a:t>[ s¼&lt; </a:t>
            </a:r>
            <a:r>
              <a:rPr lang="en-US" sz="3200" dirty="0" err="1">
                <a:solidFill>
                  <a:srgbClr val="000000"/>
                </a:solidFill>
                <a:latin typeface="Sanskrit 99" pitchFamily="2" charset="0"/>
              </a:rPr>
              <a:t>TyKTva</a:t>
            </a:r>
            <a:r>
              <a:rPr lang="en-US" sz="3200" dirty="0">
                <a:solidFill>
                  <a:srgbClr val="000000"/>
                </a:solidFill>
                <a:latin typeface="Sanskrit 99" pitchFamily="2" charset="0"/>
              </a:rPr>
              <a:t> </a:t>
            </a:r>
            <a:r>
              <a:rPr lang="en-US" sz="3200" dirty="0" err="1">
                <a:solidFill>
                  <a:srgbClr val="000000"/>
                </a:solidFill>
                <a:latin typeface="Sanskrit 99" pitchFamily="2" charset="0"/>
              </a:rPr>
              <a:t>xnÃy</a:t>
            </a:r>
            <a:r>
              <a:rPr lang="en-US" sz="3200" dirty="0">
                <a:solidFill>
                  <a:srgbClr val="000000"/>
                </a:solidFill>
                <a:latin typeface="Sanskrit 99" pitchFamily="2" charset="0"/>
              </a:rPr>
              <a:t>, </a:t>
            </a:r>
          </a:p>
          <a:p>
            <a:pPr algn="ctr">
              <a:lnSpc>
                <a:spcPct val="150000"/>
              </a:lnSpc>
            </a:pPr>
            <a:r>
              <a:rPr lang="en-US" sz="3200" dirty="0" err="1">
                <a:solidFill>
                  <a:srgbClr val="000000"/>
                </a:solidFill>
                <a:latin typeface="Sanskrit 99" pitchFamily="2" charset="0"/>
              </a:rPr>
              <a:t>isÏ</a:t>
            </a:r>
            <a:r>
              <a:rPr lang="en-US" sz="3200" dirty="0">
                <a:solidFill>
                  <a:srgbClr val="000000"/>
                </a:solidFill>
                <a:latin typeface="Sanskrit 99" pitchFamily="2" charset="0"/>
              </a:rPr>
              <a:t>(</a:t>
            </a:r>
            <a:r>
              <a:rPr lang="en-US" sz="3200" dirty="0" err="1">
                <a:solidFill>
                  <a:srgbClr val="000000"/>
                </a:solidFill>
                <a:latin typeface="Sanskrit 99" pitchFamily="2" charset="0"/>
              </a:rPr>
              <a:t>isÏ</a:t>
            </a:r>
            <a:r>
              <a:rPr lang="en-US" sz="3200" dirty="0">
                <a:solidFill>
                  <a:srgbClr val="000000"/>
                </a:solidFill>
                <a:latin typeface="Sanskrit 99" pitchFamily="2" charset="0"/>
              </a:rPr>
              <a:t>(</a:t>
            </a:r>
            <a:r>
              <a:rPr lang="en-US" sz="3200" dirty="0" err="1">
                <a:solidFill>
                  <a:srgbClr val="000000"/>
                </a:solidFill>
                <a:latin typeface="Sanskrit 99" pitchFamily="2" charset="0"/>
              </a:rPr>
              <a:t>ae</a:t>
            </a:r>
            <a:r>
              <a:rPr lang="en-IN" sz="3200" dirty="0" err="1">
                <a:solidFill>
                  <a:srgbClr val="000000"/>
                </a:solidFill>
                <a:latin typeface="Sanskrit 99" pitchFamily="2" charset="0"/>
              </a:rPr>
              <a:t>Ss</a:t>
            </a:r>
            <a:r>
              <a:rPr lang="en-US" sz="3200" dirty="0" err="1">
                <a:solidFill>
                  <a:srgbClr val="000000"/>
                </a:solidFill>
                <a:latin typeface="Sanskrit 99" pitchFamily="2" charset="0"/>
              </a:rPr>
              <a:t>mae</a:t>
            </a:r>
            <a:r>
              <a:rPr lang="en-US" sz="3200" dirty="0">
                <a:solidFill>
                  <a:srgbClr val="000000"/>
                </a:solidFill>
                <a:latin typeface="Sanskrit 99" pitchFamily="2" charset="0"/>
              </a:rPr>
              <a:t> </a:t>
            </a:r>
            <a:r>
              <a:rPr lang="en-US" sz="3200" dirty="0" err="1">
                <a:solidFill>
                  <a:srgbClr val="000000"/>
                </a:solidFill>
                <a:latin typeface="Sanskrit 99" pitchFamily="2" charset="0"/>
              </a:rPr>
              <a:t>ÉUTva</a:t>
            </a:r>
            <a:r>
              <a:rPr lang="en-US" sz="3200" dirty="0">
                <a:solidFill>
                  <a:srgbClr val="000000"/>
                </a:solidFill>
                <a:latin typeface="Sanskrit 99" pitchFamily="2" charset="0"/>
              </a:rPr>
              <a:t> </a:t>
            </a:r>
            <a:r>
              <a:rPr lang="en-US" sz="3200" dirty="0" err="1">
                <a:solidFill>
                  <a:srgbClr val="000000"/>
                </a:solidFill>
                <a:latin typeface="Sanskrit 99" pitchFamily="2" charset="0"/>
              </a:rPr>
              <a:t>smTv</a:t>
            </a:r>
            <a:r>
              <a:rPr lang="en-US" sz="3200" dirty="0">
                <a:solidFill>
                  <a:srgbClr val="000000"/>
                </a:solidFill>
                <a:latin typeface="Sanskrit 99" pitchFamily="2" charset="0"/>
              </a:rPr>
              <a:t>&lt; </a:t>
            </a:r>
            <a:r>
              <a:rPr lang="en-US" sz="3200" dirty="0" err="1">
                <a:solidFill>
                  <a:srgbClr val="000000"/>
                </a:solidFill>
                <a:latin typeface="Sanskrit 99" pitchFamily="2" charset="0"/>
              </a:rPr>
              <a:t>yaeg</a:t>
            </a:r>
            <a:r>
              <a:rPr lang="en-US" sz="3200" dirty="0">
                <a:solidFill>
                  <a:srgbClr val="000000"/>
                </a:solidFill>
                <a:latin typeface="Sanskrit 99" pitchFamily="2" charset="0"/>
              </a:rPr>
              <a:t> %</a:t>
            </a:r>
            <a:r>
              <a:rPr lang="en-US" sz="3200" dirty="0" err="1">
                <a:solidFill>
                  <a:srgbClr val="000000"/>
                </a:solidFill>
                <a:latin typeface="Sanskrit 99" pitchFamily="2" charset="0"/>
              </a:rPr>
              <a:t>Cyte</a:t>
            </a:r>
            <a:r>
              <a:rPr lang="en-US" sz="3200" dirty="0">
                <a:solidFill>
                  <a:srgbClr val="000000"/>
                </a:solidFill>
                <a:latin typeface="Sanskrit 99" pitchFamily="2" charset="0"/>
              </a:rPr>
              <a:t>. 2</a:t>
            </a:r>
            <a:r>
              <a:rPr lang="en-IN" sz="3200" b="1" dirty="0"/>
              <a:t>.</a:t>
            </a:r>
            <a:r>
              <a:rPr lang="en-US" sz="3200" dirty="0">
                <a:solidFill>
                  <a:srgbClr val="000000"/>
                </a:solidFill>
                <a:latin typeface="Sanskrit 99" pitchFamily="2" charset="0"/>
              </a:rPr>
              <a:t>48.</a:t>
            </a:r>
          </a:p>
        </p:txBody>
      </p:sp>
      <p:sp>
        <p:nvSpPr>
          <p:cNvPr id="9" name="Rectangle 2"/>
          <p:cNvSpPr>
            <a:spLocks noChangeArrowheads="1"/>
          </p:cNvSpPr>
          <p:nvPr/>
        </p:nvSpPr>
        <p:spPr bwMode="auto">
          <a:xfrm>
            <a:off x="1992314" y="5059364"/>
            <a:ext cx="837088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3200" dirty="0">
                <a:latin typeface="Garamond" pitchFamily="18" charset="0"/>
              </a:rPr>
              <a:t>Perform action, O </a:t>
            </a:r>
            <a:r>
              <a:rPr lang="en-US" sz="3200" dirty="0" err="1">
                <a:latin typeface="Garamond" pitchFamily="18" charset="0"/>
              </a:rPr>
              <a:t>Arjuna</a:t>
            </a:r>
            <a:r>
              <a:rPr lang="en-US" sz="3200" dirty="0">
                <a:latin typeface="Garamond" pitchFamily="18" charset="0"/>
              </a:rPr>
              <a:t>, being steadfast in Yoga, abandoning attachment and balanced in success and failure! Evenness of mind is called Yoga.</a:t>
            </a:r>
          </a:p>
        </p:txBody>
      </p:sp>
      <p:sp>
        <p:nvSpPr>
          <p:cNvPr id="10" name="Rectangle 3"/>
          <p:cNvSpPr>
            <a:spLocks noChangeArrowheads="1"/>
          </p:cNvSpPr>
          <p:nvPr/>
        </p:nvSpPr>
        <p:spPr bwMode="auto">
          <a:xfrm>
            <a:off x="1516063" y="2000250"/>
            <a:ext cx="9144001"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sz="2400" dirty="0">
                <a:latin typeface="URW Palladio IT" pitchFamily="2" charset="0"/>
              </a:rPr>
              <a:t>12. </a:t>
            </a:r>
            <a:r>
              <a:rPr lang="en-US" sz="2400" dirty="0" err="1">
                <a:latin typeface="URW Palladio IT" pitchFamily="2" charset="0"/>
              </a:rPr>
              <a:t>Yogasthaù</a:t>
            </a:r>
            <a:r>
              <a:rPr lang="en-US" sz="2400" dirty="0">
                <a:latin typeface="URW Palladio IT" pitchFamily="2" charset="0"/>
              </a:rPr>
              <a:t> </a:t>
            </a:r>
            <a:r>
              <a:rPr lang="en-US" sz="2400" dirty="0" err="1">
                <a:latin typeface="URW Palladio IT" pitchFamily="2" charset="0"/>
              </a:rPr>
              <a:t>kuru</a:t>
            </a:r>
            <a:r>
              <a:rPr lang="en-US" sz="2400" dirty="0">
                <a:latin typeface="URW Palladio IT" pitchFamily="2" charset="0"/>
              </a:rPr>
              <a:t> </a:t>
            </a:r>
            <a:r>
              <a:rPr lang="en-US" sz="2400" dirty="0" err="1">
                <a:latin typeface="URW Palladio IT" pitchFamily="2" charset="0"/>
              </a:rPr>
              <a:t>karmäëi</a:t>
            </a:r>
            <a:r>
              <a:rPr lang="en-US" sz="2400" dirty="0">
                <a:latin typeface="URW Palladio IT" pitchFamily="2" charset="0"/>
              </a:rPr>
              <a:t> </a:t>
            </a:r>
            <a:r>
              <a:rPr lang="en-US" sz="2400" dirty="0" err="1">
                <a:latin typeface="URW Palladio IT" pitchFamily="2" charset="0"/>
              </a:rPr>
              <a:t>saìgaà</a:t>
            </a:r>
            <a:r>
              <a:rPr lang="en-US" sz="2400" dirty="0">
                <a:latin typeface="URW Palladio IT" pitchFamily="2" charset="0"/>
              </a:rPr>
              <a:t> </a:t>
            </a:r>
            <a:r>
              <a:rPr lang="en-US" sz="2400" dirty="0" err="1">
                <a:latin typeface="URW Palladio IT" pitchFamily="2" charset="0"/>
              </a:rPr>
              <a:t>tyaktvä</a:t>
            </a:r>
            <a:r>
              <a:rPr lang="en-US" sz="2400" dirty="0">
                <a:latin typeface="URW Palladio IT" pitchFamily="2" charset="0"/>
              </a:rPr>
              <a:t> </a:t>
            </a:r>
            <a:r>
              <a:rPr lang="en-US" sz="2400" dirty="0" err="1">
                <a:latin typeface="URW Palladio IT" pitchFamily="2" charset="0"/>
              </a:rPr>
              <a:t>dhanaïjaya</a:t>
            </a:r>
            <a:r>
              <a:rPr lang="en-US" sz="2400" dirty="0">
                <a:latin typeface="URW Palladio IT" pitchFamily="2" charset="0"/>
              </a:rPr>
              <a:t> | </a:t>
            </a:r>
          </a:p>
          <a:p>
            <a:pPr algn="ctr">
              <a:lnSpc>
                <a:spcPct val="150000"/>
              </a:lnSpc>
            </a:pPr>
            <a:r>
              <a:rPr lang="en-US" sz="2400" dirty="0" err="1">
                <a:latin typeface="URW Palladio IT" pitchFamily="2" charset="0"/>
              </a:rPr>
              <a:t>Siddhyasiddhyoù</a:t>
            </a:r>
            <a:r>
              <a:rPr lang="en-US" sz="2400" dirty="0">
                <a:latin typeface="URW Palladio IT" pitchFamily="2" charset="0"/>
              </a:rPr>
              <a:t> </a:t>
            </a:r>
            <a:r>
              <a:rPr lang="en-US" sz="2400" dirty="0" err="1">
                <a:latin typeface="URW Palladio IT" pitchFamily="2" charset="0"/>
              </a:rPr>
              <a:t>samo</a:t>
            </a:r>
            <a:r>
              <a:rPr lang="en-US" sz="2400" dirty="0">
                <a:latin typeface="URW Palladio IT" pitchFamily="2" charset="0"/>
              </a:rPr>
              <a:t> </a:t>
            </a:r>
            <a:r>
              <a:rPr lang="en-US" sz="2400" dirty="0" err="1">
                <a:latin typeface="URW Palladio IT" pitchFamily="2" charset="0"/>
              </a:rPr>
              <a:t>bhütvä</a:t>
            </a:r>
            <a:r>
              <a:rPr lang="en-US" sz="2400" dirty="0">
                <a:latin typeface="URW Palladio IT" pitchFamily="2" charset="0"/>
              </a:rPr>
              <a:t> </a:t>
            </a:r>
            <a:r>
              <a:rPr lang="en-US" sz="2400" dirty="0" err="1">
                <a:latin typeface="URW Palladio IT" pitchFamily="2" charset="0"/>
              </a:rPr>
              <a:t>samatvaà</a:t>
            </a:r>
            <a:r>
              <a:rPr lang="en-US" sz="2400" dirty="0">
                <a:latin typeface="URW Palladio IT" pitchFamily="2" charset="0"/>
              </a:rPr>
              <a:t> yoga </a:t>
            </a:r>
            <a:r>
              <a:rPr lang="en-US" sz="2400" dirty="0" err="1">
                <a:latin typeface="URW Palladio IT" pitchFamily="2" charset="0"/>
              </a:rPr>
              <a:t>ucyate</a:t>
            </a:r>
            <a:r>
              <a:rPr lang="en-US" sz="2400" dirty="0">
                <a:latin typeface="URW Palladio IT" pitchFamily="2" charset="0"/>
              </a:rPr>
              <a:t> || 2.48||</a:t>
            </a:r>
            <a:endParaRPr lang="en-US" sz="8800" dirty="0">
              <a:latin typeface="URW Palladio IT" pitchFamily="2" charset="0"/>
              <a:cs typeface="Times New Roman" pitchFamily="18" charset="0"/>
            </a:endParaRPr>
          </a:p>
        </p:txBody>
      </p:sp>
      <p:sp>
        <p:nvSpPr>
          <p:cNvPr id="11" name="Rectangle 1"/>
          <p:cNvSpPr>
            <a:spLocks noChangeArrowheads="1"/>
          </p:cNvSpPr>
          <p:nvPr/>
        </p:nvSpPr>
        <p:spPr bwMode="auto">
          <a:xfrm>
            <a:off x="1295400" y="3505200"/>
            <a:ext cx="10210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IN" sz="2400" b="1" dirty="0"/>
              <a:t>೧೨. </a:t>
            </a:r>
            <a:r>
              <a:rPr lang="en-IN" sz="2400" b="1" dirty="0" err="1"/>
              <a:t>ಯೋಗಸ್ಥಃ</a:t>
            </a:r>
            <a:r>
              <a:rPr lang="en-IN" sz="2400" b="1" dirty="0"/>
              <a:t> </a:t>
            </a:r>
            <a:r>
              <a:rPr lang="en-IN" sz="2400" b="1" dirty="0" err="1"/>
              <a:t>ಕುರು</a:t>
            </a:r>
            <a:r>
              <a:rPr lang="en-IN" sz="2400" b="1" dirty="0"/>
              <a:t> </a:t>
            </a:r>
            <a:r>
              <a:rPr lang="en-IN" sz="2400" b="1" dirty="0" err="1"/>
              <a:t>ಕರ್ಮಾಣಿ</a:t>
            </a:r>
            <a:r>
              <a:rPr lang="en-IN" sz="2400" b="1" dirty="0"/>
              <a:t> </a:t>
            </a:r>
            <a:r>
              <a:rPr lang="en-IN" sz="2400" b="1" dirty="0" err="1"/>
              <a:t>ಸಂಗಂ</a:t>
            </a:r>
            <a:r>
              <a:rPr lang="en-IN" sz="2400" b="1" dirty="0"/>
              <a:t> </a:t>
            </a:r>
            <a:r>
              <a:rPr lang="en-IN" sz="2400" b="1" dirty="0" err="1"/>
              <a:t>ತ್ಯಕ್ತ್ವಾ</a:t>
            </a:r>
            <a:r>
              <a:rPr lang="en-IN" sz="2400" b="1" dirty="0"/>
              <a:t> </a:t>
            </a:r>
            <a:r>
              <a:rPr lang="en-IN" sz="2400" b="1" dirty="0" err="1"/>
              <a:t>ಧನಂಜಯ</a:t>
            </a:r>
            <a:r>
              <a:rPr lang="en-IN" sz="2400" b="1" dirty="0"/>
              <a:t> |</a:t>
            </a:r>
          </a:p>
          <a:p>
            <a:pPr algn="ctr">
              <a:lnSpc>
                <a:spcPct val="150000"/>
              </a:lnSpc>
            </a:pPr>
            <a:r>
              <a:rPr lang="en-IN" sz="2400" b="1" dirty="0" err="1"/>
              <a:t>ಸಿದ್ಧ್ಯಸಿದ್ಧ್ಯೋಸ್ಸಮೋ</a:t>
            </a:r>
            <a:r>
              <a:rPr lang="en-IN" sz="2400" b="1" dirty="0"/>
              <a:t> </a:t>
            </a:r>
            <a:r>
              <a:rPr lang="en-IN" sz="2400" b="1" dirty="0" err="1"/>
              <a:t>ಭೂತ್ವಾ</a:t>
            </a:r>
            <a:r>
              <a:rPr lang="en-IN" sz="2400" b="1" dirty="0"/>
              <a:t> </a:t>
            </a:r>
            <a:r>
              <a:rPr lang="en-IN" sz="2400" b="1" dirty="0" err="1"/>
              <a:t>ಸಮತ್ವಂ</a:t>
            </a:r>
            <a:r>
              <a:rPr lang="en-IN" sz="2400" b="1" dirty="0"/>
              <a:t> </a:t>
            </a:r>
            <a:r>
              <a:rPr lang="en-IN" sz="2400" b="1" dirty="0" err="1"/>
              <a:t>ಯೋಗ</a:t>
            </a:r>
            <a:r>
              <a:rPr lang="en-IN" sz="2400" b="1" dirty="0"/>
              <a:t> </a:t>
            </a:r>
            <a:r>
              <a:rPr lang="en-IN" sz="2400" b="1" dirty="0" err="1"/>
              <a:t>ಉಚ್ಯತೇ</a:t>
            </a:r>
            <a:r>
              <a:rPr lang="en-IN" sz="2400" b="1" dirty="0"/>
              <a:t> || ೨.೪೮ ||</a:t>
            </a:r>
          </a:p>
        </p:txBody>
      </p:sp>
    </p:spTree>
    <p:extLst>
      <p:ext uri="{BB962C8B-B14F-4D97-AF65-F5344CB8AC3E}">
        <p14:creationId xmlns:p14="http://schemas.microsoft.com/office/powerpoint/2010/main" val="263521366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400" y="5418139"/>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000" y="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endParaRPr lang="en-US" sz="6000" dirty="0">
              <a:solidFill>
                <a:prstClr val="black"/>
              </a:solidFill>
              <a:latin typeface="AGaramond Bold" pitchFamily="18" charset="0"/>
            </a:endParaRPr>
          </a:p>
        </p:txBody>
      </p:sp>
      <p:sp>
        <p:nvSpPr>
          <p:cNvPr id="6" name="Subtitle 2"/>
          <p:cNvSpPr txBox="1">
            <a:spLocks/>
          </p:cNvSpPr>
          <p:nvPr/>
        </p:nvSpPr>
        <p:spPr bwMode="auto">
          <a:xfrm>
            <a:off x="1524000" y="1447800"/>
            <a:ext cx="9144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sp>
        <p:nvSpPr>
          <p:cNvPr id="7"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8" name="Rectangle 1"/>
          <p:cNvSpPr>
            <a:spLocks noChangeArrowheads="1"/>
          </p:cNvSpPr>
          <p:nvPr/>
        </p:nvSpPr>
        <p:spPr bwMode="auto">
          <a:xfrm>
            <a:off x="1524000" y="242888"/>
            <a:ext cx="9144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13	</a:t>
            </a:r>
            <a:r>
              <a:rPr lang="en-US" sz="3600" dirty="0" err="1">
                <a:solidFill>
                  <a:srgbClr val="000000"/>
                </a:solidFill>
                <a:latin typeface="Sanskrit 99" pitchFamily="2" charset="0"/>
              </a:rPr>
              <a:t>buiÏyu´ae</a:t>
            </a:r>
            <a:r>
              <a:rPr lang="en-US" sz="3600" dirty="0">
                <a:solidFill>
                  <a:srgbClr val="000000"/>
                </a:solidFill>
                <a:latin typeface="Sanskrit 99" pitchFamily="2" charset="0"/>
              </a:rPr>
              <a:t> </a:t>
            </a:r>
            <a:r>
              <a:rPr lang="en-US" sz="3600" dirty="0" err="1">
                <a:solidFill>
                  <a:srgbClr val="000000"/>
                </a:solidFill>
                <a:latin typeface="Sanskrit 99" pitchFamily="2" charset="0"/>
              </a:rPr>
              <a:t>jhatIh</a:t>
            </a:r>
            <a:r>
              <a:rPr lang="en-US" sz="3600" dirty="0">
                <a:solidFill>
                  <a:srgbClr val="000000"/>
                </a:solidFill>
                <a:latin typeface="Sanskrit 99" pitchFamily="2" charset="0"/>
              </a:rPr>
              <a:t> %</a:t>
            </a:r>
            <a:r>
              <a:rPr lang="en-US" sz="3600" dirty="0" err="1">
                <a:solidFill>
                  <a:srgbClr val="000000"/>
                </a:solidFill>
                <a:latin typeface="Sanskrit 99" pitchFamily="2" charset="0"/>
              </a:rPr>
              <a:t>Ée</a:t>
            </a:r>
            <a:r>
              <a:rPr lang="en-US" sz="3600" dirty="0">
                <a:solidFill>
                  <a:srgbClr val="000000"/>
                </a:solidFill>
                <a:latin typeface="Sanskrit 99" pitchFamily="2" charset="0"/>
              </a:rPr>
              <a:t> </a:t>
            </a:r>
            <a:r>
              <a:rPr lang="en-US" sz="3600" dirty="0" err="1">
                <a:solidFill>
                  <a:srgbClr val="000000"/>
                </a:solidFill>
                <a:latin typeface="Sanskrit 99" pitchFamily="2" charset="0"/>
              </a:rPr>
              <a:t>suk«tÊ:k«te</a:t>
            </a:r>
            <a:r>
              <a:rPr lang="en-US" sz="3600" dirty="0">
                <a:solidFill>
                  <a:srgbClr val="000000"/>
                </a:solidFill>
                <a:latin typeface="Sanskrit 99" pitchFamily="2" charset="0"/>
              </a:rPr>
              <a:t>, </a:t>
            </a:r>
          </a:p>
          <a:p>
            <a:pPr algn="ctr" eaLnBrk="1" hangingPunct="1">
              <a:lnSpc>
                <a:spcPct val="150000"/>
              </a:lnSpc>
            </a:pPr>
            <a:r>
              <a:rPr lang="en-US" sz="3600" dirty="0" err="1">
                <a:solidFill>
                  <a:srgbClr val="000000"/>
                </a:solidFill>
                <a:latin typeface="Sanskrit 99" pitchFamily="2" charset="0"/>
              </a:rPr>
              <a:t>tSma</a:t>
            </a:r>
            <a:r>
              <a:rPr lang="en-US" sz="3600" dirty="0">
                <a:solidFill>
                  <a:srgbClr val="000000"/>
                </a:solidFill>
                <a:latin typeface="Sanskrit 99" pitchFamily="2" charset="0"/>
              </a:rPr>
              <a:t>*</a:t>
            </a:r>
            <a:r>
              <a:rPr lang="en-US" sz="3600" dirty="0" err="1">
                <a:solidFill>
                  <a:srgbClr val="000000"/>
                </a:solidFill>
                <a:latin typeface="Sanskrit 99" pitchFamily="2" charset="0"/>
              </a:rPr>
              <a:t>aegay</a:t>
            </a:r>
            <a:r>
              <a:rPr lang="en-US" sz="3600" dirty="0">
                <a:solidFill>
                  <a:srgbClr val="000000"/>
                </a:solidFill>
                <a:latin typeface="Sanskrit 99" pitchFamily="2" charset="0"/>
              </a:rPr>
              <a:t> </a:t>
            </a:r>
            <a:r>
              <a:rPr lang="en-US" sz="3600" dirty="0" err="1">
                <a:solidFill>
                  <a:srgbClr val="000000"/>
                </a:solidFill>
                <a:latin typeface="Sanskrit 99" pitchFamily="2" charset="0"/>
              </a:rPr>
              <a:t>yuJySv</a:t>
            </a:r>
            <a:r>
              <a:rPr lang="en-US" sz="3600" dirty="0">
                <a:solidFill>
                  <a:srgbClr val="000000"/>
                </a:solidFill>
                <a:latin typeface="Sanskrit 99" pitchFamily="2" charset="0"/>
              </a:rPr>
              <a:t> </a:t>
            </a:r>
            <a:r>
              <a:rPr lang="en-US" sz="3600" dirty="0" err="1">
                <a:solidFill>
                  <a:srgbClr val="000000"/>
                </a:solidFill>
                <a:latin typeface="Sanskrit 99" pitchFamily="2" charset="0"/>
              </a:rPr>
              <a:t>yaeg</a:t>
            </a:r>
            <a:r>
              <a:rPr lang="en-US" sz="3600" dirty="0">
                <a:solidFill>
                  <a:srgbClr val="000000"/>
                </a:solidFill>
                <a:latin typeface="Sanskrit 99" pitchFamily="2" charset="0"/>
              </a:rPr>
              <a:t>&gt; </a:t>
            </a:r>
            <a:r>
              <a:rPr lang="en-US" sz="3600" dirty="0" err="1">
                <a:solidFill>
                  <a:srgbClr val="000000"/>
                </a:solidFill>
                <a:latin typeface="Sanskrit 99" pitchFamily="2" charset="0"/>
              </a:rPr>
              <a:t>kmRsu</a:t>
            </a:r>
            <a:r>
              <a:rPr lang="en-US" sz="3600" dirty="0">
                <a:solidFill>
                  <a:srgbClr val="000000"/>
                </a:solidFill>
                <a:latin typeface="Sanskrit 99" pitchFamily="2" charset="0"/>
              </a:rPr>
              <a:t> </a:t>
            </a:r>
            <a:r>
              <a:rPr lang="en-US" sz="3600" dirty="0" err="1">
                <a:solidFill>
                  <a:srgbClr val="000000"/>
                </a:solidFill>
                <a:latin typeface="Sanskrit 99" pitchFamily="2" charset="0"/>
              </a:rPr>
              <a:t>kaEzlm</a:t>
            </a:r>
            <a:r>
              <a:rPr lang="en-US" sz="3600" dirty="0">
                <a:solidFill>
                  <a:srgbClr val="000000"/>
                </a:solidFill>
                <a:latin typeface="Sanskrit 99" pitchFamily="2" charset="0"/>
              </a:rPr>
              <a:t>!. 2</a:t>
            </a:r>
            <a:r>
              <a:rPr lang="en-US" dirty="0">
                <a:solidFill>
                  <a:srgbClr val="000000"/>
                </a:solidFill>
              </a:rPr>
              <a:t>.</a:t>
            </a:r>
            <a:r>
              <a:rPr lang="en-US" sz="3600" dirty="0">
                <a:solidFill>
                  <a:srgbClr val="000000"/>
                </a:solidFill>
                <a:latin typeface="Sanskrit 99" pitchFamily="2" charset="0"/>
              </a:rPr>
              <a:t>50.</a:t>
            </a:r>
          </a:p>
          <a:p>
            <a:pPr algn="ctr" eaLnBrk="1" hangingPunct="1">
              <a:lnSpc>
                <a:spcPct val="150000"/>
              </a:lnSpc>
            </a:pPr>
            <a:r>
              <a:rPr lang="en-US" sz="2400" dirty="0">
                <a:solidFill>
                  <a:srgbClr val="000000"/>
                </a:solidFill>
                <a:latin typeface="URW Palladio IT" pitchFamily="2" charset="0"/>
              </a:rPr>
              <a:t>13. </a:t>
            </a:r>
            <a:r>
              <a:rPr lang="en-US" sz="2400" dirty="0" err="1">
                <a:solidFill>
                  <a:srgbClr val="000000"/>
                </a:solidFill>
                <a:latin typeface="URW Palladio IT" pitchFamily="2" charset="0"/>
              </a:rPr>
              <a:t>Buddhiyukto</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jahätéha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ubhe</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sukåtaduñkåte</a:t>
            </a:r>
            <a:r>
              <a:rPr lang="en-US" sz="2400" dirty="0">
                <a:solidFill>
                  <a:srgbClr val="000000"/>
                </a:solidFill>
                <a:latin typeface="URW Palladio IT" pitchFamily="2" charset="0"/>
              </a:rPr>
              <a:t> | </a:t>
            </a:r>
          </a:p>
          <a:p>
            <a:pPr algn="ctr" eaLnBrk="1" hangingPunct="1">
              <a:lnSpc>
                <a:spcPct val="150000"/>
              </a:lnSpc>
            </a:pPr>
            <a:r>
              <a:rPr lang="en-US" sz="2400" dirty="0" err="1">
                <a:solidFill>
                  <a:srgbClr val="000000"/>
                </a:solidFill>
                <a:latin typeface="URW Palladio IT" pitchFamily="2" charset="0"/>
              </a:rPr>
              <a:t>Tasmädyogäya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yujyasva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yogaù</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karmasu</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kauçalam</a:t>
            </a:r>
            <a:r>
              <a:rPr lang="en-US" sz="2400" dirty="0">
                <a:solidFill>
                  <a:srgbClr val="000000"/>
                </a:solidFill>
                <a:latin typeface="URW Palladio IT" pitchFamily="2" charset="0"/>
              </a:rPr>
              <a:t> || 2</a:t>
            </a:r>
            <a:r>
              <a:rPr lang="en-US" sz="2400" dirty="0">
                <a:solidFill>
                  <a:srgbClr val="000000"/>
                </a:solidFill>
              </a:rPr>
              <a:t>.</a:t>
            </a:r>
            <a:r>
              <a:rPr lang="en-US" sz="2400" dirty="0">
                <a:solidFill>
                  <a:srgbClr val="000000"/>
                </a:solidFill>
                <a:latin typeface="URW Palladio IT" pitchFamily="2" charset="0"/>
              </a:rPr>
              <a:t>50||</a:t>
            </a:r>
            <a:endParaRPr lang="en-US" sz="2400" dirty="0"/>
          </a:p>
        </p:txBody>
      </p:sp>
      <p:sp>
        <p:nvSpPr>
          <p:cNvPr id="9" name="Rectangle 1"/>
          <p:cNvSpPr>
            <a:spLocks noChangeArrowheads="1"/>
          </p:cNvSpPr>
          <p:nvPr/>
        </p:nvSpPr>
        <p:spPr bwMode="auto">
          <a:xfrm>
            <a:off x="1524000" y="4816476"/>
            <a:ext cx="91440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ctr">
              <a:lnSpc>
                <a:spcPct val="101000"/>
              </a:lnSpc>
            </a:pPr>
            <a:r>
              <a:rPr lang="en-US" sz="3200" dirty="0">
                <a:latin typeface="Garamond" pitchFamily="18" charset="0"/>
                <a:cs typeface="Times New Roman" pitchFamily="18" charset="0"/>
              </a:rPr>
              <a:t>Endowed with wisdom (evenness of mind), one casts off in this life both good and evil deeds; therefore, devote thyself to Yoga; Yoga is skill in action.</a:t>
            </a:r>
            <a:endParaRPr lang="en-US" dirty="0">
              <a:latin typeface="Garamond" pitchFamily="18" charset="0"/>
              <a:cs typeface="Times New Roman" pitchFamily="18" charset="0"/>
            </a:endParaRPr>
          </a:p>
        </p:txBody>
      </p:sp>
      <p:sp>
        <p:nvSpPr>
          <p:cNvPr id="10" name="Rectangle 1"/>
          <p:cNvSpPr>
            <a:spLocks noChangeArrowheads="1"/>
          </p:cNvSpPr>
          <p:nvPr/>
        </p:nvSpPr>
        <p:spPr bwMode="auto">
          <a:xfrm>
            <a:off x="1524000" y="3505200"/>
            <a:ext cx="10210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IN" sz="2400" b="1" dirty="0"/>
              <a:t>೧೩. </a:t>
            </a:r>
            <a:r>
              <a:rPr lang="en-IN" sz="2400" b="1" dirty="0" err="1"/>
              <a:t>ಬುದ್ಧಿಯುಕ್ತೋ</a:t>
            </a:r>
            <a:r>
              <a:rPr lang="en-IN" sz="2400" b="1" dirty="0"/>
              <a:t> </a:t>
            </a:r>
            <a:r>
              <a:rPr lang="en-IN" sz="2400" b="1" dirty="0" err="1"/>
              <a:t>ಜಹಾತೀಹ</a:t>
            </a:r>
            <a:r>
              <a:rPr lang="en-IN" sz="2400" b="1" dirty="0"/>
              <a:t> </a:t>
            </a:r>
            <a:r>
              <a:rPr lang="en-IN" sz="2400" b="1" dirty="0" err="1"/>
              <a:t>ಉಭೇ</a:t>
            </a:r>
            <a:r>
              <a:rPr lang="en-IN" sz="2400" b="1" dirty="0"/>
              <a:t> </a:t>
            </a:r>
            <a:r>
              <a:rPr lang="en-IN" sz="2400" b="1" dirty="0" err="1"/>
              <a:t>ಸುಕೃತದುಷ್ಕೃತೇ</a:t>
            </a:r>
            <a:r>
              <a:rPr lang="en-IN" sz="2400" b="1" dirty="0"/>
              <a:t> |</a:t>
            </a:r>
          </a:p>
          <a:p>
            <a:pPr algn="ctr"/>
            <a:r>
              <a:rPr lang="en-IN" sz="2400" b="1" dirty="0" err="1"/>
              <a:t>ತಸ್ಮಾದ್ಯೋಗಾಯ</a:t>
            </a:r>
            <a:r>
              <a:rPr lang="en-IN" sz="2400" b="1" dirty="0"/>
              <a:t> </a:t>
            </a:r>
            <a:r>
              <a:rPr lang="en-IN" sz="2400" b="1" dirty="0" err="1"/>
              <a:t>ಯುಜ್ಯಸ್ವ</a:t>
            </a:r>
            <a:r>
              <a:rPr lang="en-IN" sz="2400" b="1" dirty="0"/>
              <a:t> </a:t>
            </a:r>
            <a:r>
              <a:rPr lang="en-IN" sz="2400" b="1" dirty="0" err="1"/>
              <a:t>ಯೋಗಃ</a:t>
            </a:r>
            <a:r>
              <a:rPr lang="en-IN" sz="2400" b="1" dirty="0"/>
              <a:t> </a:t>
            </a:r>
            <a:r>
              <a:rPr lang="en-IN" sz="2400" b="1" dirty="0" err="1"/>
              <a:t>ಕರ್ಮಸು</a:t>
            </a:r>
            <a:r>
              <a:rPr lang="en-IN" sz="2400" b="1" dirty="0"/>
              <a:t> </a:t>
            </a:r>
            <a:r>
              <a:rPr lang="en-IN" sz="2400" b="1" dirty="0" err="1"/>
              <a:t>ಕೌಶಲಮ್</a:t>
            </a:r>
            <a:r>
              <a:rPr lang="en-IN" sz="2400" b="1" dirty="0"/>
              <a:t> || ೨.೫೦ ||</a:t>
            </a:r>
          </a:p>
        </p:txBody>
      </p:sp>
    </p:spTree>
    <p:extLst>
      <p:ext uri="{BB962C8B-B14F-4D97-AF65-F5344CB8AC3E}">
        <p14:creationId xmlns:p14="http://schemas.microsoft.com/office/powerpoint/2010/main" val="9412771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12" name="Rectangle 1"/>
          <p:cNvSpPr>
            <a:spLocks noChangeArrowheads="1"/>
          </p:cNvSpPr>
          <p:nvPr/>
        </p:nvSpPr>
        <p:spPr bwMode="auto">
          <a:xfrm>
            <a:off x="1524000" y="338138"/>
            <a:ext cx="91440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s-ES" sz="3600" dirty="0">
                <a:solidFill>
                  <a:srgbClr val="000000"/>
                </a:solidFill>
                <a:latin typeface="Sanskrit 99" pitchFamily="2" charset="0"/>
              </a:rPr>
              <a:t>14 </a:t>
            </a:r>
            <a:r>
              <a:rPr lang="es-ES" sz="3600" dirty="0" err="1">
                <a:solidFill>
                  <a:srgbClr val="000000"/>
                </a:solidFill>
                <a:latin typeface="Sanskrit 99" pitchFamily="2" charset="0"/>
              </a:rPr>
              <a:t>kmR</a:t>
            </a:r>
            <a:r>
              <a:rPr lang="es-ES" sz="3600" dirty="0">
                <a:solidFill>
                  <a:srgbClr val="000000"/>
                </a:solidFill>
                <a:latin typeface="Sanskrit 99" pitchFamily="2" charset="0"/>
              </a:rPr>
              <a:t>{</a:t>
            </a:r>
            <a:r>
              <a:rPr lang="es-ES" sz="3600" dirty="0" err="1">
                <a:solidFill>
                  <a:srgbClr val="000000"/>
                </a:solidFill>
                <a:latin typeface="Sanskrit 99" pitchFamily="2" charset="0"/>
              </a:rPr>
              <a:t>ykmR</a:t>
            </a:r>
            <a:r>
              <a:rPr lang="es-ES" sz="3600" dirty="0">
                <a:solidFill>
                  <a:srgbClr val="000000"/>
                </a:solidFill>
                <a:latin typeface="Sanskrit 99" pitchFamily="2" charset="0"/>
              </a:rPr>
              <a:t> y&gt; </a:t>
            </a:r>
            <a:r>
              <a:rPr lang="en-IN" sz="3600" dirty="0" err="1">
                <a:latin typeface="Sanskrit 99" pitchFamily="2" charset="0"/>
              </a:rPr>
              <a:t>pZyet</a:t>
            </a:r>
            <a:r>
              <a:rPr lang="en-IN" sz="3600" dirty="0">
                <a:latin typeface="Sanskrit 99" pitchFamily="2" charset="0"/>
              </a:rPr>
              <a:t>! </a:t>
            </a:r>
            <a:r>
              <a:rPr lang="en-IN" sz="3600" dirty="0" err="1">
                <a:latin typeface="Sanskrit 99" pitchFamily="2" charset="0"/>
              </a:rPr>
              <a:t>AkmRi</a:t>
            </a:r>
            <a:r>
              <a:rPr lang="en-IN" sz="3600" dirty="0">
                <a:latin typeface="Sanskrit 99" pitchFamily="2" charset="0"/>
              </a:rPr>
              <a:t>[</a:t>
            </a:r>
            <a:r>
              <a:rPr lang="es-ES" sz="3600" dirty="0">
                <a:solidFill>
                  <a:srgbClr val="000000"/>
                </a:solidFill>
                <a:latin typeface="Sanskrit 99" pitchFamily="2" charset="0"/>
              </a:rPr>
              <a:t>c </a:t>
            </a:r>
            <a:r>
              <a:rPr lang="es-ES" sz="3600" dirty="0" err="1">
                <a:solidFill>
                  <a:srgbClr val="000000"/>
                </a:solidFill>
                <a:latin typeface="Sanskrit 99" pitchFamily="2" charset="0"/>
              </a:rPr>
              <a:t>kmR</a:t>
            </a:r>
            <a:r>
              <a:rPr lang="es-ES" sz="3600" dirty="0">
                <a:solidFill>
                  <a:srgbClr val="000000"/>
                </a:solidFill>
                <a:latin typeface="Sanskrit 99" pitchFamily="2" charset="0"/>
              </a:rPr>
              <a:t> y&gt;,</a:t>
            </a:r>
          </a:p>
          <a:p>
            <a:pPr algn="ctr">
              <a:lnSpc>
                <a:spcPct val="150000"/>
              </a:lnSpc>
            </a:pPr>
            <a:r>
              <a:rPr lang="en-US" sz="3600" dirty="0">
                <a:solidFill>
                  <a:srgbClr val="000000"/>
                </a:solidFill>
                <a:latin typeface="Sanskrit 99" pitchFamily="2" charset="0"/>
              </a:rPr>
              <a:t>s </a:t>
            </a:r>
            <a:r>
              <a:rPr lang="en-US" sz="3600" dirty="0" err="1">
                <a:solidFill>
                  <a:srgbClr val="000000"/>
                </a:solidFill>
                <a:latin typeface="Sanskrit 99" pitchFamily="2" charset="0"/>
              </a:rPr>
              <a:t>buiÏmaNmnu:ye;u</a:t>
            </a:r>
            <a:r>
              <a:rPr lang="en-US" sz="3600" dirty="0">
                <a:solidFill>
                  <a:srgbClr val="000000"/>
                </a:solidFill>
                <a:latin typeface="Sanskrit 99" pitchFamily="2" charset="0"/>
              </a:rPr>
              <a:t> s </a:t>
            </a:r>
            <a:r>
              <a:rPr lang="en-US" sz="3600" dirty="0" err="1">
                <a:solidFill>
                  <a:srgbClr val="000000"/>
                </a:solidFill>
                <a:latin typeface="Sanskrit 99" pitchFamily="2" charset="0"/>
              </a:rPr>
              <a:t>yuKt</a:t>
            </a:r>
            <a:r>
              <a:rPr lang="en-US" sz="3600" dirty="0">
                <a:solidFill>
                  <a:srgbClr val="000000"/>
                </a:solidFill>
                <a:latin typeface="Sanskrit 99" pitchFamily="2" charset="0"/>
              </a:rPr>
              <a:t>&gt; </a:t>
            </a:r>
            <a:r>
              <a:rPr lang="en-US" sz="3600" dirty="0" err="1">
                <a:solidFill>
                  <a:srgbClr val="000000"/>
                </a:solidFill>
                <a:latin typeface="Sanskrit 99" pitchFamily="2" charset="0"/>
              </a:rPr>
              <a:t>k«TSnkmRk«t</a:t>
            </a:r>
            <a:r>
              <a:rPr lang="en-US" sz="3600" dirty="0">
                <a:solidFill>
                  <a:srgbClr val="000000"/>
                </a:solidFill>
                <a:latin typeface="Sanskrit 99" pitchFamily="2" charset="0"/>
              </a:rPr>
              <a:t>!. 4</a:t>
            </a:r>
            <a:r>
              <a:rPr lang="en-US" sz="3600" dirty="0">
                <a:solidFill>
                  <a:srgbClr val="000000"/>
                </a:solidFill>
              </a:rPr>
              <a:t>.</a:t>
            </a:r>
            <a:r>
              <a:rPr lang="en-US" sz="3600" dirty="0">
                <a:solidFill>
                  <a:srgbClr val="000000"/>
                </a:solidFill>
                <a:latin typeface="Sanskrit 99" pitchFamily="2" charset="0"/>
              </a:rPr>
              <a:t>18.</a:t>
            </a:r>
          </a:p>
          <a:p>
            <a:pPr algn="ctr">
              <a:lnSpc>
                <a:spcPct val="150000"/>
              </a:lnSpc>
            </a:pPr>
            <a:r>
              <a:rPr lang="en-US" sz="2400" dirty="0">
                <a:solidFill>
                  <a:srgbClr val="000000"/>
                </a:solidFill>
                <a:latin typeface="URW Palladio IT" pitchFamily="2" charset="0"/>
              </a:rPr>
              <a:t>14 </a:t>
            </a:r>
            <a:r>
              <a:rPr lang="en-US" sz="2400" dirty="0" err="1">
                <a:solidFill>
                  <a:srgbClr val="000000"/>
                </a:solidFill>
                <a:latin typeface="URW Palladio IT" pitchFamily="2" charset="0"/>
              </a:rPr>
              <a:t>karmaëyakarma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yaù</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paçyet</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akarmaëi</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ca</a:t>
            </a:r>
            <a:r>
              <a:rPr lang="en-US" sz="2400" dirty="0">
                <a:solidFill>
                  <a:srgbClr val="000000"/>
                </a:solidFill>
                <a:latin typeface="URW Palladio IT" pitchFamily="2" charset="0"/>
              </a:rPr>
              <a:t> karma </a:t>
            </a:r>
            <a:r>
              <a:rPr lang="en-US" sz="2400" dirty="0" err="1">
                <a:solidFill>
                  <a:srgbClr val="000000"/>
                </a:solidFill>
                <a:latin typeface="URW Palladio IT" pitchFamily="2" charset="0"/>
              </a:rPr>
              <a:t>yaù</a:t>
            </a:r>
            <a:r>
              <a:rPr lang="en-US" sz="2400" dirty="0">
                <a:solidFill>
                  <a:srgbClr val="000000"/>
                </a:solidFill>
                <a:latin typeface="URW Palladio IT" pitchFamily="2" charset="0"/>
              </a:rPr>
              <a:t> |</a:t>
            </a:r>
          </a:p>
          <a:p>
            <a:pPr algn="ctr">
              <a:lnSpc>
                <a:spcPct val="150000"/>
              </a:lnSpc>
            </a:pPr>
            <a:r>
              <a:rPr lang="en-US" sz="2400" dirty="0" err="1">
                <a:solidFill>
                  <a:srgbClr val="000000"/>
                </a:solidFill>
                <a:latin typeface="URW Palladio IT" pitchFamily="2" charset="0"/>
              </a:rPr>
              <a:t>sa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buddhimänmanuñyeñu</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yuktaù</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kåtsnakarmakåt</a:t>
            </a:r>
            <a:r>
              <a:rPr lang="en-US" sz="2400" dirty="0">
                <a:solidFill>
                  <a:srgbClr val="000000"/>
                </a:solidFill>
                <a:latin typeface="URW Palladio IT" pitchFamily="2" charset="0"/>
              </a:rPr>
              <a:t> || 4</a:t>
            </a:r>
            <a:r>
              <a:rPr lang="en-US" sz="2400" dirty="0">
                <a:solidFill>
                  <a:srgbClr val="000000"/>
                </a:solidFill>
              </a:rPr>
              <a:t>.</a:t>
            </a:r>
            <a:r>
              <a:rPr lang="en-US" sz="2400" dirty="0">
                <a:solidFill>
                  <a:srgbClr val="000000"/>
                </a:solidFill>
                <a:latin typeface="URW Palladio IT" pitchFamily="2" charset="0"/>
              </a:rPr>
              <a:t>18||</a:t>
            </a:r>
            <a:endParaRPr lang="en-US" sz="2400" dirty="0"/>
          </a:p>
        </p:txBody>
      </p:sp>
      <p:sp>
        <p:nvSpPr>
          <p:cNvPr id="13" name="Rectangle 2"/>
          <p:cNvSpPr>
            <a:spLocks noChangeArrowheads="1"/>
          </p:cNvSpPr>
          <p:nvPr/>
        </p:nvSpPr>
        <p:spPr bwMode="auto">
          <a:xfrm>
            <a:off x="1828800" y="4933950"/>
            <a:ext cx="86106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ctr">
              <a:lnSpc>
                <a:spcPct val="101000"/>
              </a:lnSpc>
            </a:pPr>
            <a:r>
              <a:rPr lang="en-US" sz="3600" dirty="0">
                <a:latin typeface="Garamond" pitchFamily="18" charset="0"/>
                <a:cs typeface="Times New Roman" pitchFamily="18" charset="0"/>
              </a:rPr>
              <a:t>He who see the inaction in action and action in inaction, he is wise among men; he is a Yogi and performer of all actions.</a:t>
            </a:r>
          </a:p>
        </p:txBody>
      </p:sp>
      <p:sp>
        <p:nvSpPr>
          <p:cNvPr id="14" name="Rectangle 1"/>
          <p:cNvSpPr>
            <a:spLocks noChangeArrowheads="1"/>
          </p:cNvSpPr>
          <p:nvPr/>
        </p:nvSpPr>
        <p:spPr bwMode="auto">
          <a:xfrm>
            <a:off x="1524000" y="3429000"/>
            <a:ext cx="10058400" cy="1140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IN" sz="2400" b="1" dirty="0"/>
              <a:t>೧೪. </a:t>
            </a:r>
            <a:r>
              <a:rPr lang="en-IN" sz="2400" b="1" dirty="0" err="1"/>
              <a:t>ಕರ್ಮಣ್ಯಕರ್ಮ</a:t>
            </a:r>
            <a:r>
              <a:rPr lang="en-IN" sz="2400" b="1" dirty="0"/>
              <a:t> </a:t>
            </a:r>
            <a:r>
              <a:rPr lang="en-IN" sz="2400" b="1" dirty="0" err="1"/>
              <a:t>ಯಃ</a:t>
            </a:r>
            <a:r>
              <a:rPr lang="en-IN" sz="2400" b="1" dirty="0"/>
              <a:t> </a:t>
            </a:r>
            <a:r>
              <a:rPr lang="en-IN" sz="2400" b="1" dirty="0" err="1"/>
              <a:t>ಪಶ್ಯೇತ್</a:t>
            </a:r>
            <a:r>
              <a:rPr lang="en-IN" sz="2400" b="1" dirty="0"/>
              <a:t> </a:t>
            </a:r>
            <a:r>
              <a:rPr lang="en-IN" sz="2400" b="1" dirty="0" err="1"/>
              <a:t>ಅಕರ್ಮಣಿ</a:t>
            </a:r>
            <a:r>
              <a:rPr lang="en-IN" sz="2400" b="1" dirty="0"/>
              <a:t> ಚ </a:t>
            </a:r>
            <a:r>
              <a:rPr lang="en-IN" sz="2400" b="1" dirty="0" err="1"/>
              <a:t>ಕರ್ಮ</a:t>
            </a:r>
            <a:r>
              <a:rPr lang="en-IN" sz="2400" b="1" dirty="0"/>
              <a:t> </a:t>
            </a:r>
            <a:r>
              <a:rPr lang="en-IN" sz="2400" b="1" dirty="0" err="1"/>
              <a:t>ಯಃ</a:t>
            </a:r>
            <a:r>
              <a:rPr lang="en-IN" sz="2400" b="1" dirty="0"/>
              <a:t> |</a:t>
            </a:r>
          </a:p>
          <a:p>
            <a:pPr algn="ctr">
              <a:lnSpc>
                <a:spcPct val="150000"/>
              </a:lnSpc>
            </a:pPr>
            <a:r>
              <a:rPr lang="en-IN" sz="2400" b="1" dirty="0"/>
              <a:t>ಸ </a:t>
            </a:r>
            <a:r>
              <a:rPr lang="en-IN" sz="2400" b="1" dirty="0" err="1"/>
              <a:t>ಬುದ್ಧಿಮಾನ್</a:t>
            </a:r>
            <a:r>
              <a:rPr lang="en-IN" sz="2400" b="1" dirty="0"/>
              <a:t> </a:t>
            </a:r>
            <a:r>
              <a:rPr lang="en-IN" sz="2400" b="1" dirty="0" err="1"/>
              <a:t>ಮನುಷ್ಯೇಷು</a:t>
            </a:r>
            <a:r>
              <a:rPr lang="en-IN" sz="2400" b="1" dirty="0"/>
              <a:t> ಸ </a:t>
            </a:r>
            <a:r>
              <a:rPr lang="en-IN" sz="2400" b="1" dirty="0" err="1"/>
              <a:t>ಯುಕ್ತಃ</a:t>
            </a:r>
            <a:r>
              <a:rPr lang="en-IN" sz="2400" b="1" dirty="0"/>
              <a:t> </a:t>
            </a:r>
            <a:r>
              <a:rPr lang="en-IN" sz="2400" b="1" dirty="0" err="1"/>
              <a:t>ಕೃತ್ಸ್ನ</a:t>
            </a:r>
            <a:r>
              <a:rPr lang="en-IN" sz="2400" b="1" dirty="0"/>
              <a:t> </a:t>
            </a:r>
            <a:r>
              <a:rPr lang="en-IN" sz="2400" b="1" dirty="0" err="1"/>
              <a:t>ಕರ್ಮಕೃತ್</a:t>
            </a:r>
            <a:r>
              <a:rPr lang="en-IN" sz="2400" b="1" dirty="0"/>
              <a:t> || ೪.೧೮ ||</a:t>
            </a:r>
          </a:p>
        </p:txBody>
      </p:sp>
    </p:spTree>
    <p:extLst>
      <p:ext uri="{BB962C8B-B14F-4D97-AF65-F5344CB8AC3E}">
        <p14:creationId xmlns:p14="http://schemas.microsoft.com/office/powerpoint/2010/main" val="75593922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3" name="Rectangle 1"/>
          <p:cNvSpPr>
            <a:spLocks noChangeArrowheads="1"/>
          </p:cNvSpPr>
          <p:nvPr/>
        </p:nvSpPr>
        <p:spPr bwMode="auto">
          <a:xfrm>
            <a:off x="990600" y="381000"/>
            <a:ext cx="9144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15	</a:t>
            </a:r>
            <a:r>
              <a:rPr lang="en-US" sz="3600" dirty="0" err="1">
                <a:solidFill>
                  <a:srgbClr val="000000"/>
                </a:solidFill>
                <a:latin typeface="Sanskrit 99" pitchFamily="2" charset="0"/>
              </a:rPr>
              <a:t>Ty®va</a:t>
            </a:r>
            <a:r>
              <a:rPr lang="en-US" sz="3600" dirty="0">
                <a:solidFill>
                  <a:srgbClr val="000000"/>
                </a:solidFill>
                <a:latin typeface="Sanskrit 99" pitchFamily="2" charset="0"/>
              </a:rPr>
              <a:t> </a:t>
            </a:r>
            <a:r>
              <a:rPr lang="en-US" sz="3600" dirty="0" err="1">
                <a:solidFill>
                  <a:srgbClr val="000000"/>
                </a:solidFill>
                <a:latin typeface="Sanskrit 99" pitchFamily="2" charset="0"/>
              </a:rPr>
              <a:t>kmR</a:t>
            </a:r>
            <a:r>
              <a:rPr lang="en-US" sz="3600" dirty="0">
                <a:solidFill>
                  <a:srgbClr val="000000"/>
                </a:solidFill>
                <a:latin typeface="Sanskrit 99" pitchFamily="2" charset="0"/>
              </a:rPr>
              <a:t>)las¼&lt; </a:t>
            </a:r>
            <a:r>
              <a:rPr lang="en-US" sz="3600" dirty="0" err="1">
                <a:solidFill>
                  <a:srgbClr val="000000"/>
                </a:solidFill>
                <a:latin typeface="Sanskrit 99" pitchFamily="2" charset="0"/>
              </a:rPr>
              <a:t>inTyt&amp;Ýae</a:t>
            </a:r>
            <a:r>
              <a:rPr lang="en-US" sz="3600" dirty="0">
                <a:solidFill>
                  <a:srgbClr val="000000"/>
                </a:solidFill>
                <a:latin typeface="Sanskrit 99" pitchFamily="2" charset="0"/>
              </a:rPr>
              <a:t> </a:t>
            </a:r>
            <a:r>
              <a:rPr lang="en-US" sz="3600" dirty="0" err="1">
                <a:solidFill>
                  <a:srgbClr val="000000"/>
                </a:solidFill>
                <a:latin typeface="Sanskrit 99" pitchFamily="2" charset="0"/>
              </a:rPr>
              <a:t>inraïy</a:t>
            </a:r>
            <a:r>
              <a:rPr lang="en-US" sz="3600" dirty="0">
                <a:solidFill>
                  <a:srgbClr val="000000"/>
                </a:solidFill>
                <a:latin typeface="Sanskrit 99" pitchFamily="2" charset="0"/>
              </a:rPr>
              <a:t>&gt;, </a:t>
            </a:r>
          </a:p>
          <a:p>
            <a:pPr algn="ctr" eaLnBrk="1" hangingPunct="1">
              <a:lnSpc>
                <a:spcPct val="150000"/>
              </a:lnSpc>
            </a:pPr>
            <a:r>
              <a:rPr lang="en-US" sz="3600" dirty="0" err="1">
                <a:solidFill>
                  <a:srgbClr val="000000"/>
                </a:solidFill>
                <a:latin typeface="Sanskrit 99" pitchFamily="2" charset="0"/>
              </a:rPr>
              <a:t>kmR</a:t>
            </a:r>
            <a:r>
              <a:rPr lang="en-US" sz="3600" dirty="0">
                <a:solidFill>
                  <a:srgbClr val="000000"/>
                </a:solidFill>
                <a:latin typeface="Sanskrit 99" pitchFamily="2" charset="0"/>
              </a:rPr>
              <a:t>{</a:t>
            </a:r>
            <a:r>
              <a:rPr lang="en-US" sz="3600" dirty="0" err="1">
                <a:solidFill>
                  <a:srgbClr val="000000"/>
                </a:solidFill>
                <a:latin typeface="Sanskrit 99" pitchFamily="2" charset="0"/>
              </a:rPr>
              <a:t>yiÉàv&amp;Äae</a:t>
            </a:r>
            <a:r>
              <a:rPr lang="en-US" sz="3600" dirty="0">
                <a:solidFill>
                  <a:srgbClr val="000000"/>
                </a:solidFill>
                <a:latin typeface="Sanskrit 99" pitchFamily="2" charset="0"/>
              </a:rPr>
              <a:t>=</a:t>
            </a:r>
            <a:r>
              <a:rPr lang="en-US" sz="3600" dirty="0" err="1">
                <a:solidFill>
                  <a:srgbClr val="000000"/>
                </a:solidFill>
                <a:latin typeface="Sanskrit 99" pitchFamily="2" charset="0"/>
              </a:rPr>
              <a:t>ip</a:t>
            </a:r>
            <a:r>
              <a:rPr lang="en-US" sz="3600" dirty="0">
                <a:solidFill>
                  <a:srgbClr val="000000"/>
                </a:solidFill>
                <a:latin typeface="Sanskrit 99" pitchFamily="2" charset="0"/>
              </a:rPr>
              <a:t> </a:t>
            </a:r>
            <a:r>
              <a:rPr lang="en-US" sz="3600" dirty="0" err="1">
                <a:solidFill>
                  <a:srgbClr val="000000"/>
                </a:solidFill>
                <a:latin typeface="Sanskrit 99" pitchFamily="2" charset="0"/>
              </a:rPr>
              <a:t>nEv</a:t>
            </a:r>
            <a:r>
              <a:rPr lang="en-US" sz="3600" dirty="0">
                <a:solidFill>
                  <a:srgbClr val="000000"/>
                </a:solidFill>
                <a:latin typeface="Sanskrit 99" pitchFamily="2" charset="0"/>
              </a:rPr>
              <a:t> </a:t>
            </a:r>
            <a:r>
              <a:rPr lang="en-US" sz="3600" dirty="0" err="1">
                <a:solidFill>
                  <a:srgbClr val="000000"/>
                </a:solidFill>
                <a:latin typeface="Sanskrit 99" pitchFamily="2" charset="0"/>
              </a:rPr>
              <a:t>ikiÂTkraeit</a:t>
            </a:r>
            <a:r>
              <a:rPr lang="en-US" sz="3600" dirty="0">
                <a:solidFill>
                  <a:srgbClr val="000000"/>
                </a:solidFill>
                <a:latin typeface="Sanskrit 99" pitchFamily="2" charset="0"/>
              </a:rPr>
              <a:t> s&gt;. 4</a:t>
            </a:r>
            <a:r>
              <a:rPr lang="en-US" dirty="0">
                <a:solidFill>
                  <a:srgbClr val="000000"/>
                </a:solidFill>
              </a:rPr>
              <a:t>.</a:t>
            </a:r>
            <a:r>
              <a:rPr lang="en-US" sz="3600" dirty="0">
                <a:solidFill>
                  <a:srgbClr val="000000"/>
                </a:solidFill>
                <a:latin typeface="Sanskrit 99" pitchFamily="2" charset="0"/>
              </a:rPr>
              <a:t>20.</a:t>
            </a:r>
          </a:p>
          <a:p>
            <a:pPr algn="ctr" eaLnBrk="1" hangingPunct="1">
              <a:lnSpc>
                <a:spcPct val="150000"/>
              </a:lnSpc>
            </a:pPr>
            <a:r>
              <a:rPr lang="en-US" sz="2400" dirty="0">
                <a:solidFill>
                  <a:srgbClr val="000000"/>
                </a:solidFill>
                <a:latin typeface="URW Palladio IT" pitchFamily="2" charset="0"/>
              </a:rPr>
              <a:t>15. </a:t>
            </a:r>
            <a:r>
              <a:rPr lang="en-US" sz="2400" dirty="0" err="1">
                <a:solidFill>
                  <a:srgbClr val="000000"/>
                </a:solidFill>
                <a:latin typeface="URW Palladio IT" pitchFamily="2" charset="0"/>
              </a:rPr>
              <a:t>Tyaktvä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karmaphaläsaìgaà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nityatåpto</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niräçrayaù</a:t>
            </a:r>
            <a:r>
              <a:rPr lang="en-US" sz="2400" dirty="0">
                <a:solidFill>
                  <a:srgbClr val="000000"/>
                </a:solidFill>
                <a:latin typeface="URW Palladio IT" pitchFamily="2" charset="0"/>
              </a:rPr>
              <a:t> | </a:t>
            </a:r>
          </a:p>
          <a:p>
            <a:pPr algn="ctr" eaLnBrk="1" hangingPunct="1">
              <a:lnSpc>
                <a:spcPct val="150000"/>
              </a:lnSpc>
            </a:pPr>
            <a:r>
              <a:rPr lang="en-US" sz="2400" dirty="0" err="1">
                <a:solidFill>
                  <a:srgbClr val="000000"/>
                </a:solidFill>
                <a:latin typeface="URW Palladio IT" pitchFamily="2" charset="0"/>
              </a:rPr>
              <a:t>Karmaëyabhipravåtto'pi</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naiva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kiïcitkaroti</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saù</a:t>
            </a:r>
            <a:r>
              <a:rPr lang="en-US" sz="2400" dirty="0">
                <a:solidFill>
                  <a:srgbClr val="000000"/>
                </a:solidFill>
                <a:latin typeface="URW Palladio IT" pitchFamily="2" charset="0"/>
              </a:rPr>
              <a:t> || 4</a:t>
            </a:r>
            <a:r>
              <a:rPr lang="en-US" sz="2400" dirty="0">
                <a:solidFill>
                  <a:srgbClr val="000000"/>
                </a:solidFill>
              </a:rPr>
              <a:t>.</a:t>
            </a:r>
            <a:r>
              <a:rPr lang="en-US" sz="2400" dirty="0">
                <a:solidFill>
                  <a:srgbClr val="000000"/>
                </a:solidFill>
                <a:latin typeface="URW Palladio IT" pitchFamily="2" charset="0"/>
              </a:rPr>
              <a:t>20||</a:t>
            </a:r>
            <a:endParaRPr lang="en-US" sz="2400" dirty="0"/>
          </a:p>
        </p:txBody>
      </p:sp>
      <p:sp>
        <p:nvSpPr>
          <p:cNvPr id="4" name="Rectangle 3"/>
          <p:cNvSpPr/>
          <p:nvPr/>
        </p:nvSpPr>
        <p:spPr>
          <a:xfrm>
            <a:off x="1892300" y="5029200"/>
            <a:ext cx="8470900" cy="1570038"/>
          </a:xfrm>
          <a:prstGeom prst="rect">
            <a:avLst/>
          </a:prstGeom>
        </p:spPr>
        <p:txBody>
          <a:bodyPr>
            <a:spAutoFit/>
          </a:bodyPr>
          <a:lstStyle/>
          <a:p>
            <a:pPr algn="ctr">
              <a:defRPr/>
            </a:pPr>
            <a:r>
              <a:rPr lang="en-US" sz="3200" dirty="0">
                <a:latin typeface="Garamond" panose="02020404030301010803" pitchFamily="18" charset="0"/>
                <a:ea typeface="Times New Roman" panose="02020603050405020304" pitchFamily="18" charset="0"/>
              </a:rPr>
              <a:t>Having</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abandoned</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attachment</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to</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the</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fruit</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of</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the</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action,</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ever</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content,</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depending</a:t>
            </a:r>
            <a:r>
              <a:rPr lang="en-US" sz="3200" spc="120" dirty="0">
                <a:latin typeface="Garamond" panose="02020404030301010803" pitchFamily="18" charset="0"/>
                <a:ea typeface="Times New Roman" panose="02020603050405020304" pitchFamily="18" charset="0"/>
              </a:rPr>
              <a:t> </a:t>
            </a:r>
            <a:r>
              <a:rPr lang="en-US" sz="3200" dirty="0">
                <a:latin typeface="Garamond" panose="02020404030301010803" pitchFamily="18" charset="0"/>
                <a:ea typeface="Times New Roman" panose="02020603050405020304" pitchFamily="18" charset="0"/>
              </a:rPr>
              <a:t>on nothing, he does not do anything though engaged in activity.</a:t>
            </a:r>
            <a:endParaRPr lang="en-US" sz="3200" dirty="0">
              <a:latin typeface="Garamond" panose="02020404030301010803" pitchFamily="18" charset="0"/>
            </a:endParaRPr>
          </a:p>
        </p:txBody>
      </p:sp>
      <p:sp>
        <p:nvSpPr>
          <p:cNvPr id="5" name="Rectangle 2"/>
          <p:cNvSpPr>
            <a:spLocks noChangeArrowheads="1"/>
          </p:cNvSpPr>
          <p:nvPr/>
        </p:nvSpPr>
        <p:spPr bwMode="auto">
          <a:xfrm>
            <a:off x="914400" y="3505200"/>
            <a:ext cx="10598150" cy="1315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IN" sz="2800" b="1" dirty="0"/>
              <a:t>೧೫.ತ್ಯಕ್ತ್ವಾ </a:t>
            </a:r>
            <a:r>
              <a:rPr lang="en-IN" sz="2800" b="1" dirty="0" err="1"/>
              <a:t>ಕರ್ಮಫಲಾಸಂಗಂ</a:t>
            </a:r>
            <a:r>
              <a:rPr lang="en-IN" sz="2800" b="1" dirty="0"/>
              <a:t> </a:t>
            </a:r>
            <a:r>
              <a:rPr lang="en-IN" sz="2800" b="1" dirty="0" err="1"/>
              <a:t>ನಿತ್ಯತೃಪ್ತೋ</a:t>
            </a:r>
            <a:r>
              <a:rPr lang="en-IN" sz="2800" b="1" dirty="0"/>
              <a:t> </a:t>
            </a:r>
            <a:r>
              <a:rPr lang="en-IN" sz="2800" b="1" dirty="0" err="1"/>
              <a:t>ನಿರಾಶ್ರಯಃ</a:t>
            </a:r>
            <a:r>
              <a:rPr lang="en-IN" sz="2800" b="1" dirty="0"/>
              <a:t> |                     </a:t>
            </a:r>
            <a:r>
              <a:rPr lang="en-IN" sz="2800" b="1" dirty="0" err="1"/>
              <a:t>ಕರ್ಮಣ್ಯಭಿಪ್ರವೃತ್ತೋಪಿ</a:t>
            </a:r>
            <a:r>
              <a:rPr lang="en-IN" sz="2800" b="1" dirty="0"/>
              <a:t> </a:t>
            </a:r>
            <a:r>
              <a:rPr lang="en-IN" sz="2800" b="1" dirty="0" err="1"/>
              <a:t>ನೈವ</a:t>
            </a:r>
            <a:r>
              <a:rPr lang="en-IN" sz="2800" b="1" dirty="0"/>
              <a:t> </a:t>
            </a:r>
            <a:r>
              <a:rPr lang="en-IN" sz="2800" b="1" dirty="0" err="1"/>
              <a:t>ಕಿಂಚಿತ್ಕರೋತಿ</a:t>
            </a:r>
            <a:r>
              <a:rPr lang="en-IN" sz="2800" b="1" dirty="0"/>
              <a:t> </a:t>
            </a:r>
            <a:r>
              <a:rPr lang="en-IN" sz="2800" b="1" dirty="0" err="1"/>
              <a:t>ಸಃ</a:t>
            </a:r>
            <a:r>
              <a:rPr lang="en-IN" sz="2800" b="1" dirty="0"/>
              <a:t> || ೪.೨೦ ||</a:t>
            </a:r>
          </a:p>
        </p:txBody>
      </p:sp>
    </p:spTree>
    <p:extLst>
      <p:ext uri="{BB962C8B-B14F-4D97-AF65-F5344CB8AC3E}">
        <p14:creationId xmlns:p14="http://schemas.microsoft.com/office/powerpoint/2010/main" val="191399210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3" name="Rectangle 1"/>
          <p:cNvSpPr>
            <a:spLocks noChangeArrowheads="1"/>
          </p:cNvSpPr>
          <p:nvPr/>
        </p:nvSpPr>
        <p:spPr bwMode="auto">
          <a:xfrm>
            <a:off x="1371600" y="152400"/>
            <a:ext cx="914400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4000" dirty="0">
                <a:solidFill>
                  <a:srgbClr val="000000"/>
                </a:solidFill>
                <a:latin typeface="Sanskrit 99" pitchFamily="2" charset="0"/>
              </a:rPr>
              <a:t>16	</a:t>
            </a:r>
            <a:r>
              <a:rPr lang="en-US" sz="4000" dirty="0" err="1">
                <a:solidFill>
                  <a:srgbClr val="000000"/>
                </a:solidFill>
                <a:latin typeface="Sanskrit 99" pitchFamily="2" charset="0"/>
              </a:rPr>
              <a:t>tSmads</a:t>
            </a:r>
            <a:r>
              <a:rPr lang="en-US" sz="4000" dirty="0">
                <a:solidFill>
                  <a:srgbClr val="000000"/>
                </a:solidFill>
                <a:latin typeface="Sanskrit 99" pitchFamily="2" charset="0"/>
              </a:rPr>
              <a:t>´&gt; </a:t>
            </a:r>
            <a:r>
              <a:rPr lang="en-US" sz="4000" dirty="0" err="1">
                <a:solidFill>
                  <a:srgbClr val="000000"/>
                </a:solidFill>
                <a:latin typeface="Sanskrit 99" pitchFamily="2" charset="0"/>
              </a:rPr>
              <a:t>stt</a:t>
            </a:r>
            <a:r>
              <a:rPr lang="en-US" sz="4000" dirty="0">
                <a:solidFill>
                  <a:srgbClr val="000000"/>
                </a:solidFill>
                <a:latin typeface="Sanskrit 99" pitchFamily="2" charset="0"/>
              </a:rPr>
              <a:t>&lt; </a:t>
            </a:r>
            <a:r>
              <a:rPr lang="en-US" sz="4000" dirty="0" err="1">
                <a:solidFill>
                  <a:srgbClr val="000000"/>
                </a:solidFill>
                <a:latin typeface="Sanskrit 99" pitchFamily="2" charset="0"/>
              </a:rPr>
              <a:t>kay</a:t>
            </a:r>
            <a:r>
              <a:rPr lang="en-US" sz="4000" dirty="0">
                <a:solidFill>
                  <a:srgbClr val="000000"/>
                </a:solidFill>
                <a:latin typeface="Sanskrit 99" pitchFamily="2" charset="0"/>
              </a:rPr>
              <a:t>¡ </a:t>
            </a:r>
            <a:r>
              <a:rPr lang="en-US" sz="4000" dirty="0" err="1">
                <a:solidFill>
                  <a:srgbClr val="000000"/>
                </a:solidFill>
                <a:latin typeface="Sanskrit 99" pitchFamily="2" charset="0"/>
              </a:rPr>
              <a:t>kmR</a:t>
            </a:r>
            <a:r>
              <a:rPr lang="en-US" sz="4000" dirty="0">
                <a:solidFill>
                  <a:srgbClr val="000000"/>
                </a:solidFill>
                <a:latin typeface="Sanskrit 99" pitchFamily="2" charset="0"/>
              </a:rPr>
              <a:t> </a:t>
            </a:r>
            <a:r>
              <a:rPr lang="en-US" sz="4000" dirty="0" err="1">
                <a:solidFill>
                  <a:srgbClr val="000000"/>
                </a:solidFill>
                <a:latin typeface="Sanskrit 99" pitchFamily="2" charset="0"/>
              </a:rPr>
              <a:t>smacr</a:t>
            </a:r>
            <a:r>
              <a:rPr lang="en-US" sz="4000" dirty="0">
                <a:solidFill>
                  <a:srgbClr val="000000"/>
                </a:solidFill>
                <a:latin typeface="Sanskrit 99" pitchFamily="2" charset="0"/>
              </a:rPr>
              <a:t>, </a:t>
            </a:r>
          </a:p>
          <a:p>
            <a:pPr algn="ctr" eaLnBrk="1" hangingPunct="1">
              <a:lnSpc>
                <a:spcPct val="150000"/>
              </a:lnSpc>
            </a:pPr>
            <a:r>
              <a:rPr lang="en-US" sz="4000" dirty="0" err="1">
                <a:solidFill>
                  <a:srgbClr val="000000"/>
                </a:solidFill>
                <a:latin typeface="Sanskrit 99" pitchFamily="2" charset="0"/>
              </a:rPr>
              <a:t>As´ae</a:t>
            </a:r>
            <a:r>
              <a:rPr lang="en-US" sz="4000" dirty="0">
                <a:solidFill>
                  <a:srgbClr val="000000"/>
                </a:solidFill>
                <a:latin typeface="Sanskrit 99" pitchFamily="2" charset="0"/>
              </a:rPr>
              <a:t> </a:t>
            </a:r>
            <a:r>
              <a:rPr lang="en-US" sz="4000" dirty="0" err="1">
                <a:solidFill>
                  <a:srgbClr val="000000"/>
                </a:solidFill>
                <a:latin typeface="Sanskrit 99" pitchFamily="2" charset="0"/>
              </a:rPr>
              <a:t>ýacrNkmR</a:t>
            </a:r>
            <a:r>
              <a:rPr lang="en-US" sz="4000" dirty="0">
                <a:solidFill>
                  <a:srgbClr val="000000"/>
                </a:solidFill>
                <a:latin typeface="Sanskrit 99" pitchFamily="2" charset="0"/>
              </a:rPr>
              <a:t> </a:t>
            </a:r>
            <a:r>
              <a:rPr lang="en-US" sz="4000" dirty="0" err="1">
                <a:solidFill>
                  <a:srgbClr val="000000"/>
                </a:solidFill>
                <a:latin typeface="Sanskrit 99" pitchFamily="2" charset="0"/>
              </a:rPr>
              <a:t>prmaßaeit</a:t>
            </a:r>
            <a:r>
              <a:rPr lang="en-US" sz="4000" dirty="0">
                <a:solidFill>
                  <a:srgbClr val="000000"/>
                </a:solidFill>
                <a:latin typeface="Sanskrit 99" pitchFamily="2" charset="0"/>
              </a:rPr>
              <a:t> </a:t>
            </a:r>
            <a:r>
              <a:rPr lang="en-US" sz="4000" dirty="0" err="1">
                <a:solidFill>
                  <a:srgbClr val="000000"/>
                </a:solidFill>
                <a:latin typeface="Sanskrit 99" pitchFamily="2" charset="0"/>
              </a:rPr>
              <a:t>pUé</a:t>
            </a:r>
            <a:r>
              <a:rPr lang="en-US" sz="4000" dirty="0">
                <a:solidFill>
                  <a:srgbClr val="000000"/>
                </a:solidFill>
                <a:latin typeface="Sanskrit 99" pitchFamily="2" charset="0"/>
              </a:rPr>
              <a:t>;&gt;. 3</a:t>
            </a:r>
            <a:r>
              <a:rPr lang="en-US" sz="3200" dirty="0">
                <a:solidFill>
                  <a:srgbClr val="000000"/>
                </a:solidFill>
              </a:rPr>
              <a:t>.</a:t>
            </a:r>
            <a:r>
              <a:rPr lang="en-US" sz="4000" dirty="0">
                <a:solidFill>
                  <a:srgbClr val="000000"/>
                </a:solidFill>
                <a:latin typeface="Sanskrit 99" pitchFamily="2" charset="0"/>
              </a:rPr>
              <a:t>19.</a:t>
            </a:r>
          </a:p>
          <a:p>
            <a:pPr algn="ctr" eaLnBrk="1" hangingPunct="1">
              <a:lnSpc>
                <a:spcPct val="150000"/>
              </a:lnSpc>
            </a:pPr>
            <a:r>
              <a:rPr lang="en-US" sz="2800" dirty="0">
                <a:solidFill>
                  <a:srgbClr val="000000"/>
                </a:solidFill>
                <a:latin typeface="URW Palladio IT" pitchFamily="2" charset="0"/>
              </a:rPr>
              <a:t>16. </a:t>
            </a:r>
            <a:r>
              <a:rPr lang="en-US" sz="2800" dirty="0" err="1">
                <a:solidFill>
                  <a:srgbClr val="000000"/>
                </a:solidFill>
                <a:latin typeface="URW Palladio IT" pitchFamily="2" charset="0"/>
              </a:rPr>
              <a:t>Tasmädasaktaù</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satataà</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käryaà</a:t>
            </a:r>
            <a:r>
              <a:rPr lang="en-US" sz="2800" dirty="0">
                <a:solidFill>
                  <a:srgbClr val="000000"/>
                </a:solidFill>
                <a:latin typeface="URW Palladio IT" pitchFamily="2" charset="0"/>
              </a:rPr>
              <a:t> karma </a:t>
            </a:r>
            <a:r>
              <a:rPr lang="en-US" sz="2800" dirty="0" err="1">
                <a:solidFill>
                  <a:srgbClr val="000000"/>
                </a:solidFill>
                <a:latin typeface="URW Palladio IT" pitchFamily="2" charset="0"/>
              </a:rPr>
              <a:t>samäcara</a:t>
            </a:r>
            <a:r>
              <a:rPr lang="en-US" sz="2800" dirty="0">
                <a:solidFill>
                  <a:srgbClr val="000000"/>
                </a:solidFill>
                <a:latin typeface="URW Palladio IT" pitchFamily="2" charset="0"/>
              </a:rPr>
              <a:t> | </a:t>
            </a:r>
          </a:p>
          <a:p>
            <a:pPr algn="ctr" eaLnBrk="1" hangingPunct="1">
              <a:lnSpc>
                <a:spcPct val="150000"/>
              </a:lnSpc>
            </a:pPr>
            <a:r>
              <a:rPr lang="en-US" sz="2800" dirty="0" err="1">
                <a:solidFill>
                  <a:srgbClr val="000000"/>
                </a:solidFill>
                <a:latin typeface="URW Palladio IT" pitchFamily="2" charset="0"/>
              </a:rPr>
              <a:t>Asakto</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hyäcarankarma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paramäpnoti</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püruñaù</a:t>
            </a:r>
            <a:r>
              <a:rPr lang="en-US" sz="2800" dirty="0">
                <a:solidFill>
                  <a:srgbClr val="000000"/>
                </a:solidFill>
                <a:latin typeface="URW Palladio IT" pitchFamily="2" charset="0"/>
              </a:rPr>
              <a:t> || 3</a:t>
            </a:r>
            <a:r>
              <a:rPr lang="en-US" sz="2800" dirty="0">
                <a:solidFill>
                  <a:srgbClr val="000000"/>
                </a:solidFill>
              </a:rPr>
              <a:t>.</a:t>
            </a:r>
            <a:r>
              <a:rPr lang="en-US" sz="2800" dirty="0">
                <a:solidFill>
                  <a:srgbClr val="000000"/>
                </a:solidFill>
                <a:latin typeface="URW Palladio IT" pitchFamily="2" charset="0"/>
              </a:rPr>
              <a:t>19||</a:t>
            </a:r>
            <a:endParaRPr lang="en-US" sz="2800" dirty="0"/>
          </a:p>
        </p:txBody>
      </p:sp>
      <p:sp>
        <p:nvSpPr>
          <p:cNvPr id="4" name="Rectangle 3"/>
          <p:cNvSpPr/>
          <p:nvPr/>
        </p:nvSpPr>
        <p:spPr>
          <a:xfrm>
            <a:off x="1828800" y="4648201"/>
            <a:ext cx="8534400" cy="2124075"/>
          </a:xfrm>
          <a:prstGeom prst="rect">
            <a:avLst/>
          </a:prstGeom>
        </p:spPr>
        <p:txBody>
          <a:bodyPr>
            <a:spAutoFit/>
          </a:bodyPr>
          <a:lstStyle/>
          <a:p>
            <a:pPr marL="360000" algn="ctr">
              <a:defRPr/>
            </a:pPr>
            <a:r>
              <a:rPr lang="en-US" sz="3200" dirty="0">
                <a:latin typeface="Garamond" panose="02020404030301010803" pitchFamily="18" charset="0"/>
                <a:ea typeface="Times New Roman" panose="02020603050405020304" pitchFamily="18" charset="0"/>
                <a:cs typeface="Times New Roman" panose="02020603050405020304" pitchFamily="18" charset="0"/>
              </a:rPr>
              <a:t>Therefore,</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without</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attachment,</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do</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thou</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always</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perform</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action</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which</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should</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be</a:t>
            </a:r>
            <a:r>
              <a:rPr lang="en-US" sz="3200" spc="35"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done;</a:t>
            </a:r>
            <a:r>
              <a:rPr lang="en-US"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for,</a:t>
            </a:r>
            <a:r>
              <a:rPr lang="en-US" sz="3200" spc="-50" dirty="0">
                <a:latin typeface="Garamond" panose="02020404030301010803" pitchFamily="18" charset="0"/>
                <a:ea typeface="Times New Roman" panose="02020603050405020304" pitchFamily="18" charset="0"/>
                <a:cs typeface="Times New Roman" panose="02020603050405020304" pitchFamily="18" charset="0"/>
              </a:rPr>
              <a:t> </a:t>
            </a:r>
            <a:r>
              <a:rPr lang="en-US" sz="3200" dirty="0">
                <a:latin typeface="Garamond" panose="02020404030301010803" pitchFamily="18" charset="0"/>
                <a:ea typeface="Times New Roman" panose="02020603050405020304" pitchFamily="18" charset="0"/>
                <a:cs typeface="Times New Roman" panose="02020603050405020304" pitchFamily="18" charset="0"/>
              </a:rPr>
              <a:t>by performing action without attachment man reaches the Supreme</a:t>
            </a:r>
            <a:r>
              <a:rPr lang="en-US" sz="3600" dirty="0">
                <a:latin typeface="Garamond" panose="02020404030301010803" pitchFamily="18" charset="0"/>
                <a:ea typeface="Times New Roman" panose="02020603050405020304" pitchFamily="18" charset="0"/>
                <a:cs typeface="Times New Roman" panose="02020603050405020304" pitchFamily="18" charset="0"/>
              </a:rPr>
              <a:t>.</a:t>
            </a:r>
            <a:endParaRPr lang="en-US" sz="3200" dirty="0">
              <a:latin typeface="Garamond" panose="02020404030301010803" pitchFamily="18" charset="0"/>
              <a:ea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1066800" y="3276600"/>
            <a:ext cx="10533062"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IN" sz="2800" b="1" dirty="0"/>
              <a:t>೧೬. </a:t>
            </a:r>
            <a:r>
              <a:rPr lang="en-IN" sz="2800" b="1" dirty="0" err="1"/>
              <a:t>ತಸ್ಮಾದಸಕ್ತಃ</a:t>
            </a:r>
            <a:r>
              <a:rPr lang="en-IN" sz="2800" b="1" dirty="0"/>
              <a:t> </a:t>
            </a:r>
            <a:r>
              <a:rPr lang="en-IN" sz="2800" b="1" dirty="0" err="1"/>
              <a:t>ಸತತಂ</a:t>
            </a:r>
            <a:r>
              <a:rPr lang="en-IN" sz="2800" b="1" dirty="0"/>
              <a:t> </a:t>
            </a:r>
            <a:r>
              <a:rPr lang="en-IN" sz="2800" b="1" dirty="0" err="1"/>
              <a:t>ಕಾರ್ಯಂ</a:t>
            </a:r>
            <a:r>
              <a:rPr lang="en-IN" sz="2800" b="1" dirty="0"/>
              <a:t> </a:t>
            </a:r>
            <a:r>
              <a:rPr lang="en-IN" sz="2800" b="1" dirty="0" err="1"/>
              <a:t>ಕರ್ಮ</a:t>
            </a:r>
            <a:r>
              <a:rPr lang="en-IN" sz="2800" b="1" dirty="0"/>
              <a:t> </a:t>
            </a:r>
            <a:r>
              <a:rPr lang="en-IN" sz="2800" b="1" dirty="0" err="1"/>
              <a:t>ಸಮಾಚರ</a:t>
            </a:r>
            <a:r>
              <a:rPr lang="en-IN" sz="2800" b="1" dirty="0"/>
              <a:t> |</a:t>
            </a:r>
          </a:p>
          <a:p>
            <a:pPr algn="ctr"/>
            <a:r>
              <a:rPr lang="en-IN" sz="2800" b="1" dirty="0" err="1"/>
              <a:t>ಅಸಕ್ತೋ</a:t>
            </a:r>
            <a:r>
              <a:rPr lang="en-IN" sz="2800" b="1" dirty="0"/>
              <a:t> </a:t>
            </a:r>
            <a:r>
              <a:rPr lang="en-IN" sz="2800" b="1" dirty="0" err="1"/>
              <a:t>ಹ್ಯಾಚರನ್ಕರ್ಮ</a:t>
            </a:r>
            <a:r>
              <a:rPr lang="en-IN" sz="2800" b="1" dirty="0"/>
              <a:t>  </a:t>
            </a:r>
            <a:r>
              <a:rPr lang="en-IN" sz="2800" b="1" dirty="0" err="1"/>
              <a:t>ಪರಮಾಪ್ನೋತಿ</a:t>
            </a:r>
            <a:r>
              <a:rPr lang="en-IN" sz="2800" b="1" dirty="0"/>
              <a:t> </a:t>
            </a:r>
            <a:r>
              <a:rPr lang="en-IN" sz="2800" b="1" dirty="0" err="1"/>
              <a:t>ಪೂರುಷಃ</a:t>
            </a:r>
            <a:r>
              <a:rPr lang="en-IN" sz="2800" b="1" dirty="0"/>
              <a:t> ||೩.೧೯ ||</a:t>
            </a:r>
          </a:p>
        </p:txBody>
      </p:sp>
    </p:spTree>
    <p:extLst>
      <p:ext uri="{BB962C8B-B14F-4D97-AF65-F5344CB8AC3E}">
        <p14:creationId xmlns:p14="http://schemas.microsoft.com/office/powerpoint/2010/main" val="116571887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3" name="Rectangle 1"/>
          <p:cNvSpPr>
            <a:spLocks noChangeArrowheads="1"/>
          </p:cNvSpPr>
          <p:nvPr/>
        </p:nvSpPr>
        <p:spPr bwMode="auto">
          <a:xfrm>
            <a:off x="1524000" y="0"/>
            <a:ext cx="9144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3600" dirty="0">
                <a:solidFill>
                  <a:srgbClr val="000000"/>
                </a:solidFill>
                <a:latin typeface="Sanskrit 99" pitchFamily="2" charset="0"/>
              </a:rPr>
              <a:t>17	</a:t>
            </a:r>
            <a:r>
              <a:rPr lang="en-US" sz="3600" dirty="0" err="1">
                <a:solidFill>
                  <a:srgbClr val="000000"/>
                </a:solidFill>
                <a:latin typeface="Sanskrit 99" pitchFamily="2" charset="0"/>
              </a:rPr>
              <a:t>kmRj</a:t>
            </a:r>
            <a:r>
              <a:rPr lang="en-US" sz="3600" dirty="0">
                <a:solidFill>
                  <a:srgbClr val="000000"/>
                </a:solidFill>
                <a:latin typeface="Sanskrit 99" pitchFamily="2" charset="0"/>
              </a:rPr>
              <a:t>&lt; </a:t>
            </a:r>
            <a:r>
              <a:rPr lang="en-US" sz="3600" dirty="0" err="1">
                <a:solidFill>
                  <a:srgbClr val="000000"/>
                </a:solidFill>
                <a:latin typeface="Sanskrit 99" pitchFamily="2" charset="0"/>
              </a:rPr>
              <a:t>buiÏyu´a</a:t>
            </a:r>
            <a:r>
              <a:rPr lang="en-US" sz="3600" dirty="0">
                <a:solidFill>
                  <a:srgbClr val="000000"/>
                </a:solidFill>
                <a:latin typeface="Sanskrit 99" pitchFamily="2" charset="0"/>
              </a:rPr>
              <a:t> </a:t>
            </a:r>
            <a:r>
              <a:rPr lang="en-US" sz="3600" dirty="0" err="1">
                <a:solidFill>
                  <a:srgbClr val="000000"/>
                </a:solidFill>
                <a:latin typeface="Sanskrit 99" pitchFamily="2" charset="0"/>
              </a:rPr>
              <a:t>ih</a:t>
            </a:r>
            <a:r>
              <a:rPr lang="en-US" sz="3600" dirty="0">
                <a:solidFill>
                  <a:srgbClr val="000000"/>
                </a:solidFill>
                <a:latin typeface="Sanskrit 99" pitchFamily="2" charset="0"/>
              </a:rPr>
              <a:t> )l&lt; </a:t>
            </a:r>
            <a:r>
              <a:rPr lang="en-US" sz="3600" dirty="0" err="1">
                <a:solidFill>
                  <a:srgbClr val="000000"/>
                </a:solidFill>
                <a:latin typeface="Sanskrit 99" pitchFamily="2" charset="0"/>
              </a:rPr>
              <a:t>Ty®va</a:t>
            </a:r>
            <a:r>
              <a:rPr lang="en-US" sz="3600" dirty="0">
                <a:solidFill>
                  <a:srgbClr val="000000"/>
                </a:solidFill>
                <a:latin typeface="Sanskrit 99" pitchFamily="2" charset="0"/>
              </a:rPr>
              <a:t> </a:t>
            </a:r>
            <a:r>
              <a:rPr lang="en-US" sz="3600" dirty="0" err="1">
                <a:solidFill>
                  <a:srgbClr val="000000"/>
                </a:solidFill>
                <a:latin typeface="Sanskrit 99" pitchFamily="2" charset="0"/>
              </a:rPr>
              <a:t>mnIi</a:t>
            </a:r>
            <a:r>
              <a:rPr lang="en-US" sz="3600" dirty="0">
                <a:solidFill>
                  <a:srgbClr val="000000"/>
                </a:solidFill>
                <a:latin typeface="Sanskrit 99" pitchFamily="2" charset="0"/>
              </a:rPr>
              <a:t>;[&gt;, </a:t>
            </a:r>
          </a:p>
          <a:p>
            <a:pPr algn="ctr" eaLnBrk="1" hangingPunct="1">
              <a:lnSpc>
                <a:spcPct val="150000"/>
              </a:lnSpc>
            </a:pPr>
            <a:r>
              <a:rPr lang="en-US" sz="3600" dirty="0" err="1">
                <a:solidFill>
                  <a:srgbClr val="000000"/>
                </a:solidFill>
                <a:latin typeface="Sanskrit 99" pitchFamily="2" charset="0"/>
              </a:rPr>
              <a:t>jNmbNxivinmuR´a</a:t>
            </a:r>
            <a:r>
              <a:rPr lang="en-US" sz="3600" dirty="0">
                <a:solidFill>
                  <a:srgbClr val="000000"/>
                </a:solidFill>
                <a:latin typeface="Sanskrit 99" pitchFamily="2" charset="0"/>
              </a:rPr>
              <a:t>&gt; </a:t>
            </a:r>
            <a:r>
              <a:rPr lang="en-US" sz="3600" dirty="0" err="1">
                <a:solidFill>
                  <a:srgbClr val="000000"/>
                </a:solidFill>
                <a:latin typeface="Sanskrit 99" pitchFamily="2" charset="0"/>
              </a:rPr>
              <a:t>pd</a:t>
            </a:r>
            <a:r>
              <a:rPr lang="en-US" sz="3600" dirty="0">
                <a:solidFill>
                  <a:srgbClr val="000000"/>
                </a:solidFill>
                <a:latin typeface="Sanskrit 99" pitchFamily="2" charset="0"/>
              </a:rPr>
              <a:t>&lt; </a:t>
            </a:r>
            <a:r>
              <a:rPr lang="en-US" sz="3600" dirty="0" err="1">
                <a:solidFill>
                  <a:srgbClr val="000000"/>
                </a:solidFill>
                <a:latin typeface="Sanskrit 99" pitchFamily="2" charset="0"/>
              </a:rPr>
              <a:t>gCDNTynamym</a:t>
            </a:r>
            <a:r>
              <a:rPr lang="en-US" sz="3600" dirty="0">
                <a:solidFill>
                  <a:srgbClr val="000000"/>
                </a:solidFill>
                <a:latin typeface="Sanskrit 99" pitchFamily="2" charset="0"/>
              </a:rPr>
              <a:t>!. 2</a:t>
            </a:r>
            <a:r>
              <a:rPr lang="en-US" dirty="0">
                <a:solidFill>
                  <a:srgbClr val="000000"/>
                </a:solidFill>
              </a:rPr>
              <a:t>.</a:t>
            </a:r>
            <a:r>
              <a:rPr lang="en-US" sz="3600" dirty="0">
                <a:solidFill>
                  <a:srgbClr val="000000"/>
                </a:solidFill>
                <a:latin typeface="Sanskrit 99" pitchFamily="2" charset="0"/>
              </a:rPr>
              <a:t>51.</a:t>
            </a:r>
          </a:p>
          <a:p>
            <a:pPr algn="ctr" eaLnBrk="1" hangingPunct="1">
              <a:lnSpc>
                <a:spcPct val="150000"/>
              </a:lnSpc>
            </a:pPr>
            <a:r>
              <a:rPr lang="en-US" sz="2400" dirty="0">
                <a:solidFill>
                  <a:srgbClr val="000000"/>
                </a:solidFill>
                <a:latin typeface="URW Palladio IT" pitchFamily="2" charset="0"/>
              </a:rPr>
              <a:t>17. </a:t>
            </a:r>
            <a:r>
              <a:rPr lang="en-US" sz="2400" dirty="0" err="1">
                <a:solidFill>
                  <a:srgbClr val="000000"/>
                </a:solidFill>
                <a:latin typeface="URW Palladio IT" pitchFamily="2" charset="0"/>
              </a:rPr>
              <a:t>Karmajaà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buddhiyuktä</a:t>
            </a:r>
            <a:r>
              <a:rPr lang="en-US" sz="2400" dirty="0">
                <a:solidFill>
                  <a:srgbClr val="000000"/>
                </a:solidFill>
                <a:latin typeface="URW Palladio IT" pitchFamily="2" charset="0"/>
              </a:rPr>
              <a:t> hi </a:t>
            </a:r>
            <a:r>
              <a:rPr lang="en-US" sz="2400" dirty="0" err="1">
                <a:solidFill>
                  <a:srgbClr val="000000"/>
                </a:solidFill>
                <a:latin typeface="URW Palladio IT" pitchFamily="2" charset="0"/>
              </a:rPr>
              <a:t>phalaà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tyaktvä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manéñiëaù</a:t>
            </a:r>
            <a:r>
              <a:rPr lang="en-US" sz="2400" dirty="0">
                <a:solidFill>
                  <a:srgbClr val="000000"/>
                </a:solidFill>
                <a:latin typeface="URW Palladio IT" pitchFamily="2" charset="0"/>
              </a:rPr>
              <a:t> | </a:t>
            </a:r>
          </a:p>
          <a:p>
            <a:pPr algn="ctr" eaLnBrk="1" hangingPunct="1">
              <a:lnSpc>
                <a:spcPct val="150000"/>
              </a:lnSpc>
            </a:pPr>
            <a:r>
              <a:rPr lang="en-US" sz="2400" dirty="0" err="1">
                <a:solidFill>
                  <a:srgbClr val="000000"/>
                </a:solidFill>
                <a:latin typeface="URW Palladio IT" pitchFamily="2" charset="0"/>
              </a:rPr>
              <a:t>Janmabandhavinirmuktäù</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padaà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gacchantyanämayam</a:t>
            </a:r>
            <a:r>
              <a:rPr lang="en-US" sz="2400" dirty="0">
                <a:solidFill>
                  <a:srgbClr val="000000"/>
                </a:solidFill>
                <a:latin typeface="URW Palladio IT" pitchFamily="2" charset="0"/>
              </a:rPr>
              <a:t> || 2</a:t>
            </a:r>
            <a:r>
              <a:rPr lang="en-US" sz="2400" dirty="0">
                <a:solidFill>
                  <a:srgbClr val="000000"/>
                </a:solidFill>
              </a:rPr>
              <a:t>.</a:t>
            </a:r>
            <a:r>
              <a:rPr lang="en-US" sz="2400" dirty="0">
                <a:solidFill>
                  <a:srgbClr val="000000"/>
                </a:solidFill>
                <a:latin typeface="URW Palladio IT" pitchFamily="2" charset="0"/>
              </a:rPr>
              <a:t>51||</a:t>
            </a:r>
            <a:endParaRPr lang="en-US" sz="2400" dirty="0"/>
          </a:p>
        </p:txBody>
      </p:sp>
      <p:sp>
        <p:nvSpPr>
          <p:cNvPr id="4" name="Rectangle 1"/>
          <p:cNvSpPr>
            <a:spLocks noChangeArrowheads="1"/>
          </p:cNvSpPr>
          <p:nvPr/>
        </p:nvSpPr>
        <p:spPr bwMode="auto">
          <a:xfrm>
            <a:off x="1703512" y="4583113"/>
            <a:ext cx="8458200" cy="227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ctr">
              <a:lnSpc>
                <a:spcPct val="101000"/>
              </a:lnSpc>
            </a:pPr>
            <a:r>
              <a:rPr lang="en-US" sz="3200" dirty="0">
                <a:latin typeface="Garamond" pitchFamily="18" charset="0"/>
                <a:cs typeface="Times New Roman" pitchFamily="18" charset="0"/>
              </a:rPr>
              <a:t>The wise, possessed of knowledge, having abandoned the fruits of their actions, and being freed from the fetters of birth, go to the place which is beyond all evil.</a:t>
            </a:r>
            <a:endParaRPr lang="en-US" dirty="0">
              <a:latin typeface="Garamond" pitchFamily="18" charset="0"/>
              <a:cs typeface="Times New Roman" pitchFamily="18" charset="0"/>
            </a:endParaRPr>
          </a:p>
          <a:p>
            <a:pPr marL="76200" indent="457200" algn="ctr">
              <a:lnSpc>
                <a:spcPts val="1400"/>
              </a:lnSpc>
              <a:spcBef>
                <a:spcPts val="88"/>
              </a:spcBef>
            </a:pPr>
            <a:r>
              <a:rPr lang="en-US" sz="4000" dirty="0">
                <a:latin typeface="Garamond" pitchFamily="18" charset="0"/>
                <a:cs typeface="Times New Roman" pitchFamily="18" charset="0"/>
              </a:rPr>
              <a:t> </a:t>
            </a:r>
            <a:endParaRPr lang="en-US" sz="3200" dirty="0">
              <a:latin typeface="Garamond" pitchFamily="18" charset="0"/>
              <a:cs typeface="Times New Roman" pitchFamily="18" charset="0"/>
            </a:endParaRPr>
          </a:p>
        </p:txBody>
      </p:sp>
      <p:sp>
        <p:nvSpPr>
          <p:cNvPr id="5" name="Rectangle 1"/>
          <p:cNvSpPr>
            <a:spLocks noChangeArrowheads="1"/>
          </p:cNvSpPr>
          <p:nvPr/>
        </p:nvSpPr>
        <p:spPr bwMode="auto">
          <a:xfrm>
            <a:off x="1524000" y="3276601"/>
            <a:ext cx="10134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IN" sz="2400" b="1" dirty="0"/>
              <a:t>೧೭. </a:t>
            </a:r>
            <a:r>
              <a:rPr lang="en-IN" sz="2400" b="1" dirty="0" err="1"/>
              <a:t>ಕರ್ಮಜಂ</a:t>
            </a:r>
            <a:r>
              <a:rPr lang="en-IN" sz="2400" b="1" dirty="0"/>
              <a:t> </a:t>
            </a:r>
            <a:r>
              <a:rPr lang="en-IN" sz="2400" b="1" dirty="0" err="1"/>
              <a:t>ಬುದ್ಧಿಯುಕ್ತಾಹಿ</a:t>
            </a:r>
            <a:r>
              <a:rPr lang="en-IN" sz="2400" b="1" dirty="0"/>
              <a:t> </a:t>
            </a:r>
            <a:r>
              <a:rPr lang="en-IN" sz="2400" b="1" dirty="0" err="1"/>
              <a:t>ಫಲಂ</a:t>
            </a:r>
            <a:r>
              <a:rPr lang="en-IN" sz="2400" b="1" dirty="0"/>
              <a:t> </a:t>
            </a:r>
            <a:r>
              <a:rPr lang="en-IN" sz="2400" b="1" dirty="0" err="1"/>
              <a:t>ತ್ಯಕ್ತ್ವಾ</a:t>
            </a:r>
            <a:r>
              <a:rPr lang="en-IN" sz="2400" b="1" dirty="0"/>
              <a:t> </a:t>
            </a:r>
            <a:r>
              <a:rPr lang="en-IN" sz="2400" b="1" dirty="0" err="1"/>
              <a:t>ಮನೀಷಿಣಃ</a:t>
            </a:r>
            <a:r>
              <a:rPr lang="en-IN" sz="2400" b="1" dirty="0"/>
              <a:t> |</a:t>
            </a:r>
          </a:p>
          <a:p>
            <a:pPr algn="ctr">
              <a:lnSpc>
                <a:spcPct val="150000"/>
              </a:lnSpc>
            </a:pPr>
            <a:r>
              <a:rPr lang="en-IN" sz="2400" b="1" dirty="0" err="1"/>
              <a:t>ಜನ್ಮಬಂಧವಿನಿರ್ಮುಕ್ತಾಃ</a:t>
            </a:r>
            <a:r>
              <a:rPr lang="en-IN" sz="2400" b="1" dirty="0"/>
              <a:t>  </a:t>
            </a:r>
            <a:r>
              <a:rPr lang="en-IN" sz="2400" b="1" dirty="0" err="1"/>
              <a:t>ಪದಂಗಚ್ಛಂತ್ಯನಾಮಯಮ್</a:t>
            </a:r>
            <a:r>
              <a:rPr lang="en-IN" sz="2400" b="1" dirty="0"/>
              <a:t> ||೨.೫೧||</a:t>
            </a:r>
          </a:p>
        </p:txBody>
      </p:sp>
    </p:spTree>
    <p:extLst>
      <p:ext uri="{BB962C8B-B14F-4D97-AF65-F5344CB8AC3E}">
        <p14:creationId xmlns:p14="http://schemas.microsoft.com/office/powerpoint/2010/main" val="283501567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3" name="Rectangle 1"/>
          <p:cNvSpPr>
            <a:spLocks noChangeArrowheads="1"/>
          </p:cNvSpPr>
          <p:nvPr/>
        </p:nvSpPr>
        <p:spPr bwMode="auto">
          <a:xfrm>
            <a:off x="1143000" y="152400"/>
            <a:ext cx="9144001" cy="380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en-US" sz="2800" dirty="0">
                <a:solidFill>
                  <a:srgbClr val="000000"/>
                </a:solidFill>
                <a:latin typeface="Sanskrit 99" pitchFamily="2" charset="0"/>
              </a:rPr>
              <a:t>18 </a:t>
            </a:r>
            <a:r>
              <a:rPr lang="en-US" sz="3200" dirty="0" err="1">
                <a:solidFill>
                  <a:srgbClr val="000000"/>
                </a:solidFill>
                <a:latin typeface="Sanskrit 99" pitchFamily="2" charset="0"/>
              </a:rPr>
              <a:t>AapUyRma</a:t>
            </a:r>
            <a:r>
              <a:rPr lang="en-US" sz="3200" dirty="0">
                <a:solidFill>
                  <a:srgbClr val="000000"/>
                </a:solidFill>
                <a:latin typeface="Sanskrit 99" pitchFamily="2" charset="0"/>
              </a:rPr>
              <a:t>[</a:t>
            </a:r>
            <a:r>
              <a:rPr lang="en-US" sz="3200" dirty="0" err="1">
                <a:solidFill>
                  <a:srgbClr val="000000"/>
                </a:solidFill>
                <a:latin typeface="Sanskrit 99" pitchFamily="2" charset="0"/>
              </a:rPr>
              <a:t>mclàitó</a:t>
            </a:r>
            <a:r>
              <a:rPr lang="en-US" sz="3200" dirty="0">
                <a:solidFill>
                  <a:srgbClr val="000000"/>
                </a:solidFill>
                <a:latin typeface="Sanskrit 99" pitchFamily="2" charset="0"/>
              </a:rPr>
              <a:t>&lt; </a:t>
            </a:r>
            <a:r>
              <a:rPr lang="en-US" sz="3200" dirty="0" err="1">
                <a:solidFill>
                  <a:srgbClr val="000000"/>
                </a:solidFill>
                <a:latin typeface="Sanskrit 99" pitchFamily="2" charset="0"/>
              </a:rPr>
              <a:t>smuÔmap</a:t>
            </a:r>
            <a:r>
              <a:rPr lang="en-US" sz="3200" dirty="0">
                <a:solidFill>
                  <a:srgbClr val="000000"/>
                </a:solidFill>
                <a:latin typeface="Sanskrit 99" pitchFamily="2" charset="0"/>
              </a:rPr>
              <a:t>&gt; </a:t>
            </a:r>
            <a:r>
              <a:rPr lang="en-US" sz="3200" dirty="0" err="1">
                <a:solidFill>
                  <a:srgbClr val="000000"/>
                </a:solidFill>
                <a:latin typeface="Sanskrit 99" pitchFamily="2" charset="0"/>
              </a:rPr>
              <a:t>àivziNt</a:t>
            </a:r>
            <a:r>
              <a:rPr lang="en-US" sz="3200" dirty="0">
                <a:solidFill>
                  <a:srgbClr val="000000"/>
                </a:solidFill>
                <a:latin typeface="Sanskrit 99" pitchFamily="2" charset="0"/>
              </a:rPr>
              <a:t> </a:t>
            </a:r>
            <a:r>
              <a:rPr lang="en-US" sz="3200" dirty="0" err="1">
                <a:solidFill>
                  <a:srgbClr val="000000"/>
                </a:solidFill>
                <a:latin typeface="Sanskrit 99" pitchFamily="2" charset="0"/>
              </a:rPr>
              <a:t>yÖt</a:t>
            </a:r>
            <a:r>
              <a:rPr lang="en-US" sz="3200" dirty="0">
                <a:solidFill>
                  <a:srgbClr val="000000"/>
                </a:solidFill>
                <a:latin typeface="Sanskrit 99" pitchFamily="2" charset="0"/>
              </a:rPr>
              <a:t>!, </a:t>
            </a:r>
          </a:p>
          <a:p>
            <a:pPr algn="ctr" eaLnBrk="1" hangingPunct="1">
              <a:lnSpc>
                <a:spcPct val="150000"/>
              </a:lnSpc>
            </a:pPr>
            <a:r>
              <a:rPr lang="en-US" sz="3200" dirty="0" err="1">
                <a:solidFill>
                  <a:srgbClr val="000000"/>
                </a:solidFill>
                <a:latin typeface="Sanskrit 99" pitchFamily="2" charset="0"/>
              </a:rPr>
              <a:t>tÖTkama</a:t>
            </a:r>
            <a:r>
              <a:rPr lang="en-US" sz="3200" dirty="0">
                <a:solidFill>
                  <a:srgbClr val="000000"/>
                </a:solidFill>
                <a:latin typeface="Sanskrit 99" pitchFamily="2" charset="0"/>
              </a:rPr>
              <a:t> y&lt; </a:t>
            </a:r>
            <a:r>
              <a:rPr lang="en-US" sz="3200" dirty="0" err="1">
                <a:solidFill>
                  <a:srgbClr val="000000"/>
                </a:solidFill>
                <a:latin typeface="Sanskrit 99" pitchFamily="2" charset="0"/>
              </a:rPr>
              <a:t>àivziNt</a:t>
            </a:r>
            <a:r>
              <a:rPr lang="en-US" sz="3200" dirty="0">
                <a:solidFill>
                  <a:srgbClr val="000000"/>
                </a:solidFill>
                <a:latin typeface="Sanskrit 99" pitchFamily="2" charset="0"/>
              </a:rPr>
              <a:t> </a:t>
            </a:r>
            <a:r>
              <a:rPr lang="en-US" sz="3200" dirty="0" err="1">
                <a:solidFill>
                  <a:srgbClr val="000000"/>
                </a:solidFill>
                <a:latin typeface="Sanskrit 99" pitchFamily="2" charset="0"/>
              </a:rPr>
              <a:t>sveR</a:t>
            </a:r>
            <a:r>
              <a:rPr lang="en-US" sz="3200" dirty="0">
                <a:solidFill>
                  <a:srgbClr val="000000"/>
                </a:solidFill>
                <a:latin typeface="Sanskrit 99" pitchFamily="2" charset="0"/>
              </a:rPr>
              <a:t> s </a:t>
            </a:r>
            <a:r>
              <a:rPr lang="en-US" sz="3200" dirty="0" err="1">
                <a:solidFill>
                  <a:srgbClr val="000000"/>
                </a:solidFill>
                <a:latin typeface="Sanskrit 99" pitchFamily="2" charset="0"/>
              </a:rPr>
              <a:t>zaiNtmaßaeit</a:t>
            </a:r>
            <a:r>
              <a:rPr lang="en-US" sz="3200" dirty="0">
                <a:solidFill>
                  <a:srgbClr val="000000"/>
                </a:solidFill>
                <a:latin typeface="Sanskrit 99" pitchFamily="2" charset="0"/>
              </a:rPr>
              <a:t> n </a:t>
            </a:r>
            <a:r>
              <a:rPr lang="en-US" sz="3200" dirty="0" err="1">
                <a:solidFill>
                  <a:srgbClr val="000000"/>
                </a:solidFill>
                <a:latin typeface="Sanskrit 99" pitchFamily="2" charset="0"/>
              </a:rPr>
              <a:t>kamkamI</a:t>
            </a:r>
            <a:r>
              <a:rPr lang="en-US" sz="2200" dirty="0">
                <a:solidFill>
                  <a:srgbClr val="000000"/>
                </a:solidFill>
                <a:latin typeface="Sanskrit 99" pitchFamily="2" charset="0"/>
              </a:rPr>
              <a:t>. 2</a:t>
            </a:r>
            <a:r>
              <a:rPr lang="en-US" sz="2200" dirty="0">
                <a:solidFill>
                  <a:srgbClr val="000000"/>
                </a:solidFill>
              </a:rPr>
              <a:t>.</a:t>
            </a:r>
            <a:r>
              <a:rPr lang="en-US" sz="2200" dirty="0">
                <a:solidFill>
                  <a:srgbClr val="000000"/>
                </a:solidFill>
                <a:latin typeface="Sanskrit 99" pitchFamily="2" charset="0"/>
              </a:rPr>
              <a:t>70.</a:t>
            </a:r>
          </a:p>
          <a:p>
            <a:pPr algn="ctr">
              <a:spcBef>
                <a:spcPts val="1000"/>
              </a:spcBef>
            </a:pPr>
            <a:r>
              <a:rPr lang="en-US" sz="2800" dirty="0">
                <a:solidFill>
                  <a:srgbClr val="000000"/>
                </a:solidFill>
                <a:latin typeface="URW Palladio IT" pitchFamily="2" charset="0"/>
              </a:rPr>
              <a:t>18. </a:t>
            </a:r>
            <a:r>
              <a:rPr lang="en-US" sz="2800" dirty="0" err="1">
                <a:solidFill>
                  <a:srgbClr val="000000"/>
                </a:solidFill>
                <a:latin typeface="URW Palladio IT" pitchFamily="2" charset="0"/>
              </a:rPr>
              <a:t>Äpüryamäëamacalapratiñöhaà</a:t>
            </a:r>
            <a:endParaRPr lang="en-US" sz="2800" dirty="0">
              <a:solidFill>
                <a:srgbClr val="000000"/>
              </a:solidFill>
              <a:latin typeface="URW Palladio IT" pitchFamily="2" charset="0"/>
            </a:endParaRPr>
          </a:p>
          <a:p>
            <a:pPr algn="ctr">
              <a:spcBef>
                <a:spcPts val="1000"/>
              </a:spcBef>
            </a:pPr>
            <a:r>
              <a:rPr lang="en-US" sz="2800" dirty="0">
                <a:solidFill>
                  <a:srgbClr val="000000"/>
                </a:solidFill>
                <a:latin typeface="URW Palladio IT" pitchFamily="2" charset="0"/>
              </a:rPr>
              <a:t> </a:t>
            </a:r>
            <a:r>
              <a:rPr lang="en-US" sz="2800" dirty="0" err="1">
                <a:solidFill>
                  <a:srgbClr val="000000"/>
                </a:solidFill>
                <a:latin typeface="URW Palladio IT" pitchFamily="2" charset="0"/>
              </a:rPr>
              <a:t>Samudramäpaù</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praviçanti</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yadvat</a:t>
            </a:r>
            <a:r>
              <a:rPr lang="en-US" sz="2800" dirty="0">
                <a:solidFill>
                  <a:srgbClr val="000000"/>
                </a:solidFill>
                <a:latin typeface="URW Palladio IT" pitchFamily="2" charset="0"/>
              </a:rPr>
              <a:t> </a:t>
            </a:r>
          </a:p>
          <a:p>
            <a:pPr algn="ctr">
              <a:spcBef>
                <a:spcPts val="1000"/>
              </a:spcBef>
            </a:pPr>
            <a:r>
              <a:rPr lang="en-US" sz="2800" dirty="0" err="1">
                <a:solidFill>
                  <a:srgbClr val="000000"/>
                </a:solidFill>
                <a:latin typeface="URW Palladio IT" pitchFamily="2" charset="0"/>
              </a:rPr>
              <a:t>Tadvatkämä</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yaà</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praviçanti</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sarve</a:t>
            </a:r>
            <a:r>
              <a:rPr lang="en-US" sz="2800" dirty="0">
                <a:solidFill>
                  <a:srgbClr val="000000"/>
                </a:solidFill>
                <a:latin typeface="URW Palladio IT" pitchFamily="2" charset="0"/>
              </a:rPr>
              <a:t> </a:t>
            </a:r>
          </a:p>
          <a:p>
            <a:pPr algn="ctr">
              <a:spcBef>
                <a:spcPts val="1000"/>
              </a:spcBef>
            </a:pPr>
            <a:r>
              <a:rPr lang="en-US" sz="2800" dirty="0">
                <a:solidFill>
                  <a:srgbClr val="000000"/>
                </a:solidFill>
                <a:latin typeface="URW Palladio IT" pitchFamily="2" charset="0"/>
              </a:rPr>
              <a:t>Sa </a:t>
            </a:r>
            <a:r>
              <a:rPr lang="en-US" sz="2800" dirty="0" err="1">
                <a:solidFill>
                  <a:srgbClr val="000000"/>
                </a:solidFill>
                <a:latin typeface="URW Palladio IT" pitchFamily="2" charset="0"/>
              </a:rPr>
              <a:t>çäntimäpnoti</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kämakämé</a:t>
            </a:r>
            <a:r>
              <a:rPr lang="en-US" sz="2800" dirty="0">
                <a:solidFill>
                  <a:srgbClr val="000000"/>
                </a:solidFill>
                <a:latin typeface="URW Palladio IT" pitchFamily="2" charset="0"/>
              </a:rPr>
              <a:t> || 2</a:t>
            </a:r>
            <a:r>
              <a:rPr lang="en-US" sz="2800" dirty="0">
                <a:solidFill>
                  <a:srgbClr val="000000"/>
                </a:solidFill>
              </a:rPr>
              <a:t>.</a:t>
            </a:r>
            <a:r>
              <a:rPr lang="en-US" sz="2800" dirty="0">
                <a:solidFill>
                  <a:srgbClr val="000000"/>
                </a:solidFill>
                <a:latin typeface="URW Palladio IT" pitchFamily="2" charset="0"/>
              </a:rPr>
              <a:t>70||</a:t>
            </a:r>
          </a:p>
        </p:txBody>
      </p:sp>
      <p:sp>
        <p:nvSpPr>
          <p:cNvPr id="4" name="Rectangle 1"/>
          <p:cNvSpPr>
            <a:spLocks noChangeArrowheads="1"/>
          </p:cNvSpPr>
          <p:nvPr/>
        </p:nvSpPr>
        <p:spPr bwMode="auto">
          <a:xfrm>
            <a:off x="1916114" y="5181600"/>
            <a:ext cx="8523287" cy="143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76200" indent="457200" algn="ctr">
              <a:lnSpc>
                <a:spcPct val="101000"/>
              </a:lnSpc>
            </a:pPr>
            <a:r>
              <a:rPr lang="en-US" sz="2400" dirty="0">
                <a:latin typeface="Garamond" pitchFamily="18" charset="0"/>
                <a:cs typeface="Times New Roman" pitchFamily="18" charset="0"/>
              </a:rPr>
              <a:t>He attains peace into whom all desires enter as waters enter the ocean, which, filled from all sides. He remains unmoved; but not the man who is full of desires.</a:t>
            </a:r>
          </a:p>
          <a:p>
            <a:pPr marL="76200" indent="457200" algn="ctr">
              <a:lnSpc>
                <a:spcPts val="1400"/>
              </a:lnSpc>
            </a:pPr>
            <a:r>
              <a:rPr lang="en-US" sz="2400" dirty="0">
                <a:latin typeface="Garamond" pitchFamily="18" charset="0"/>
                <a:cs typeface="Times New Roman" pitchFamily="18" charset="0"/>
              </a:rPr>
              <a:t> </a:t>
            </a:r>
          </a:p>
        </p:txBody>
      </p:sp>
      <p:sp>
        <p:nvSpPr>
          <p:cNvPr id="5" name="Rectangle 1"/>
          <p:cNvSpPr>
            <a:spLocks noChangeArrowheads="1"/>
          </p:cNvSpPr>
          <p:nvPr/>
        </p:nvSpPr>
        <p:spPr bwMode="auto">
          <a:xfrm>
            <a:off x="381000" y="4038600"/>
            <a:ext cx="11506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IN" sz="2400" b="1" dirty="0"/>
              <a:t>೧೮. </a:t>
            </a:r>
            <a:r>
              <a:rPr lang="en-IN" sz="2400" b="1" dirty="0" err="1"/>
              <a:t>ಆಪೂರ್ಯಮಾಣಮಚಲಪ್ರತಿಷ್ಠಂ</a:t>
            </a:r>
            <a:r>
              <a:rPr lang="en-IN" sz="2400" b="1" dirty="0"/>
              <a:t> </a:t>
            </a:r>
            <a:r>
              <a:rPr lang="en-IN" sz="2400" b="1" dirty="0" err="1"/>
              <a:t>ಸಮುದ್ರಮಾಪಃ</a:t>
            </a:r>
            <a:r>
              <a:rPr lang="en-IN" sz="2400" b="1" dirty="0"/>
              <a:t> </a:t>
            </a:r>
            <a:r>
              <a:rPr lang="en-IN" sz="2400" b="1" dirty="0" err="1"/>
              <a:t>ಪ್ರವಿಶನ್ತಿ</a:t>
            </a:r>
            <a:r>
              <a:rPr lang="en-IN" sz="2400" b="1" dirty="0"/>
              <a:t> </a:t>
            </a:r>
            <a:r>
              <a:rPr lang="en-IN" sz="2400" b="1" dirty="0" err="1"/>
              <a:t>ಯದ್ವತ್</a:t>
            </a:r>
            <a:r>
              <a:rPr lang="en-IN" sz="2400" b="1" dirty="0"/>
              <a:t> |</a:t>
            </a:r>
          </a:p>
          <a:p>
            <a:pPr algn="ctr"/>
            <a:r>
              <a:rPr lang="en-IN" sz="2400" b="1" dirty="0" err="1"/>
              <a:t>ತದ್ವತ್ಕಾಮಾ</a:t>
            </a:r>
            <a:r>
              <a:rPr lang="en-IN" sz="2400" b="1" dirty="0"/>
              <a:t> </a:t>
            </a:r>
            <a:r>
              <a:rPr lang="en-IN" sz="2400" b="1" dirty="0" err="1"/>
              <a:t>ಯಂ</a:t>
            </a:r>
            <a:r>
              <a:rPr lang="en-IN" sz="2400" b="1" dirty="0"/>
              <a:t> </a:t>
            </a:r>
            <a:r>
              <a:rPr lang="en-IN" sz="2400" b="1" dirty="0" err="1"/>
              <a:t>ಪ್ರವಿಶಂತಿ</a:t>
            </a:r>
            <a:r>
              <a:rPr lang="en-IN" sz="2400" b="1" dirty="0"/>
              <a:t> </a:t>
            </a:r>
            <a:r>
              <a:rPr lang="en-IN" sz="2400" b="1" dirty="0" err="1"/>
              <a:t>ಸರ್ವೇ</a:t>
            </a:r>
            <a:r>
              <a:rPr lang="en-IN" sz="2400" b="1" dirty="0"/>
              <a:t> ಸ </a:t>
            </a:r>
            <a:r>
              <a:rPr lang="en-IN" sz="2400" b="1" dirty="0" err="1"/>
              <a:t>ಶಾಂತಿಮಾಪ್ನೋತಿ</a:t>
            </a:r>
            <a:r>
              <a:rPr lang="en-IN" sz="2400" b="1" dirty="0"/>
              <a:t> ನ </a:t>
            </a:r>
            <a:r>
              <a:rPr lang="en-IN" sz="2400" b="1" dirty="0" err="1"/>
              <a:t>ಕಾಮಕಾಮೀ</a:t>
            </a:r>
            <a:r>
              <a:rPr lang="en-IN" sz="2400" b="1" dirty="0"/>
              <a:t> </a:t>
            </a:r>
            <a:r>
              <a:rPr lang="en-IN" sz="2400" b="1" dirty="0" smtClean="0"/>
              <a:t>||</a:t>
            </a:r>
            <a:r>
              <a:rPr lang="en-US" sz="2400" dirty="0" smtClean="0">
                <a:solidFill>
                  <a:srgbClr val="000000"/>
                </a:solidFill>
                <a:latin typeface="Sanskrit 99" pitchFamily="2" charset="0"/>
              </a:rPr>
              <a:t>. </a:t>
            </a:r>
            <a:r>
              <a:rPr lang="en-IN" sz="2400" b="1" dirty="0" smtClean="0"/>
              <a:t>೨</a:t>
            </a:r>
            <a:r>
              <a:rPr lang="en-US" sz="2400" dirty="0" smtClean="0">
                <a:solidFill>
                  <a:srgbClr val="000000"/>
                </a:solidFill>
              </a:rPr>
              <a:t>.</a:t>
            </a:r>
            <a:r>
              <a:rPr lang="en-IN" sz="2400" b="1" dirty="0" smtClean="0"/>
              <a:t>೭೦</a:t>
            </a:r>
            <a:r>
              <a:rPr lang="en-US" sz="2400" dirty="0" smtClean="0">
                <a:solidFill>
                  <a:srgbClr val="000000"/>
                </a:solidFill>
                <a:latin typeface="Sanskrit 99" pitchFamily="2" charset="0"/>
              </a:rPr>
              <a:t> .</a:t>
            </a:r>
            <a:endParaRPr lang="en-IN" sz="2400" b="1" dirty="0"/>
          </a:p>
        </p:txBody>
      </p:sp>
    </p:spTree>
    <p:extLst>
      <p:ext uri="{BB962C8B-B14F-4D97-AF65-F5344CB8AC3E}">
        <p14:creationId xmlns:p14="http://schemas.microsoft.com/office/powerpoint/2010/main" val="189384271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3" name="Content Placeholder 2"/>
          <p:cNvSpPr txBox="1">
            <a:spLocks/>
          </p:cNvSpPr>
          <p:nvPr/>
        </p:nvSpPr>
        <p:spPr bwMode="auto">
          <a:xfrm>
            <a:off x="0" y="152400"/>
            <a:ext cx="12192000"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itchFamily="18" charset="0"/>
              </a:defRPr>
            </a:lvl1pPr>
            <a:lvl2pPr marL="742950" indent="-285750">
              <a:defRPr sz="2800">
                <a:solidFill>
                  <a:schemeClr val="tx1"/>
                </a:solidFill>
                <a:latin typeface="Times New Roman" pitchFamily="18" charset="0"/>
              </a:defRPr>
            </a:lvl2pPr>
            <a:lvl3pPr marL="1143000" indent="-228600">
              <a:defRPr sz="2800">
                <a:solidFill>
                  <a:schemeClr val="tx1"/>
                </a:solidFill>
                <a:latin typeface="Times New Roman" pitchFamily="18" charset="0"/>
              </a:defRPr>
            </a:lvl3pPr>
            <a:lvl4pPr marL="1600200" indent="-228600">
              <a:defRPr sz="2800">
                <a:solidFill>
                  <a:schemeClr val="tx1"/>
                </a:solidFill>
                <a:latin typeface="Times New Roman" pitchFamily="18" charset="0"/>
              </a:defRPr>
            </a:lvl4pPr>
            <a:lvl5pPr marL="2057400" indent="-22860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eaLnBrk="1" hangingPunct="1"/>
            <a:r>
              <a:rPr lang="hi-IN" sz="3600" b="1" dirty="0">
                <a:latin typeface="Sanskrit 2003" pitchFamily="2" charset="-78"/>
                <a:cs typeface="Sanskrit 2003" pitchFamily="2" charset="-78"/>
              </a:rPr>
              <a:t>ॐ तत्सदिति श्रीमद्भगवद्गीतासूपनिषत्सु</a:t>
            </a:r>
            <a:endParaRPr lang="en-US" sz="3600" b="1" dirty="0">
              <a:latin typeface="Sanskrit 2003" pitchFamily="2" charset="-78"/>
              <a:cs typeface="Sanskrit 2003" pitchFamily="2" charset="-78"/>
            </a:endParaRPr>
          </a:p>
          <a:p>
            <a:pPr algn="ctr">
              <a:spcBef>
                <a:spcPts val="600"/>
              </a:spcBef>
            </a:pPr>
            <a:r>
              <a:rPr lang="hi-IN" sz="3600" b="1" dirty="0">
                <a:latin typeface="Sanskrit 2003" pitchFamily="2" charset="-78"/>
                <a:cs typeface="Sanskrit 2003" pitchFamily="2" charset="-78"/>
              </a:rPr>
              <a:t>ब्रह्मविद्यायां यॊगशास्त्रॆ श्रीकृष्णार्जुनसंवादॆ</a:t>
            </a:r>
            <a:endParaRPr lang="en-US" sz="3200" b="1" dirty="0">
              <a:latin typeface="Sanskrit 2003" pitchFamily="2" charset="-78"/>
              <a:cs typeface="Sanskrit 2003" pitchFamily="2" charset="-78"/>
            </a:endParaRPr>
          </a:p>
          <a:p>
            <a:pPr algn="ctr">
              <a:spcBef>
                <a:spcPts val="600"/>
              </a:spcBef>
            </a:pPr>
            <a:endParaRPr lang="hi-IN" sz="1050" b="1" dirty="0">
              <a:latin typeface="Sanskrit 2003" pitchFamily="2" charset="-78"/>
              <a:cs typeface="Sanskrit 2003" pitchFamily="2" charset="-78"/>
            </a:endParaRPr>
          </a:p>
          <a:p>
            <a:pPr algn="ctr">
              <a:spcBef>
                <a:spcPts val="600"/>
              </a:spcBef>
            </a:pPr>
            <a:r>
              <a:rPr lang="en-US" b="1" dirty="0" err="1">
                <a:latin typeface="URW Palladio IT" pitchFamily="2" charset="0"/>
              </a:rPr>
              <a:t>Ōm</a:t>
            </a:r>
            <a:r>
              <a:rPr lang="en-US" b="1" dirty="0">
                <a:latin typeface="URW Palladio IT" pitchFamily="2" charset="0"/>
              </a:rPr>
              <a:t>̐ </a:t>
            </a:r>
            <a:r>
              <a:rPr lang="en-US" b="1" dirty="0" err="1">
                <a:latin typeface="URW Palladio IT" pitchFamily="2" charset="0"/>
              </a:rPr>
              <a:t>tatsaditi</a:t>
            </a:r>
            <a:r>
              <a:rPr lang="en-US" b="1" dirty="0">
                <a:latin typeface="URW Palladio IT" pitchFamily="2" charset="0"/>
              </a:rPr>
              <a:t> </a:t>
            </a:r>
            <a:r>
              <a:rPr lang="en-US" b="1" dirty="0" err="1">
                <a:latin typeface="URW Palladio IT" pitchFamily="2" charset="0"/>
              </a:rPr>
              <a:t>śrīmadbhagavadgītāsu</a:t>
            </a:r>
            <a:r>
              <a:rPr lang="en-US" b="1" dirty="0">
                <a:latin typeface="URW Palladio IT" pitchFamily="2" charset="0"/>
              </a:rPr>
              <a:t> </a:t>
            </a:r>
          </a:p>
          <a:p>
            <a:pPr algn="ctr" eaLnBrk="1" hangingPunct="1"/>
            <a:r>
              <a:rPr lang="en-US" b="1" dirty="0" err="1">
                <a:latin typeface="URW Palladio IT" pitchFamily="2" charset="0"/>
              </a:rPr>
              <a:t>Upaniṣatsu</a:t>
            </a:r>
            <a:r>
              <a:rPr lang="en-US" b="1" dirty="0">
                <a:latin typeface="URW Palladio IT" pitchFamily="2" charset="0"/>
              </a:rPr>
              <a:t> </a:t>
            </a:r>
            <a:r>
              <a:rPr lang="en-US" b="1" dirty="0" err="1">
                <a:latin typeface="URW Palladio IT" pitchFamily="2" charset="0"/>
              </a:rPr>
              <a:t>brahmavidyāyāṁ</a:t>
            </a:r>
            <a:r>
              <a:rPr lang="en-US" b="1" dirty="0">
                <a:latin typeface="URW Palladio IT" pitchFamily="2" charset="0"/>
              </a:rPr>
              <a:t> </a:t>
            </a:r>
          </a:p>
          <a:p>
            <a:pPr algn="ctr" eaLnBrk="1" hangingPunct="1"/>
            <a:r>
              <a:rPr lang="en-US" b="1" dirty="0" err="1">
                <a:latin typeface="URW Palladio IT" pitchFamily="2" charset="0"/>
              </a:rPr>
              <a:t>Yogaśāstre</a:t>
            </a:r>
            <a:r>
              <a:rPr lang="en-US" b="1" dirty="0">
                <a:latin typeface="URW Palladio IT" pitchFamily="2" charset="0"/>
              </a:rPr>
              <a:t> </a:t>
            </a:r>
            <a:r>
              <a:rPr lang="en-US" b="1" dirty="0" err="1">
                <a:latin typeface="URW Palladio IT" pitchFamily="2" charset="0"/>
              </a:rPr>
              <a:t>śrīkr̥ṣṇārjunasaṁvāde</a:t>
            </a:r>
            <a:endParaRPr lang="en-US" b="1" dirty="0">
              <a:latin typeface="URW Palladio IT" pitchFamily="2" charset="0"/>
            </a:endParaRPr>
          </a:p>
          <a:p>
            <a:pPr algn="ctr" eaLnBrk="1" hangingPunct="1"/>
            <a:endParaRPr lang="en-US" sz="1000" b="1" dirty="0">
              <a:latin typeface="URW Palladio ITU" pitchFamily="2" charset="0"/>
            </a:endParaRPr>
          </a:p>
          <a:p>
            <a:pPr algn="ctr" eaLnBrk="1" hangingPunct="1"/>
            <a:endParaRPr lang="en-US" sz="1050" b="1" dirty="0">
              <a:latin typeface="URW Palladio ITU" pitchFamily="2" charset="0"/>
            </a:endParaRPr>
          </a:p>
          <a:p>
            <a:pPr algn="ctr">
              <a:spcBef>
                <a:spcPts val="2400"/>
              </a:spcBef>
            </a:pPr>
            <a:r>
              <a:rPr lang="kn-IN" sz="3200" b="1" dirty="0"/>
              <a:t>ಓಂ ತತ್ಸದಿತಿ ಶ್ರೀಮದ್ಭಗವದ್ಗೀತಾಸು</a:t>
            </a:r>
            <a:r>
              <a:rPr lang="en-CA" sz="3200" b="1" dirty="0"/>
              <a:t> </a:t>
            </a:r>
            <a:r>
              <a:rPr lang="kn-IN" sz="3200" b="1" dirty="0"/>
              <a:t>ಉಪನಿಷತ್ಸು</a:t>
            </a:r>
            <a:endParaRPr lang="en-US" sz="3200" b="1" dirty="0"/>
          </a:p>
          <a:p>
            <a:pPr algn="ctr">
              <a:spcBef>
                <a:spcPts val="600"/>
              </a:spcBef>
            </a:pPr>
            <a:r>
              <a:rPr lang="kn-IN" sz="3200" b="1" dirty="0"/>
              <a:t>ಬ್ರಹ್ಮವಿದ್ಯಾಯಾಂ ಯೋಗಶಾಸ್ತ್ರೇ </a:t>
            </a:r>
            <a:endParaRPr lang="en-US" sz="3200" b="1" dirty="0"/>
          </a:p>
          <a:p>
            <a:pPr algn="ctr">
              <a:spcBef>
                <a:spcPts val="600"/>
              </a:spcBef>
            </a:pPr>
            <a:r>
              <a:rPr lang="kn-IN" sz="3200" b="1" dirty="0"/>
              <a:t>ಶ್ರೀ ಕೃಷ್ಣಾರ್ಜುನ</a:t>
            </a:r>
            <a:r>
              <a:rPr lang="en-US" sz="3200" b="1" dirty="0"/>
              <a:t> </a:t>
            </a:r>
            <a:r>
              <a:rPr lang="kn-IN" sz="3200" b="1" dirty="0"/>
              <a:t>ಸಂವಾದೇ</a:t>
            </a:r>
          </a:p>
        </p:txBody>
      </p:sp>
    </p:spTree>
    <p:extLst>
      <p:ext uri="{BB962C8B-B14F-4D97-AF65-F5344CB8AC3E}">
        <p14:creationId xmlns:p14="http://schemas.microsoft.com/office/powerpoint/2010/main" val="613951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3" name="Content Placeholder 2"/>
          <p:cNvSpPr txBox="1">
            <a:spLocks/>
          </p:cNvSpPr>
          <p:nvPr/>
        </p:nvSpPr>
        <p:spPr bwMode="auto">
          <a:xfrm>
            <a:off x="1524000" y="304800"/>
            <a:ext cx="9144000"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itchFamily="18" charset="0"/>
              </a:defRPr>
            </a:lvl1pPr>
            <a:lvl2pPr marL="742950" indent="-285750">
              <a:defRPr sz="2800">
                <a:solidFill>
                  <a:schemeClr val="tx1"/>
                </a:solidFill>
                <a:latin typeface="Times New Roman" pitchFamily="18" charset="0"/>
              </a:defRPr>
            </a:lvl2pPr>
            <a:lvl3pPr marL="1143000" indent="-228600">
              <a:defRPr sz="2800">
                <a:solidFill>
                  <a:schemeClr val="tx1"/>
                </a:solidFill>
                <a:latin typeface="Times New Roman" pitchFamily="18" charset="0"/>
              </a:defRPr>
            </a:lvl3pPr>
            <a:lvl4pPr marL="1600200" indent="-228600">
              <a:defRPr sz="2800">
                <a:solidFill>
                  <a:schemeClr val="tx1"/>
                </a:solidFill>
                <a:latin typeface="Times New Roman" pitchFamily="18" charset="0"/>
              </a:defRPr>
            </a:lvl4pPr>
            <a:lvl5pPr marL="2057400" indent="-22860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algn="ctr"/>
            <a:r>
              <a:rPr lang="hi-IN" sz="4400" b="1" dirty="0">
                <a:solidFill>
                  <a:srgbClr val="000000"/>
                </a:solidFill>
                <a:latin typeface="Mangal" pitchFamily="2"/>
              </a:rPr>
              <a:t>कर्मयोग श्लोक संग्रहः ॥</a:t>
            </a:r>
          </a:p>
          <a:p>
            <a:pPr algn="ctr"/>
            <a:r>
              <a:rPr lang="hi-IN" sz="4400" b="1" dirty="0">
                <a:solidFill>
                  <a:srgbClr val="000000"/>
                </a:solidFill>
                <a:latin typeface="Mangal" pitchFamily="2"/>
              </a:rPr>
              <a:t>।हरिः</a:t>
            </a:r>
            <a:r>
              <a:rPr lang="en-CA" sz="4400" b="1" dirty="0">
                <a:solidFill>
                  <a:srgbClr val="000000"/>
                </a:solidFill>
                <a:latin typeface="Mangal" pitchFamily="2"/>
              </a:rPr>
              <a:t> </a:t>
            </a:r>
            <a:r>
              <a:rPr lang="hi-IN" sz="4400" b="1" dirty="0"/>
              <a:t>ॐ</a:t>
            </a:r>
            <a:r>
              <a:rPr lang="hi-IN" sz="4400" b="1" dirty="0">
                <a:solidFill>
                  <a:srgbClr val="000000"/>
                </a:solidFill>
                <a:latin typeface="Mangal" pitchFamily="2"/>
              </a:rPr>
              <a:t> तत्सत्।</a:t>
            </a:r>
            <a:endParaRPr lang="en-CA" sz="4400" b="1" dirty="0">
              <a:solidFill>
                <a:srgbClr val="000000"/>
              </a:solidFill>
              <a:latin typeface="Mangal" pitchFamily="2"/>
            </a:endParaRPr>
          </a:p>
          <a:p>
            <a:pPr algn="ctr"/>
            <a:endParaRPr lang="en-US" sz="4400" b="1" dirty="0">
              <a:latin typeface="Sanskrit 2003" pitchFamily="2" charset="-78"/>
              <a:cs typeface="Sanskrit 2003" pitchFamily="2" charset="-78"/>
            </a:endParaRPr>
          </a:p>
          <a:p>
            <a:pPr algn="ctr"/>
            <a:r>
              <a:rPr lang="en-CA" sz="4400" b="1" dirty="0" err="1">
                <a:solidFill>
                  <a:srgbClr val="000000"/>
                </a:solidFill>
                <a:latin typeface="Arial Unicode MS" pitchFamily="34" charset="-128"/>
              </a:rPr>
              <a:t>karmay</a:t>
            </a:r>
            <a:r>
              <a:rPr lang="en-US" sz="4400" b="1" dirty="0">
                <a:solidFill>
                  <a:srgbClr val="000000"/>
                </a:solidFill>
                <a:latin typeface="Arial Unicode MS" pitchFamily="34" charset="-128"/>
              </a:rPr>
              <a:t>ō</a:t>
            </a:r>
            <a:r>
              <a:rPr lang="en-CA" sz="4400" b="1" dirty="0" err="1">
                <a:solidFill>
                  <a:srgbClr val="000000"/>
                </a:solidFill>
                <a:latin typeface="Arial Unicode MS" pitchFamily="34" charset="-128"/>
              </a:rPr>
              <a:t>ga</a:t>
            </a:r>
            <a:r>
              <a:rPr lang="en-CA" sz="4400" b="1" dirty="0">
                <a:solidFill>
                  <a:srgbClr val="000000"/>
                </a:solidFill>
                <a:latin typeface="Arial Unicode MS" pitchFamily="34" charset="-128"/>
              </a:rPr>
              <a:t> </a:t>
            </a:r>
            <a:r>
              <a:rPr lang="en-US" sz="4400" b="1" dirty="0">
                <a:solidFill>
                  <a:srgbClr val="000000"/>
                </a:solidFill>
                <a:latin typeface="Arial Unicode MS" pitchFamily="34" charset="-128"/>
              </a:rPr>
              <a:t>ś</a:t>
            </a:r>
            <a:r>
              <a:rPr lang="en-CA" sz="4400" b="1" dirty="0">
                <a:solidFill>
                  <a:srgbClr val="000000"/>
                </a:solidFill>
                <a:latin typeface="Arial Unicode MS" pitchFamily="34" charset="-128"/>
              </a:rPr>
              <a:t>l</a:t>
            </a:r>
            <a:r>
              <a:rPr lang="en-US" sz="4400" b="1" dirty="0">
                <a:solidFill>
                  <a:srgbClr val="000000"/>
                </a:solidFill>
                <a:latin typeface="Arial Unicode MS" pitchFamily="34" charset="-128"/>
              </a:rPr>
              <a:t>ō</a:t>
            </a:r>
            <a:r>
              <a:rPr lang="en-CA" sz="4400" b="1" dirty="0" err="1">
                <a:solidFill>
                  <a:srgbClr val="000000"/>
                </a:solidFill>
                <a:latin typeface="Arial Unicode MS" pitchFamily="34" charset="-128"/>
              </a:rPr>
              <a:t>ka</a:t>
            </a:r>
            <a:r>
              <a:rPr lang="en-CA" sz="4400" b="1" dirty="0">
                <a:solidFill>
                  <a:srgbClr val="000000"/>
                </a:solidFill>
                <a:latin typeface="Arial Unicode MS" pitchFamily="34" charset="-128"/>
              </a:rPr>
              <a:t> </a:t>
            </a:r>
            <a:r>
              <a:rPr lang="en-CA" sz="4400" b="1" dirty="0" err="1">
                <a:solidFill>
                  <a:srgbClr val="000000"/>
                </a:solidFill>
                <a:latin typeface="Arial Unicode MS" pitchFamily="34" charset="-128"/>
              </a:rPr>
              <a:t>sa</a:t>
            </a:r>
            <a:r>
              <a:rPr lang="en-US" sz="4400" b="1" dirty="0">
                <a:solidFill>
                  <a:srgbClr val="000000"/>
                </a:solidFill>
                <a:latin typeface="Arial Unicode MS" pitchFamily="34" charset="-128"/>
              </a:rPr>
              <a:t>ṁ</a:t>
            </a:r>
            <a:r>
              <a:rPr lang="en-CA" sz="4400" b="1" dirty="0" err="1">
                <a:solidFill>
                  <a:srgbClr val="000000"/>
                </a:solidFill>
                <a:latin typeface="Arial Unicode MS" pitchFamily="34" charset="-128"/>
              </a:rPr>
              <a:t>graha</a:t>
            </a:r>
            <a:r>
              <a:rPr lang="en-US" sz="4400" b="1" dirty="0">
                <a:solidFill>
                  <a:srgbClr val="000000"/>
                </a:solidFill>
                <a:latin typeface="Arial Unicode MS" pitchFamily="34" charset="-128"/>
              </a:rPr>
              <a:t>ḥ</a:t>
            </a:r>
            <a:r>
              <a:rPr lang="en-CA" sz="4400" b="1" dirty="0">
                <a:solidFill>
                  <a:srgbClr val="000000"/>
                </a:solidFill>
                <a:latin typeface="Arial Unicode MS" pitchFamily="34" charset="-128"/>
              </a:rPr>
              <a:t> ||</a:t>
            </a:r>
          </a:p>
          <a:p>
            <a:pPr algn="ctr"/>
            <a:r>
              <a:rPr lang="en-CA" sz="4400" b="1" dirty="0">
                <a:solidFill>
                  <a:srgbClr val="000000"/>
                </a:solidFill>
                <a:latin typeface="Arial Unicode MS" pitchFamily="34" charset="-128"/>
              </a:rPr>
              <a:t>|</a:t>
            </a:r>
            <a:r>
              <a:rPr lang="en-CA" sz="4400" b="1" dirty="0" err="1">
                <a:solidFill>
                  <a:srgbClr val="000000"/>
                </a:solidFill>
                <a:latin typeface="Arial Unicode MS" pitchFamily="34" charset="-128"/>
              </a:rPr>
              <a:t>hari</a:t>
            </a:r>
            <a:r>
              <a:rPr lang="en-US" sz="4400" b="1" dirty="0">
                <a:solidFill>
                  <a:srgbClr val="000000"/>
                </a:solidFill>
                <a:latin typeface="Arial Unicode MS" pitchFamily="34" charset="-128"/>
              </a:rPr>
              <a:t>ḥ</a:t>
            </a:r>
            <a:r>
              <a:rPr lang="en-CA" sz="4400" b="1" dirty="0">
                <a:solidFill>
                  <a:srgbClr val="000000"/>
                </a:solidFill>
                <a:latin typeface="Arial Unicode MS" pitchFamily="34" charset="-128"/>
              </a:rPr>
              <a:t> </a:t>
            </a:r>
            <a:r>
              <a:rPr lang="en-US" sz="4400" b="1" dirty="0">
                <a:solidFill>
                  <a:srgbClr val="000000"/>
                </a:solidFill>
                <a:latin typeface="Arial Unicode MS" pitchFamily="34" charset="-128"/>
              </a:rPr>
              <a:t>ō</a:t>
            </a:r>
            <a:r>
              <a:rPr lang="en-CA" sz="4400" b="1" dirty="0">
                <a:solidFill>
                  <a:srgbClr val="000000"/>
                </a:solidFill>
                <a:latin typeface="Arial Unicode MS" pitchFamily="34" charset="-128"/>
              </a:rPr>
              <a:t>m</a:t>
            </a:r>
            <a:r>
              <a:rPr lang="en-US" sz="4400" b="1" dirty="0">
                <a:solidFill>
                  <a:srgbClr val="000000"/>
                </a:solidFill>
                <a:latin typeface="Arial Unicode MS" pitchFamily="34" charset="-128"/>
              </a:rPr>
              <a:t>̐</a:t>
            </a:r>
            <a:r>
              <a:rPr lang="en-CA" sz="4400" dirty="0">
                <a:solidFill>
                  <a:srgbClr val="000000"/>
                </a:solidFill>
                <a:latin typeface="Segoe UI" pitchFamily="34" charset="0"/>
              </a:rPr>
              <a:t> </a:t>
            </a:r>
            <a:r>
              <a:rPr lang="en-CA" sz="4400" b="1" dirty="0" err="1">
                <a:solidFill>
                  <a:srgbClr val="000000"/>
                </a:solidFill>
                <a:latin typeface="Arial Unicode MS" pitchFamily="34" charset="-128"/>
              </a:rPr>
              <a:t>tatsat</a:t>
            </a:r>
            <a:r>
              <a:rPr lang="en-CA" sz="4400" b="1" dirty="0">
                <a:solidFill>
                  <a:srgbClr val="000000"/>
                </a:solidFill>
                <a:latin typeface="Arial Unicode MS" pitchFamily="34" charset="-128"/>
              </a:rPr>
              <a:t>|</a:t>
            </a:r>
            <a:endParaRPr lang="en-CA" sz="4400" b="1" dirty="0">
              <a:solidFill>
                <a:srgbClr val="000000"/>
              </a:solidFill>
              <a:latin typeface="Segoe UI" pitchFamily="34" charset="0"/>
            </a:endParaRPr>
          </a:p>
          <a:p>
            <a:pPr algn="ctr" eaLnBrk="1" hangingPunct="1"/>
            <a:endParaRPr lang="en-US" sz="4400" b="1" dirty="0">
              <a:latin typeface="URW Palladio IT" pitchFamily="2" charset="0"/>
            </a:endParaRPr>
          </a:p>
          <a:p>
            <a:pPr algn="ctr"/>
            <a:r>
              <a:rPr lang="kn-IN" sz="4400" b="1" dirty="0"/>
              <a:t>ಕರ್ಮಯೋಗ ಶ್ಲೋಕ ಸಂಗ್ರಹಃ ||</a:t>
            </a:r>
          </a:p>
          <a:p>
            <a:pPr algn="ctr"/>
            <a:r>
              <a:rPr lang="kn-IN" sz="4400" b="1" dirty="0"/>
              <a:t>|</a:t>
            </a:r>
            <a:r>
              <a:rPr lang="en-CA" sz="4400" b="1" dirty="0"/>
              <a:t> </a:t>
            </a:r>
            <a:r>
              <a:rPr lang="kn-IN" sz="4400" b="1" dirty="0"/>
              <a:t>ಹರಿಃ ಓಂ ತತ್ಸತ್</a:t>
            </a:r>
            <a:r>
              <a:rPr lang="en-CA" sz="4400" b="1" dirty="0"/>
              <a:t> </a:t>
            </a:r>
            <a:r>
              <a:rPr lang="kn-IN" sz="4400" b="1" dirty="0"/>
              <a:t>|</a:t>
            </a:r>
            <a:endParaRPr lang="en-US" sz="3200" b="1" dirty="0"/>
          </a:p>
        </p:txBody>
      </p:sp>
    </p:spTree>
    <p:extLst>
      <p:ext uri="{BB962C8B-B14F-4D97-AF65-F5344CB8AC3E}">
        <p14:creationId xmlns:p14="http://schemas.microsoft.com/office/powerpoint/2010/main" val="171505692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Content Placeholder 2"/>
          <p:cNvSpPr txBox="1">
            <a:spLocks/>
          </p:cNvSpPr>
          <p:nvPr/>
        </p:nvSpPr>
        <p:spPr bwMode="auto">
          <a:xfrm>
            <a:off x="1524000" y="914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fontAlgn="base">
              <a:spcBef>
                <a:spcPts val="2400"/>
              </a:spcBef>
              <a:spcAft>
                <a:spcPct val="0"/>
              </a:spcAft>
            </a:pPr>
            <a:endParaRPr lang="en-US" sz="3600" b="1" dirty="0">
              <a:solidFill>
                <a:prstClr val="black"/>
              </a:solidFill>
            </a:endParaRPr>
          </a:p>
        </p:txBody>
      </p:sp>
      <p:sp>
        <p:nvSpPr>
          <p:cNvPr id="3" name="Rectangle 1"/>
          <p:cNvSpPr>
            <a:spLocks noChangeArrowheads="1"/>
          </p:cNvSpPr>
          <p:nvPr/>
        </p:nvSpPr>
        <p:spPr bwMode="auto">
          <a:xfrm>
            <a:off x="1524000" y="990600"/>
            <a:ext cx="9144000" cy="473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lnSpc>
                <a:spcPct val="150000"/>
              </a:lnSpc>
            </a:pPr>
            <a:r>
              <a:rPr lang="hi-IN" sz="7200" b="1">
                <a:latin typeface="Sanskrit 2003" pitchFamily="2" charset="-78"/>
                <a:cs typeface="Sanskrit 2003" pitchFamily="2" charset="-78"/>
              </a:rPr>
              <a:t>श्रीकृष्णार्पणमस्तु</a:t>
            </a:r>
            <a:endParaRPr lang="hi-IN" sz="7200" b="1">
              <a:cs typeface="Sanskrit 2003" pitchFamily="2" charset="-78"/>
            </a:endParaRPr>
          </a:p>
          <a:p>
            <a:pPr algn="ctr" eaLnBrk="1" hangingPunct="1">
              <a:lnSpc>
                <a:spcPct val="150000"/>
              </a:lnSpc>
            </a:pPr>
            <a:r>
              <a:rPr lang="en-US" sz="6300" b="1">
                <a:latin typeface="URW Palladio IT" pitchFamily="2" charset="0"/>
              </a:rPr>
              <a:t>Śrīkr̥ṣṇārpaṇamastu</a:t>
            </a:r>
            <a:endParaRPr lang="en-US" sz="6300" b="1">
              <a:cs typeface="Times New Roman" pitchFamily="18" charset="0"/>
            </a:endParaRPr>
          </a:p>
          <a:p>
            <a:pPr algn="ctr" eaLnBrk="1" hangingPunct="1">
              <a:lnSpc>
                <a:spcPct val="150000"/>
              </a:lnSpc>
            </a:pPr>
            <a:r>
              <a:rPr lang="kn-IN" sz="6600"/>
              <a:t>ಶ್ರೀ ಕೃಷ್ಣಾರ್ಪಣಮಸ್ತು</a:t>
            </a:r>
            <a:endParaRPr lang="en-CA" sz="6600"/>
          </a:p>
        </p:txBody>
      </p:sp>
    </p:spTree>
    <p:extLst>
      <p:ext uri="{BB962C8B-B14F-4D97-AF65-F5344CB8AC3E}">
        <p14:creationId xmlns:p14="http://schemas.microsoft.com/office/powerpoint/2010/main" val="12812810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200" y="5418153"/>
            <a:ext cx="106595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914400" y="3276613"/>
            <a:ext cx="103632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8800" b="1" i="1" dirty="0">
                <a:latin typeface="DFKai-SB" pitchFamily="65" charset="-120"/>
                <a:ea typeface="DFKai-SB" pitchFamily="65" charset="-120"/>
              </a:rPr>
              <a:t>ALL TOGETHER</a:t>
            </a:r>
            <a:endParaRPr lang="en-IN" sz="8800" b="1" i="1" dirty="0">
              <a:latin typeface="DFKai-SB" pitchFamily="65" charset="-120"/>
              <a:ea typeface="DFKai-SB" pitchFamily="65" charset="-120"/>
            </a:endParaRPr>
          </a:p>
          <a:p>
            <a:pPr eaLnBrk="1" hangingPunct="1"/>
            <a:endParaRPr lang="en-US" sz="8800" dirty="0">
              <a:solidFill>
                <a:prstClr val="black"/>
              </a:solidFill>
              <a:latin typeface="AGaramond Bold" pitchFamily="18" charset="0"/>
            </a:endParaRPr>
          </a:p>
        </p:txBody>
      </p:sp>
      <p:sp>
        <p:nvSpPr>
          <p:cNvPr id="6" name="Subtitle 2"/>
          <p:cNvSpPr txBox="1">
            <a:spLocks/>
          </p:cNvSpPr>
          <p:nvPr/>
        </p:nvSpPr>
        <p:spPr bwMode="auto">
          <a:xfrm>
            <a:off x="0" y="1447800"/>
            <a:ext cx="1219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smtClean="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7838822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txBox="1">
            <a:spLocks/>
          </p:cNvSpPr>
          <p:nvPr/>
        </p:nvSpPr>
        <p:spPr>
          <a:xfrm>
            <a:off x="0" y="1600809"/>
            <a:ext cx="12192000" cy="5257207"/>
          </a:xfrm>
          <a:prstGeom prst="rect">
            <a:avLst/>
          </a:prstGeom>
        </p:spPr>
        <p:txBody>
          <a:bodyPr lIns="70912" tIns="35456" rIns="70912" bIns="35456"/>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2652334" lvl="4" indent="-294703" defTabSz="724185" eaLnBrk="1" hangingPunct="1">
              <a:defRPr/>
            </a:pPr>
            <a:endParaRPr lang="en-US" dirty="0">
              <a:solidFill>
                <a:prstClr val="black"/>
              </a:solidFill>
              <a:latin typeface="Calibri"/>
            </a:endParaRPr>
          </a:p>
          <a:p>
            <a:pPr marL="0" indent="0" algn="ctr" defTabSz="914377">
              <a:buNone/>
              <a:defRPr/>
            </a:pPr>
            <a:r>
              <a:rPr lang="en-US" sz="2400" b="1" dirty="0">
                <a:solidFill>
                  <a:srgbClr val="FF0000"/>
                </a:solidFill>
                <a:latin typeface="Calibri"/>
              </a:rPr>
              <a:t>‘</a:t>
            </a:r>
            <a:r>
              <a:rPr lang="en-US" sz="2400" b="1" dirty="0" err="1">
                <a:solidFill>
                  <a:srgbClr val="FF0000"/>
                </a:solidFill>
                <a:latin typeface="Calibri"/>
              </a:rPr>
              <a:t>Siddhanta</a:t>
            </a:r>
            <a:r>
              <a:rPr lang="en-US" sz="2400" b="1" dirty="0">
                <a:solidFill>
                  <a:srgbClr val="FF0000"/>
                </a:solidFill>
                <a:latin typeface="Calibri"/>
              </a:rPr>
              <a:t> </a:t>
            </a:r>
            <a:r>
              <a:rPr lang="en-US" sz="2400" b="1" dirty="0" err="1">
                <a:solidFill>
                  <a:srgbClr val="FF0000"/>
                </a:solidFill>
                <a:latin typeface="Calibri"/>
              </a:rPr>
              <a:t>Tulasi</a:t>
            </a:r>
            <a:r>
              <a:rPr lang="en-US" sz="2400" b="1" dirty="0">
                <a:solidFill>
                  <a:srgbClr val="FF0000"/>
                </a:solidFill>
                <a:latin typeface="Calibri"/>
              </a:rPr>
              <a:t>’</a:t>
            </a:r>
            <a:endParaRPr lang="en-US" sz="2400" b="1" u="sng" dirty="0">
              <a:solidFill>
                <a:srgbClr val="FF0000"/>
              </a:solidFill>
              <a:latin typeface="Calibri"/>
            </a:endParaRPr>
          </a:p>
          <a:p>
            <a:pPr marL="957787" lvl="1" indent="-368380" defTabSz="914377">
              <a:buFont typeface="Wingdings" pitchFamily="2" charset="2"/>
              <a:buChar char="§"/>
              <a:defRPr/>
            </a:pPr>
            <a:r>
              <a:rPr lang="en-US" sz="2000" dirty="0">
                <a:solidFill>
                  <a:prstClr val="black"/>
                </a:solidFill>
                <a:latin typeface="Calibri"/>
              </a:rPr>
              <a:t>‘</a:t>
            </a:r>
            <a:r>
              <a:rPr lang="en-US" sz="2000" dirty="0" err="1">
                <a:solidFill>
                  <a:prstClr val="black"/>
                </a:solidFill>
                <a:latin typeface="Calibri"/>
              </a:rPr>
              <a:t>Parivrajakacharya</a:t>
            </a:r>
            <a:r>
              <a:rPr lang="en-US" sz="2000" dirty="0">
                <a:solidFill>
                  <a:prstClr val="black"/>
                </a:solidFill>
                <a:latin typeface="Calibri"/>
              </a:rPr>
              <a:t>’ 		‘</a:t>
            </a:r>
            <a:r>
              <a:rPr lang="en-US" sz="2000" dirty="0" err="1">
                <a:solidFill>
                  <a:prstClr val="black"/>
                </a:solidFill>
                <a:latin typeface="Calibri"/>
              </a:rPr>
              <a:t>Acharya</a:t>
            </a:r>
            <a:r>
              <a:rPr lang="en-US" sz="2000" dirty="0">
                <a:solidFill>
                  <a:prstClr val="black"/>
                </a:solidFill>
                <a:latin typeface="Calibri"/>
              </a:rPr>
              <a:t> </a:t>
            </a:r>
            <a:r>
              <a:rPr lang="en-US" sz="2000" dirty="0" err="1">
                <a:solidFill>
                  <a:prstClr val="black"/>
                </a:solidFill>
                <a:latin typeface="Calibri"/>
              </a:rPr>
              <a:t>Pramukh</a:t>
            </a:r>
            <a:r>
              <a:rPr lang="en-US" sz="2000" dirty="0">
                <a:solidFill>
                  <a:prstClr val="black"/>
                </a:solidFill>
                <a:latin typeface="Calibri"/>
              </a:rPr>
              <a:t>’</a:t>
            </a:r>
          </a:p>
          <a:p>
            <a:pPr marL="957787" lvl="1" indent="-368380" defTabSz="914377">
              <a:buFont typeface="Wingdings" pitchFamily="2" charset="2"/>
              <a:buChar char="§"/>
              <a:defRPr/>
            </a:pPr>
            <a:r>
              <a:rPr lang="en-US" sz="2000" dirty="0">
                <a:solidFill>
                  <a:prstClr val="black"/>
                </a:solidFill>
                <a:latin typeface="Calibri"/>
              </a:rPr>
              <a:t>‘</a:t>
            </a:r>
            <a:r>
              <a:rPr lang="en-US" sz="2000" dirty="0" err="1">
                <a:solidFill>
                  <a:prstClr val="black"/>
                </a:solidFill>
                <a:latin typeface="Calibri"/>
              </a:rPr>
              <a:t>Acharya</a:t>
            </a:r>
            <a:r>
              <a:rPr lang="en-US" sz="2000" dirty="0">
                <a:solidFill>
                  <a:prstClr val="black"/>
                </a:solidFill>
                <a:latin typeface="Calibri"/>
              </a:rPr>
              <a:t> </a:t>
            </a:r>
            <a:r>
              <a:rPr lang="en-US" sz="2000" dirty="0" err="1">
                <a:solidFill>
                  <a:prstClr val="black"/>
                </a:solidFill>
                <a:latin typeface="Calibri"/>
              </a:rPr>
              <a:t>Ratna</a:t>
            </a:r>
            <a:r>
              <a:rPr lang="en-US" sz="2000" dirty="0">
                <a:solidFill>
                  <a:prstClr val="black"/>
                </a:solidFill>
                <a:latin typeface="Calibri"/>
              </a:rPr>
              <a:t>’			‘</a:t>
            </a:r>
            <a:r>
              <a:rPr lang="en-US" sz="2000" dirty="0" err="1">
                <a:solidFill>
                  <a:prstClr val="black"/>
                </a:solidFill>
                <a:latin typeface="Calibri"/>
              </a:rPr>
              <a:t>Siddhanta</a:t>
            </a:r>
            <a:r>
              <a:rPr lang="en-US" sz="2000" dirty="0">
                <a:solidFill>
                  <a:prstClr val="black"/>
                </a:solidFill>
                <a:latin typeface="Calibri"/>
              </a:rPr>
              <a:t> </a:t>
            </a:r>
            <a:r>
              <a:rPr lang="en-US" sz="2000" dirty="0" err="1">
                <a:solidFill>
                  <a:prstClr val="black"/>
                </a:solidFill>
                <a:latin typeface="Calibri"/>
              </a:rPr>
              <a:t>Shikhamani</a:t>
            </a:r>
            <a:r>
              <a:rPr lang="en-US" sz="2000" dirty="0">
                <a:solidFill>
                  <a:prstClr val="black"/>
                </a:solidFill>
                <a:latin typeface="Calibri"/>
              </a:rPr>
              <a:t>’</a:t>
            </a:r>
          </a:p>
          <a:p>
            <a:pPr marL="957787" lvl="1" indent="-368380" defTabSz="914377">
              <a:buFont typeface="Wingdings" pitchFamily="2" charset="2"/>
              <a:buChar char="§"/>
              <a:defRPr/>
            </a:pPr>
            <a:r>
              <a:rPr lang="en-US" sz="2000" dirty="0">
                <a:solidFill>
                  <a:prstClr val="black"/>
                </a:solidFill>
                <a:latin typeface="Calibri"/>
              </a:rPr>
              <a:t>“Vivekananda Award for excellence in propagating human values among the youth”.</a:t>
            </a:r>
            <a:endParaRPr lang="en-US" sz="2000" b="1" u="sng" dirty="0">
              <a:solidFill>
                <a:prstClr val="black"/>
              </a:solidFill>
              <a:latin typeface="Calibri"/>
            </a:endParaRPr>
          </a:p>
          <a:p>
            <a:pPr marL="957787" lvl="1" indent="-368380" defTabSz="914377">
              <a:buFont typeface="Wingdings" pitchFamily="2" charset="2"/>
              <a:buChar char="q"/>
              <a:defRPr/>
            </a:pPr>
            <a:r>
              <a:rPr lang="en-US" sz="2000" b="1" u="sng" dirty="0">
                <a:solidFill>
                  <a:prstClr val="black"/>
                </a:solidFill>
                <a:latin typeface="Calibri"/>
              </a:rPr>
              <a:t>Books-</a:t>
            </a:r>
            <a:r>
              <a:rPr lang="en-US" sz="2000" dirty="0">
                <a:solidFill>
                  <a:prstClr val="black"/>
                </a:solidFill>
                <a:latin typeface="Calibri"/>
              </a:rPr>
              <a:t> Gita </a:t>
            </a:r>
            <a:r>
              <a:rPr lang="en-US" sz="2000" dirty="0" err="1">
                <a:solidFill>
                  <a:prstClr val="black"/>
                </a:solidFill>
                <a:latin typeface="Calibri"/>
              </a:rPr>
              <a:t>Darshan</a:t>
            </a:r>
            <a:r>
              <a:rPr lang="en-US" sz="2000" dirty="0">
                <a:solidFill>
                  <a:prstClr val="black"/>
                </a:solidFill>
                <a:latin typeface="Calibri"/>
              </a:rPr>
              <a:t>, Swami Vivekananda-The Man of Letters &amp; more than 25 books on culture, philosophy &amp; education.</a:t>
            </a:r>
          </a:p>
          <a:p>
            <a:pPr marL="442056" indent="-442056" defTabSz="914377">
              <a:defRPr/>
            </a:pPr>
            <a:r>
              <a:rPr lang="en-US" sz="2000" dirty="0">
                <a:solidFill>
                  <a:prstClr val="black"/>
                </a:solidFill>
                <a:latin typeface="Calibri"/>
              </a:rPr>
              <a:t>Ex-Principal –Vivekananda </a:t>
            </a:r>
            <a:r>
              <a:rPr lang="en-US" sz="2000" dirty="0" err="1">
                <a:solidFill>
                  <a:prstClr val="black"/>
                </a:solidFill>
                <a:latin typeface="Calibri"/>
              </a:rPr>
              <a:t>Gurukul</a:t>
            </a:r>
            <a:r>
              <a:rPr lang="en-US" sz="2000" dirty="0">
                <a:solidFill>
                  <a:prstClr val="black"/>
                </a:solidFill>
                <a:latin typeface="Calibri"/>
              </a:rPr>
              <a:t>-Autonomous PG College, Madurai</a:t>
            </a:r>
          </a:p>
          <a:p>
            <a:pPr marL="282206" lvl="1" indent="-282206" defTabSz="914377">
              <a:buFont typeface="Arial" pitchFamily="34" charset="0"/>
              <a:buChar char="•"/>
              <a:defRPr/>
            </a:pPr>
            <a:r>
              <a:rPr lang="en-US" sz="2000" dirty="0">
                <a:solidFill>
                  <a:prstClr val="black"/>
                </a:solidFill>
                <a:latin typeface="Calibri"/>
              </a:rPr>
              <a:t>Ex-Principal- National Defense Academy </a:t>
            </a:r>
            <a:r>
              <a:rPr lang="en-US" sz="2000" dirty="0" err="1">
                <a:solidFill>
                  <a:prstClr val="black"/>
                </a:solidFill>
                <a:latin typeface="Calibri"/>
              </a:rPr>
              <a:t>Pune</a:t>
            </a:r>
            <a:r>
              <a:rPr lang="en-US" sz="2000" dirty="0">
                <a:solidFill>
                  <a:prstClr val="black"/>
                </a:solidFill>
                <a:latin typeface="Calibri"/>
              </a:rPr>
              <a:t>.</a:t>
            </a:r>
          </a:p>
          <a:p>
            <a:pPr marL="442056" indent="-442056" defTabSz="914377">
              <a:defRPr/>
            </a:pPr>
            <a:r>
              <a:rPr lang="en-US" sz="2000" dirty="0">
                <a:solidFill>
                  <a:prstClr val="black"/>
                </a:solidFill>
                <a:latin typeface="Calibri"/>
              </a:rPr>
              <a:t>Chairman, Academic Council, Vivekananda Educational Society, Chennai.</a:t>
            </a:r>
          </a:p>
          <a:p>
            <a:pPr marL="442056" indent="-442056" defTabSz="914377">
              <a:defRPr/>
            </a:pPr>
            <a:r>
              <a:rPr lang="en-US" sz="2000" dirty="0">
                <a:solidFill>
                  <a:prstClr val="black"/>
                </a:solidFill>
                <a:latin typeface="Calibri"/>
              </a:rPr>
              <a:t>President, Vivekananda Academy of Cultural studies, </a:t>
            </a:r>
            <a:r>
              <a:rPr lang="en-US" sz="2000" dirty="0" err="1">
                <a:solidFill>
                  <a:prstClr val="black"/>
                </a:solidFill>
                <a:latin typeface="Calibri"/>
              </a:rPr>
              <a:t>Kanyakumari</a:t>
            </a:r>
            <a:r>
              <a:rPr lang="en-US" sz="2000" dirty="0">
                <a:solidFill>
                  <a:prstClr val="black"/>
                </a:solidFill>
                <a:latin typeface="Calibri"/>
              </a:rPr>
              <a:t>.</a:t>
            </a:r>
          </a:p>
          <a:p>
            <a:pPr marL="442056" indent="-442056" defTabSz="914377">
              <a:defRPr/>
            </a:pPr>
            <a:r>
              <a:rPr lang="en-US" sz="2000" dirty="0">
                <a:solidFill>
                  <a:prstClr val="black"/>
                </a:solidFill>
                <a:latin typeface="Calibri"/>
              </a:rPr>
              <a:t>His lectures are broadcast on AIR, TV and available in YouTube </a:t>
            </a:r>
          </a:p>
        </p:txBody>
      </p:sp>
      <p:sp>
        <p:nvSpPr>
          <p:cNvPr id="4" name="Title 1"/>
          <p:cNvSpPr txBox="1">
            <a:spLocks/>
          </p:cNvSpPr>
          <p:nvPr/>
        </p:nvSpPr>
        <p:spPr>
          <a:xfrm>
            <a:off x="3149600" y="279401"/>
            <a:ext cx="6248400" cy="1478047"/>
          </a:xfrm>
          <a:prstGeom prst="rect">
            <a:avLst/>
          </a:prstGeom>
        </p:spPr>
        <p:txBody>
          <a:bodyPr lIns="70912" tIns="35456" rIns="70912" bIns="35456"/>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185" eaLnBrk="1" hangingPunct="1">
              <a:defRPr/>
            </a:pPr>
            <a:r>
              <a:rPr lang="en-US" sz="2300" b="1" i="1" dirty="0">
                <a:solidFill>
                  <a:prstClr val="black"/>
                </a:solidFill>
                <a:latin typeface="Calibri"/>
              </a:rPr>
              <a:t> </a:t>
            </a:r>
            <a:r>
              <a:rPr lang="en-US" sz="2300" b="1" dirty="0" err="1">
                <a:solidFill>
                  <a:srgbClr val="F79646">
                    <a:lumMod val="75000"/>
                  </a:srgbClr>
                </a:solidFill>
                <a:latin typeface="Calibri"/>
              </a:rPr>
              <a:t>Dr.Kambhampati</a:t>
            </a:r>
            <a:r>
              <a:rPr lang="en-US" sz="2300" b="1" dirty="0">
                <a:solidFill>
                  <a:srgbClr val="F79646">
                    <a:lumMod val="75000"/>
                  </a:srgbClr>
                </a:solidFill>
                <a:latin typeface="Calibri"/>
              </a:rPr>
              <a:t> </a:t>
            </a:r>
            <a:r>
              <a:rPr lang="en-US" sz="2300" b="1" dirty="0" err="1">
                <a:solidFill>
                  <a:srgbClr val="F79646">
                    <a:lumMod val="75000"/>
                  </a:srgbClr>
                </a:solidFill>
                <a:latin typeface="Calibri"/>
              </a:rPr>
              <a:t>Subrahmanyam</a:t>
            </a:r>
            <a:r>
              <a:rPr lang="en-US" sz="2300" b="1" dirty="0">
                <a:solidFill>
                  <a:srgbClr val="F79646">
                    <a:lumMod val="75000"/>
                  </a:srgbClr>
                </a:solidFill>
                <a:latin typeface="Calibri"/>
              </a:rPr>
              <a:t> </a:t>
            </a:r>
          </a:p>
          <a:p>
            <a:pPr defTabSz="724185" eaLnBrk="1" hangingPunct="1">
              <a:defRPr/>
            </a:pPr>
            <a:r>
              <a:rPr lang="en-US" sz="2300" dirty="0">
                <a:solidFill>
                  <a:prstClr val="black"/>
                </a:solidFill>
                <a:latin typeface="Calibri"/>
              </a:rPr>
              <a:t>MA(Eng), MA (Phil.), PhD</a:t>
            </a:r>
          </a:p>
          <a:p>
            <a:pPr defTabSz="724185" eaLnBrk="1" hangingPunct="1">
              <a:defRPr/>
            </a:pPr>
            <a:r>
              <a:rPr lang="en-US" sz="2300" b="1" dirty="0">
                <a:solidFill>
                  <a:prstClr val="black"/>
                </a:solidFill>
                <a:latin typeface="Calibri"/>
              </a:rPr>
              <a:t>Pro-Chancellor, S-VYASA University</a:t>
            </a:r>
          </a:p>
          <a:p>
            <a:pPr defTabSz="724185" eaLnBrk="1" hangingPunct="1">
              <a:defRPr/>
            </a:pPr>
            <a:r>
              <a:rPr lang="en-US" sz="2300" b="1" dirty="0">
                <a:solidFill>
                  <a:srgbClr val="F79646">
                    <a:lumMod val="50000"/>
                  </a:srgbClr>
                </a:solidFill>
                <a:latin typeface="Calibri"/>
              </a:rPr>
              <a:t>Awards &amp; Titles</a:t>
            </a:r>
            <a:endParaRPr lang="en-US" sz="2300" dirty="0">
              <a:solidFill>
                <a:prstClr val="black"/>
              </a:solidFill>
              <a:latin typeface="Calibri"/>
            </a:endParaRPr>
          </a:p>
        </p:txBody>
      </p:sp>
      <p:pic>
        <p:nvPicPr>
          <p:cNvPr id="6" name="Picture 5" descr="F:\Profiles\subrahmanyam cop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590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4949584"/>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200" y="5418153"/>
            <a:ext cx="106595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914400" y="3276613"/>
            <a:ext cx="103632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8800" b="1" i="1" dirty="0">
                <a:latin typeface="DFKai-SB" pitchFamily="65" charset="-120"/>
                <a:ea typeface="DFKai-SB" pitchFamily="65" charset="-120"/>
              </a:rPr>
              <a:t>ALL TOGETHER</a:t>
            </a:r>
            <a:endParaRPr lang="en-IN" sz="8800" b="1" i="1" dirty="0">
              <a:latin typeface="DFKai-SB" pitchFamily="65" charset="-120"/>
              <a:ea typeface="DFKai-SB" pitchFamily="65" charset="-120"/>
            </a:endParaRPr>
          </a:p>
          <a:p>
            <a:pPr eaLnBrk="1" hangingPunct="1"/>
            <a:endParaRPr lang="en-US" sz="8800" dirty="0">
              <a:solidFill>
                <a:prstClr val="black"/>
              </a:solidFill>
              <a:latin typeface="AGaramond Bold" pitchFamily="18" charset="0"/>
            </a:endParaRPr>
          </a:p>
        </p:txBody>
      </p:sp>
      <p:sp>
        <p:nvSpPr>
          <p:cNvPr id="6" name="Subtitle 2"/>
          <p:cNvSpPr txBox="1">
            <a:spLocks/>
          </p:cNvSpPr>
          <p:nvPr/>
        </p:nvSpPr>
        <p:spPr bwMode="auto">
          <a:xfrm>
            <a:off x="0" y="1447800"/>
            <a:ext cx="1219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smtClean="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5251608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981200" y="177801"/>
            <a:ext cx="8229600" cy="1142999"/>
          </a:xfrm>
          <a:prstGeom prst="rect">
            <a:avLst/>
          </a:prstGeom>
        </p:spPr>
        <p:txBody>
          <a:bodyPr lIns="70915" tIns="35459" rIns="70915" bIns="354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218">
              <a:defRPr/>
            </a:pPr>
            <a:r>
              <a:rPr lang="en-IN" dirty="0" err="1">
                <a:solidFill>
                  <a:srgbClr val="000000"/>
                </a:solidFill>
                <a:latin typeface="Sanskrit 99"/>
              </a:rPr>
              <a:t>zaiNt</a:t>
            </a:r>
            <a:r>
              <a:rPr lang="en-IN" dirty="0">
                <a:solidFill>
                  <a:srgbClr val="000000"/>
                </a:solidFill>
                <a:latin typeface="Sanskrit 99"/>
              </a:rPr>
              <a:t> m&lt;Ç</a:t>
            </a:r>
            <a:endParaRPr lang="en-IN" dirty="0">
              <a:solidFill>
                <a:prstClr val="black"/>
              </a:solidFill>
              <a:latin typeface="Calibri"/>
            </a:endParaRPr>
          </a:p>
        </p:txBody>
      </p:sp>
      <p:sp>
        <p:nvSpPr>
          <p:cNvPr id="3" name="Content Placeholder 2"/>
          <p:cNvSpPr txBox="1">
            <a:spLocks/>
          </p:cNvSpPr>
          <p:nvPr/>
        </p:nvSpPr>
        <p:spPr>
          <a:xfrm>
            <a:off x="0" y="1099829"/>
            <a:ext cx="12192000" cy="5641785"/>
          </a:xfrm>
          <a:prstGeom prst="rect">
            <a:avLst/>
          </a:prstGeom>
        </p:spPr>
        <p:txBody>
          <a:bodyPr lIns="70915" tIns="35459" rIns="70915" bIns="35459">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defTabSz="724218">
              <a:buNone/>
              <a:defRPr/>
            </a:pPr>
            <a:r>
              <a:rPr lang="en-IN" sz="2600" dirty="0">
                <a:solidFill>
                  <a:srgbClr val="000000"/>
                </a:solidFill>
                <a:latin typeface="Sanskrit 99"/>
              </a:rPr>
              <a:t>` </a:t>
            </a:r>
            <a:r>
              <a:rPr lang="en-IN" sz="2600" dirty="0" err="1">
                <a:solidFill>
                  <a:srgbClr val="000000"/>
                </a:solidFill>
                <a:latin typeface="Sanskrit 99"/>
              </a:rPr>
              <a:t>Astae</a:t>
            </a:r>
            <a:r>
              <a:rPr lang="en-IN" sz="2600" dirty="0">
                <a:solidFill>
                  <a:srgbClr val="000000"/>
                </a:solidFill>
                <a:latin typeface="Sanskrit 99"/>
              </a:rPr>
              <a:t> ma </a:t>
            </a:r>
            <a:r>
              <a:rPr lang="en-IN" sz="2600" dirty="0" err="1">
                <a:solidFill>
                  <a:srgbClr val="000000"/>
                </a:solidFill>
                <a:latin typeface="Sanskrit 99"/>
              </a:rPr>
              <a:t>sdœ</a:t>
            </a:r>
            <a:r>
              <a:rPr lang="en-IN" sz="2600" dirty="0">
                <a:solidFill>
                  <a:srgbClr val="000000"/>
                </a:solidFill>
                <a:latin typeface="Sanskrit 99"/>
              </a:rPr>
              <a:t> </a:t>
            </a:r>
            <a:r>
              <a:rPr lang="en-IN" sz="2600" dirty="0" err="1">
                <a:solidFill>
                  <a:srgbClr val="000000"/>
                </a:solidFill>
                <a:latin typeface="Sanskrit 99"/>
              </a:rPr>
              <a:t>gmy</a:t>
            </a:r>
            <a:r>
              <a:rPr lang="en-IN" sz="2600" dirty="0">
                <a:solidFill>
                  <a:srgbClr val="000000"/>
                </a:solidFill>
                <a:latin typeface="Sanskrit 99"/>
              </a:rPr>
              <a:t>,</a:t>
            </a:r>
          </a:p>
          <a:p>
            <a:pPr marL="0" indent="0" algn="ctr" defTabSz="724218">
              <a:buNone/>
              <a:defRPr/>
            </a:pPr>
            <a:r>
              <a:rPr lang="en-IN" sz="2600" dirty="0" err="1">
                <a:solidFill>
                  <a:srgbClr val="000000"/>
                </a:solidFill>
                <a:latin typeface="Sanskrit 99"/>
              </a:rPr>
              <a:t>tmsae</a:t>
            </a:r>
            <a:r>
              <a:rPr lang="en-IN" sz="2600" dirty="0">
                <a:solidFill>
                  <a:srgbClr val="000000"/>
                </a:solidFill>
                <a:latin typeface="Sanskrit 99"/>
              </a:rPr>
              <a:t> ma </a:t>
            </a:r>
            <a:r>
              <a:rPr lang="en-IN" sz="2600" dirty="0" err="1">
                <a:solidFill>
                  <a:srgbClr val="000000"/>
                </a:solidFill>
                <a:latin typeface="Sanskrit 99"/>
              </a:rPr>
              <a:t>JyaeitgRmy</a:t>
            </a:r>
            <a:r>
              <a:rPr lang="en-IN" sz="2600" dirty="0">
                <a:solidFill>
                  <a:srgbClr val="000000"/>
                </a:solidFill>
                <a:latin typeface="Sanskrit 99"/>
              </a:rPr>
              <a:t>,</a:t>
            </a:r>
          </a:p>
          <a:p>
            <a:pPr marL="0" indent="0" algn="ctr" defTabSz="724218">
              <a:buNone/>
              <a:defRPr/>
            </a:pPr>
            <a:r>
              <a:rPr lang="en-IN" sz="2600" dirty="0" err="1">
                <a:solidFill>
                  <a:srgbClr val="000000"/>
                </a:solidFill>
                <a:latin typeface="Sanskrit 99"/>
              </a:rPr>
              <a:t>m&amp;TyaemaR</a:t>
            </a:r>
            <a:r>
              <a:rPr lang="en-IN" sz="2600" dirty="0">
                <a:solidFill>
                  <a:srgbClr val="000000"/>
                </a:solidFill>
                <a:latin typeface="Sanskrit 99"/>
              </a:rPr>
              <a:t> </a:t>
            </a:r>
            <a:r>
              <a:rPr lang="en-IN" sz="2600" dirty="0" err="1">
                <a:solidFill>
                  <a:srgbClr val="000000"/>
                </a:solidFill>
                <a:latin typeface="Sanskrit 99"/>
              </a:rPr>
              <a:t>Am&amp;t</a:t>
            </a:r>
            <a:r>
              <a:rPr lang="en-IN" sz="2600" dirty="0">
                <a:solidFill>
                  <a:srgbClr val="000000"/>
                </a:solidFill>
                <a:latin typeface="Sanskrit 99"/>
              </a:rPr>
              <a:t>&lt; </a:t>
            </a:r>
            <a:r>
              <a:rPr lang="en-IN" sz="2600" dirty="0" err="1">
                <a:solidFill>
                  <a:srgbClr val="000000"/>
                </a:solidFill>
                <a:latin typeface="Sanskrit 99"/>
              </a:rPr>
              <a:t>gmy</a:t>
            </a:r>
            <a:endParaRPr lang="en-IN" sz="2600" dirty="0">
              <a:solidFill>
                <a:srgbClr val="000000"/>
              </a:solidFill>
              <a:latin typeface="Sanskrit 99"/>
            </a:endParaRPr>
          </a:p>
          <a:p>
            <a:pPr marL="0" indent="0" algn="ctr" defTabSz="724218">
              <a:buNone/>
              <a:defRPr/>
            </a:pPr>
            <a:r>
              <a:rPr lang="en-IN" sz="2600" dirty="0">
                <a:solidFill>
                  <a:srgbClr val="000000"/>
                </a:solidFill>
                <a:latin typeface="Sanskrit 99"/>
              </a:rPr>
              <a:t>` </a:t>
            </a:r>
            <a:r>
              <a:rPr lang="en-IN" sz="2600" dirty="0" err="1">
                <a:solidFill>
                  <a:srgbClr val="000000"/>
                </a:solidFill>
                <a:latin typeface="Sanskrit 99"/>
              </a:rPr>
              <a:t>zaiNt</a:t>
            </a:r>
            <a:r>
              <a:rPr lang="en-IN" sz="2600" dirty="0">
                <a:solidFill>
                  <a:srgbClr val="000000"/>
                </a:solidFill>
                <a:latin typeface="Sanskrit 99"/>
              </a:rPr>
              <a:t>&gt; </a:t>
            </a:r>
            <a:r>
              <a:rPr lang="en-IN" sz="2600" dirty="0" err="1">
                <a:solidFill>
                  <a:srgbClr val="000000"/>
                </a:solidFill>
                <a:latin typeface="Sanskrit 99"/>
              </a:rPr>
              <a:t>zaiNt</a:t>
            </a:r>
            <a:r>
              <a:rPr lang="en-IN" sz="2600" dirty="0">
                <a:solidFill>
                  <a:srgbClr val="000000"/>
                </a:solidFill>
                <a:latin typeface="Sanskrit 99"/>
              </a:rPr>
              <a:t>&gt; </a:t>
            </a:r>
            <a:r>
              <a:rPr lang="en-IN" sz="2600" dirty="0" err="1">
                <a:solidFill>
                  <a:srgbClr val="000000"/>
                </a:solidFill>
                <a:latin typeface="Sanskrit 99"/>
              </a:rPr>
              <a:t>zaiNt</a:t>
            </a:r>
            <a:r>
              <a:rPr lang="en-IN" sz="2600" dirty="0">
                <a:solidFill>
                  <a:srgbClr val="000000"/>
                </a:solidFill>
                <a:latin typeface="Sanskrit 99"/>
              </a:rPr>
              <a:t>&gt;.</a:t>
            </a:r>
          </a:p>
          <a:p>
            <a:pPr marL="0" indent="0" algn="ctr" defTabSz="724218">
              <a:buNone/>
              <a:defRPr/>
            </a:pPr>
            <a:endParaRPr lang="en-IN" sz="2600" dirty="0">
              <a:solidFill>
                <a:srgbClr val="000000"/>
              </a:solidFill>
              <a:latin typeface="URW Palladio IT"/>
            </a:endParaRPr>
          </a:p>
          <a:p>
            <a:pPr marL="0" indent="0" algn="ctr" defTabSz="724218">
              <a:buNone/>
              <a:defRPr/>
            </a:pPr>
            <a:r>
              <a:rPr lang="en-IN" sz="2600" dirty="0">
                <a:solidFill>
                  <a:srgbClr val="000000"/>
                </a:solidFill>
                <a:latin typeface="URW Palladio IT"/>
              </a:rPr>
              <a:t>Om </a:t>
            </a:r>
            <a:r>
              <a:rPr lang="en-IN" sz="2600" dirty="0" err="1">
                <a:solidFill>
                  <a:srgbClr val="000000"/>
                </a:solidFill>
                <a:latin typeface="URW Palladio IT"/>
              </a:rPr>
              <a:t>Asato</a:t>
            </a:r>
            <a:r>
              <a:rPr lang="en-IN" sz="2600" dirty="0">
                <a:solidFill>
                  <a:srgbClr val="000000"/>
                </a:solidFill>
                <a:latin typeface="URW Palladio IT"/>
              </a:rPr>
              <a:t> </a:t>
            </a:r>
            <a:r>
              <a:rPr lang="en-IN" sz="2600" dirty="0" err="1">
                <a:solidFill>
                  <a:srgbClr val="000000"/>
                </a:solidFill>
                <a:latin typeface="URW Palladio IT"/>
              </a:rPr>
              <a:t>mä</a:t>
            </a:r>
            <a:r>
              <a:rPr lang="en-IN" sz="2600" dirty="0">
                <a:solidFill>
                  <a:srgbClr val="000000"/>
                </a:solidFill>
                <a:latin typeface="URW Palladio IT"/>
              </a:rPr>
              <a:t> sad </a:t>
            </a:r>
            <a:r>
              <a:rPr lang="en-IN" sz="2600" dirty="0" err="1">
                <a:solidFill>
                  <a:srgbClr val="000000"/>
                </a:solidFill>
                <a:latin typeface="URW Palladio IT"/>
              </a:rPr>
              <a:t>gamaya</a:t>
            </a:r>
            <a:r>
              <a:rPr lang="en-IN" sz="2600" dirty="0">
                <a:solidFill>
                  <a:srgbClr val="000000"/>
                </a:solidFill>
                <a:latin typeface="URW Palladio IT"/>
              </a:rPr>
              <a:t>|</a:t>
            </a:r>
          </a:p>
          <a:p>
            <a:pPr marL="0" indent="0" algn="ctr" defTabSz="724218">
              <a:buNone/>
              <a:defRPr/>
            </a:pPr>
            <a:r>
              <a:rPr lang="en-IN" sz="2600" dirty="0" err="1">
                <a:solidFill>
                  <a:srgbClr val="000000"/>
                </a:solidFill>
                <a:latin typeface="URW Palladio IT"/>
              </a:rPr>
              <a:t>Tamaso</a:t>
            </a:r>
            <a:r>
              <a:rPr lang="en-IN" sz="2600" dirty="0">
                <a:solidFill>
                  <a:srgbClr val="000000"/>
                </a:solidFill>
                <a:latin typeface="URW Palladio IT"/>
              </a:rPr>
              <a:t> </a:t>
            </a:r>
            <a:r>
              <a:rPr lang="en-IN" sz="2600" dirty="0" err="1">
                <a:solidFill>
                  <a:srgbClr val="000000"/>
                </a:solidFill>
                <a:latin typeface="URW Palladio IT"/>
              </a:rPr>
              <a:t>mä</a:t>
            </a:r>
            <a:r>
              <a:rPr lang="en-IN" sz="2600" dirty="0">
                <a:solidFill>
                  <a:srgbClr val="000000"/>
                </a:solidFill>
                <a:latin typeface="URW Palladio IT"/>
              </a:rPr>
              <a:t> </a:t>
            </a:r>
            <a:r>
              <a:rPr lang="en-IN" sz="2600" dirty="0" err="1">
                <a:solidFill>
                  <a:srgbClr val="000000"/>
                </a:solidFill>
                <a:latin typeface="URW Palladio IT"/>
              </a:rPr>
              <a:t>jyotirgamaya</a:t>
            </a:r>
            <a:r>
              <a:rPr lang="en-IN" sz="2600" dirty="0">
                <a:solidFill>
                  <a:srgbClr val="000000"/>
                </a:solidFill>
                <a:latin typeface="URW Palladio IT"/>
              </a:rPr>
              <a:t>|</a:t>
            </a:r>
          </a:p>
          <a:p>
            <a:pPr marL="0" indent="0" algn="ctr" defTabSz="724218">
              <a:buNone/>
              <a:defRPr/>
            </a:pPr>
            <a:r>
              <a:rPr lang="en-IN" sz="2600" dirty="0" err="1">
                <a:solidFill>
                  <a:srgbClr val="000000"/>
                </a:solidFill>
                <a:latin typeface="URW Palladio IT"/>
              </a:rPr>
              <a:t>Måtyormä</a:t>
            </a:r>
            <a:r>
              <a:rPr lang="en-IN" sz="2600" dirty="0">
                <a:solidFill>
                  <a:srgbClr val="000000"/>
                </a:solidFill>
                <a:latin typeface="URW Palladio IT"/>
              </a:rPr>
              <a:t> </a:t>
            </a:r>
            <a:r>
              <a:rPr lang="en-IN" sz="2600" dirty="0" err="1">
                <a:solidFill>
                  <a:srgbClr val="000000"/>
                </a:solidFill>
                <a:latin typeface="URW Palladio IT"/>
              </a:rPr>
              <a:t>amåtaì</a:t>
            </a:r>
            <a:r>
              <a:rPr lang="en-IN" sz="2600" dirty="0">
                <a:solidFill>
                  <a:srgbClr val="000000"/>
                </a:solidFill>
                <a:latin typeface="URW Palladio IT"/>
              </a:rPr>
              <a:t> </a:t>
            </a:r>
            <a:r>
              <a:rPr lang="en-IN" sz="2600" dirty="0" err="1">
                <a:solidFill>
                  <a:srgbClr val="000000"/>
                </a:solidFill>
                <a:latin typeface="URW Palladio IT"/>
              </a:rPr>
              <a:t>gamaya</a:t>
            </a:r>
            <a:endParaRPr lang="en-IN" sz="2600" dirty="0">
              <a:solidFill>
                <a:srgbClr val="000000"/>
              </a:solidFill>
              <a:latin typeface="URW Palladio IT"/>
            </a:endParaRPr>
          </a:p>
          <a:p>
            <a:pPr marL="0" indent="0" algn="ctr" defTabSz="724218">
              <a:buNone/>
              <a:defRPr/>
            </a:pPr>
            <a:r>
              <a:rPr lang="en-IN" sz="2600" dirty="0">
                <a:solidFill>
                  <a:srgbClr val="000000"/>
                </a:solidFill>
                <a:latin typeface="URW Palladio IT"/>
              </a:rPr>
              <a:t>Om </a:t>
            </a:r>
            <a:r>
              <a:rPr lang="en-IN" sz="2600" dirty="0" err="1">
                <a:solidFill>
                  <a:srgbClr val="000000"/>
                </a:solidFill>
                <a:latin typeface="URW Palladio IT"/>
              </a:rPr>
              <a:t>çäntiù</a:t>
            </a:r>
            <a:r>
              <a:rPr lang="en-IN" sz="2600" dirty="0">
                <a:solidFill>
                  <a:srgbClr val="000000"/>
                </a:solidFill>
                <a:latin typeface="URW Palladio IT"/>
              </a:rPr>
              <a:t> </a:t>
            </a:r>
            <a:r>
              <a:rPr lang="en-IN" sz="2600" dirty="0" err="1">
                <a:solidFill>
                  <a:srgbClr val="000000"/>
                </a:solidFill>
                <a:latin typeface="URW Palladio IT"/>
              </a:rPr>
              <a:t>çäntiù</a:t>
            </a:r>
            <a:r>
              <a:rPr lang="en-IN" sz="2600" dirty="0">
                <a:solidFill>
                  <a:srgbClr val="000000"/>
                </a:solidFill>
                <a:latin typeface="URW Palladio IT"/>
              </a:rPr>
              <a:t> </a:t>
            </a:r>
            <a:r>
              <a:rPr lang="en-IN" sz="2600" dirty="0" err="1">
                <a:solidFill>
                  <a:srgbClr val="000000"/>
                </a:solidFill>
                <a:latin typeface="URW Palladio IT"/>
              </a:rPr>
              <a:t>çäntiù</a:t>
            </a:r>
            <a:endParaRPr lang="en-IN" sz="2600" dirty="0">
              <a:solidFill>
                <a:srgbClr val="000000"/>
              </a:solidFill>
              <a:latin typeface="URW Palladio IT"/>
            </a:endParaRPr>
          </a:p>
          <a:p>
            <a:pPr marL="0" indent="0" algn="ctr" defTabSz="724218">
              <a:buNone/>
              <a:defRPr/>
            </a:pPr>
            <a:endParaRPr lang="en-IN" sz="2600" dirty="0">
              <a:solidFill>
                <a:prstClr val="black"/>
              </a:solidFill>
              <a:latin typeface="Calibri"/>
            </a:endParaRPr>
          </a:p>
          <a:p>
            <a:pPr marL="0" indent="0" algn="ctr" defTabSz="724218">
              <a:buNone/>
              <a:defRPr/>
            </a:pPr>
            <a:r>
              <a:rPr lang="en-US" sz="2600" b="1" dirty="0">
                <a:solidFill>
                  <a:srgbClr val="000000"/>
                </a:solidFill>
                <a:latin typeface="URW Palladio IT"/>
              </a:rPr>
              <a:t>Let us move from unreality to reality, from darkness to light &amp; from mortality to immortality.</a:t>
            </a:r>
          </a:p>
          <a:p>
            <a:pPr marL="0" indent="0" algn="ctr" defTabSz="724218">
              <a:buNone/>
              <a:defRPr/>
            </a:pPr>
            <a:r>
              <a:rPr lang="en-US" sz="2600" b="1" dirty="0">
                <a:solidFill>
                  <a:srgbClr val="000000"/>
                </a:solidFill>
                <a:latin typeface="URW Palladio IT"/>
              </a:rPr>
              <a:t>Om Peace </a:t>
            </a:r>
            <a:r>
              <a:rPr lang="en-US" sz="2600" b="1" dirty="0" err="1">
                <a:solidFill>
                  <a:srgbClr val="000000"/>
                </a:solidFill>
                <a:latin typeface="URW Palladio IT"/>
              </a:rPr>
              <a:t>Peace</a:t>
            </a:r>
            <a:r>
              <a:rPr lang="en-US" sz="2600" b="1" dirty="0">
                <a:solidFill>
                  <a:srgbClr val="000000"/>
                </a:solidFill>
                <a:latin typeface="URW Palladio IT"/>
              </a:rPr>
              <a:t> </a:t>
            </a:r>
            <a:r>
              <a:rPr lang="en-US" sz="2600" b="1" dirty="0" err="1">
                <a:solidFill>
                  <a:srgbClr val="000000"/>
                </a:solidFill>
                <a:latin typeface="URW Palladio IT"/>
              </a:rPr>
              <a:t>Peace</a:t>
            </a:r>
            <a:r>
              <a:rPr lang="en-US" sz="2600" b="1" dirty="0">
                <a:solidFill>
                  <a:srgbClr val="000000"/>
                </a:solidFill>
                <a:latin typeface="URW Palladio IT"/>
              </a:rPr>
              <a:t>!</a:t>
            </a:r>
            <a:endParaRPr lang="en-IN" sz="2600" b="1" dirty="0">
              <a:solidFill>
                <a:srgbClr val="000000"/>
              </a:solidFill>
              <a:latin typeface="URW Palladio IT"/>
            </a:endParaRPr>
          </a:p>
        </p:txBody>
      </p:sp>
    </p:spTree>
    <p:extLst>
      <p:ext uri="{BB962C8B-B14F-4D97-AF65-F5344CB8AC3E}">
        <p14:creationId xmlns:p14="http://schemas.microsoft.com/office/powerpoint/2010/main" val="1499178966"/>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981200" y="0"/>
            <a:ext cx="8229600" cy="1020592"/>
          </a:xfrm>
          <a:prstGeom prst="rect">
            <a:avLst/>
          </a:prstGeom>
        </p:spPr>
        <p:txBody>
          <a:bodyPr lIns="70915" tIns="35459" rIns="70915" bIns="354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218">
              <a:defRPr/>
            </a:pPr>
            <a:r>
              <a:rPr lang="en-IN" dirty="0" err="1">
                <a:solidFill>
                  <a:srgbClr val="000000"/>
                </a:solidFill>
                <a:latin typeface="Sanskrit 99"/>
              </a:rPr>
              <a:t>zaiNt</a:t>
            </a:r>
            <a:r>
              <a:rPr lang="en-IN" dirty="0">
                <a:solidFill>
                  <a:srgbClr val="000000"/>
                </a:solidFill>
                <a:latin typeface="Sanskrit 99"/>
              </a:rPr>
              <a:t> m&lt;Ç</a:t>
            </a:r>
            <a:endParaRPr lang="en-IN" dirty="0">
              <a:solidFill>
                <a:prstClr val="black"/>
              </a:solidFill>
              <a:latin typeface="Calibri"/>
            </a:endParaRPr>
          </a:p>
        </p:txBody>
      </p:sp>
      <p:sp>
        <p:nvSpPr>
          <p:cNvPr id="3" name="Content Placeholder 2"/>
          <p:cNvSpPr txBox="1">
            <a:spLocks/>
          </p:cNvSpPr>
          <p:nvPr/>
        </p:nvSpPr>
        <p:spPr>
          <a:xfrm>
            <a:off x="0" y="1267977"/>
            <a:ext cx="12192000" cy="5590025"/>
          </a:xfrm>
          <a:prstGeom prst="rect">
            <a:avLst/>
          </a:prstGeom>
        </p:spPr>
        <p:txBody>
          <a:bodyPr lIns="70915" tIns="35459" rIns="70915" bIns="35459">
            <a:normAutofit fontScale="77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defTabSz="724218">
              <a:buNone/>
              <a:defRPr/>
            </a:pPr>
            <a:r>
              <a:rPr lang="en-IN" dirty="0" err="1">
                <a:solidFill>
                  <a:srgbClr val="000000"/>
                </a:solidFill>
                <a:latin typeface="Sanskrit 99"/>
              </a:rPr>
              <a:t>sveR</a:t>
            </a:r>
            <a:r>
              <a:rPr lang="en-IN" dirty="0">
                <a:solidFill>
                  <a:srgbClr val="000000"/>
                </a:solidFill>
                <a:latin typeface="Sanskrit 99"/>
              </a:rPr>
              <a:t> </a:t>
            </a:r>
            <a:r>
              <a:rPr lang="en-IN" dirty="0" err="1">
                <a:solidFill>
                  <a:srgbClr val="000000"/>
                </a:solidFill>
                <a:latin typeface="Sanskrit 99"/>
              </a:rPr>
              <a:t>ÉvNtu</a:t>
            </a:r>
            <a:r>
              <a:rPr lang="en-IN" dirty="0">
                <a:solidFill>
                  <a:srgbClr val="000000"/>
                </a:solidFill>
                <a:latin typeface="Sanskrit 99"/>
              </a:rPr>
              <a:t> </a:t>
            </a:r>
            <a:r>
              <a:rPr lang="en-IN" dirty="0" err="1">
                <a:solidFill>
                  <a:srgbClr val="000000"/>
                </a:solidFill>
                <a:latin typeface="Sanskrit 99"/>
              </a:rPr>
              <a:t>suion</a:t>
            </a:r>
            <a:r>
              <a:rPr lang="en-IN" dirty="0">
                <a:solidFill>
                  <a:srgbClr val="000000"/>
                </a:solidFill>
                <a:latin typeface="Sanskrit 99"/>
              </a:rPr>
              <a:t>&gt;, </a:t>
            </a:r>
            <a:r>
              <a:rPr lang="en-IN" dirty="0" err="1">
                <a:solidFill>
                  <a:srgbClr val="000000"/>
                </a:solidFill>
                <a:latin typeface="Sanskrit 99"/>
              </a:rPr>
              <a:t>sveR</a:t>
            </a:r>
            <a:r>
              <a:rPr lang="en-IN" dirty="0">
                <a:solidFill>
                  <a:srgbClr val="000000"/>
                </a:solidFill>
                <a:latin typeface="Sanskrit 99"/>
              </a:rPr>
              <a:t> </a:t>
            </a:r>
            <a:r>
              <a:rPr lang="en-IN" dirty="0" err="1">
                <a:solidFill>
                  <a:srgbClr val="000000"/>
                </a:solidFill>
                <a:latin typeface="Sanskrit 99"/>
              </a:rPr>
              <a:t>sNtu</a:t>
            </a:r>
            <a:r>
              <a:rPr lang="en-IN" dirty="0">
                <a:solidFill>
                  <a:srgbClr val="000000"/>
                </a:solidFill>
                <a:latin typeface="Sanskrit 99"/>
              </a:rPr>
              <a:t> </a:t>
            </a:r>
            <a:r>
              <a:rPr lang="en-IN" dirty="0" err="1">
                <a:solidFill>
                  <a:srgbClr val="000000"/>
                </a:solidFill>
                <a:latin typeface="Sanskrit 99"/>
              </a:rPr>
              <a:t>inramya</a:t>
            </a:r>
            <a:r>
              <a:rPr lang="en-IN" dirty="0">
                <a:solidFill>
                  <a:srgbClr val="000000"/>
                </a:solidFill>
                <a:latin typeface="Sanskrit 99"/>
              </a:rPr>
              <a:t>&gt;,</a:t>
            </a:r>
          </a:p>
          <a:p>
            <a:pPr marL="0" indent="0" algn="ctr" defTabSz="724218">
              <a:buNone/>
              <a:defRPr/>
            </a:pPr>
            <a:r>
              <a:rPr lang="en-IN" dirty="0" err="1">
                <a:solidFill>
                  <a:srgbClr val="000000"/>
                </a:solidFill>
                <a:latin typeface="Sanskrit 99"/>
              </a:rPr>
              <a:t>sveR</a:t>
            </a:r>
            <a:r>
              <a:rPr lang="en-IN" dirty="0">
                <a:solidFill>
                  <a:srgbClr val="000000"/>
                </a:solidFill>
                <a:latin typeface="Sanskrit 99"/>
              </a:rPr>
              <a:t> </a:t>
            </a:r>
            <a:r>
              <a:rPr lang="en-IN" dirty="0" err="1">
                <a:solidFill>
                  <a:srgbClr val="000000"/>
                </a:solidFill>
                <a:latin typeface="Sanskrit 99"/>
              </a:rPr>
              <a:t>ÉÔai</a:t>
            </a:r>
            <a:r>
              <a:rPr lang="en-IN" dirty="0">
                <a:solidFill>
                  <a:srgbClr val="000000"/>
                </a:solidFill>
                <a:latin typeface="Sanskrit 99"/>
              </a:rPr>
              <a:t>[ </a:t>
            </a:r>
            <a:r>
              <a:rPr lang="en-IN" dirty="0" err="1">
                <a:solidFill>
                  <a:srgbClr val="000000"/>
                </a:solidFill>
                <a:latin typeface="Sanskrit 99"/>
              </a:rPr>
              <a:t>pZyNtu</a:t>
            </a:r>
            <a:r>
              <a:rPr lang="en-IN" dirty="0">
                <a:solidFill>
                  <a:srgbClr val="000000"/>
                </a:solidFill>
                <a:latin typeface="Sanskrit 99"/>
              </a:rPr>
              <a:t> , ma </a:t>
            </a:r>
            <a:r>
              <a:rPr lang="en-IN" dirty="0" err="1">
                <a:solidFill>
                  <a:srgbClr val="000000"/>
                </a:solidFill>
                <a:latin typeface="Sanskrit 99"/>
              </a:rPr>
              <a:t>kiít</a:t>
            </a:r>
            <a:r>
              <a:rPr lang="en-IN" dirty="0">
                <a:solidFill>
                  <a:srgbClr val="000000"/>
                </a:solidFill>
                <a:latin typeface="Sanskrit 99"/>
              </a:rPr>
              <a:t>! Ê&gt;</a:t>
            </a:r>
            <a:r>
              <a:rPr lang="en-IN" dirty="0" err="1">
                <a:solidFill>
                  <a:srgbClr val="000000"/>
                </a:solidFill>
                <a:latin typeface="Sanskrit 99"/>
              </a:rPr>
              <a:t>oÉag</a:t>
            </a:r>
            <a:r>
              <a:rPr lang="en-IN" dirty="0">
                <a:solidFill>
                  <a:srgbClr val="000000"/>
                </a:solidFill>
                <a:latin typeface="Sanskrit 99"/>
              </a:rPr>
              <a:t>! </a:t>
            </a:r>
            <a:r>
              <a:rPr lang="en-IN" dirty="0" err="1">
                <a:solidFill>
                  <a:srgbClr val="000000"/>
                </a:solidFill>
                <a:latin typeface="Sanskrit 99"/>
              </a:rPr>
              <a:t>Évet</a:t>
            </a:r>
            <a:r>
              <a:rPr lang="en-IN" dirty="0">
                <a:solidFill>
                  <a:srgbClr val="000000"/>
                </a:solidFill>
                <a:latin typeface="Sanskrit 99"/>
              </a:rPr>
              <a:t>!,</a:t>
            </a:r>
          </a:p>
          <a:p>
            <a:pPr marL="0" indent="0" algn="ctr" defTabSz="724218">
              <a:buNone/>
              <a:defRPr/>
            </a:pPr>
            <a:r>
              <a:rPr lang="en-IN" dirty="0">
                <a:solidFill>
                  <a:srgbClr val="000000"/>
                </a:solidFill>
                <a:latin typeface="Sanskrit 99"/>
              </a:rPr>
              <a:t>` </a:t>
            </a:r>
            <a:r>
              <a:rPr lang="en-IN" dirty="0" err="1">
                <a:solidFill>
                  <a:srgbClr val="000000"/>
                </a:solidFill>
                <a:latin typeface="Sanskrit 99"/>
              </a:rPr>
              <a:t>zaiNt</a:t>
            </a:r>
            <a:r>
              <a:rPr lang="en-IN" dirty="0">
                <a:solidFill>
                  <a:srgbClr val="000000"/>
                </a:solidFill>
                <a:latin typeface="Sanskrit 99"/>
              </a:rPr>
              <a:t>&gt; </a:t>
            </a:r>
            <a:r>
              <a:rPr lang="en-IN" dirty="0" err="1">
                <a:solidFill>
                  <a:srgbClr val="000000"/>
                </a:solidFill>
                <a:latin typeface="Sanskrit 99"/>
              </a:rPr>
              <a:t>zaiNt</a:t>
            </a:r>
            <a:r>
              <a:rPr lang="en-IN" dirty="0">
                <a:solidFill>
                  <a:srgbClr val="000000"/>
                </a:solidFill>
                <a:latin typeface="Sanskrit 99"/>
              </a:rPr>
              <a:t>&gt; </a:t>
            </a:r>
            <a:r>
              <a:rPr lang="en-IN" dirty="0" err="1">
                <a:solidFill>
                  <a:srgbClr val="000000"/>
                </a:solidFill>
                <a:latin typeface="Sanskrit 99"/>
              </a:rPr>
              <a:t>zaiNt</a:t>
            </a:r>
            <a:r>
              <a:rPr lang="en-IN" dirty="0">
                <a:solidFill>
                  <a:srgbClr val="000000"/>
                </a:solidFill>
                <a:latin typeface="Sanskrit 99"/>
              </a:rPr>
              <a:t>&gt;.</a:t>
            </a:r>
          </a:p>
          <a:p>
            <a:pPr marL="0" indent="0" algn="ctr" defTabSz="724218">
              <a:buNone/>
              <a:defRPr/>
            </a:pPr>
            <a:endParaRPr lang="en-US" dirty="0">
              <a:solidFill>
                <a:srgbClr val="000000"/>
              </a:solidFill>
              <a:latin typeface="Sanskrit 99"/>
            </a:endParaRPr>
          </a:p>
          <a:p>
            <a:pPr marL="0" indent="0" algn="ctr" defTabSz="724218">
              <a:buNone/>
              <a:defRPr/>
            </a:pPr>
            <a:r>
              <a:rPr lang="en-IN" dirty="0" err="1">
                <a:solidFill>
                  <a:srgbClr val="000000"/>
                </a:solidFill>
                <a:latin typeface="URW Palladio IT"/>
              </a:rPr>
              <a:t>Sarve</a:t>
            </a:r>
            <a:r>
              <a:rPr lang="en-IN" dirty="0">
                <a:solidFill>
                  <a:srgbClr val="000000"/>
                </a:solidFill>
                <a:latin typeface="URW Palladio IT"/>
              </a:rPr>
              <a:t> </a:t>
            </a:r>
            <a:r>
              <a:rPr lang="en-IN" dirty="0" err="1">
                <a:solidFill>
                  <a:srgbClr val="000000"/>
                </a:solidFill>
                <a:latin typeface="URW Palladio IT"/>
              </a:rPr>
              <a:t>bhavantu</a:t>
            </a:r>
            <a:r>
              <a:rPr lang="en-IN" dirty="0">
                <a:solidFill>
                  <a:srgbClr val="000000"/>
                </a:solidFill>
                <a:latin typeface="URW Palladio IT"/>
              </a:rPr>
              <a:t> </a:t>
            </a:r>
            <a:r>
              <a:rPr lang="en-IN" dirty="0" err="1">
                <a:solidFill>
                  <a:srgbClr val="000000"/>
                </a:solidFill>
                <a:latin typeface="URW Palladio IT"/>
              </a:rPr>
              <a:t>sukhinaù</a:t>
            </a:r>
            <a:r>
              <a:rPr lang="en-IN" dirty="0">
                <a:solidFill>
                  <a:srgbClr val="000000"/>
                </a:solidFill>
                <a:latin typeface="URW Palladio IT"/>
              </a:rPr>
              <a:t> </a:t>
            </a:r>
            <a:r>
              <a:rPr lang="en-IN" dirty="0" err="1">
                <a:solidFill>
                  <a:srgbClr val="000000"/>
                </a:solidFill>
                <a:latin typeface="URW Palladio IT"/>
              </a:rPr>
              <a:t>sarve</a:t>
            </a:r>
            <a:r>
              <a:rPr lang="en-IN" dirty="0">
                <a:solidFill>
                  <a:srgbClr val="000000"/>
                </a:solidFill>
                <a:latin typeface="URW Palladio IT"/>
              </a:rPr>
              <a:t> </a:t>
            </a:r>
            <a:r>
              <a:rPr lang="en-IN" dirty="0" err="1">
                <a:solidFill>
                  <a:srgbClr val="000000"/>
                </a:solidFill>
                <a:latin typeface="URW Palladio IT"/>
              </a:rPr>
              <a:t>santu</a:t>
            </a:r>
            <a:r>
              <a:rPr lang="en-IN" dirty="0">
                <a:solidFill>
                  <a:srgbClr val="000000"/>
                </a:solidFill>
                <a:latin typeface="URW Palladio IT"/>
              </a:rPr>
              <a:t> </a:t>
            </a:r>
            <a:r>
              <a:rPr lang="en-IN" dirty="0" err="1">
                <a:solidFill>
                  <a:srgbClr val="000000"/>
                </a:solidFill>
                <a:latin typeface="URW Palladio IT"/>
              </a:rPr>
              <a:t>nirämayäù</a:t>
            </a:r>
            <a:endParaRPr lang="en-IN" dirty="0">
              <a:solidFill>
                <a:srgbClr val="000000"/>
              </a:solidFill>
              <a:latin typeface="URW Palladio IT"/>
            </a:endParaRPr>
          </a:p>
          <a:p>
            <a:pPr marL="0" indent="0" algn="ctr" defTabSz="724218">
              <a:buNone/>
              <a:defRPr/>
            </a:pPr>
            <a:r>
              <a:rPr lang="en-IN" dirty="0" err="1">
                <a:solidFill>
                  <a:srgbClr val="000000"/>
                </a:solidFill>
                <a:latin typeface="URW Palladio IT"/>
              </a:rPr>
              <a:t>Sarve</a:t>
            </a:r>
            <a:r>
              <a:rPr lang="en-IN" dirty="0">
                <a:solidFill>
                  <a:srgbClr val="000000"/>
                </a:solidFill>
                <a:latin typeface="URW Palladio IT"/>
              </a:rPr>
              <a:t> </a:t>
            </a:r>
            <a:r>
              <a:rPr lang="en-IN" dirty="0" err="1">
                <a:solidFill>
                  <a:srgbClr val="000000"/>
                </a:solidFill>
                <a:latin typeface="URW Palladio IT"/>
              </a:rPr>
              <a:t>bhadräëi</a:t>
            </a:r>
            <a:r>
              <a:rPr lang="en-IN" dirty="0">
                <a:solidFill>
                  <a:srgbClr val="000000"/>
                </a:solidFill>
                <a:latin typeface="URW Palladio IT"/>
              </a:rPr>
              <a:t> </a:t>
            </a:r>
            <a:r>
              <a:rPr lang="en-IN" dirty="0" err="1">
                <a:solidFill>
                  <a:srgbClr val="000000"/>
                </a:solidFill>
                <a:latin typeface="URW Palladio IT"/>
              </a:rPr>
              <a:t>paçyantu</a:t>
            </a:r>
            <a:r>
              <a:rPr lang="en-IN" dirty="0">
                <a:solidFill>
                  <a:srgbClr val="000000"/>
                </a:solidFill>
                <a:latin typeface="URW Palladio IT"/>
              </a:rPr>
              <a:t> </a:t>
            </a:r>
            <a:r>
              <a:rPr lang="en-IN" dirty="0" err="1">
                <a:solidFill>
                  <a:srgbClr val="000000"/>
                </a:solidFill>
                <a:latin typeface="URW Palladio IT"/>
              </a:rPr>
              <a:t>mä</a:t>
            </a:r>
            <a:r>
              <a:rPr lang="en-IN" dirty="0">
                <a:solidFill>
                  <a:srgbClr val="000000"/>
                </a:solidFill>
                <a:latin typeface="URW Palladio IT"/>
              </a:rPr>
              <a:t> </a:t>
            </a:r>
            <a:r>
              <a:rPr lang="en-IN" dirty="0" err="1">
                <a:solidFill>
                  <a:srgbClr val="000000"/>
                </a:solidFill>
                <a:latin typeface="URW Palladio IT"/>
              </a:rPr>
              <a:t>kaçcit</a:t>
            </a:r>
            <a:r>
              <a:rPr lang="en-IN" dirty="0">
                <a:solidFill>
                  <a:srgbClr val="000000"/>
                </a:solidFill>
                <a:latin typeface="URW Palladio IT"/>
              </a:rPr>
              <a:t> </a:t>
            </a:r>
            <a:r>
              <a:rPr lang="en-IN" dirty="0" err="1">
                <a:solidFill>
                  <a:srgbClr val="000000"/>
                </a:solidFill>
                <a:latin typeface="URW Palladio IT"/>
              </a:rPr>
              <a:t>duùkhabhäg</a:t>
            </a:r>
            <a:r>
              <a:rPr lang="en-IN" dirty="0">
                <a:solidFill>
                  <a:srgbClr val="000000"/>
                </a:solidFill>
                <a:latin typeface="URW Palladio IT"/>
              </a:rPr>
              <a:t> </a:t>
            </a:r>
            <a:r>
              <a:rPr lang="en-IN" dirty="0" err="1">
                <a:solidFill>
                  <a:srgbClr val="000000"/>
                </a:solidFill>
                <a:latin typeface="URW Palladio IT"/>
              </a:rPr>
              <a:t>bhavet</a:t>
            </a:r>
            <a:endParaRPr lang="en-IN" dirty="0">
              <a:solidFill>
                <a:srgbClr val="000000"/>
              </a:solidFill>
              <a:latin typeface="URW Palladio IT"/>
            </a:endParaRPr>
          </a:p>
          <a:p>
            <a:pPr marL="0" indent="0" algn="ctr" defTabSz="724218">
              <a:buNone/>
              <a:defRPr/>
            </a:pPr>
            <a:r>
              <a:rPr lang="en-IN" dirty="0">
                <a:solidFill>
                  <a:srgbClr val="000000"/>
                </a:solidFill>
                <a:latin typeface="URW Palladio IT"/>
              </a:rPr>
              <a:t>Om </a:t>
            </a:r>
            <a:r>
              <a:rPr lang="en-IN" dirty="0" err="1">
                <a:solidFill>
                  <a:srgbClr val="000000"/>
                </a:solidFill>
                <a:latin typeface="URW Palladio IT"/>
              </a:rPr>
              <a:t>çäntiù</a:t>
            </a:r>
            <a:r>
              <a:rPr lang="en-IN" dirty="0">
                <a:solidFill>
                  <a:srgbClr val="000000"/>
                </a:solidFill>
                <a:latin typeface="URW Palladio IT"/>
              </a:rPr>
              <a:t> </a:t>
            </a:r>
            <a:r>
              <a:rPr lang="en-IN" dirty="0" err="1">
                <a:solidFill>
                  <a:srgbClr val="000000"/>
                </a:solidFill>
                <a:latin typeface="URW Palladio IT"/>
              </a:rPr>
              <a:t>çäntiù</a:t>
            </a:r>
            <a:r>
              <a:rPr lang="en-IN" dirty="0">
                <a:solidFill>
                  <a:srgbClr val="000000"/>
                </a:solidFill>
                <a:latin typeface="URW Palladio IT"/>
              </a:rPr>
              <a:t> </a:t>
            </a:r>
            <a:r>
              <a:rPr lang="en-IN" dirty="0" err="1">
                <a:solidFill>
                  <a:srgbClr val="000000"/>
                </a:solidFill>
                <a:latin typeface="URW Palladio IT"/>
              </a:rPr>
              <a:t>çäntiù</a:t>
            </a:r>
            <a:endParaRPr lang="en-IN" dirty="0">
              <a:solidFill>
                <a:srgbClr val="000000"/>
              </a:solidFill>
              <a:latin typeface="URW Palladio IT"/>
            </a:endParaRPr>
          </a:p>
          <a:p>
            <a:pPr marL="0" indent="0" algn="ctr" defTabSz="724218">
              <a:buNone/>
              <a:defRPr/>
            </a:pPr>
            <a:endParaRPr lang="en-IN" dirty="0">
              <a:solidFill>
                <a:srgbClr val="000000"/>
              </a:solidFill>
              <a:latin typeface="URW Palladio IT"/>
            </a:endParaRPr>
          </a:p>
          <a:p>
            <a:pPr marL="0" indent="0" algn="ctr" defTabSz="724218">
              <a:buNone/>
              <a:defRPr/>
            </a:pPr>
            <a:r>
              <a:rPr lang="en-US" b="1" dirty="0">
                <a:solidFill>
                  <a:srgbClr val="000000"/>
                </a:solidFill>
                <a:latin typeface="URW Palladio IT"/>
              </a:rPr>
              <a:t>May all be happy. May all be free from diseases. May all see things auspicious. May none be subjected to misery.</a:t>
            </a:r>
          </a:p>
          <a:p>
            <a:pPr marL="0" indent="0" algn="ctr" defTabSz="724218">
              <a:buNone/>
              <a:defRPr/>
            </a:pPr>
            <a:r>
              <a:rPr lang="en-US" b="1" dirty="0">
                <a:solidFill>
                  <a:srgbClr val="000000"/>
                </a:solidFill>
                <a:latin typeface="URW Palladio IT"/>
              </a:rPr>
              <a:t>Om Peace </a:t>
            </a:r>
            <a:r>
              <a:rPr lang="en-US" b="1" dirty="0" err="1">
                <a:solidFill>
                  <a:srgbClr val="000000"/>
                </a:solidFill>
                <a:latin typeface="URW Palladio IT"/>
              </a:rPr>
              <a:t>Peace</a:t>
            </a:r>
            <a:r>
              <a:rPr lang="en-US" b="1" dirty="0">
                <a:solidFill>
                  <a:srgbClr val="000000"/>
                </a:solidFill>
                <a:latin typeface="URW Palladio IT"/>
              </a:rPr>
              <a:t> </a:t>
            </a:r>
            <a:r>
              <a:rPr lang="en-US" b="1" dirty="0" err="1">
                <a:solidFill>
                  <a:srgbClr val="000000"/>
                </a:solidFill>
                <a:latin typeface="URW Palladio IT"/>
              </a:rPr>
              <a:t>Peace</a:t>
            </a:r>
            <a:r>
              <a:rPr lang="en-US" b="1" dirty="0">
                <a:solidFill>
                  <a:srgbClr val="000000"/>
                </a:solidFill>
                <a:latin typeface="URW Palladio IT"/>
              </a:rPr>
              <a:t>!</a:t>
            </a:r>
            <a:endParaRPr lang="en-IN" b="1" dirty="0">
              <a:solidFill>
                <a:srgbClr val="000000"/>
              </a:solidFill>
              <a:latin typeface="Sanskrit 99"/>
            </a:endParaRPr>
          </a:p>
        </p:txBody>
      </p:sp>
    </p:spTree>
    <p:extLst>
      <p:ext uri="{BB962C8B-B14F-4D97-AF65-F5344CB8AC3E}">
        <p14:creationId xmlns:p14="http://schemas.microsoft.com/office/powerpoint/2010/main" val="1879772012"/>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0"/>
            <a:ext cx="10972800" cy="6477000"/>
          </a:xfrm>
        </p:spPr>
        <p:txBody>
          <a:bodyPr>
            <a:normAutofit fontScale="92500" lnSpcReduction="20000"/>
          </a:bodyPr>
          <a:lstStyle/>
          <a:p>
            <a:pPr algn="ctr">
              <a:buNone/>
            </a:pPr>
            <a:endParaRPr lang="en-IN" sz="3733" dirty="0">
              <a:latin typeface="Sanskrit 99" pitchFamily="2" charset="0"/>
            </a:endParaRPr>
          </a:p>
          <a:p>
            <a:pPr algn="ctr">
              <a:buNone/>
            </a:pPr>
            <a:r>
              <a:rPr lang="en-IN" sz="3733" dirty="0" err="1">
                <a:latin typeface="Sanskrit 99" pitchFamily="2" charset="0"/>
              </a:rPr>
              <a:t>jn</a:t>
            </a:r>
            <a:r>
              <a:rPr lang="en-IN" sz="3733" dirty="0">
                <a:latin typeface="Sanskrit 99" pitchFamily="2" charset="0"/>
              </a:rPr>
              <a:t> g[ </a:t>
            </a:r>
            <a:r>
              <a:rPr lang="en-IN" sz="3733" dirty="0" err="1">
                <a:latin typeface="Sanskrit 99" pitchFamily="2" charset="0"/>
              </a:rPr>
              <a:t>mn</a:t>
            </a:r>
            <a:r>
              <a:rPr lang="en-IN" sz="3733" dirty="0">
                <a:latin typeface="Sanskrit 99" pitchFamily="2" charset="0"/>
              </a:rPr>
              <a:t> </a:t>
            </a:r>
            <a:r>
              <a:rPr lang="en-IN" sz="3733" dirty="0" err="1">
                <a:latin typeface="Sanskrit 99" pitchFamily="2" charset="0"/>
              </a:rPr>
              <a:t>Aixnayk</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he</a:t>
            </a:r>
            <a:endParaRPr lang="en-US" sz="3733" dirty="0">
              <a:latin typeface="Sanskrit 99" pitchFamily="2" charset="0"/>
            </a:endParaRPr>
          </a:p>
          <a:p>
            <a:pPr algn="ctr">
              <a:buNone/>
            </a:pPr>
            <a:r>
              <a:rPr lang="en-IN" sz="3733" dirty="0" err="1">
                <a:latin typeface="Sanskrit 99" pitchFamily="2" charset="0"/>
              </a:rPr>
              <a:t>Éart</a:t>
            </a:r>
            <a:r>
              <a:rPr lang="en-IN" sz="3733" dirty="0">
                <a:latin typeface="Sanskrit 99" pitchFamily="2" charset="0"/>
              </a:rPr>
              <a:t> </a:t>
            </a:r>
            <a:r>
              <a:rPr lang="en-IN" sz="3733" dirty="0" err="1">
                <a:latin typeface="Sanskrit 99" pitchFamily="2" charset="0"/>
              </a:rPr>
              <a:t>ÉaGy</a:t>
            </a:r>
            <a:r>
              <a:rPr lang="en-IN" sz="3733" dirty="0">
                <a:latin typeface="Sanskrit 99" pitchFamily="2" charset="0"/>
              </a:rPr>
              <a:t> </a:t>
            </a:r>
            <a:r>
              <a:rPr lang="en-IN" sz="3733" dirty="0" err="1">
                <a:latin typeface="Sanskrit 99" pitchFamily="2" charset="0"/>
              </a:rPr>
              <a:t>ivxata</a:t>
            </a:r>
            <a:endParaRPr lang="en-US" sz="3733" dirty="0">
              <a:latin typeface="Sanskrit 99" pitchFamily="2" charset="0"/>
            </a:endParaRPr>
          </a:p>
          <a:p>
            <a:pPr algn="ctr">
              <a:buNone/>
            </a:pPr>
            <a:r>
              <a:rPr lang="en-IN" sz="3733" dirty="0" err="1">
                <a:latin typeface="Sanskrit 99" pitchFamily="2" charset="0"/>
              </a:rPr>
              <a:t>pÃav</a:t>
            </a:r>
            <a:r>
              <a:rPr lang="en-IN" sz="3733" dirty="0">
                <a:latin typeface="Sanskrit 99" pitchFamily="2" charset="0"/>
              </a:rPr>
              <a:t> </a:t>
            </a:r>
            <a:r>
              <a:rPr lang="en-IN" sz="3733" dirty="0" err="1">
                <a:latin typeface="Sanskrit 99" pitchFamily="2" charset="0"/>
              </a:rPr>
              <a:t>isNxu</a:t>
            </a:r>
            <a:r>
              <a:rPr lang="en-IN" sz="3733" dirty="0">
                <a:latin typeface="Sanskrit 99" pitchFamily="2" charset="0"/>
              </a:rPr>
              <a:t> </a:t>
            </a:r>
            <a:r>
              <a:rPr lang="en-IN" sz="3733" dirty="0" err="1">
                <a:latin typeface="Sanskrit 99" pitchFamily="2" charset="0"/>
              </a:rPr>
              <a:t>gujraq</a:t>
            </a:r>
            <a:r>
              <a:rPr lang="en-IN" sz="3733" dirty="0">
                <a:latin typeface="Sanskrit 99" pitchFamily="2" charset="0"/>
              </a:rPr>
              <a:t> </a:t>
            </a:r>
            <a:r>
              <a:rPr lang="en-IN" sz="3733" dirty="0" err="1">
                <a:latin typeface="Sanskrit 99" pitchFamily="2" charset="0"/>
              </a:rPr>
              <a:t>mraQa</a:t>
            </a:r>
            <a:r>
              <a:rPr lang="en-IN" sz="3733" dirty="0">
                <a:latin typeface="Sanskrit 99" pitchFamily="2" charset="0"/>
              </a:rPr>
              <a:t> </a:t>
            </a:r>
            <a:r>
              <a:rPr lang="en-IN" sz="3733" dirty="0" err="1">
                <a:latin typeface="Sanskrit 99" pitchFamily="2" charset="0"/>
              </a:rPr>
              <a:t>Ôaivf</a:t>
            </a:r>
            <a:r>
              <a:rPr lang="en-IN" sz="3733" dirty="0">
                <a:latin typeface="Sanskrit 99" pitchFamily="2" charset="0"/>
              </a:rPr>
              <a:t> %</a:t>
            </a:r>
            <a:r>
              <a:rPr lang="en-IN" sz="3733" dirty="0" err="1">
                <a:latin typeface="Sanskrit 99" pitchFamily="2" charset="0"/>
              </a:rPr>
              <a:t>Tkl</a:t>
            </a:r>
            <a:r>
              <a:rPr lang="en-IN" sz="3733" dirty="0">
                <a:latin typeface="Sanskrit 99" pitchFamily="2" charset="0"/>
              </a:rPr>
              <a:t> v¼</a:t>
            </a:r>
          </a:p>
          <a:p>
            <a:pPr algn="ctr">
              <a:buNone/>
            </a:pPr>
            <a:endParaRPr lang="en-IN" sz="3733" dirty="0">
              <a:latin typeface="Sanskrit 99" pitchFamily="2" charset="0"/>
            </a:endParaRPr>
          </a:p>
          <a:p>
            <a:pPr algn="ctr">
              <a:buNone/>
            </a:pPr>
            <a:r>
              <a:rPr lang="en-IN" b="1" dirty="0">
                <a:latin typeface="URW Palladio IT" pitchFamily="2" charset="0"/>
              </a:rPr>
              <a:t>Jana </a:t>
            </a:r>
            <a:r>
              <a:rPr lang="en-IN" b="1" dirty="0" err="1">
                <a:latin typeface="URW Palladio IT" pitchFamily="2" charset="0"/>
              </a:rPr>
              <a:t>Gaëa</a:t>
            </a:r>
            <a:r>
              <a:rPr lang="en-IN" b="1" dirty="0">
                <a:latin typeface="URW Palladio IT" pitchFamily="2" charset="0"/>
              </a:rPr>
              <a:t> </a:t>
            </a:r>
            <a:r>
              <a:rPr lang="en-IN" b="1" dirty="0" err="1">
                <a:latin typeface="URW Palladio IT" pitchFamily="2" charset="0"/>
              </a:rPr>
              <a:t>Mana</a:t>
            </a:r>
            <a:r>
              <a:rPr lang="en-IN" b="1" dirty="0">
                <a:latin typeface="URW Palladio IT" pitchFamily="2" charset="0"/>
              </a:rPr>
              <a:t> </a:t>
            </a:r>
            <a:r>
              <a:rPr lang="en-IN" b="1" dirty="0" err="1">
                <a:latin typeface="URW Palladio IT" pitchFamily="2" charset="0"/>
              </a:rPr>
              <a:t>Adhinäyaka</a:t>
            </a:r>
            <a:r>
              <a:rPr lang="en-IN" b="1" dirty="0">
                <a:latin typeface="URW Palladio IT" pitchFamily="2" charset="0"/>
              </a:rPr>
              <a:t> Jaya He</a:t>
            </a:r>
            <a:endParaRPr lang="en-US" b="1" dirty="0">
              <a:latin typeface="URW Palladio IT" pitchFamily="2" charset="0"/>
            </a:endParaRPr>
          </a:p>
          <a:p>
            <a:pPr algn="ctr">
              <a:buNone/>
            </a:pPr>
            <a:r>
              <a:rPr lang="en-IN" b="1" dirty="0" err="1">
                <a:latin typeface="URW Palladio IT" pitchFamily="2" charset="0"/>
              </a:rPr>
              <a:t>Bhärata</a:t>
            </a:r>
            <a:r>
              <a:rPr lang="en-IN" b="1" dirty="0">
                <a:latin typeface="URW Palladio IT" pitchFamily="2" charset="0"/>
              </a:rPr>
              <a:t> </a:t>
            </a:r>
            <a:r>
              <a:rPr lang="en-IN" b="1" dirty="0" err="1">
                <a:latin typeface="URW Palladio IT" pitchFamily="2" charset="0"/>
              </a:rPr>
              <a:t>Bhägya</a:t>
            </a:r>
            <a:r>
              <a:rPr lang="en-IN" b="1" dirty="0">
                <a:latin typeface="URW Palladio IT" pitchFamily="2" charset="0"/>
              </a:rPr>
              <a:t> </a:t>
            </a:r>
            <a:r>
              <a:rPr lang="en-IN" b="1" dirty="0" err="1">
                <a:latin typeface="URW Palladio IT" pitchFamily="2" charset="0"/>
              </a:rPr>
              <a:t>Vidhätä</a:t>
            </a:r>
            <a:endParaRPr lang="en-US" b="1" dirty="0">
              <a:latin typeface="URW Palladio IT" pitchFamily="2" charset="0"/>
            </a:endParaRPr>
          </a:p>
          <a:p>
            <a:pPr algn="ctr">
              <a:buNone/>
            </a:pPr>
            <a:r>
              <a:rPr lang="en-IN" b="1" dirty="0" err="1">
                <a:latin typeface="URW Palladio IT" pitchFamily="2" charset="0"/>
              </a:rPr>
              <a:t>Païjäva</a:t>
            </a:r>
            <a:r>
              <a:rPr lang="en-IN" b="1" dirty="0">
                <a:latin typeface="URW Palladio IT" pitchFamily="2" charset="0"/>
              </a:rPr>
              <a:t> </a:t>
            </a:r>
            <a:r>
              <a:rPr lang="en-IN" b="1" dirty="0" err="1">
                <a:latin typeface="URW Palladio IT" pitchFamily="2" charset="0"/>
              </a:rPr>
              <a:t>Sindhu</a:t>
            </a:r>
            <a:r>
              <a:rPr lang="en-IN" b="1" dirty="0">
                <a:latin typeface="URW Palladio IT" pitchFamily="2" charset="0"/>
              </a:rPr>
              <a:t> </a:t>
            </a:r>
            <a:r>
              <a:rPr lang="en-IN" b="1" dirty="0" err="1">
                <a:latin typeface="URW Palladio IT" pitchFamily="2" charset="0"/>
              </a:rPr>
              <a:t>Gujaräöa</a:t>
            </a:r>
            <a:r>
              <a:rPr lang="en-IN" b="1" dirty="0">
                <a:latin typeface="URW Palladio IT" pitchFamily="2" charset="0"/>
              </a:rPr>
              <a:t> </a:t>
            </a:r>
            <a:r>
              <a:rPr lang="en-IN" b="1" dirty="0" err="1">
                <a:latin typeface="URW Palladio IT" pitchFamily="2" charset="0"/>
              </a:rPr>
              <a:t>Maräöhä</a:t>
            </a:r>
            <a:r>
              <a:rPr lang="en-IN" b="1" dirty="0">
                <a:latin typeface="URW Palladio IT" pitchFamily="2" charset="0"/>
              </a:rPr>
              <a:t> </a:t>
            </a:r>
            <a:r>
              <a:rPr lang="en-IN" b="1" dirty="0" err="1">
                <a:latin typeface="URW Palladio IT" pitchFamily="2" charset="0"/>
              </a:rPr>
              <a:t>Dräviòa</a:t>
            </a:r>
            <a:r>
              <a:rPr lang="en-IN" b="1" dirty="0">
                <a:latin typeface="URW Palladio IT" pitchFamily="2" charset="0"/>
              </a:rPr>
              <a:t> </a:t>
            </a:r>
            <a:r>
              <a:rPr lang="en-IN" b="1" dirty="0" err="1">
                <a:latin typeface="URW Palladio IT" pitchFamily="2" charset="0"/>
              </a:rPr>
              <a:t>Utkala</a:t>
            </a:r>
            <a:r>
              <a:rPr lang="en-IN" b="1" dirty="0">
                <a:latin typeface="URW Palladio IT" pitchFamily="2" charset="0"/>
              </a:rPr>
              <a:t> </a:t>
            </a:r>
            <a:r>
              <a:rPr lang="en-IN" b="1" dirty="0" err="1">
                <a:latin typeface="URW Palladio IT" pitchFamily="2" charset="0"/>
              </a:rPr>
              <a:t>Vaìga</a:t>
            </a:r>
            <a:endParaRPr lang="en-US" b="1" dirty="0">
              <a:latin typeface="URW Palladio IT" pitchFamily="2" charset="0"/>
            </a:endParaRPr>
          </a:p>
          <a:p>
            <a:pPr algn="ctr">
              <a:buNone/>
            </a:pPr>
            <a:endParaRPr lang="en-US" sz="3467" dirty="0">
              <a:latin typeface="Times New Roman" pitchFamily="18" charset="0"/>
              <a:cs typeface="Times New Roman" pitchFamily="18" charset="0"/>
            </a:endParaRPr>
          </a:p>
          <a:p>
            <a:pPr algn="ctr">
              <a:buNone/>
            </a:pPr>
            <a:r>
              <a:rPr lang="en-US" sz="3467" dirty="0">
                <a:latin typeface="Times New Roman" pitchFamily="18" charset="0"/>
                <a:cs typeface="Times New Roman" pitchFamily="18" charset="0"/>
              </a:rPr>
              <a:t>Thou art the ruler of the minds of all people, Dispenser of India's destiny. Thy name rouses the hearts of Punjab, </a:t>
            </a:r>
            <a:r>
              <a:rPr lang="en-US" sz="3467" dirty="0" err="1">
                <a:latin typeface="Times New Roman" pitchFamily="18" charset="0"/>
                <a:cs typeface="Times New Roman" pitchFamily="18" charset="0"/>
              </a:rPr>
              <a:t>Sindhu</a:t>
            </a:r>
            <a:r>
              <a:rPr lang="en-US" sz="3467" dirty="0">
                <a:latin typeface="Times New Roman" pitchFamily="18" charset="0"/>
                <a:cs typeface="Times New Roman" pitchFamily="18" charset="0"/>
              </a:rPr>
              <a:t>, Gujarat and Maratha, Of the </a:t>
            </a:r>
            <a:r>
              <a:rPr lang="en-US" sz="3467" dirty="0" err="1">
                <a:latin typeface="Times New Roman" pitchFamily="18" charset="0"/>
                <a:cs typeface="Times New Roman" pitchFamily="18" charset="0"/>
              </a:rPr>
              <a:t>Dravida</a:t>
            </a:r>
            <a:r>
              <a:rPr lang="en-US" sz="3467" dirty="0">
                <a:latin typeface="Times New Roman" pitchFamily="18" charset="0"/>
                <a:cs typeface="Times New Roman" pitchFamily="18" charset="0"/>
              </a:rPr>
              <a:t> and </a:t>
            </a:r>
            <a:r>
              <a:rPr lang="en-US" sz="3467" dirty="0" err="1">
                <a:latin typeface="Times New Roman" pitchFamily="18" charset="0"/>
                <a:cs typeface="Times New Roman" pitchFamily="18" charset="0"/>
              </a:rPr>
              <a:t>Odhisa</a:t>
            </a:r>
            <a:r>
              <a:rPr lang="en-US" sz="3467" dirty="0">
                <a:latin typeface="Times New Roman" pitchFamily="18" charset="0"/>
                <a:cs typeface="Times New Roman" pitchFamily="18" charset="0"/>
              </a:rPr>
              <a:t/>
            </a:r>
            <a:br>
              <a:rPr lang="en-US" sz="3467" dirty="0">
                <a:latin typeface="Times New Roman" pitchFamily="18" charset="0"/>
                <a:cs typeface="Times New Roman" pitchFamily="18" charset="0"/>
              </a:rPr>
            </a:br>
            <a:r>
              <a:rPr lang="en-US" sz="3467" dirty="0">
                <a:latin typeface="Times New Roman" pitchFamily="18" charset="0"/>
                <a:cs typeface="Times New Roman" pitchFamily="18" charset="0"/>
              </a:rPr>
              <a:t>and Bengal</a:t>
            </a: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701800"/>
            <a:ext cx="2438400" cy="1428808"/>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3600" y="1600200"/>
            <a:ext cx="2438400" cy="1428808"/>
          </a:xfrm>
          <a:prstGeom prst="rect">
            <a:avLst/>
          </a:prstGeom>
          <a:noFill/>
        </p:spPr>
      </p:pic>
    </p:spTree>
    <p:extLst>
      <p:ext uri="{BB962C8B-B14F-4D97-AF65-F5344CB8AC3E}">
        <p14:creationId xmlns:p14="http://schemas.microsoft.com/office/powerpoint/2010/main" val="134734256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0"/>
            <a:ext cx="10972800" cy="6477000"/>
          </a:xfrm>
        </p:spPr>
        <p:txBody>
          <a:bodyPr>
            <a:normAutofit fontScale="77500" lnSpcReduction="20000"/>
          </a:bodyPr>
          <a:lstStyle/>
          <a:p>
            <a:pPr algn="ctr">
              <a:buNone/>
            </a:pPr>
            <a:endParaRPr lang="en-IN" sz="3733" dirty="0">
              <a:latin typeface="Sanskrit 99" pitchFamily="2" charset="0"/>
            </a:endParaRPr>
          </a:p>
          <a:p>
            <a:pPr algn="ctr">
              <a:buNone/>
            </a:pPr>
            <a:r>
              <a:rPr lang="en-IN" sz="3733" dirty="0" err="1">
                <a:latin typeface="Sanskrit 99" pitchFamily="2" charset="0"/>
              </a:rPr>
              <a:t>ivNXy</a:t>
            </a:r>
            <a:r>
              <a:rPr lang="en-IN" sz="3733" dirty="0">
                <a:latin typeface="Sanskrit 99" pitchFamily="2" charset="0"/>
              </a:rPr>
              <a:t> </a:t>
            </a:r>
            <a:r>
              <a:rPr lang="en-IN" sz="3733" dirty="0" err="1">
                <a:latin typeface="Sanskrit 99" pitchFamily="2" charset="0"/>
              </a:rPr>
              <a:t>ihmacl</a:t>
            </a:r>
            <a:r>
              <a:rPr lang="en-IN" sz="3733" dirty="0">
                <a:latin typeface="Sanskrit 99" pitchFamily="2" charset="0"/>
              </a:rPr>
              <a:t> </a:t>
            </a:r>
            <a:r>
              <a:rPr lang="en-IN" sz="3733" dirty="0" err="1">
                <a:latin typeface="Sanskrit 99" pitchFamily="2" charset="0"/>
              </a:rPr>
              <a:t>ymuna</a:t>
            </a:r>
            <a:r>
              <a:rPr lang="en-IN" sz="3733" dirty="0">
                <a:latin typeface="Sanskrit 99" pitchFamily="2" charset="0"/>
              </a:rPr>
              <a:t> g¼a</a:t>
            </a:r>
            <a:endParaRPr lang="en-US" sz="3733" dirty="0">
              <a:latin typeface="Sanskrit 99" pitchFamily="2" charset="0"/>
            </a:endParaRPr>
          </a:p>
          <a:p>
            <a:pPr algn="ctr">
              <a:buNone/>
            </a:pPr>
            <a:r>
              <a:rPr lang="en-IN" sz="3733" dirty="0">
                <a:latin typeface="Sanskrit 99" pitchFamily="2" charset="0"/>
              </a:rPr>
              <a:t>%</a:t>
            </a:r>
            <a:r>
              <a:rPr lang="en-IN" sz="3733" dirty="0" err="1">
                <a:latin typeface="Sanskrit 99" pitchFamily="2" charset="0"/>
              </a:rPr>
              <a:t>CDl</a:t>
            </a:r>
            <a:r>
              <a:rPr lang="en-IN" sz="3733" dirty="0">
                <a:latin typeface="Sanskrit 99" pitchFamily="2" charset="0"/>
              </a:rPr>
              <a:t> </a:t>
            </a:r>
            <a:r>
              <a:rPr lang="en-IN" sz="3733" dirty="0" err="1">
                <a:latin typeface="Sanskrit 99" pitchFamily="2" charset="0"/>
              </a:rPr>
              <a:t>jlix</a:t>
            </a:r>
            <a:r>
              <a:rPr lang="en-IN" sz="3733" dirty="0">
                <a:latin typeface="Sanskrit 99" pitchFamily="2" charset="0"/>
              </a:rPr>
              <a:t> tr¼</a:t>
            </a:r>
            <a:endParaRPr lang="en-US" sz="3733" dirty="0">
              <a:latin typeface="Sanskrit 99" pitchFamily="2" charset="0"/>
            </a:endParaRPr>
          </a:p>
          <a:p>
            <a:pPr algn="ctr">
              <a:buNone/>
            </a:pPr>
            <a:r>
              <a:rPr lang="en-IN" sz="3733" dirty="0" err="1">
                <a:latin typeface="Sanskrit 99" pitchFamily="2" charset="0"/>
              </a:rPr>
              <a:t>tv</a:t>
            </a:r>
            <a:r>
              <a:rPr lang="en-IN" sz="3733" dirty="0">
                <a:latin typeface="Sanskrit 99" pitchFamily="2" charset="0"/>
              </a:rPr>
              <a:t> </a:t>
            </a:r>
            <a:r>
              <a:rPr lang="en-IN" sz="3733" dirty="0" err="1">
                <a:latin typeface="Sanskrit 99" pitchFamily="2" charset="0"/>
              </a:rPr>
              <a:t>zuÉ</a:t>
            </a:r>
            <a:r>
              <a:rPr lang="en-IN" sz="3733" dirty="0">
                <a:latin typeface="Sanskrit 99" pitchFamily="2" charset="0"/>
              </a:rPr>
              <a:t> name </a:t>
            </a:r>
            <a:r>
              <a:rPr lang="en-IN" sz="3733" dirty="0" err="1">
                <a:latin typeface="Sanskrit 99" pitchFamily="2" charset="0"/>
              </a:rPr>
              <a:t>jage</a:t>
            </a:r>
            <a:r>
              <a:rPr lang="en-IN" sz="3733" dirty="0">
                <a:latin typeface="Sanskrit 99" pitchFamily="2" charset="0"/>
              </a:rPr>
              <a:t> </a:t>
            </a:r>
            <a:r>
              <a:rPr lang="en-IN" sz="3733" dirty="0" err="1">
                <a:latin typeface="Sanskrit 99" pitchFamily="2" charset="0"/>
              </a:rPr>
              <a:t>tv</a:t>
            </a:r>
            <a:r>
              <a:rPr lang="en-IN" sz="3733" dirty="0">
                <a:latin typeface="Sanskrit 99" pitchFamily="2" charset="0"/>
              </a:rPr>
              <a:t> </a:t>
            </a:r>
            <a:r>
              <a:rPr lang="en-IN" sz="3733" dirty="0" err="1">
                <a:latin typeface="Sanskrit 99" pitchFamily="2" charset="0"/>
              </a:rPr>
              <a:t>zuÉ</a:t>
            </a:r>
            <a:r>
              <a:rPr lang="en-IN" sz="3733" dirty="0">
                <a:latin typeface="Sanskrit 99" pitchFamily="2" charset="0"/>
              </a:rPr>
              <a:t> </a:t>
            </a:r>
            <a:r>
              <a:rPr lang="en-IN" sz="3733" dirty="0" err="1">
                <a:latin typeface="Sanskrit 99" pitchFamily="2" charset="0"/>
              </a:rPr>
              <a:t>Aaiz</a:t>
            </a:r>
            <a:r>
              <a:rPr lang="en-IN" sz="3733" dirty="0">
                <a:latin typeface="Sanskrit 99" pitchFamily="2" charset="0"/>
              </a:rPr>
              <a:t>; mage </a:t>
            </a:r>
            <a:r>
              <a:rPr lang="en-IN" sz="3733" dirty="0" err="1">
                <a:latin typeface="Sanskrit 99" pitchFamily="2" charset="0"/>
              </a:rPr>
              <a:t>gahe</a:t>
            </a:r>
            <a:r>
              <a:rPr lang="en-IN" sz="3733" dirty="0">
                <a:latin typeface="Sanskrit 99" pitchFamily="2" charset="0"/>
              </a:rPr>
              <a:t> </a:t>
            </a:r>
            <a:r>
              <a:rPr lang="en-IN" sz="3733" dirty="0" err="1">
                <a:latin typeface="Sanskrit 99" pitchFamily="2" charset="0"/>
              </a:rPr>
              <a:t>tv</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a:t>
            </a:r>
            <a:r>
              <a:rPr lang="en-IN" sz="3733" dirty="0" err="1">
                <a:latin typeface="Sanskrit 99" pitchFamily="2" charset="0"/>
              </a:rPr>
              <a:t>gawa</a:t>
            </a:r>
            <a:endParaRPr lang="en-IN" sz="3733" dirty="0">
              <a:latin typeface="Sanskrit 99" pitchFamily="2" charset="0"/>
            </a:endParaRPr>
          </a:p>
          <a:p>
            <a:pPr algn="ctr">
              <a:buNone/>
            </a:pPr>
            <a:endParaRPr lang="en-US" sz="3733" dirty="0">
              <a:latin typeface="Sanskrit 99" pitchFamily="2" charset="0"/>
            </a:endParaRPr>
          </a:p>
          <a:p>
            <a:pPr algn="ctr">
              <a:buNone/>
            </a:pPr>
            <a:endParaRPr lang="en-IN" b="1" dirty="0">
              <a:latin typeface="URW Palladio IT" pitchFamily="2" charset="0"/>
            </a:endParaRPr>
          </a:p>
          <a:p>
            <a:pPr algn="ctr">
              <a:buNone/>
            </a:pPr>
            <a:r>
              <a:rPr lang="en-IN" b="1" dirty="0">
                <a:latin typeface="URW Palladio IT" pitchFamily="2" charset="0"/>
              </a:rPr>
              <a:t>Vindhya </a:t>
            </a:r>
            <a:r>
              <a:rPr lang="en-IN" b="1" dirty="0" err="1">
                <a:latin typeface="URW Palladio IT" pitchFamily="2" charset="0"/>
              </a:rPr>
              <a:t>Himäcala</a:t>
            </a:r>
            <a:r>
              <a:rPr lang="en-IN" b="1" dirty="0">
                <a:latin typeface="URW Palladio IT" pitchFamily="2" charset="0"/>
              </a:rPr>
              <a:t> </a:t>
            </a:r>
            <a:r>
              <a:rPr lang="en-IN" b="1" dirty="0" err="1">
                <a:latin typeface="URW Palladio IT" pitchFamily="2" charset="0"/>
              </a:rPr>
              <a:t>Yamunä</a:t>
            </a:r>
            <a:r>
              <a:rPr lang="en-IN" b="1" dirty="0">
                <a:latin typeface="URW Palladio IT" pitchFamily="2" charset="0"/>
              </a:rPr>
              <a:t> </a:t>
            </a:r>
            <a:r>
              <a:rPr lang="en-IN" b="1" dirty="0" err="1">
                <a:latin typeface="URW Palladio IT" pitchFamily="2" charset="0"/>
              </a:rPr>
              <a:t>Gaìgä</a:t>
            </a:r>
            <a:endParaRPr lang="en-US" b="1" dirty="0">
              <a:latin typeface="URW Palladio IT" pitchFamily="2" charset="0"/>
            </a:endParaRPr>
          </a:p>
          <a:p>
            <a:pPr algn="ctr">
              <a:buNone/>
            </a:pPr>
            <a:r>
              <a:rPr lang="en-IN" b="1" dirty="0" err="1">
                <a:latin typeface="URW Palladio IT" pitchFamily="2" charset="0"/>
              </a:rPr>
              <a:t>Ucchala</a:t>
            </a:r>
            <a:r>
              <a:rPr lang="en-IN" b="1" dirty="0">
                <a:latin typeface="URW Palladio IT" pitchFamily="2" charset="0"/>
              </a:rPr>
              <a:t> </a:t>
            </a:r>
            <a:r>
              <a:rPr lang="en-IN" b="1" dirty="0" err="1">
                <a:latin typeface="URW Palladio IT" pitchFamily="2" charset="0"/>
              </a:rPr>
              <a:t>Jaladhi</a:t>
            </a:r>
            <a:r>
              <a:rPr lang="en-IN" b="1" dirty="0">
                <a:latin typeface="URW Palladio IT" pitchFamily="2" charset="0"/>
              </a:rPr>
              <a:t> </a:t>
            </a:r>
            <a:r>
              <a:rPr lang="en-IN" b="1" dirty="0" err="1">
                <a:latin typeface="URW Palladio IT" pitchFamily="2" charset="0"/>
              </a:rPr>
              <a:t>Taraìga</a:t>
            </a:r>
            <a:endParaRPr lang="en-US" b="1" dirty="0">
              <a:latin typeface="URW Palladio IT" pitchFamily="2" charset="0"/>
            </a:endParaRPr>
          </a:p>
          <a:p>
            <a:pPr algn="ctr">
              <a:buNone/>
            </a:pPr>
            <a:r>
              <a:rPr lang="en-IN" b="1" dirty="0" err="1">
                <a:latin typeface="URW Palladio IT" pitchFamily="2" charset="0"/>
              </a:rPr>
              <a:t>Tava</a:t>
            </a:r>
            <a:r>
              <a:rPr lang="en-IN" b="1" dirty="0">
                <a:latin typeface="URW Palladio IT" pitchFamily="2" charset="0"/>
              </a:rPr>
              <a:t> </a:t>
            </a:r>
            <a:r>
              <a:rPr lang="en-IN" b="1" dirty="0" err="1">
                <a:latin typeface="URW Palladio IT" pitchFamily="2" charset="0"/>
              </a:rPr>
              <a:t>Çubha</a:t>
            </a:r>
            <a:r>
              <a:rPr lang="en-IN" b="1" dirty="0">
                <a:latin typeface="URW Palladio IT" pitchFamily="2" charset="0"/>
              </a:rPr>
              <a:t> </a:t>
            </a:r>
            <a:r>
              <a:rPr lang="en-IN" b="1" dirty="0" err="1">
                <a:latin typeface="URW Palladio IT" pitchFamily="2" charset="0"/>
              </a:rPr>
              <a:t>Näme</a:t>
            </a:r>
            <a:r>
              <a:rPr lang="en-IN" b="1" dirty="0">
                <a:latin typeface="URW Palladio IT" pitchFamily="2" charset="0"/>
              </a:rPr>
              <a:t> </a:t>
            </a:r>
            <a:r>
              <a:rPr lang="en-IN" b="1" dirty="0" err="1">
                <a:latin typeface="URW Palladio IT" pitchFamily="2" charset="0"/>
              </a:rPr>
              <a:t>Jäge</a:t>
            </a:r>
            <a:r>
              <a:rPr lang="en-IN" b="1" dirty="0">
                <a:latin typeface="URW Palladio IT" pitchFamily="2" charset="0"/>
              </a:rPr>
              <a:t> </a:t>
            </a:r>
            <a:r>
              <a:rPr lang="en-IN" b="1" dirty="0" err="1">
                <a:latin typeface="URW Palladio IT" pitchFamily="2" charset="0"/>
              </a:rPr>
              <a:t>Tava</a:t>
            </a:r>
            <a:r>
              <a:rPr lang="en-IN" b="1" dirty="0">
                <a:latin typeface="URW Palladio IT" pitchFamily="2" charset="0"/>
              </a:rPr>
              <a:t> </a:t>
            </a:r>
            <a:r>
              <a:rPr lang="en-IN" b="1" dirty="0" err="1">
                <a:latin typeface="URW Palladio IT" pitchFamily="2" charset="0"/>
              </a:rPr>
              <a:t>Çubha</a:t>
            </a:r>
            <a:r>
              <a:rPr lang="en-IN" b="1" dirty="0">
                <a:latin typeface="URW Palladio IT" pitchFamily="2" charset="0"/>
              </a:rPr>
              <a:t> </a:t>
            </a:r>
            <a:r>
              <a:rPr lang="en-IN" b="1" dirty="0" err="1">
                <a:latin typeface="URW Palladio IT" pitchFamily="2" charset="0"/>
              </a:rPr>
              <a:t>Äçiña</a:t>
            </a:r>
            <a:r>
              <a:rPr lang="en-IN" b="1" dirty="0">
                <a:latin typeface="URW Palladio IT" pitchFamily="2" charset="0"/>
              </a:rPr>
              <a:t> </a:t>
            </a:r>
            <a:r>
              <a:rPr lang="en-IN" b="1" dirty="0" err="1">
                <a:latin typeface="URW Palladio IT" pitchFamily="2" charset="0"/>
              </a:rPr>
              <a:t>Mäge</a:t>
            </a:r>
            <a:r>
              <a:rPr lang="en-IN" b="1" dirty="0">
                <a:latin typeface="URW Palladio IT" pitchFamily="2" charset="0"/>
              </a:rPr>
              <a:t> </a:t>
            </a:r>
            <a:r>
              <a:rPr lang="en-IN" b="1" dirty="0" err="1">
                <a:latin typeface="URW Palladio IT" pitchFamily="2" charset="0"/>
              </a:rPr>
              <a:t>Gähe</a:t>
            </a:r>
            <a:r>
              <a:rPr lang="en-IN" b="1" dirty="0">
                <a:latin typeface="URW Palladio IT" pitchFamily="2" charset="0"/>
              </a:rPr>
              <a:t> </a:t>
            </a:r>
            <a:r>
              <a:rPr lang="en-IN" b="1" dirty="0" err="1">
                <a:latin typeface="URW Palladio IT" pitchFamily="2" charset="0"/>
              </a:rPr>
              <a:t>Tava</a:t>
            </a:r>
            <a:r>
              <a:rPr lang="en-IN" b="1" dirty="0">
                <a:latin typeface="URW Palladio IT" pitchFamily="2" charset="0"/>
              </a:rPr>
              <a:t> Jaya </a:t>
            </a:r>
            <a:r>
              <a:rPr lang="en-IN" b="1" dirty="0" err="1">
                <a:latin typeface="URW Palladio IT" pitchFamily="2" charset="0"/>
              </a:rPr>
              <a:t>Gäthä</a:t>
            </a:r>
            <a:endParaRPr lang="en-US" b="1" dirty="0">
              <a:latin typeface="URW Palladio IT" pitchFamily="2" charset="0"/>
            </a:endParaRPr>
          </a:p>
          <a:p>
            <a:pPr algn="ctr">
              <a:buNone/>
            </a:pPr>
            <a:endParaRPr lang="en-US" dirty="0">
              <a:latin typeface="URW Palladio IT" pitchFamily="2" charset="0"/>
            </a:endParaRPr>
          </a:p>
          <a:p>
            <a:pPr algn="ctr">
              <a:buNone/>
            </a:pPr>
            <a:r>
              <a:rPr lang="en-US" sz="3733" dirty="0"/>
              <a:t>It echoes in the hills of Vindhya and the Himalayas,</a:t>
            </a:r>
            <a:br>
              <a:rPr lang="en-US" sz="3733" dirty="0"/>
            </a:br>
            <a:r>
              <a:rPr lang="en-US" sz="3733" dirty="0"/>
              <a:t>Mingles in the music of </a:t>
            </a:r>
            <a:r>
              <a:rPr lang="en-US" sz="3733" dirty="0" err="1"/>
              <a:t>Ganga</a:t>
            </a:r>
            <a:r>
              <a:rPr lang="en-US" sz="3733" dirty="0"/>
              <a:t> and Yamuna</a:t>
            </a:r>
            <a:br>
              <a:rPr lang="en-US" sz="3733" dirty="0"/>
            </a:br>
            <a:r>
              <a:rPr lang="en-US" sz="3733" dirty="0"/>
              <a:t>and is chanted by The waves of the Indian sea.</a:t>
            </a:r>
            <a:br>
              <a:rPr lang="en-US" sz="3733" dirty="0"/>
            </a:br>
            <a:r>
              <a:rPr lang="en-US" sz="3733" dirty="0"/>
              <a:t>They pray for thy blessings and sing thy praise.</a:t>
            </a:r>
            <a:br>
              <a:rPr lang="en-US" sz="3733" dirty="0"/>
            </a:br>
            <a:r>
              <a:rPr lang="en-US" sz="3733" dirty="0"/>
              <a:t>The saving of all people waits in thy hand,</a:t>
            </a:r>
            <a:endParaRPr lang="en-US" sz="3733" dirty="0">
              <a:latin typeface="Sanskrit 99" pitchFamily="2" charset="0"/>
            </a:endParaRP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600200"/>
            <a:ext cx="2438400" cy="1428808"/>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3600" y="1600200"/>
            <a:ext cx="2438400" cy="1428808"/>
          </a:xfrm>
          <a:prstGeom prst="rect">
            <a:avLst/>
          </a:prstGeom>
          <a:noFill/>
        </p:spPr>
      </p:pic>
    </p:spTree>
    <p:extLst>
      <p:ext uri="{BB962C8B-B14F-4D97-AF65-F5344CB8AC3E}">
        <p14:creationId xmlns:p14="http://schemas.microsoft.com/office/powerpoint/2010/main" val="300862270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0"/>
            <a:ext cx="10972800" cy="6477000"/>
          </a:xfrm>
        </p:spPr>
        <p:txBody>
          <a:bodyPr>
            <a:normAutofit/>
          </a:bodyPr>
          <a:lstStyle/>
          <a:p>
            <a:pPr algn="ctr">
              <a:buNone/>
            </a:pPr>
            <a:r>
              <a:rPr lang="en-IN" sz="3733" dirty="0" err="1">
                <a:latin typeface="Sanskrit 99" pitchFamily="2" charset="0"/>
              </a:rPr>
              <a:t>jn</a:t>
            </a:r>
            <a:r>
              <a:rPr lang="en-IN" sz="3733" dirty="0">
                <a:latin typeface="Sanskrit 99" pitchFamily="2" charset="0"/>
              </a:rPr>
              <a:t> g[ m¼ldayk </a:t>
            </a:r>
            <a:r>
              <a:rPr lang="en-IN" sz="3733" dirty="0" err="1">
                <a:latin typeface="Sanskrit 99" pitchFamily="2" charset="0"/>
              </a:rPr>
              <a:t>jy</a:t>
            </a:r>
            <a:r>
              <a:rPr lang="en-IN" sz="3733" dirty="0">
                <a:latin typeface="Sanskrit 99" pitchFamily="2" charset="0"/>
              </a:rPr>
              <a:t> he</a:t>
            </a:r>
            <a:endParaRPr lang="en-US" sz="3733" dirty="0">
              <a:latin typeface="Sanskrit 99" pitchFamily="2" charset="0"/>
            </a:endParaRPr>
          </a:p>
          <a:p>
            <a:pPr algn="ctr">
              <a:buNone/>
            </a:pPr>
            <a:r>
              <a:rPr lang="en-IN" sz="3733" dirty="0" err="1">
                <a:latin typeface="Sanskrit 99" pitchFamily="2" charset="0"/>
              </a:rPr>
              <a:t>Éart</a:t>
            </a:r>
            <a:r>
              <a:rPr lang="en-IN" sz="3733" dirty="0">
                <a:latin typeface="Sanskrit 99" pitchFamily="2" charset="0"/>
              </a:rPr>
              <a:t> </a:t>
            </a:r>
            <a:r>
              <a:rPr lang="en-IN" sz="3733" dirty="0" err="1">
                <a:latin typeface="Sanskrit 99" pitchFamily="2" charset="0"/>
              </a:rPr>
              <a:t>ÉaGy</a:t>
            </a:r>
            <a:r>
              <a:rPr lang="en-IN" sz="3733" dirty="0">
                <a:latin typeface="Sanskrit 99" pitchFamily="2" charset="0"/>
              </a:rPr>
              <a:t> </a:t>
            </a:r>
            <a:r>
              <a:rPr lang="en-IN" sz="3733" dirty="0" err="1">
                <a:latin typeface="Sanskrit 99" pitchFamily="2" charset="0"/>
              </a:rPr>
              <a:t>ivxata</a:t>
            </a:r>
            <a:endParaRPr lang="en-US" sz="3733" dirty="0">
              <a:latin typeface="Sanskrit 99" pitchFamily="2" charset="0"/>
            </a:endParaRPr>
          </a:p>
          <a:p>
            <a:pPr algn="ctr">
              <a:buNone/>
            </a:pPr>
            <a:r>
              <a:rPr lang="en-IN" sz="3733" dirty="0" err="1">
                <a:latin typeface="Sanskrit 99" pitchFamily="2" charset="0"/>
              </a:rPr>
              <a:t>jy</a:t>
            </a:r>
            <a:r>
              <a:rPr lang="en-IN" sz="3733" dirty="0">
                <a:latin typeface="Sanskrit 99" pitchFamily="2" charset="0"/>
              </a:rPr>
              <a:t> he </a:t>
            </a:r>
            <a:r>
              <a:rPr lang="en-IN" sz="3733" dirty="0" err="1">
                <a:latin typeface="Sanskrit 99" pitchFamily="2" charset="0"/>
              </a:rPr>
              <a:t>jy</a:t>
            </a:r>
            <a:r>
              <a:rPr lang="en-IN" sz="3733" dirty="0">
                <a:latin typeface="Sanskrit 99" pitchFamily="2" charset="0"/>
              </a:rPr>
              <a:t> he </a:t>
            </a:r>
            <a:r>
              <a:rPr lang="en-IN" sz="3733" dirty="0" err="1">
                <a:latin typeface="Sanskrit 99" pitchFamily="2" charset="0"/>
              </a:rPr>
              <a:t>jy</a:t>
            </a:r>
            <a:r>
              <a:rPr lang="en-IN" sz="3733" dirty="0">
                <a:latin typeface="Sanskrit 99" pitchFamily="2" charset="0"/>
              </a:rPr>
              <a:t> he </a:t>
            </a:r>
            <a:r>
              <a:rPr lang="en-IN" sz="3733" dirty="0" err="1">
                <a:latin typeface="Sanskrit 99" pitchFamily="2" charset="0"/>
              </a:rPr>
              <a:t>jy</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he</a:t>
            </a:r>
          </a:p>
          <a:p>
            <a:pPr algn="ctr">
              <a:buNone/>
            </a:pPr>
            <a:endParaRPr lang="en-US" sz="3733" dirty="0">
              <a:latin typeface="Sanskrit 99" pitchFamily="2" charset="0"/>
            </a:endParaRPr>
          </a:p>
          <a:p>
            <a:pPr algn="ctr">
              <a:buNone/>
            </a:pPr>
            <a:r>
              <a:rPr lang="en-IN" b="1" dirty="0">
                <a:latin typeface="URW Palladio IT" pitchFamily="2" charset="0"/>
              </a:rPr>
              <a:t>Jana </a:t>
            </a:r>
            <a:r>
              <a:rPr lang="en-IN" b="1" dirty="0" err="1">
                <a:latin typeface="URW Palladio IT" pitchFamily="2" charset="0"/>
              </a:rPr>
              <a:t>Gaëa</a:t>
            </a:r>
            <a:r>
              <a:rPr lang="en-IN" b="1" dirty="0">
                <a:latin typeface="URW Palladio IT" pitchFamily="2" charset="0"/>
              </a:rPr>
              <a:t> </a:t>
            </a:r>
            <a:r>
              <a:rPr lang="en-IN" b="1" dirty="0" err="1">
                <a:latin typeface="URW Palladio IT" pitchFamily="2" charset="0"/>
              </a:rPr>
              <a:t>Maìgaladäyaka</a:t>
            </a:r>
            <a:r>
              <a:rPr lang="en-IN" b="1" dirty="0">
                <a:latin typeface="URW Palladio IT" pitchFamily="2" charset="0"/>
              </a:rPr>
              <a:t> Jaya He</a:t>
            </a:r>
            <a:endParaRPr lang="en-US" b="1" dirty="0">
              <a:latin typeface="URW Palladio IT" pitchFamily="2" charset="0"/>
            </a:endParaRPr>
          </a:p>
          <a:p>
            <a:pPr algn="ctr">
              <a:buNone/>
            </a:pPr>
            <a:r>
              <a:rPr lang="en-IN" b="1" dirty="0" err="1">
                <a:latin typeface="URW Palladio IT" pitchFamily="2" charset="0"/>
              </a:rPr>
              <a:t>Bhärata</a:t>
            </a:r>
            <a:r>
              <a:rPr lang="en-IN" b="1" dirty="0">
                <a:latin typeface="URW Palladio IT" pitchFamily="2" charset="0"/>
              </a:rPr>
              <a:t> </a:t>
            </a:r>
            <a:r>
              <a:rPr lang="en-IN" b="1" dirty="0" err="1">
                <a:latin typeface="URW Palladio IT" pitchFamily="2" charset="0"/>
              </a:rPr>
              <a:t>Bhägya</a:t>
            </a:r>
            <a:r>
              <a:rPr lang="en-IN" b="1" dirty="0">
                <a:latin typeface="URW Palladio IT" pitchFamily="2" charset="0"/>
              </a:rPr>
              <a:t> </a:t>
            </a:r>
            <a:r>
              <a:rPr lang="en-IN" b="1" dirty="0" err="1">
                <a:latin typeface="URW Palladio IT" pitchFamily="2" charset="0"/>
              </a:rPr>
              <a:t>Vidhätä</a:t>
            </a:r>
            <a:endParaRPr lang="en-US" b="1" dirty="0">
              <a:latin typeface="URW Palladio IT" pitchFamily="2" charset="0"/>
            </a:endParaRPr>
          </a:p>
          <a:p>
            <a:pPr algn="ctr">
              <a:buNone/>
            </a:pPr>
            <a:r>
              <a:rPr lang="en-IN" b="1" dirty="0">
                <a:latin typeface="URW Palladio IT" pitchFamily="2" charset="0"/>
              </a:rPr>
              <a:t>Jaya He Jaya He Jaya He Jaya </a:t>
            </a:r>
            <a:r>
              <a:rPr lang="en-IN" b="1" dirty="0" err="1">
                <a:latin typeface="URW Palladio IT" pitchFamily="2" charset="0"/>
              </a:rPr>
              <a:t>Jaya</a:t>
            </a:r>
            <a:r>
              <a:rPr lang="en-IN" b="1" dirty="0">
                <a:latin typeface="URW Palladio IT" pitchFamily="2" charset="0"/>
              </a:rPr>
              <a:t> </a:t>
            </a:r>
            <a:r>
              <a:rPr lang="en-IN" b="1" dirty="0" err="1">
                <a:latin typeface="URW Palladio IT" pitchFamily="2" charset="0"/>
              </a:rPr>
              <a:t>Jaya</a:t>
            </a:r>
            <a:r>
              <a:rPr lang="en-IN" b="1" dirty="0">
                <a:latin typeface="URW Palladio IT" pitchFamily="2" charset="0"/>
              </a:rPr>
              <a:t> </a:t>
            </a:r>
            <a:r>
              <a:rPr lang="en-IN" b="1" dirty="0" err="1">
                <a:latin typeface="URW Palladio IT" pitchFamily="2" charset="0"/>
              </a:rPr>
              <a:t>Jaya</a:t>
            </a:r>
            <a:r>
              <a:rPr lang="en-IN" b="1" dirty="0">
                <a:latin typeface="URW Palladio IT" pitchFamily="2" charset="0"/>
              </a:rPr>
              <a:t> He</a:t>
            </a:r>
            <a:endParaRPr lang="en-US" b="1" dirty="0">
              <a:latin typeface="URW Palladio IT" pitchFamily="2" charset="0"/>
            </a:endParaRPr>
          </a:p>
          <a:p>
            <a:endParaRPr lang="en-US" dirty="0" smtClean="0">
              <a:latin typeface="Sanskrit 99" pitchFamily="2" charset="0"/>
            </a:endParaRPr>
          </a:p>
          <a:p>
            <a:pPr algn="ctr">
              <a:buNone/>
            </a:pPr>
            <a:r>
              <a:rPr lang="en-US" dirty="0" smtClean="0"/>
              <a:t>Thou dispenser of India's destiny.</a:t>
            </a:r>
            <a:br>
              <a:rPr lang="en-US" dirty="0" smtClean="0"/>
            </a:br>
            <a:r>
              <a:rPr lang="en-US" dirty="0" smtClean="0"/>
              <a:t>Victory, victory, victory to thee.</a:t>
            </a:r>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905000"/>
            <a:ext cx="2438400" cy="1428808"/>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3600" y="1905000"/>
            <a:ext cx="2438400" cy="1428808"/>
          </a:xfrm>
          <a:prstGeom prst="rect">
            <a:avLst/>
          </a:prstGeom>
          <a:noFill/>
        </p:spPr>
      </p:pic>
    </p:spTree>
    <p:extLst>
      <p:ext uri="{BB962C8B-B14F-4D97-AF65-F5344CB8AC3E}">
        <p14:creationId xmlns:p14="http://schemas.microsoft.com/office/powerpoint/2010/main" val="411408450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200" y="5418153"/>
            <a:ext cx="106595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914400" y="3276613"/>
            <a:ext cx="103632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8800" b="1" i="1" dirty="0">
                <a:latin typeface="DFKai-SB" pitchFamily="65" charset="-120"/>
                <a:ea typeface="DFKai-SB" pitchFamily="65" charset="-120"/>
              </a:rPr>
              <a:t>ALL TOGETHER</a:t>
            </a:r>
            <a:endParaRPr lang="en-IN" sz="8800" b="1" i="1" dirty="0">
              <a:latin typeface="DFKai-SB" pitchFamily="65" charset="-120"/>
              <a:ea typeface="DFKai-SB" pitchFamily="65" charset="-120"/>
            </a:endParaRPr>
          </a:p>
          <a:p>
            <a:pPr eaLnBrk="1" hangingPunct="1"/>
            <a:endParaRPr lang="en-US" sz="8800" dirty="0">
              <a:solidFill>
                <a:prstClr val="black"/>
              </a:solidFill>
              <a:latin typeface="AGaramond Bold" pitchFamily="18" charset="0"/>
            </a:endParaRPr>
          </a:p>
        </p:txBody>
      </p:sp>
      <p:sp>
        <p:nvSpPr>
          <p:cNvPr id="6" name="Subtitle 2"/>
          <p:cNvSpPr txBox="1">
            <a:spLocks/>
          </p:cNvSpPr>
          <p:nvPr/>
        </p:nvSpPr>
        <p:spPr bwMode="auto">
          <a:xfrm>
            <a:off x="0" y="1447800"/>
            <a:ext cx="1219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smtClean="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46585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Calibri"/>
        <a:ea typeface="SimSun"/>
        <a:cs typeface=""/>
      </a:majorFont>
      <a:minorFont>
        <a:latin typeface="Calibri"/>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lnDef>
  </a:objectDefaults>
  <a:extraClrSchemeLst/>
</a:theme>
</file>

<file path=ppt/theme/theme6.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657</TotalTime>
  <Words>2603</Words>
  <Application>Microsoft Office PowerPoint</Application>
  <PresentationFormat>Widescreen</PresentationFormat>
  <Paragraphs>914</Paragraphs>
  <Slides>107</Slides>
  <Notes>3</Notes>
  <HiddenSlides>0</HiddenSlides>
  <MMClips>0</MMClips>
  <ScaleCrop>false</ScaleCrop>
  <HeadingPairs>
    <vt:vector size="6" baseType="variant">
      <vt:variant>
        <vt:lpstr>Fonts Used</vt:lpstr>
      </vt:variant>
      <vt:variant>
        <vt:i4>23</vt:i4>
      </vt:variant>
      <vt:variant>
        <vt:lpstr>Theme</vt:lpstr>
      </vt:variant>
      <vt:variant>
        <vt:i4>6</vt:i4>
      </vt:variant>
      <vt:variant>
        <vt:lpstr>Slide Titles</vt:lpstr>
      </vt:variant>
      <vt:variant>
        <vt:i4>107</vt:i4>
      </vt:variant>
    </vt:vector>
  </HeadingPairs>
  <TitlesOfParts>
    <vt:vector size="136" baseType="lpstr">
      <vt:lpstr>宋体</vt:lpstr>
      <vt:lpstr>宋体</vt:lpstr>
      <vt:lpstr>AGaramond Bold</vt:lpstr>
      <vt:lpstr>Aparajita</vt:lpstr>
      <vt:lpstr>Arial</vt:lpstr>
      <vt:lpstr>Arial Unicode MS</vt:lpstr>
      <vt:lpstr>BRH Kannada</vt:lpstr>
      <vt:lpstr>BRH Kannada Extra</vt:lpstr>
      <vt:lpstr>Calibri</vt:lpstr>
      <vt:lpstr>DFKai-SB</vt:lpstr>
      <vt:lpstr>Garamond</vt:lpstr>
      <vt:lpstr>GITA1</vt:lpstr>
      <vt:lpstr>Mangal</vt:lpstr>
      <vt:lpstr>Palatino Linotype</vt:lpstr>
      <vt:lpstr>Sanskrit 2003</vt:lpstr>
      <vt:lpstr>Sanskrit 99</vt:lpstr>
      <vt:lpstr>Segoe UI</vt:lpstr>
      <vt:lpstr>Times New Roman</vt:lpstr>
      <vt:lpstr>Tunga</vt:lpstr>
      <vt:lpstr>URW Palladio IT</vt:lpstr>
      <vt:lpstr>URW Palladio ITU</vt:lpstr>
      <vt:lpstr>Wingdings</vt:lpstr>
      <vt:lpstr>Wingdings 2</vt:lpstr>
      <vt:lpstr>Office Theme</vt:lpstr>
      <vt:lpstr>2_Office Theme</vt:lpstr>
      <vt:lpstr>1_Blank Presentation</vt:lpstr>
      <vt:lpstr>3_Office Theme</vt:lpstr>
      <vt:lpstr>4_Office Theme</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श्रीमद्गोस्वामी-तुलसीदासजी विरचित   ॥श्रीहनुमान चालीसा॥ || Çré Hanumäna Cälésä ||   ॥ ಶ್ರೀ ಹನುಮಾನ್ ಚಾಲೀಸಾ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dc:creator>
  <cp:lastModifiedBy>IT Dept</cp:lastModifiedBy>
  <cp:revision>124</cp:revision>
  <dcterms:created xsi:type="dcterms:W3CDTF">2006-08-16T00:00:00Z</dcterms:created>
  <dcterms:modified xsi:type="dcterms:W3CDTF">2021-04-03T01:22:20Z</dcterms:modified>
</cp:coreProperties>
</file>