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722" r:id="rId4"/>
    <p:sldMasterId id="2147483734" r:id="rId5"/>
  </p:sldMasterIdLst>
  <p:notesMasterIdLst>
    <p:notesMasterId r:id="rId116"/>
  </p:notesMasterIdLst>
  <p:sldIdLst>
    <p:sldId id="293" r:id="rId6"/>
    <p:sldId id="383" r:id="rId7"/>
    <p:sldId id="384" r:id="rId8"/>
    <p:sldId id="386" r:id="rId9"/>
    <p:sldId id="387" r:id="rId10"/>
    <p:sldId id="388" r:id="rId11"/>
    <p:sldId id="389" r:id="rId12"/>
    <p:sldId id="390" r:id="rId13"/>
    <p:sldId id="391" r:id="rId14"/>
    <p:sldId id="392" r:id="rId15"/>
    <p:sldId id="296" r:id="rId16"/>
    <p:sldId id="297" r:id="rId17"/>
    <p:sldId id="298" r:id="rId18"/>
    <p:sldId id="299" r:id="rId19"/>
    <p:sldId id="300"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7" r:id="rId75"/>
    <p:sldId id="291" r:id="rId76"/>
    <p:sldId id="259" r:id="rId77"/>
    <p:sldId id="265" r:id="rId78"/>
    <p:sldId id="261" r:id="rId79"/>
    <p:sldId id="262" r:id="rId80"/>
    <p:sldId id="263" r:id="rId81"/>
    <p:sldId id="264" r:id="rId82"/>
    <p:sldId id="266" r:id="rId83"/>
    <p:sldId id="267" r:id="rId84"/>
    <p:sldId id="268" r:id="rId85"/>
    <p:sldId id="269" r:id="rId86"/>
    <p:sldId id="270" r:id="rId87"/>
    <p:sldId id="271" r:id="rId88"/>
    <p:sldId id="272" r:id="rId89"/>
    <p:sldId id="273" r:id="rId90"/>
    <p:sldId id="274" r:id="rId91"/>
    <p:sldId id="275" r:id="rId92"/>
    <p:sldId id="276" r:id="rId93"/>
    <p:sldId id="277" r:id="rId94"/>
    <p:sldId id="278" r:id="rId95"/>
    <p:sldId id="279" r:id="rId96"/>
    <p:sldId id="280" r:id="rId97"/>
    <p:sldId id="287" r:id="rId98"/>
    <p:sldId id="288" r:id="rId99"/>
    <p:sldId id="289" r:id="rId100"/>
    <p:sldId id="290" r:id="rId101"/>
    <p:sldId id="281" r:id="rId102"/>
    <p:sldId id="282" r:id="rId103"/>
    <p:sldId id="283" r:id="rId104"/>
    <p:sldId id="374" r:id="rId105"/>
    <p:sldId id="375" r:id="rId106"/>
    <p:sldId id="371" r:id="rId107"/>
    <p:sldId id="382" r:id="rId108"/>
    <p:sldId id="372" r:id="rId109"/>
    <p:sldId id="373" r:id="rId110"/>
    <p:sldId id="453" r:id="rId111"/>
    <p:sldId id="454" r:id="rId112"/>
    <p:sldId id="455" r:id="rId113"/>
    <p:sldId id="456" r:id="rId114"/>
    <p:sldId id="385"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2" autoAdjust="0"/>
    <p:restoredTop sz="94724" autoAdjust="0"/>
  </p:normalViewPr>
  <p:slideViewPr>
    <p:cSldViewPr>
      <p:cViewPr varScale="1">
        <p:scale>
          <a:sx n="78" d="100"/>
          <a:sy n="78" d="100"/>
        </p:scale>
        <p:origin x="940" y="5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presProps" Target="presProps.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viewProps" Target="viewProp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theme" Target="theme/theme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3F12A9-CEA2-4A9A-88D2-9582676165B7}"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BD3C6C-D57C-40F5-B85A-78F4FDCACC20}" type="slidenum">
              <a:rPr lang="en-US" smtClean="0"/>
              <a:t>‹#›</a:t>
            </a:fld>
            <a:endParaRPr lang="en-US"/>
          </a:p>
        </p:txBody>
      </p:sp>
    </p:spTree>
    <p:extLst>
      <p:ext uri="{BB962C8B-B14F-4D97-AF65-F5344CB8AC3E}">
        <p14:creationId xmlns:p14="http://schemas.microsoft.com/office/powerpoint/2010/main" val="377094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91779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54723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2131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544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3878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5932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1744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6005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677295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855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30976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554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44988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93150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15459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938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37384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04110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4"/>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6475" indent="0" algn="ctr">
              <a:buNone/>
              <a:defRPr>
                <a:solidFill>
                  <a:schemeClr val="tx1">
                    <a:tint val="75000"/>
                  </a:schemeClr>
                </a:solidFill>
              </a:defRPr>
            </a:lvl2pPr>
            <a:lvl3pPr marL="912958" indent="0" algn="ctr">
              <a:buNone/>
              <a:defRPr>
                <a:solidFill>
                  <a:schemeClr val="tx1">
                    <a:tint val="75000"/>
                  </a:schemeClr>
                </a:solidFill>
              </a:defRPr>
            </a:lvl3pPr>
            <a:lvl4pPr marL="1369435" indent="0" algn="ctr">
              <a:buNone/>
              <a:defRPr>
                <a:solidFill>
                  <a:schemeClr val="tx1">
                    <a:tint val="75000"/>
                  </a:schemeClr>
                </a:solidFill>
              </a:defRPr>
            </a:lvl4pPr>
            <a:lvl5pPr marL="1825917" indent="0" algn="ctr">
              <a:buNone/>
              <a:defRPr>
                <a:solidFill>
                  <a:schemeClr val="tx1">
                    <a:tint val="75000"/>
                  </a:schemeClr>
                </a:solidFill>
              </a:defRPr>
            </a:lvl5pPr>
            <a:lvl6pPr marL="2282389" indent="0" algn="ctr">
              <a:buNone/>
              <a:defRPr>
                <a:solidFill>
                  <a:schemeClr val="tx1">
                    <a:tint val="75000"/>
                  </a:schemeClr>
                </a:solidFill>
              </a:defRPr>
            </a:lvl6pPr>
            <a:lvl7pPr marL="2738865" indent="0" algn="ctr">
              <a:buNone/>
              <a:defRPr>
                <a:solidFill>
                  <a:schemeClr val="tx1">
                    <a:tint val="75000"/>
                  </a:schemeClr>
                </a:solidFill>
              </a:defRPr>
            </a:lvl7pPr>
            <a:lvl8pPr marL="3195345" indent="0" algn="ctr">
              <a:buNone/>
              <a:defRPr>
                <a:solidFill>
                  <a:schemeClr val="tx1">
                    <a:tint val="75000"/>
                  </a:schemeClr>
                </a:solidFill>
              </a:defRPr>
            </a:lvl8pPr>
            <a:lvl9pPr marL="3651822"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fld id="{8FE5BD54-E08F-4A77-8648-485EDD4AFDF9}" type="datetimeFigureOut">
              <a:rPr lang="en-US">
                <a:solidFill>
                  <a:prstClr val="black">
                    <a:tint val="75000"/>
                  </a:prstClr>
                </a:solidFill>
              </a:rPr>
              <a:pPr>
                <a:defRPr/>
              </a:pPr>
              <a:t>2/25/2026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ED287D-0603-4DCF-82AD-EB5DDDBF974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12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A078B0AB-BA6C-4AA5-A057-1ACB8202BB06}" type="datetimeFigureOut">
              <a:rPr lang="en-US">
                <a:solidFill>
                  <a:prstClr val="black">
                    <a:tint val="75000"/>
                  </a:prstClr>
                </a:solidFill>
              </a:rPr>
              <a:pPr>
                <a:defRPr/>
              </a:pPr>
              <a:t>2/25/2026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5E9AF4F-8340-4D34-9A32-10A988C239D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153465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6"/>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180041"/>
            <a:ext cx="7772400" cy="1125140"/>
          </a:xfrm>
        </p:spPr>
        <p:txBody>
          <a:bodyPr anchor="b"/>
          <a:lstStyle>
            <a:lvl1pPr marL="0" indent="0">
              <a:buNone/>
              <a:defRPr sz="2000">
                <a:solidFill>
                  <a:schemeClr val="tx1">
                    <a:tint val="75000"/>
                  </a:schemeClr>
                </a:solidFill>
              </a:defRPr>
            </a:lvl1pPr>
            <a:lvl2pPr marL="456475" indent="0">
              <a:buNone/>
              <a:defRPr sz="1800">
                <a:solidFill>
                  <a:schemeClr val="tx1">
                    <a:tint val="75000"/>
                  </a:schemeClr>
                </a:solidFill>
              </a:defRPr>
            </a:lvl2pPr>
            <a:lvl3pPr marL="912958" indent="0">
              <a:buNone/>
              <a:defRPr sz="1600">
                <a:solidFill>
                  <a:schemeClr val="tx1">
                    <a:tint val="75000"/>
                  </a:schemeClr>
                </a:solidFill>
              </a:defRPr>
            </a:lvl3pPr>
            <a:lvl4pPr marL="1369435" indent="0">
              <a:buNone/>
              <a:defRPr sz="1400">
                <a:solidFill>
                  <a:schemeClr val="tx1">
                    <a:tint val="75000"/>
                  </a:schemeClr>
                </a:solidFill>
              </a:defRPr>
            </a:lvl4pPr>
            <a:lvl5pPr marL="1825917" indent="0">
              <a:buNone/>
              <a:defRPr sz="1400">
                <a:solidFill>
                  <a:schemeClr val="tx1">
                    <a:tint val="75000"/>
                  </a:schemeClr>
                </a:solidFill>
              </a:defRPr>
            </a:lvl5pPr>
            <a:lvl6pPr marL="2282389" indent="0">
              <a:buNone/>
              <a:defRPr sz="1400">
                <a:solidFill>
                  <a:schemeClr val="tx1">
                    <a:tint val="75000"/>
                  </a:schemeClr>
                </a:solidFill>
              </a:defRPr>
            </a:lvl6pPr>
            <a:lvl7pPr marL="2738865" indent="0">
              <a:buNone/>
              <a:defRPr sz="1400">
                <a:solidFill>
                  <a:schemeClr val="tx1">
                    <a:tint val="75000"/>
                  </a:schemeClr>
                </a:solidFill>
              </a:defRPr>
            </a:lvl7pPr>
            <a:lvl8pPr marL="3195345" indent="0">
              <a:buNone/>
              <a:defRPr sz="1400">
                <a:solidFill>
                  <a:schemeClr val="tx1">
                    <a:tint val="75000"/>
                  </a:schemeClr>
                </a:solidFill>
              </a:defRPr>
            </a:lvl8pPr>
            <a:lvl9pPr marL="365182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3704637-9264-4EF2-90C6-331743BA0209}" type="datetimeFigureOut">
              <a:rPr lang="en-US">
                <a:solidFill>
                  <a:prstClr val="black">
                    <a:tint val="75000"/>
                  </a:prstClr>
                </a:solidFill>
              </a:rPr>
              <a:pPr>
                <a:defRPr/>
              </a:pPr>
              <a:t>2/25/2026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D6D42EB-225E-4841-BBBD-FF87A9B6FCA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77706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2" y="1200157"/>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3" y="1200157"/>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4A559743-672C-440E-A4FC-A4CDEDE02F71}" type="datetimeFigureOut">
              <a:rPr lang="en-US">
                <a:solidFill>
                  <a:prstClr val="black">
                    <a:tint val="75000"/>
                  </a:prstClr>
                </a:solidFill>
              </a:rPr>
              <a:pPr>
                <a:defRPr/>
              </a:pPr>
              <a:t>2/25/2026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8B3CE85-E40C-4260-98DA-FBE3FAE4AD19}"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59167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2" y="1151335"/>
            <a:ext cx="4040188" cy="479822"/>
          </a:xfrm>
        </p:spPr>
        <p:txBody>
          <a:bodyPr anchor="b"/>
          <a:lstStyle>
            <a:lvl1pPr marL="0" indent="0">
              <a:buNone/>
              <a:defRPr sz="2400" b="1"/>
            </a:lvl1pPr>
            <a:lvl2pPr marL="456475" indent="0">
              <a:buNone/>
              <a:defRPr sz="2000" b="1"/>
            </a:lvl2pPr>
            <a:lvl3pPr marL="912958" indent="0">
              <a:buNone/>
              <a:defRPr sz="1800" b="1"/>
            </a:lvl3pPr>
            <a:lvl4pPr marL="1369435" indent="0">
              <a:buNone/>
              <a:defRPr sz="1600" b="1"/>
            </a:lvl4pPr>
            <a:lvl5pPr marL="1825917" indent="0">
              <a:buNone/>
              <a:defRPr sz="1600" b="1"/>
            </a:lvl5pPr>
            <a:lvl6pPr marL="2282389" indent="0">
              <a:buNone/>
              <a:defRPr sz="1600" b="1"/>
            </a:lvl6pPr>
            <a:lvl7pPr marL="2738865" indent="0">
              <a:buNone/>
              <a:defRPr sz="1600" b="1"/>
            </a:lvl7pPr>
            <a:lvl8pPr marL="3195345" indent="0">
              <a:buNone/>
              <a:defRPr sz="1600" b="1"/>
            </a:lvl8pPr>
            <a:lvl9pPr marL="365182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6475" indent="0">
              <a:buNone/>
              <a:defRPr sz="2000" b="1"/>
            </a:lvl2pPr>
            <a:lvl3pPr marL="912958" indent="0">
              <a:buNone/>
              <a:defRPr sz="1800" b="1"/>
            </a:lvl3pPr>
            <a:lvl4pPr marL="1369435" indent="0">
              <a:buNone/>
              <a:defRPr sz="1600" b="1"/>
            </a:lvl4pPr>
            <a:lvl5pPr marL="1825917" indent="0">
              <a:buNone/>
              <a:defRPr sz="1600" b="1"/>
            </a:lvl5pPr>
            <a:lvl6pPr marL="2282389" indent="0">
              <a:buNone/>
              <a:defRPr sz="1600" b="1"/>
            </a:lvl6pPr>
            <a:lvl7pPr marL="2738865" indent="0">
              <a:buNone/>
              <a:defRPr sz="1600" b="1"/>
            </a:lvl7pPr>
            <a:lvl8pPr marL="3195345" indent="0">
              <a:buNone/>
              <a:defRPr sz="1600" b="1"/>
            </a:lvl8pPr>
            <a:lvl9pPr marL="365182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fld id="{975CE86E-7B03-4F0F-BFE5-CF2BAE68D609}" type="datetimeFigureOut">
              <a:rPr lang="en-US">
                <a:solidFill>
                  <a:prstClr val="black">
                    <a:tint val="75000"/>
                  </a:prstClr>
                </a:solidFill>
              </a:rPr>
              <a:pPr>
                <a:defRPr/>
              </a:pPr>
              <a:t>2/25/2026</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ED1D1035-2DA5-451F-B443-AB0E1217DB6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96561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6275AAE3-A298-4ED7-805A-BB640A1F7C77}" type="datetimeFigureOut">
              <a:rPr lang="en-US">
                <a:solidFill>
                  <a:prstClr val="black">
                    <a:tint val="75000"/>
                  </a:prstClr>
                </a:solidFill>
              </a:rPr>
              <a:pPr>
                <a:defRPr/>
              </a:pPr>
              <a:t>2/25/2026</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A5D9B6A7-1A08-4CA2-8928-DF8F4FABD31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77344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ACDE019-48CD-4766-BC77-96910EF0D6AA}" type="datetimeFigureOut">
              <a:rPr lang="en-US">
                <a:solidFill>
                  <a:prstClr val="black">
                    <a:tint val="75000"/>
                  </a:prstClr>
                </a:solidFill>
              </a:rPr>
              <a:pPr>
                <a:defRPr/>
              </a:pPr>
              <a:t>2/25/2026</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A1C6305-6D2A-4E76-9A8B-8D368A5C4C3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485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04787"/>
            <a:ext cx="3008313" cy="871538"/>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04795"/>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4" y="1076333"/>
            <a:ext cx="3008313" cy="3518297"/>
          </a:xfrm>
        </p:spPr>
        <p:txBody>
          <a:bodyPr/>
          <a:lstStyle>
            <a:lvl1pPr marL="0" indent="0">
              <a:buNone/>
              <a:defRPr sz="1400"/>
            </a:lvl1pPr>
            <a:lvl2pPr marL="456475" indent="0">
              <a:buNone/>
              <a:defRPr sz="1200"/>
            </a:lvl2pPr>
            <a:lvl3pPr marL="912958" indent="0">
              <a:buNone/>
              <a:defRPr sz="1000"/>
            </a:lvl3pPr>
            <a:lvl4pPr marL="1369435" indent="0">
              <a:buNone/>
              <a:defRPr sz="900"/>
            </a:lvl4pPr>
            <a:lvl5pPr marL="1825917" indent="0">
              <a:buNone/>
              <a:defRPr sz="900"/>
            </a:lvl5pPr>
            <a:lvl6pPr marL="2282389" indent="0">
              <a:buNone/>
              <a:defRPr sz="900"/>
            </a:lvl6pPr>
            <a:lvl7pPr marL="2738865" indent="0">
              <a:buNone/>
              <a:defRPr sz="900"/>
            </a:lvl7pPr>
            <a:lvl8pPr marL="3195345" indent="0">
              <a:buNone/>
              <a:defRPr sz="900"/>
            </a:lvl8pPr>
            <a:lvl9pPr marL="365182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68B733C-58EE-471C-B209-258D0A569672}" type="datetimeFigureOut">
              <a:rPr lang="en-US">
                <a:solidFill>
                  <a:prstClr val="black">
                    <a:tint val="75000"/>
                  </a:prstClr>
                </a:solidFill>
              </a:rPr>
              <a:pPr>
                <a:defRPr/>
              </a:pPr>
              <a:t>2/25/2026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94E50D-105E-46BA-88C7-5F058B2FB40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69843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3600450"/>
            <a:ext cx="5486400" cy="42505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90" y="459581"/>
            <a:ext cx="5486400" cy="3086100"/>
          </a:xfrm>
        </p:spPr>
        <p:txBody>
          <a:bodyPr rtlCol="0">
            <a:normAutofit/>
          </a:bodyPr>
          <a:lstStyle>
            <a:lvl1pPr marL="0" indent="0">
              <a:buNone/>
              <a:defRPr sz="3200"/>
            </a:lvl1pPr>
            <a:lvl2pPr marL="456475" indent="0">
              <a:buNone/>
              <a:defRPr sz="2800"/>
            </a:lvl2pPr>
            <a:lvl3pPr marL="912958" indent="0">
              <a:buNone/>
              <a:defRPr sz="2400"/>
            </a:lvl3pPr>
            <a:lvl4pPr marL="1369435" indent="0">
              <a:buNone/>
              <a:defRPr sz="2000"/>
            </a:lvl4pPr>
            <a:lvl5pPr marL="1825917" indent="0">
              <a:buNone/>
              <a:defRPr sz="2000"/>
            </a:lvl5pPr>
            <a:lvl6pPr marL="2282389" indent="0">
              <a:buNone/>
              <a:defRPr sz="2000"/>
            </a:lvl6pPr>
            <a:lvl7pPr marL="2738865" indent="0">
              <a:buNone/>
              <a:defRPr sz="2000"/>
            </a:lvl7pPr>
            <a:lvl8pPr marL="3195345" indent="0">
              <a:buNone/>
              <a:defRPr sz="2000"/>
            </a:lvl8pPr>
            <a:lvl9pPr marL="3651822" indent="0">
              <a:buNone/>
              <a:defRPr sz="2000"/>
            </a:lvl9pPr>
          </a:lstStyle>
          <a:p>
            <a:pPr lvl="0"/>
            <a:endParaRPr lang="en-CA" noProof="0"/>
          </a:p>
        </p:txBody>
      </p:sp>
      <p:sp>
        <p:nvSpPr>
          <p:cNvPr id="4" name="Text Placeholder 3"/>
          <p:cNvSpPr>
            <a:spLocks noGrp="1"/>
          </p:cNvSpPr>
          <p:nvPr>
            <p:ph type="body" sz="half" idx="2"/>
          </p:nvPr>
        </p:nvSpPr>
        <p:spPr>
          <a:xfrm>
            <a:off x="1792290" y="4025504"/>
            <a:ext cx="5486400" cy="603647"/>
          </a:xfrm>
        </p:spPr>
        <p:txBody>
          <a:bodyPr/>
          <a:lstStyle>
            <a:lvl1pPr marL="0" indent="0">
              <a:buNone/>
              <a:defRPr sz="1400"/>
            </a:lvl1pPr>
            <a:lvl2pPr marL="456475" indent="0">
              <a:buNone/>
              <a:defRPr sz="1200"/>
            </a:lvl2pPr>
            <a:lvl3pPr marL="912958" indent="0">
              <a:buNone/>
              <a:defRPr sz="1000"/>
            </a:lvl3pPr>
            <a:lvl4pPr marL="1369435" indent="0">
              <a:buNone/>
              <a:defRPr sz="900"/>
            </a:lvl4pPr>
            <a:lvl5pPr marL="1825917" indent="0">
              <a:buNone/>
              <a:defRPr sz="900"/>
            </a:lvl5pPr>
            <a:lvl6pPr marL="2282389" indent="0">
              <a:buNone/>
              <a:defRPr sz="900"/>
            </a:lvl6pPr>
            <a:lvl7pPr marL="2738865" indent="0">
              <a:buNone/>
              <a:defRPr sz="900"/>
            </a:lvl7pPr>
            <a:lvl8pPr marL="3195345" indent="0">
              <a:buNone/>
              <a:defRPr sz="900"/>
            </a:lvl8pPr>
            <a:lvl9pPr marL="3651822"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DC492CE-6935-43B7-8714-2809A8A9442F}" type="datetimeFigureOut">
              <a:rPr lang="en-US">
                <a:solidFill>
                  <a:prstClr val="black">
                    <a:tint val="75000"/>
                  </a:prstClr>
                </a:solidFill>
              </a:rPr>
              <a:pPr>
                <a:defRPr/>
              </a:pPr>
              <a:t>2/25/2026</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57FC29D-793C-4D48-9106-D017FB6640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44651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08F91D22-39D6-449A-9CB7-0D0AAAB934BB}" type="datetimeFigureOut">
              <a:rPr lang="en-US">
                <a:solidFill>
                  <a:prstClr val="black">
                    <a:tint val="75000"/>
                  </a:prstClr>
                </a:solidFill>
              </a:rPr>
              <a:pPr>
                <a:defRPr/>
              </a:pPr>
              <a:t>2/25/2026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1E8FFDA-439C-4C27-9A30-56A5170618C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09177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92"/>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92"/>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23708F20-98F0-4FAA-9167-8C5EA2A6DD8A}" type="datetimeFigureOut">
              <a:rPr lang="en-US">
                <a:solidFill>
                  <a:prstClr val="black">
                    <a:tint val="75000"/>
                  </a:prstClr>
                </a:solidFill>
              </a:rPr>
              <a:pPr>
                <a:defRPr/>
              </a:pPr>
              <a:t>2/25/2026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89A0BD3-4C51-4A7F-B5E6-7C7EC8C29B4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571054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02290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58463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1264771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58709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6"/>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822755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347790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567182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19"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21968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CA" noProof="0"/>
          </a:p>
        </p:txBody>
      </p:sp>
      <p:sp>
        <p:nvSpPr>
          <p:cNvPr id="4" name="Text Placeholder 3"/>
          <p:cNvSpPr>
            <a:spLocks noGrp="1"/>
          </p:cNvSpPr>
          <p:nvPr>
            <p:ph type="body" sz="half" idx="2"/>
          </p:nvPr>
        </p:nvSpPr>
        <p:spPr>
          <a:xfrm>
            <a:off x="1792288" y="402551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97015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59164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86854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1"/>
            <a:ext cx="7772400" cy="1102519"/>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77" indent="0" algn="ctr">
              <a:buNone/>
              <a:defRPr>
                <a:solidFill>
                  <a:schemeClr val="tx1">
                    <a:tint val="75000"/>
                  </a:schemeClr>
                </a:solidFill>
              </a:defRPr>
            </a:lvl2pPr>
            <a:lvl3pPr marL="685754" indent="0" algn="ctr">
              <a:buNone/>
              <a:defRPr>
                <a:solidFill>
                  <a:schemeClr val="tx1">
                    <a:tint val="75000"/>
                  </a:schemeClr>
                </a:solidFill>
              </a:defRPr>
            </a:lvl3pPr>
            <a:lvl4pPr marL="1028631" indent="0" algn="ctr">
              <a:buNone/>
              <a:defRPr>
                <a:solidFill>
                  <a:schemeClr val="tx1">
                    <a:tint val="75000"/>
                  </a:schemeClr>
                </a:solidFill>
              </a:defRPr>
            </a:lvl4pPr>
            <a:lvl5pPr marL="1371509" indent="0" algn="ctr">
              <a:buNone/>
              <a:defRPr>
                <a:solidFill>
                  <a:schemeClr val="tx1">
                    <a:tint val="75000"/>
                  </a:schemeClr>
                </a:solidFill>
              </a:defRPr>
            </a:lvl5pPr>
            <a:lvl6pPr marL="1714385" indent="0" algn="ctr">
              <a:buNone/>
              <a:defRPr>
                <a:solidFill>
                  <a:schemeClr val="tx1">
                    <a:tint val="75000"/>
                  </a:schemeClr>
                </a:solidFill>
              </a:defRPr>
            </a:lvl6pPr>
            <a:lvl7pPr marL="2057263" indent="0" algn="ctr">
              <a:buNone/>
              <a:defRPr>
                <a:solidFill>
                  <a:schemeClr val="tx1">
                    <a:tint val="75000"/>
                  </a:schemeClr>
                </a:solidFill>
              </a:defRPr>
            </a:lvl7pPr>
            <a:lvl8pPr marL="2400140" indent="0" algn="ctr">
              <a:buNone/>
              <a:defRPr>
                <a:solidFill>
                  <a:schemeClr val="tx1">
                    <a:tint val="75000"/>
                  </a:schemeClr>
                </a:solidFill>
              </a:defRPr>
            </a:lvl8pPr>
            <a:lvl9pPr marL="2743017"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334608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432277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500">
                <a:solidFill>
                  <a:schemeClr val="tx1">
                    <a:tint val="75000"/>
                  </a:schemeClr>
                </a:solidFill>
              </a:defRPr>
            </a:lvl1pPr>
            <a:lvl2pPr marL="342877" indent="0">
              <a:buNone/>
              <a:defRPr sz="1350">
                <a:solidFill>
                  <a:schemeClr val="tx1">
                    <a:tint val="75000"/>
                  </a:schemeClr>
                </a:solidFill>
              </a:defRPr>
            </a:lvl2pPr>
            <a:lvl3pPr marL="685754" indent="0">
              <a:buNone/>
              <a:defRPr sz="1200">
                <a:solidFill>
                  <a:schemeClr val="tx1">
                    <a:tint val="75000"/>
                  </a:schemeClr>
                </a:solidFill>
              </a:defRPr>
            </a:lvl3pPr>
            <a:lvl4pPr marL="1028631" indent="0">
              <a:buNone/>
              <a:defRPr sz="1050">
                <a:solidFill>
                  <a:schemeClr val="tx1">
                    <a:tint val="75000"/>
                  </a:schemeClr>
                </a:solidFill>
              </a:defRPr>
            </a:lvl4pPr>
            <a:lvl5pPr marL="1371509" indent="0">
              <a:buNone/>
              <a:defRPr sz="1050">
                <a:solidFill>
                  <a:schemeClr val="tx1">
                    <a:tint val="75000"/>
                  </a:schemeClr>
                </a:solidFill>
              </a:defRPr>
            </a:lvl5pPr>
            <a:lvl6pPr marL="1714385" indent="0">
              <a:buNone/>
              <a:defRPr sz="1050">
                <a:solidFill>
                  <a:schemeClr val="tx1">
                    <a:tint val="75000"/>
                  </a:schemeClr>
                </a:solidFill>
              </a:defRPr>
            </a:lvl6pPr>
            <a:lvl7pPr marL="2057263" indent="0">
              <a:buNone/>
              <a:defRPr sz="1050">
                <a:solidFill>
                  <a:schemeClr val="tx1">
                    <a:tint val="75000"/>
                  </a:schemeClr>
                </a:solidFill>
              </a:defRPr>
            </a:lvl7pPr>
            <a:lvl8pPr marL="2400140" indent="0">
              <a:buNone/>
              <a:defRPr sz="1050">
                <a:solidFill>
                  <a:schemeClr val="tx1">
                    <a:tint val="75000"/>
                  </a:schemeClr>
                </a:solidFill>
              </a:defRPr>
            </a:lvl8pPr>
            <a:lvl9pPr marL="2743017"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15540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2"/>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815036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6"/>
            <a:ext cx="4040188"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5" y="1151336"/>
            <a:ext cx="4041775" cy="479822"/>
          </a:xfrm>
        </p:spPr>
        <p:txBody>
          <a:bodyPr anchor="b"/>
          <a:lstStyle>
            <a:lvl1pPr marL="0" indent="0">
              <a:buNone/>
              <a:defRPr sz="1800" b="1"/>
            </a:lvl1pPr>
            <a:lvl2pPr marL="342877" indent="0">
              <a:buNone/>
              <a:defRPr sz="1500" b="1"/>
            </a:lvl2pPr>
            <a:lvl3pPr marL="685754" indent="0">
              <a:buNone/>
              <a:defRPr sz="1350" b="1"/>
            </a:lvl3pPr>
            <a:lvl4pPr marL="1028631" indent="0">
              <a:buNone/>
              <a:defRPr sz="1200" b="1"/>
            </a:lvl4pPr>
            <a:lvl5pPr marL="1371509" indent="0">
              <a:buNone/>
              <a:defRPr sz="1200" b="1"/>
            </a:lvl5pPr>
            <a:lvl6pPr marL="1714385" indent="0">
              <a:buNone/>
              <a:defRPr sz="1200" b="1"/>
            </a:lvl6pPr>
            <a:lvl7pPr marL="2057263" indent="0">
              <a:buNone/>
              <a:defRPr sz="1200" b="1"/>
            </a:lvl7pPr>
            <a:lvl8pPr marL="2400140" indent="0">
              <a:buNone/>
              <a:defRPr sz="1200" b="1"/>
            </a:lvl8pPr>
            <a:lvl9pPr marL="2743017"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5"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882834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651384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878166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8"/>
            <a:ext cx="3008313" cy="871538"/>
          </a:xfrm>
        </p:spPr>
        <p:txBody>
          <a:bodyPr anchor="b"/>
          <a:lstStyle>
            <a:lvl1pPr algn="l">
              <a:defRPr sz="1500" b="1"/>
            </a:lvl1pPr>
          </a:lstStyle>
          <a:p>
            <a:r>
              <a:rPr lang="en-US"/>
              <a:t>Click to edit Master title style</a:t>
            </a:r>
            <a:endParaRPr lang="en-CA"/>
          </a:p>
        </p:txBody>
      </p:sp>
      <p:sp>
        <p:nvSpPr>
          <p:cNvPr id="3" name="Content Placeholder 2"/>
          <p:cNvSpPr>
            <a:spLocks noGrp="1"/>
          </p:cNvSpPr>
          <p:nvPr>
            <p:ph idx="1"/>
          </p:nvPr>
        </p:nvSpPr>
        <p:spPr>
          <a:xfrm>
            <a:off x="3575050" y="204800"/>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887971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500"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77" indent="0">
              <a:buNone/>
              <a:defRPr sz="2100"/>
            </a:lvl2pPr>
            <a:lvl3pPr marL="685754" indent="0">
              <a:buNone/>
              <a:defRPr sz="1800"/>
            </a:lvl3pPr>
            <a:lvl4pPr marL="1028631" indent="0">
              <a:buNone/>
              <a:defRPr sz="1500"/>
            </a:lvl4pPr>
            <a:lvl5pPr marL="1371509" indent="0">
              <a:buNone/>
              <a:defRPr sz="1500"/>
            </a:lvl5pPr>
            <a:lvl6pPr marL="1714385" indent="0">
              <a:buNone/>
              <a:defRPr sz="1500"/>
            </a:lvl6pPr>
            <a:lvl7pPr marL="2057263" indent="0">
              <a:buNone/>
              <a:defRPr sz="1500"/>
            </a:lvl7pPr>
            <a:lvl8pPr marL="2400140" indent="0">
              <a:buNone/>
              <a:defRPr sz="1500"/>
            </a:lvl8pPr>
            <a:lvl9pPr marL="2743017" indent="0">
              <a:buNone/>
              <a:defRPr sz="1500"/>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77" indent="0">
              <a:buNone/>
              <a:defRPr sz="900"/>
            </a:lvl2pPr>
            <a:lvl3pPr marL="685754" indent="0">
              <a:buNone/>
              <a:defRPr sz="750"/>
            </a:lvl3pPr>
            <a:lvl4pPr marL="1028631" indent="0">
              <a:buNone/>
              <a:defRPr sz="675"/>
            </a:lvl4pPr>
            <a:lvl5pPr marL="1371509" indent="0">
              <a:buNone/>
              <a:defRPr sz="675"/>
            </a:lvl5pPr>
            <a:lvl6pPr marL="1714385" indent="0">
              <a:buNone/>
              <a:defRPr sz="675"/>
            </a:lvl6pPr>
            <a:lvl7pPr marL="2057263" indent="0">
              <a:buNone/>
              <a:defRPr sz="675"/>
            </a:lvl7pPr>
            <a:lvl8pPr marL="2400140" indent="0">
              <a:buNone/>
              <a:defRPr sz="675"/>
            </a:lvl8pPr>
            <a:lvl9pPr marL="2743017"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85412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37802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6391522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30"/>
            <a:ext cx="7772400" cy="1102520"/>
          </a:xfrm>
        </p:spPr>
        <p:txBody>
          <a:bodyPr/>
          <a:lstStyle/>
          <a:p>
            <a:r>
              <a:rPr lang="en-US"/>
              <a:t>Click to edit Master title style</a:t>
            </a:r>
            <a:endParaRPr lang="en-CA"/>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866" indent="0" algn="ctr">
              <a:buNone/>
              <a:defRPr>
                <a:solidFill>
                  <a:schemeClr val="tx1">
                    <a:tint val="75000"/>
                  </a:schemeClr>
                </a:solidFill>
              </a:defRPr>
            </a:lvl2pPr>
            <a:lvl3pPr marL="685732" indent="0" algn="ctr">
              <a:buNone/>
              <a:defRPr>
                <a:solidFill>
                  <a:schemeClr val="tx1">
                    <a:tint val="75000"/>
                  </a:schemeClr>
                </a:solidFill>
              </a:defRPr>
            </a:lvl3pPr>
            <a:lvl4pPr marL="1028597" indent="0" algn="ctr">
              <a:buNone/>
              <a:defRPr>
                <a:solidFill>
                  <a:schemeClr val="tx1">
                    <a:tint val="75000"/>
                  </a:schemeClr>
                </a:solidFill>
              </a:defRPr>
            </a:lvl4pPr>
            <a:lvl5pPr marL="1371463" indent="0" algn="ctr">
              <a:buNone/>
              <a:defRPr>
                <a:solidFill>
                  <a:schemeClr val="tx1">
                    <a:tint val="75000"/>
                  </a:schemeClr>
                </a:solidFill>
              </a:defRPr>
            </a:lvl5pPr>
            <a:lvl6pPr marL="1714328" indent="0" algn="ctr">
              <a:buNone/>
              <a:defRPr>
                <a:solidFill>
                  <a:schemeClr val="tx1">
                    <a:tint val="75000"/>
                  </a:schemeClr>
                </a:solidFill>
              </a:defRPr>
            </a:lvl6pPr>
            <a:lvl7pPr marL="2057195" indent="0" algn="ctr">
              <a:buNone/>
              <a:defRPr>
                <a:solidFill>
                  <a:schemeClr val="tx1">
                    <a:tint val="75000"/>
                  </a:schemeClr>
                </a:solidFill>
              </a:defRPr>
            </a:lvl7pPr>
            <a:lvl8pPr marL="2400060" indent="0" algn="ctr">
              <a:buNone/>
              <a:defRPr>
                <a:solidFill>
                  <a:schemeClr val="tx1">
                    <a:tint val="75000"/>
                  </a:schemeClr>
                </a:solidFill>
              </a:defRPr>
            </a:lvl8pPr>
            <a:lvl9pPr marL="2742926"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285554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494675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7"/>
            <a:ext cx="7772400" cy="1021556"/>
          </a:xfrm>
        </p:spPr>
        <p:txBody>
          <a:bodyPr anchor="t"/>
          <a:lstStyle>
            <a:lvl1pPr algn="l">
              <a:defRPr sz="3000" b="1" cap="all"/>
            </a:lvl1pPr>
          </a:lstStyle>
          <a:p>
            <a:r>
              <a:rPr lang="en-US"/>
              <a:t>Click to edit Master title style</a:t>
            </a:r>
            <a:endParaRPr lang="en-CA"/>
          </a:p>
        </p:txBody>
      </p:sp>
      <p:sp>
        <p:nvSpPr>
          <p:cNvPr id="3" name="Text Placeholder 2"/>
          <p:cNvSpPr>
            <a:spLocks noGrp="1"/>
          </p:cNvSpPr>
          <p:nvPr>
            <p:ph type="body" idx="1"/>
          </p:nvPr>
        </p:nvSpPr>
        <p:spPr>
          <a:xfrm>
            <a:off x="722314" y="2180035"/>
            <a:ext cx="7772400" cy="1125140"/>
          </a:xfrm>
        </p:spPr>
        <p:txBody>
          <a:bodyPr anchor="b"/>
          <a:lstStyle>
            <a:lvl1pPr marL="0" indent="0">
              <a:buNone/>
              <a:defRPr sz="1499">
                <a:solidFill>
                  <a:schemeClr val="tx1">
                    <a:tint val="75000"/>
                  </a:schemeClr>
                </a:solidFill>
              </a:defRPr>
            </a:lvl1pPr>
            <a:lvl2pPr marL="342866" indent="0">
              <a:buNone/>
              <a:defRPr sz="1349">
                <a:solidFill>
                  <a:schemeClr val="tx1">
                    <a:tint val="75000"/>
                  </a:schemeClr>
                </a:solidFill>
              </a:defRPr>
            </a:lvl2pPr>
            <a:lvl3pPr marL="685732" indent="0">
              <a:buNone/>
              <a:defRPr sz="1200">
                <a:solidFill>
                  <a:schemeClr val="tx1">
                    <a:tint val="75000"/>
                  </a:schemeClr>
                </a:solidFill>
              </a:defRPr>
            </a:lvl3pPr>
            <a:lvl4pPr marL="1028597" indent="0">
              <a:buNone/>
              <a:defRPr sz="1050">
                <a:solidFill>
                  <a:schemeClr val="tx1">
                    <a:tint val="75000"/>
                  </a:schemeClr>
                </a:solidFill>
              </a:defRPr>
            </a:lvl4pPr>
            <a:lvl5pPr marL="1371463" indent="0">
              <a:buNone/>
              <a:defRPr sz="1050">
                <a:solidFill>
                  <a:schemeClr val="tx1">
                    <a:tint val="75000"/>
                  </a:schemeClr>
                </a:solidFill>
              </a:defRPr>
            </a:lvl5pPr>
            <a:lvl6pPr marL="1714328" indent="0">
              <a:buNone/>
              <a:defRPr sz="1050">
                <a:solidFill>
                  <a:schemeClr val="tx1">
                    <a:tint val="75000"/>
                  </a:schemeClr>
                </a:solidFill>
              </a:defRPr>
            </a:lvl6pPr>
            <a:lvl7pPr marL="2057195" indent="0">
              <a:buNone/>
              <a:defRPr sz="1050">
                <a:solidFill>
                  <a:schemeClr val="tx1">
                    <a:tint val="75000"/>
                  </a:schemeClr>
                </a:solidFill>
              </a:defRPr>
            </a:lvl7pPr>
            <a:lvl8pPr marL="2400060" indent="0">
              <a:buNone/>
              <a:defRPr sz="1050">
                <a:solidFill>
                  <a:schemeClr val="tx1">
                    <a:tint val="75000"/>
                  </a:schemeClr>
                </a:solidFill>
              </a:defRPr>
            </a:lvl8pPr>
            <a:lvl9pPr marL="2742926"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828423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200153"/>
            <a:ext cx="4038600" cy="3394472"/>
          </a:xfrm>
        </p:spPr>
        <p:txBody>
          <a:bodyPr/>
          <a:lstStyle>
            <a:lvl1pPr>
              <a:defRPr sz="2100"/>
            </a:lvl1pPr>
            <a:lvl2pPr>
              <a:defRPr sz="1799"/>
            </a:lvl2pPr>
            <a:lvl3pPr>
              <a:defRPr sz="1499"/>
            </a:lvl3pPr>
            <a:lvl4pPr>
              <a:defRPr sz="1349"/>
            </a:lvl4pPr>
            <a:lvl5pPr>
              <a:defRPr sz="1349"/>
            </a:lvl5pPr>
            <a:lvl6pPr>
              <a:defRPr sz="1349"/>
            </a:lvl6pPr>
            <a:lvl7pPr>
              <a:defRPr sz="1349"/>
            </a:lvl7pPr>
            <a:lvl8pPr>
              <a:defRPr sz="1349"/>
            </a:lvl8pPr>
            <a:lvl9pPr>
              <a:defRPr sz="13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993208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151337"/>
            <a:ext cx="4040188"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34" y="1151337"/>
            <a:ext cx="4041776" cy="479822"/>
          </a:xfrm>
        </p:spPr>
        <p:txBody>
          <a:bodyPr anchor="b"/>
          <a:lstStyle>
            <a:lvl1pPr marL="0" indent="0">
              <a:buNone/>
              <a:defRPr sz="1799" b="1"/>
            </a:lvl1pPr>
            <a:lvl2pPr marL="342866" indent="0">
              <a:buNone/>
              <a:defRPr sz="1499" b="1"/>
            </a:lvl2pPr>
            <a:lvl3pPr marL="685732" indent="0">
              <a:buNone/>
              <a:defRPr sz="1349" b="1"/>
            </a:lvl3pPr>
            <a:lvl4pPr marL="1028597" indent="0">
              <a:buNone/>
              <a:defRPr sz="1200" b="1"/>
            </a:lvl4pPr>
            <a:lvl5pPr marL="1371463" indent="0">
              <a:buNone/>
              <a:defRPr sz="1200" b="1"/>
            </a:lvl5pPr>
            <a:lvl6pPr marL="1714328" indent="0">
              <a:buNone/>
              <a:defRPr sz="1200" b="1"/>
            </a:lvl6pPr>
            <a:lvl7pPr marL="2057195" indent="0">
              <a:buNone/>
              <a:defRPr sz="1200" b="1"/>
            </a:lvl7pPr>
            <a:lvl8pPr marL="2400060" indent="0">
              <a:buNone/>
              <a:defRPr sz="1200" b="1"/>
            </a:lvl8pPr>
            <a:lvl9pPr marL="2742926"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4" y="1631156"/>
            <a:ext cx="4041776" cy="2963466"/>
          </a:xfrm>
        </p:spPr>
        <p:txBody>
          <a:bodyPr/>
          <a:lstStyle>
            <a:lvl1pPr>
              <a:defRPr sz="1799"/>
            </a:lvl1pPr>
            <a:lvl2pPr>
              <a:defRPr sz="1499"/>
            </a:lvl2pPr>
            <a:lvl3pPr>
              <a:defRPr sz="1349"/>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0768498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216603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834999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20" y="204789"/>
            <a:ext cx="3008313" cy="871538"/>
          </a:xfrm>
        </p:spPr>
        <p:txBody>
          <a:bodyPr anchor="b"/>
          <a:lstStyle>
            <a:lvl1pPr algn="l">
              <a:defRPr sz="1499" b="1"/>
            </a:lvl1pPr>
          </a:lstStyle>
          <a:p>
            <a:r>
              <a:rPr lang="en-US"/>
              <a:t>Click to edit Master title style</a:t>
            </a:r>
            <a:endParaRPr lang="en-CA"/>
          </a:p>
        </p:txBody>
      </p:sp>
      <p:sp>
        <p:nvSpPr>
          <p:cNvPr id="3" name="Content Placeholder 2"/>
          <p:cNvSpPr>
            <a:spLocks noGrp="1"/>
          </p:cNvSpPr>
          <p:nvPr>
            <p:ph idx="1"/>
          </p:nvPr>
        </p:nvSpPr>
        <p:spPr>
          <a:xfrm>
            <a:off x="3575050" y="204799"/>
            <a:ext cx="5111750" cy="4389836"/>
          </a:xfrm>
        </p:spPr>
        <p:txBody>
          <a:bodyPr/>
          <a:lstStyle>
            <a:lvl1pPr>
              <a:defRPr sz="2400"/>
            </a:lvl1pPr>
            <a:lvl2pPr>
              <a:defRPr sz="2100"/>
            </a:lvl2pPr>
            <a:lvl3pPr>
              <a:defRPr sz="1799"/>
            </a:lvl3pPr>
            <a:lvl4pPr>
              <a:defRPr sz="1499"/>
            </a:lvl4pPr>
            <a:lvl5pPr>
              <a:defRPr sz="1499"/>
            </a:lvl5pPr>
            <a:lvl6pPr>
              <a:defRPr sz="1499"/>
            </a:lvl6pPr>
            <a:lvl7pPr>
              <a:defRPr sz="1499"/>
            </a:lvl7pPr>
            <a:lvl8pPr>
              <a:defRPr sz="1499"/>
            </a:lvl8pPr>
            <a:lvl9pPr>
              <a:defRPr sz="14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20" y="1076329"/>
            <a:ext cx="3008313" cy="351829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182586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3600452"/>
            <a:ext cx="5486400" cy="425054"/>
          </a:xfrm>
        </p:spPr>
        <p:txBody>
          <a:bodyPr anchor="b"/>
          <a:lstStyle>
            <a:lvl1pPr algn="l">
              <a:defRPr sz="1499" b="1"/>
            </a:lvl1pPr>
          </a:lstStyle>
          <a:p>
            <a:r>
              <a:rPr lang="en-US"/>
              <a:t>Click to edit Master title style</a:t>
            </a:r>
            <a:endParaRPr lang="en-CA"/>
          </a:p>
        </p:txBody>
      </p:sp>
      <p:sp>
        <p:nvSpPr>
          <p:cNvPr id="3" name="Picture Placeholder 2"/>
          <p:cNvSpPr>
            <a:spLocks noGrp="1"/>
          </p:cNvSpPr>
          <p:nvPr>
            <p:ph type="pic" idx="1"/>
          </p:nvPr>
        </p:nvSpPr>
        <p:spPr>
          <a:xfrm>
            <a:off x="1792289" y="459581"/>
            <a:ext cx="5486400" cy="3086100"/>
          </a:xfrm>
        </p:spPr>
        <p:txBody>
          <a:bodyPr rtlCol="0">
            <a:normAutofit/>
          </a:bodyPr>
          <a:lstStyle>
            <a:lvl1pPr marL="0" indent="0">
              <a:buNone/>
              <a:defRPr sz="2400"/>
            </a:lvl1pPr>
            <a:lvl2pPr marL="342866" indent="0">
              <a:buNone/>
              <a:defRPr sz="2100"/>
            </a:lvl2pPr>
            <a:lvl3pPr marL="685732" indent="0">
              <a:buNone/>
              <a:defRPr sz="1799"/>
            </a:lvl3pPr>
            <a:lvl4pPr marL="1028597" indent="0">
              <a:buNone/>
              <a:defRPr sz="1499"/>
            </a:lvl4pPr>
            <a:lvl5pPr marL="1371463" indent="0">
              <a:buNone/>
              <a:defRPr sz="1499"/>
            </a:lvl5pPr>
            <a:lvl6pPr marL="1714328" indent="0">
              <a:buNone/>
              <a:defRPr sz="1499"/>
            </a:lvl6pPr>
            <a:lvl7pPr marL="2057195" indent="0">
              <a:buNone/>
              <a:defRPr sz="1499"/>
            </a:lvl7pPr>
            <a:lvl8pPr marL="2400060" indent="0">
              <a:buNone/>
              <a:defRPr sz="1499"/>
            </a:lvl8pPr>
            <a:lvl9pPr marL="2742926" indent="0">
              <a:buNone/>
              <a:defRPr sz="1499"/>
            </a:lvl9pPr>
          </a:lstStyle>
          <a:p>
            <a:pPr lvl="0"/>
            <a:endParaRPr lang="en-CA" noProof="0"/>
          </a:p>
        </p:txBody>
      </p:sp>
      <p:sp>
        <p:nvSpPr>
          <p:cNvPr id="4" name="Text Placeholder 3"/>
          <p:cNvSpPr>
            <a:spLocks noGrp="1"/>
          </p:cNvSpPr>
          <p:nvPr>
            <p:ph type="body" sz="half" idx="2"/>
          </p:nvPr>
        </p:nvSpPr>
        <p:spPr>
          <a:xfrm>
            <a:off x="1792289" y="4025515"/>
            <a:ext cx="5486400" cy="603647"/>
          </a:xfrm>
        </p:spPr>
        <p:txBody>
          <a:bodyPr/>
          <a:lstStyle>
            <a:lvl1pPr marL="0" indent="0">
              <a:buNone/>
              <a:defRPr sz="1050"/>
            </a:lvl1pPr>
            <a:lvl2pPr marL="342866" indent="0">
              <a:buNone/>
              <a:defRPr sz="900"/>
            </a:lvl2pPr>
            <a:lvl3pPr marL="685732" indent="0">
              <a:buNone/>
              <a:defRPr sz="750"/>
            </a:lvl3pPr>
            <a:lvl4pPr marL="1028597" indent="0">
              <a:buNone/>
              <a:defRPr sz="675"/>
            </a:lvl4pPr>
            <a:lvl5pPr marL="1371463" indent="0">
              <a:buNone/>
              <a:defRPr sz="675"/>
            </a:lvl5pPr>
            <a:lvl6pPr marL="1714328" indent="0">
              <a:buNone/>
              <a:defRPr sz="675"/>
            </a:lvl6pPr>
            <a:lvl7pPr marL="2057195" indent="0">
              <a:buNone/>
              <a:defRPr sz="675"/>
            </a:lvl7pPr>
            <a:lvl8pPr marL="2400060" indent="0">
              <a:buNone/>
              <a:defRPr sz="675"/>
            </a:lvl8pPr>
            <a:lvl9pPr marL="2742926"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401029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145482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1914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533119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96" tIns="45649" rIns="91296" bIns="45649" numCol="1" anchor="ctr" anchorCtr="0" compatLnSpc="1">
            <a:prstTxWarp prst="textNoShape">
              <a:avLst/>
            </a:prstTxWarp>
          </a:bodyPr>
          <a:lstStyle/>
          <a:p>
            <a:pPr lvl="0"/>
            <a:r>
              <a:rPr lang="en-US"/>
              <a:t>Click to edit Master title style</a:t>
            </a:r>
            <a:endParaRPr lang="en-CA"/>
          </a:p>
        </p:txBody>
      </p:sp>
      <p:sp>
        <p:nvSpPr>
          <p:cNvPr id="1027" name="Text Placeholder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296" tIns="45649" rIns="91296" bIns="4564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3"/>
            <a:ext cx="2133600" cy="273844"/>
          </a:xfrm>
          <a:prstGeom prst="rect">
            <a:avLst/>
          </a:prstGeom>
        </p:spPr>
        <p:txBody>
          <a:bodyPr vert="horz" lIns="91296" tIns="45649" rIns="91296" bIns="45649" rtlCol="0" anchor="ctr"/>
          <a:lstStyle>
            <a:lvl1pPr algn="l">
              <a:defRPr sz="1200">
                <a:solidFill>
                  <a:schemeClr val="tx1">
                    <a:tint val="75000"/>
                  </a:schemeClr>
                </a:solidFill>
              </a:defRPr>
            </a:lvl1pPr>
          </a:lstStyle>
          <a:p>
            <a:pPr eaLnBrk="0" fontAlgn="base" hangingPunct="0">
              <a:spcBef>
                <a:spcPct val="0"/>
              </a:spcBef>
              <a:spcAft>
                <a:spcPct val="0"/>
              </a:spcAft>
              <a:defRPr/>
            </a:pPr>
            <a:fld id="{CACFFF93-A9F9-475A-B1BF-AEFB8D191B94}" type="datetimeFigureOut">
              <a:rPr lang="en-US">
                <a:solidFill>
                  <a:prstClr val="black">
                    <a:tint val="75000"/>
                  </a:prstClr>
                </a:solidFill>
                <a:latin typeface="Arial" pitchFamily="34" charset="0"/>
                <a:cs typeface="Arial" pitchFamily="34" charset="0"/>
              </a:rPr>
              <a:pPr eaLnBrk="0" fontAlgn="base" hangingPunct="0">
                <a:spcBef>
                  <a:spcPct val="0"/>
                </a:spcBef>
                <a:spcAft>
                  <a:spcPct val="0"/>
                </a:spcAft>
                <a:defRPr/>
              </a:pPr>
              <a:t>2/25/2026</a:t>
            </a:fld>
            <a:endParaRPr lang="en-US">
              <a:solidFill>
                <a:prstClr val="black">
                  <a:tint val="75000"/>
                </a:prstClr>
              </a:solidFill>
              <a:latin typeface="Arial" pitchFamily="34" charset="0"/>
              <a:cs typeface="Arial" pitchFamily="34" charset="0"/>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296" tIns="45649" rIns="91296" bIns="45649" rtlCol="0" anchor="ctr"/>
          <a:lstStyle>
            <a:lvl1pPr algn="ctr">
              <a:defRPr sz="1200">
                <a:solidFill>
                  <a:schemeClr val="tx1">
                    <a:tint val="75000"/>
                  </a:schemeClr>
                </a:solidFill>
              </a:defRPr>
            </a:lvl1pPr>
          </a:lstStyle>
          <a:p>
            <a:pPr eaLnBrk="0" fontAlgn="base" hangingPunct="0">
              <a:spcBef>
                <a:spcPct val="0"/>
              </a:spcBef>
              <a:spcAft>
                <a:spcPct val="0"/>
              </a:spcAft>
              <a:defRPr/>
            </a:pPr>
            <a:endParaRPr lang="en-US">
              <a:solidFill>
                <a:prstClr val="black">
                  <a:tint val="75000"/>
                </a:prstClr>
              </a:solidFill>
              <a:latin typeface="Arial" pitchFamily="34" charset="0"/>
              <a:cs typeface="Arial" pitchFamily="34" charset="0"/>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296" tIns="45649" rIns="91296" bIns="45649" rtlCol="0" anchor="ctr"/>
          <a:lstStyle>
            <a:lvl1pPr algn="r">
              <a:defRPr sz="1200">
                <a:solidFill>
                  <a:schemeClr val="tx1">
                    <a:tint val="75000"/>
                  </a:schemeClr>
                </a:solidFill>
              </a:defRPr>
            </a:lvl1pPr>
          </a:lstStyle>
          <a:p>
            <a:pPr eaLnBrk="0" fontAlgn="base" hangingPunct="0">
              <a:spcBef>
                <a:spcPct val="0"/>
              </a:spcBef>
              <a:spcAft>
                <a:spcPct val="0"/>
              </a:spcAft>
              <a:defRPr/>
            </a:pPr>
            <a:fld id="{D385C7A0-00AD-4D20-9BA5-0B24A4CDDFAA}" type="slidenum">
              <a:rPr lang="en-US">
                <a:solidFill>
                  <a:prstClr val="black">
                    <a:tint val="75000"/>
                  </a:prstClr>
                </a:solidFill>
                <a:latin typeface="Arial" pitchFamily="34" charset="0"/>
                <a:cs typeface="Arial" pitchFamily="34" charset="0"/>
              </a:rPr>
              <a:pPr eaLnBrk="0" fontAlgn="base" hangingPunct="0">
                <a:spcBef>
                  <a:spcPct val="0"/>
                </a:spcBef>
                <a:spcAft>
                  <a:spcPct val="0"/>
                </a:spcAft>
                <a:defRPr/>
              </a:pPr>
              <a:t>‹#›</a:t>
            </a:fld>
            <a:endParaRPr lang="en-US">
              <a:solidFill>
                <a:prstClr val="black">
                  <a:tint val="75000"/>
                </a:prstClr>
              </a:solidFill>
              <a:latin typeface="Arial" pitchFamily="34" charset="0"/>
              <a:cs typeface="Arial" pitchFamily="34" charset="0"/>
            </a:endParaRPr>
          </a:p>
        </p:txBody>
      </p:sp>
    </p:spTree>
    <p:extLst>
      <p:ext uri="{BB962C8B-B14F-4D97-AF65-F5344CB8AC3E}">
        <p14:creationId xmlns:p14="http://schemas.microsoft.com/office/powerpoint/2010/main" val="40887207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475" algn="ctr" rtl="0" fontAlgn="base">
        <a:spcBef>
          <a:spcPct val="0"/>
        </a:spcBef>
        <a:spcAft>
          <a:spcPct val="0"/>
        </a:spcAft>
        <a:defRPr sz="4400">
          <a:solidFill>
            <a:schemeClr val="tx1"/>
          </a:solidFill>
          <a:latin typeface="Calibri" pitchFamily="34" charset="0"/>
        </a:defRPr>
      </a:lvl6pPr>
      <a:lvl7pPr marL="912958" algn="ctr" rtl="0" fontAlgn="base">
        <a:spcBef>
          <a:spcPct val="0"/>
        </a:spcBef>
        <a:spcAft>
          <a:spcPct val="0"/>
        </a:spcAft>
        <a:defRPr sz="4400">
          <a:solidFill>
            <a:schemeClr val="tx1"/>
          </a:solidFill>
          <a:latin typeface="Calibri" pitchFamily="34" charset="0"/>
        </a:defRPr>
      </a:lvl7pPr>
      <a:lvl8pPr marL="1369435" algn="ctr" rtl="0" fontAlgn="base">
        <a:spcBef>
          <a:spcPct val="0"/>
        </a:spcBef>
        <a:spcAft>
          <a:spcPct val="0"/>
        </a:spcAft>
        <a:defRPr sz="4400">
          <a:solidFill>
            <a:schemeClr val="tx1"/>
          </a:solidFill>
          <a:latin typeface="Calibri" pitchFamily="34" charset="0"/>
        </a:defRPr>
      </a:lvl8pPr>
      <a:lvl9pPr marL="1825917" algn="ctr" rtl="0" fontAlgn="base">
        <a:spcBef>
          <a:spcPct val="0"/>
        </a:spcBef>
        <a:spcAft>
          <a:spcPct val="0"/>
        </a:spcAft>
        <a:defRPr sz="4400">
          <a:solidFill>
            <a:schemeClr val="tx1"/>
          </a:solidFill>
          <a:latin typeface="Calibri" pitchFamily="34" charset="0"/>
        </a:defRPr>
      </a:lvl9pPr>
    </p:titleStyle>
    <p:bodyStyle>
      <a:lvl1pPr marL="336550" indent="-33655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36600" indent="-27940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36650" indent="-2222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593850" indent="-22225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1050" indent="-22225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0633"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7100"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3583"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0061" indent="-228239" algn="l" defTabSz="91295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958" rtl="0" eaLnBrk="1" latinLnBrk="0" hangingPunct="1">
        <a:defRPr sz="1800" kern="1200">
          <a:solidFill>
            <a:schemeClr val="tx1"/>
          </a:solidFill>
          <a:latin typeface="+mn-lt"/>
          <a:ea typeface="+mn-ea"/>
          <a:cs typeface="+mn-cs"/>
        </a:defRPr>
      </a:lvl1pPr>
      <a:lvl2pPr marL="456475" algn="l" defTabSz="912958" rtl="0" eaLnBrk="1" latinLnBrk="0" hangingPunct="1">
        <a:defRPr sz="1800" kern="1200">
          <a:solidFill>
            <a:schemeClr val="tx1"/>
          </a:solidFill>
          <a:latin typeface="+mn-lt"/>
          <a:ea typeface="+mn-ea"/>
          <a:cs typeface="+mn-cs"/>
        </a:defRPr>
      </a:lvl2pPr>
      <a:lvl3pPr marL="912958" algn="l" defTabSz="912958" rtl="0" eaLnBrk="1" latinLnBrk="0" hangingPunct="1">
        <a:defRPr sz="1800" kern="1200">
          <a:solidFill>
            <a:schemeClr val="tx1"/>
          </a:solidFill>
          <a:latin typeface="+mn-lt"/>
          <a:ea typeface="+mn-ea"/>
          <a:cs typeface="+mn-cs"/>
        </a:defRPr>
      </a:lvl3pPr>
      <a:lvl4pPr marL="1369435" algn="l" defTabSz="912958" rtl="0" eaLnBrk="1" latinLnBrk="0" hangingPunct="1">
        <a:defRPr sz="1800" kern="1200">
          <a:solidFill>
            <a:schemeClr val="tx1"/>
          </a:solidFill>
          <a:latin typeface="+mn-lt"/>
          <a:ea typeface="+mn-ea"/>
          <a:cs typeface="+mn-cs"/>
        </a:defRPr>
      </a:lvl4pPr>
      <a:lvl5pPr marL="1825917" algn="l" defTabSz="912958" rtl="0" eaLnBrk="1" latinLnBrk="0" hangingPunct="1">
        <a:defRPr sz="1800" kern="1200">
          <a:solidFill>
            <a:schemeClr val="tx1"/>
          </a:solidFill>
          <a:latin typeface="+mn-lt"/>
          <a:ea typeface="+mn-ea"/>
          <a:cs typeface="+mn-cs"/>
        </a:defRPr>
      </a:lvl5pPr>
      <a:lvl6pPr marL="2282389" algn="l" defTabSz="912958" rtl="0" eaLnBrk="1" latinLnBrk="0" hangingPunct="1">
        <a:defRPr sz="1800" kern="1200">
          <a:solidFill>
            <a:schemeClr val="tx1"/>
          </a:solidFill>
          <a:latin typeface="+mn-lt"/>
          <a:ea typeface="+mn-ea"/>
          <a:cs typeface="+mn-cs"/>
        </a:defRPr>
      </a:lvl6pPr>
      <a:lvl7pPr marL="2738865" algn="l" defTabSz="912958" rtl="0" eaLnBrk="1" latinLnBrk="0" hangingPunct="1">
        <a:defRPr sz="1800" kern="1200">
          <a:solidFill>
            <a:schemeClr val="tx1"/>
          </a:solidFill>
          <a:latin typeface="+mn-lt"/>
          <a:ea typeface="+mn-ea"/>
          <a:cs typeface="+mn-cs"/>
        </a:defRPr>
      </a:lvl7pPr>
      <a:lvl8pPr marL="3195345" algn="l" defTabSz="912958" rtl="0" eaLnBrk="1" latinLnBrk="0" hangingPunct="1">
        <a:defRPr sz="1800" kern="1200">
          <a:solidFill>
            <a:schemeClr val="tx1"/>
          </a:solidFill>
          <a:latin typeface="+mn-lt"/>
          <a:ea typeface="+mn-ea"/>
          <a:cs typeface="+mn-cs"/>
        </a:defRPr>
      </a:lvl8pPr>
      <a:lvl9pPr marL="3651822" algn="l" defTabSz="912958"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12214219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900" algn="ctr" rtl="0" fontAlgn="base">
        <a:spcBef>
          <a:spcPct val="0"/>
        </a:spcBef>
        <a:spcAft>
          <a:spcPct val="0"/>
        </a:spcAft>
        <a:defRPr sz="3300">
          <a:solidFill>
            <a:schemeClr val="tx1"/>
          </a:solidFill>
          <a:latin typeface="Calibri" pitchFamily="34" charset="0"/>
        </a:defRPr>
      </a:lvl6pPr>
      <a:lvl7pPr marL="685800" algn="ctr" rtl="0" fontAlgn="base">
        <a:spcBef>
          <a:spcPct val="0"/>
        </a:spcBef>
        <a:spcAft>
          <a:spcPct val="0"/>
        </a:spcAft>
        <a:defRPr sz="3300">
          <a:solidFill>
            <a:schemeClr val="tx1"/>
          </a:solidFill>
          <a:latin typeface="Calibri" pitchFamily="34" charset="0"/>
        </a:defRPr>
      </a:lvl7pPr>
      <a:lvl8pPr marL="1028700" algn="ctr" rtl="0" fontAlgn="base">
        <a:spcBef>
          <a:spcPct val="0"/>
        </a:spcBef>
        <a:spcAft>
          <a:spcPct val="0"/>
        </a:spcAft>
        <a:defRPr sz="3300">
          <a:solidFill>
            <a:schemeClr val="tx1"/>
          </a:solidFill>
          <a:latin typeface="Calibri" pitchFamily="34" charset="0"/>
        </a:defRPr>
      </a:lvl8pPr>
      <a:lvl9pPr marL="1371600" algn="ctr" rtl="0" fontAlgn="base">
        <a:spcBef>
          <a:spcPct val="0"/>
        </a:spcBef>
        <a:spcAft>
          <a:spcPct val="0"/>
        </a:spcAft>
        <a:defRPr sz="3300">
          <a:solidFill>
            <a:schemeClr val="tx1"/>
          </a:solidFill>
          <a:latin typeface="Calibri" pitchFamily="34" charset="0"/>
        </a:defRPr>
      </a:lvl9pPr>
    </p:titleStyle>
    <p:bodyStyle>
      <a:lvl1pPr marL="257175" indent="-257175"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178438197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77" algn="ctr" rtl="0" fontAlgn="base">
        <a:spcBef>
          <a:spcPct val="0"/>
        </a:spcBef>
        <a:spcAft>
          <a:spcPct val="0"/>
        </a:spcAft>
        <a:defRPr sz="3300">
          <a:solidFill>
            <a:schemeClr val="tx1"/>
          </a:solidFill>
          <a:latin typeface="Calibri" pitchFamily="34" charset="0"/>
        </a:defRPr>
      </a:lvl6pPr>
      <a:lvl7pPr marL="685754" algn="ctr" rtl="0" fontAlgn="base">
        <a:spcBef>
          <a:spcPct val="0"/>
        </a:spcBef>
        <a:spcAft>
          <a:spcPct val="0"/>
        </a:spcAft>
        <a:defRPr sz="3300">
          <a:solidFill>
            <a:schemeClr val="tx1"/>
          </a:solidFill>
          <a:latin typeface="Calibri" pitchFamily="34" charset="0"/>
        </a:defRPr>
      </a:lvl7pPr>
      <a:lvl8pPr marL="1028631" algn="ctr" rtl="0" fontAlgn="base">
        <a:spcBef>
          <a:spcPct val="0"/>
        </a:spcBef>
        <a:spcAft>
          <a:spcPct val="0"/>
        </a:spcAft>
        <a:defRPr sz="3300">
          <a:solidFill>
            <a:schemeClr val="tx1"/>
          </a:solidFill>
          <a:latin typeface="Calibri" pitchFamily="34" charset="0"/>
        </a:defRPr>
      </a:lvl8pPr>
      <a:lvl9pPr marL="1371509" algn="ctr" rtl="0" fontAlgn="base">
        <a:spcBef>
          <a:spcPct val="0"/>
        </a:spcBef>
        <a:spcAft>
          <a:spcPct val="0"/>
        </a:spcAft>
        <a:defRPr sz="3300">
          <a:solidFill>
            <a:schemeClr val="tx1"/>
          </a:solidFill>
          <a:latin typeface="Calibri" pitchFamily="34" charset="0"/>
        </a:defRPr>
      </a:lvl9pPr>
    </p:titleStyle>
    <p:bodyStyle>
      <a:lvl1pPr marL="257158" indent="-257158"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76" indent="-214299"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93" indent="-171439" algn="l" rtl="0" eaLnBrk="0" fontAlgn="base" hangingPunct="0">
        <a:spcBef>
          <a:spcPct val="20000"/>
        </a:spcBef>
        <a:spcAft>
          <a:spcPct val="0"/>
        </a:spcAft>
        <a:buFont typeface="Arial" pitchFamily="34" charset="0"/>
        <a:buChar char="•"/>
        <a:defRPr sz="1800" kern="1200">
          <a:solidFill>
            <a:schemeClr val="tx1"/>
          </a:solidFill>
          <a:latin typeface="+mn-lt"/>
          <a:ea typeface="+mn-ea"/>
          <a:cs typeface="+mn-cs"/>
        </a:defRPr>
      </a:lvl3pPr>
      <a:lvl4pPr marL="1200070"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4pPr>
      <a:lvl5pPr marL="1542947" indent="-171439" algn="l" rtl="0" eaLnBrk="0" fontAlgn="base" hangingPunct="0">
        <a:spcBef>
          <a:spcPct val="20000"/>
        </a:spcBef>
        <a:spcAft>
          <a:spcPct val="0"/>
        </a:spcAft>
        <a:buFont typeface="Arial" pitchFamily="34" charset="0"/>
        <a:buChar char="»"/>
        <a:defRPr sz="1500" kern="1200">
          <a:solidFill>
            <a:schemeClr val="tx1"/>
          </a:solidFill>
          <a:latin typeface="+mn-lt"/>
          <a:ea typeface="+mn-ea"/>
          <a:cs typeface="+mn-cs"/>
        </a:defRPr>
      </a:lvl5pPr>
      <a:lvl6pPr marL="1885824"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701"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79"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55" indent="-171439" algn="l" defTabSz="685754"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54" rtl="0" eaLnBrk="1" latinLnBrk="0" hangingPunct="1">
        <a:defRPr sz="1350" kern="1200">
          <a:solidFill>
            <a:schemeClr val="tx1"/>
          </a:solidFill>
          <a:latin typeface="+mn-lt"/>
          <a:ea typeface="+mn-ea"/>
          <a:cs typeface="+mn-cs"/>
        </a:defRPr>
      </a:lvl1pPr>
      <a:lvl2pPr marL="342877" algn="l" defTabSz="685754" rtl="0" eaLnBrk="1" latinLnBrk="0" hangingPunct="1">
        <a:defRPr sz="1350" kern="1200">
          <a:solidFill>
            <a:schemeClr val="tx1"/>
          </a:solidFill>
          <a:latin typeface="+mn-lt"/>
          <a:ea typeface="+mn-ea"/>
          <a:cs typeface="+mn-cs"/>
        </a:defRPr>
      </a:lvl2pPr>
      <a:lvl3pPr marL="685754" algn="l" defTabSz="685754" rtl="0" eaLnBrk="1" latinLnBrk="0" hangingPunct="1">
        <a:defRPr sz="1350" kern="1200">
          <a:solidFill>
            <a:schemeClr val="tx1"/>
          </a:solidFill>
          <a:latin typeface="+mn-lt"/>
          <a:ea typeface="+mn-ea"/>
          <a:cs typeface="+mn-cs"/>
        </a:defRPr>
      </a:lvl3pPr>
      <a:lvl4pPr marL="1028631" algn="l" defTabSz="685754" rtl="0" eaLnBrk="1" latinLnBrk="0" hangingPunct="1">
        <a:defRPr sz="1350" kern="1200">
          <a:solidFill>
            <a:schemeClr val="tx1"/>
          </a:solidFill>
          <a:latin typeface="+mn-lt"/>
          <a:ea typeface="+mn-ea"/>
          <a:cs typeface="+mn-cs"/>
        </a:defRPr>
      </a:lvl4pPr>
      <a:lvl5pPr marL="1371509" algn="l" defTabSz="685754" rtl="0" eaLnBrk="1" latinLnBrk="0" hangingPunct="1">
        <a:defRPr sz="1350" kern="1200">
          <a:solidFill>
            <a:schemeClr val="tx1"/>
          </a:solidFill>
          <a:latin typeface="+mn-lt"/>
          <a:ea typeface="+mn-ea"/>
          <a:cs typeface="+mn-cs"/>
        </a:defRPr>
      </a:lvl5pPr>
      <a:lvl6pPr marL="1714385" algn="l" defTabSz="685754" rtl="0" eaLnBrk="1" latinLnBrk="0" hangingPunct="1">
        <a:defRPr sz="1350" kern="1200">
          <a:solidFill>
            <a:schemeClr val="tx1"/>
          </a:solidFill>
          <a:latin typeface="+mn-lt"/>
          <a:ea typeface="+mn-ea"/>
          <a:cs typeface="+mn-cs"/>
        </a:defRPr>
      </a:lvl6pPr>
      <a:lvl7pPr marL="2057263" algn="l" defTabSz="685754" rtl="0" eaLnBrk="1" latinLnBrk="0" hangingPunct="1">
        <a:defRPr sz="1350" kern="1200">
          <a:solidFill>
            <a:schemeClr val="tx1"/>
          </a:solidFill>
          <a:latin typeface="+mn-lt"/>
          <a:ea typeface="+mn-ea"/>
          <a:cs typeface="+mn-cs"/>
        </a:defRPr>
      </a:lvl7pPr>
      <a:lvl8pPr marL="2400140" algn="l" defTabSz="685754" rtl="0" eaLnBrk="1" latinLnBrk="0" hangingPunct="1">
        <a:defRPr sz="1350" kern="1200">
          <a:solidFill>
            <a:schemeClr val="tx1"/>
          </a:solidFill>
          <a:latin typeface="+mn-lt"/>
          <a:ea typeface="+mn-ea"/>
          <a:cs typeface="+mn-cs"/>
        </a:defRPr>
      </a:lvl8pPr>
      <a:lvl9pPr marL="2743017" algn="l" defTabSz="685754"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2051" name="Text Placeholder 2"/>
          <p:cNvSpPr>
            <a:spLocks noGrp="1"/>
          </p:cNvSpPr>
          <p:nvPr>
            <p:ph type="body" idx="1"/>
          </p:nvPr>
        </p:nvSpPr>
        <p:spPr bwMode="auto">
          <a:xfrm>
            <a:off x="457200" y="1200153"/>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1" y="4767265"/>
            <a:ext cx="2133600" cy="273844"/>
          </a:xfrm>
          <a:prstGeom prst="rect">
            <a:avLst/>
          </a:prstGeom>
        </p:spPr>
        <p:txBody>
          <a:bodyPr vert="horz" lIns="91440" tIns="45720" rIns="91440" bIns="45720" rtlCol="0" anchor="ctr"/>
          <a:lstStyle>
            <a:lvl1pPr algn="l">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3124200" y="4767265"/>
            <a:ext cx="2895600" cy="273844"/>
          </a:xfrm>
          <a:prstGeom prst="rect">
            <a:avLst/>
          </a:prstGeom>
        </p:spPr>
        <p:txBody>
          <a:bodyPr vert="horz" lIns="91440" tIns="45720" rIns="91440" bIns="45720" rtlCol="0" anchor="ctr"/>
          <a:lstStyle>
            <a:lvl1pPr algn="ctr">
              <a:defRPr sz="9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5"/>
            <a:ext cx="2133600" cy="273844"/>
          </a:xfrm>
          <a:prstGeom prst="rect">
            <a:avLst/>
          </a:prstGeom>
        </p:spPr>
        <p:txBody>
          <a:bodyPr vert="horz" lIns="91440" tIns="45720" rIns="91440" bIns="45720" rtlCol="0" anchor="ctr"/>
          <a:lstStyle>
            <a:lvl1pPr algn="r">
              <a:defRPr sz="9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423816616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defRPr>
      </a:lvl2pPr>
      <a:lvl3pPr algn="ctr" rtl="0" eaLnBrk="0" fontAlgn="base" hangingPunct="0">
        <a:spcBef>
          <a:spcPct val="0"/>
        </a:spcBef>
        <a:spcAft>
          <a:spcPct val="0"/>
        </a:spcAft>
        <a:defRPr sz="3300">
          <a:solidFill>
            <a:schemeClr val="tx1"/>
          </a:solidFill>
          <a:latin typeface="Calibri" pitchFamily="34" charset="0"/>
        </a:defRPr>
      </a:lvl3pPr>
      <a:lvl4pPr algn="ctr" rtl="0" eaLnBrk="0" fontAlgn="base" hangingPunct="0">
        <a:spcBef>
          <a:spcPct val="0"/>
        </a:spcBef>
        <a:spcAft>
          <a:spcPct val="0"/>
        </a:spcAft>
        <a:defRPr sz="3300">
          <a:solidFill>
            <a:schemeClr val="tx1"/>
          </a:solidFill>
          <a:latin typeface="Calibri" pitchFamily="34" charset="0"/>
        </a:defRPr>
      </a:lvl4pPr>
      <a:lvl5pPr algn="ctr" rtl="0" eaLnBrk="0" fontAlgn="base" hangingPunct="0">
        <a:spcBef>
          <a:spcPct val="0"/>
        </a:spcBef>
        <a:spcAft>
          <a:spcPct val="0"/>
        </a:spcAft>
        <a:defRPr sz="3300">
          <a:solidFill>
            <a:schemeClr val="tx1"/>
          </a:solidFill>
          <a:latin typeface="Calibri" pitchFamily="34" charset="0"/>
        </a:defRPr>
      </a:lvl5pPr>
      <a:lvl6pPr marL="342866" algn="ctr" rtl="0" fontAlgn="base">
        <a:spcBef>
          <a:spcPct val="0"/>
        </a:spcBef>
        <a:spcAft>
          <a:spcPct val="0"/>
        </a:spcAft>
        <a:defRPr sz="3300">
          <a:solidFill>
            <a:schemeClr val="tx1"/>
          </a:solidFill>
          <a:latin typeface="Calibri" pitchFamily="34" charset="0"/>
        </a:defRPr>
      </a:lvl6pPr>
      <a:lvl7pPr marL="685732" algn="ctr" rtl="0" fontAlgn="base">
        <a:spcBef>
          <a:spcPct val="0"/>
        </a:spcBef>
        <a:spcAft>
          <a:spcPct val="0"/>
        </a:spcAft>
        <a:defRPr sz="3300">
          <a:solidFill>
            <a:schemeClr val="tx1"/>
          </a:solidFill>
          <a:latin typeface="Calibri" pitchFamily="34" charset="0"/>
        </a:defRPr>
      </a:lvl7pPr>
      <a:lvl8pPr marL="1028597" algn="ctr" rtl="0" fontAlgn="base">
        <a:spcBef>
          <a:spcPct val="0"/>
        </a:spcBef>
        <a:spcAft>
          <a:spcPct val="0"/>
        </a:spcAft>
        <a:defRPr sz="3300">
          <a:solidFill>
            <a:schemeClr val="tx1"/>
          </a:solidFill>
          <a:latin typeface="Calibri" pitchFamily="34" charset="0"/>
        </a:defRPr>
      </a:lvl8pPr>
      <a:lvl9pPr marL="1371463" algn="ctr" rtl="0" fontAlgn="base">
        <a:spcBef>
          <a:spcPct val="0"/>
        </a:spcBef>
        <a:spcAft>
          <a:spcPct val="0"/>
        </a:spcAft>
        <a:defRPr sz="3300">
          <a:solidFill>
            <a:schemeClr val="tx1"/>
          </a:solidFill>
          <a:latin typeface="Calibri" pitchFamily="34" charset="0"/>
        </a:defRPr>
      </a:lvl9pPr>
    </p:titleStyle>
    <p:bodyStyle>
      <a:lvl1pPr marL="257150" indent="-25715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1pPr>
      <a:lvl2pPr marL="557157" indent="-214292" algn="l" rtl="0" eaLnBrk="0" fontAlgn="base" hangingPunct="0">
        <a:spcBef>
          <a:spcPct val="20000"/>
        </a:spcBef>
        <a:spcAft>
          <a:spcPct val="0"/>
        </a:spcAft>
        <a:buFont typeface="Arial" pitchFamily="34" charset="0"/>
        <a:buChar char="–"/>
        <a:defRPr sz="2100" kern="1200">
          <a:solidFill>
            <a:schemeClr val="tx1"/>
          </a:solidFill>
          <a:latin typeface="+mn-lt"/>
          <a:ea typeface="+mn-ea"/>
          <a:cs typeface="+mn-cs"/>
        </a:defRPr>
      </a:lvl2pPr>
      <a:lvl3pPr marL="857165" indent="-171433" algn="l" rtl="0" eaLnBrk="0" fontAlgn="base" hangingPunct="0">
        <a:spcBef>
          <a:spcPct val="20000"/>
        </a:spcBef>
        <a:spcAft>
          <a:spcPct val="0"/>
        </a:spcAft>
        <a:buFont typeface="Arial" pitchFamily="34" charset="0"/>
        <a:buChar char="•"/>
        <a:defRPr sz="1799" kern="1200">
          <a:solidFill>
            <a:schemeClr val="tx1"/>
          </a:solidFill>
          <a:latin typeface="+mn-lt"/>
          <a:ea typeface="+mn-ea"/>
          <a:cs typeface="+mn-cs"/>
        </a:defRPr>
      </a:lvl3pPr>
      <a:lvl4pPr marL="1200030"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4pPr>
      <a:lvl5pPr marL="1542896" indent="-171433" algn="l" rtl="0" eaLnBrk="0" fontAlgn="base" hangingPunct="0">
        <a:spcBef>
          <a:spcPct val="20000"/>
        </a:spcBef>
        <a:spcAft>
          <a:spcPct val="0"/>
        </a:spcAft>
        <a:buFont typeface="Arial" pitchFamily="34" charset="0"/>
        <a:buChar char="»"/>
        <a:defRPr sz="1499" kern="1200">
          <a:solidFill>
            <a:schemeClr val="tx1"/>
          </a:solidFill>
          <a:latin typeface="+mn-lt"/>
          <a:ea typeface="+mn-ea"/>
          <a:cs typeface="+mn-cs"/>
        </a:defRPr>
      </a:lvl5pPr>
      <a:lvl6pPr marL="1885761"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6pPr>
      <a:lvl7pPr marL="2228627"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7pPr>
      <a:lvl8pPr marL="2571493"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8pPr>
      <a:lvl9pPr marL="2914358" indent="-171433" algn="l" defTabSz="685732" rtl="0" eaLnBrk="1" latinLnBrk="0" hangingPunct="1">
        <a:spcBef>
          <a:spcPct val="20000"/>
        </a:spcBef>
        <a:buFont typeface="Arial" pitchFamily="34" charset="0"/>
        <a:buChar char="•"/>
        <a:defRPr sz="1499" kern="1200">
          <a:solidFill>
            <a:schemeClr val="tx1"/>
          </a:solidFill>
          <a:latin typeface="+mn-lt"/>
          <a:ea typeface="+mn-ea"/>
          <a:cs typeface="+mn-cs"/>
        </a:defRPr>
      </a:lvl9pPr>
    </p:bodyStyle>
    <p:otherStyle>
      <a:defPPr>
        <a:defRPr lang="en-US"/>
      </a:defPPr>
      <a:lvl1pPr marL="0" algn="l" defTabSz="685732" rtl="0" eaLnBrk="1" latinLnBrk="0" hangingPunct="1">
        <a:defRPr sz="1349" kern="1200">
          <a:solidFill>
            <a:schemeClr val="tx1"/>
          </a:solidFill>
          <a:latin typeface="+mn-lt"/>
          <a:ea typeface="+mn-ea"/>
          <a:cs typeface="+mn-cs"/>
        </a:defRPr>
      </a:lvl1pPr>
      <a:lvl2pPr marL="342866" algn="l" defTabSz="685732" rtl="0" eaLnBrk="1" latinLnBrk="0" hangingPunct="1">
        <a:defRPr sz="1349" kern="1200">
          <a:solidFill>
            <a:schemeClr val="tx1"/>
          </a:solidFill>
          <a:latin typeface="+mn-lt"/>
          <a:ea typeface="+mn-ea"/>
          <a:cs typeface="+mn-cs"/>
        </a:defRPr>
      </a:lvl2pPr>
      <a:lvl3pPr marL="685732" algn="l" defTabSz="685732" rtl="0" eaLnBrk="1" latinLnBrk="0" hangingPunct="1">
        <a:defRPr sz="1349" kern="1200">
          <a:solidFill>
            <a:schemeClr val="tx1"/>
          </a:solidFill>
          <a:latin typeface="+mn-lt"/>
          <a:ea typeface="+mn-ea"/>
          <a:cs typeface="+mn-cs"/>
        </a:defRPr>
      </a:lvl3pPr>
      <a:lvl4pPr marL="1028597" algn="l" defTabSz="685732" rtl="0" eaLnBrk="1" latinLnBrk="0" hangingPunct="1">
        <a:defRPr sz="1349" kern="1200">
          <a:solidFill>
            <a:schemeClr val="tx1"/>
          </a:solidFill>
          <a:latin typeface="+mn-lt"/>
          <a:ea typeface="+mn-ea"/>
          <a:cs typeface="+mn-cs"/>
        </a:defRPr>
      </a:lvl4pPr>
      <a:lvl5pPr marL="1371463" algn="l" defTabSz="685732" rtl="0" eaLnBrk="1" latinLnBrk="0" hangingPunct="1">
        <a:defRPr sz="1349" kern="1200">
          <a:solidFill>
            <a:schemeClr val="tx1"/>
          </a:solidFill>
          <a:latin typeface="+mn-lt"/>
          <a:ea typeface="+mn-ea"/>
          <a:cs typeface="+mn-cs"/>
        </a:defRPr>
      </a:lvl5pPr>
      <a:lvl6pPr marL="1714328" algn="l" defTabSz="685732" rtl="0" eaLnBrk="1" latinLnBrk="0" hangingPunct="1">
        <a:defRPr sz="1349" kern="1200">
          <a:solidFill>
            <a:schemeClr val="tx1"/>
          </a:solidFill>
          <a:latin typeface="+mn-lt"/>
          <a:ea typeface="+mn-ea"/>
          <a:cs typeface="+mn-cs"/>
        </a:defRPr>
      </a:lvl6pPr>
      <a:lvl7pPr marL="2057195" algn="l" defTabSz="685732" rtl="0" eaLnBrk="1" latinLnBrk="0" hangingPunct="1">
        <a:defRPr sz="1349" kern="1200">
          <a:solidFill>
            <a:schemeClr val="tx1"/>
          </a:solidFill>
          <a:latin typeface="+mn-lt"/>
          <a:ea typeface="+mn-ea"/>
          <a:cs typeface="+mn-cs"/>
        </a:defRPr>
      </a:lvl7pPr>
      <a:lvl8pPr marL="2400060" algn="l" defTabSz="685732" rtl="0" eaLnBrk="1" latinLnBrk="0" hangingPunct="1">
        <a:defRPr sz="1349" kern="1200">
          <a:solidFill>
            <a:schemeClr val="tx1"/>
          </a:solidFill>
          <a:latin typeface="+mn-lt"/>
          <a:ea typeface="+mn-ea"/>
          <a:cs typeface="+mn-cs"/>
        </a:defRPr>
      </a:lvl8pPr>
      <a:lvl9pPr marL="2742926" algn="l" defTabSz="685732"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9.xml"/></Relationships>
</file>

<file path=ppt/slides/_rels/slide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1.xml"/><Relationship Id="rId4" Type="http://schemas.openxmlformats.org/officeDocument/2006/relationships/image" Target="../media/image14.jpe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notesSlide" Target="../notesSlides/notesSlide5.xml"/></Relationships>
</file>

<file path=ppt/slides/_rels/slide10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2.xml"/></Relationships>
</file>

<file path=ppt/slides/_rels/slide10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3.xml"/></Relationships>
</file>

<file path=ppt/slides/_rels/slide10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notesSlide" Target="../notesSlides/notesSlide6.xml"/></Relationships>
</file>

<file path=ppt/slides/_rels/slide1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4"/>
          <a:stretch>
            <a:fillRect/>
          </a:stretch>
        </p:blipFill>
        <p:spPr>
          <a:xfrm>
            <a:off x="304800" y="399113"/>
            <a:ext cx="9144000" cy="5143500"/>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Tree>
    <p:extLst>
      <p:ext uri="{BB962C8B-B14F-4D97-AF65-F5344CB8AC3E}">
        <p14:creationId xmlns:p14="http://schemas.microsoft.com/office/powerpoint/2010/main" val="4095999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382" y="-236471"/>
            <a:ext cx="5292435" cy="461665"/>
          </a:xfrm>
          <a:prstGeom prst="rect">
            <a:avLst/>
          </a:prstGeom>
        </p:spPr>
        <p:txBody>
          <a:bodyPr wrap="square">
            <a:spAutoFit/>
          </a:bodyPr>
          <a:lstStyle/>
          <a:p>
            <a:pPr algn="ctr" defTabSz="685754">
              <a:defRPr/>
            </a:pPr>
            <a:endParaRPr lang="en-US" sz="2400" dirty="0">
              <a:solidFill>
                <a:prstClr val="black"/>
              </a:solidFill>
              <a:latin typeface="URW Palladio IT" pitchFamily="2" charset="0"/>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 y="-17197"/>
            <a:ext cx="9143735" cy="5160623"/>
          </a:xfrm>
          <a:prstGeom prst="rect">
            <a:avLst/>
          </a:prstGeom>
        </p:spPr>
      </p:pic>
      <p:sp>
        <p:nvSpPr>
          <p:cNvPr id="9" name="Rectangle 8"/>
          <p:cNvSpPr/>
          <p:nvPr/>
        </p:nvSpPr>
        <p:spPr>
          <a:xfrm>
            <a:off x="228726" y="81737"/>
            <a:ext cx="6188857" cy="4985980"/>
          </a:xfrm>
          <a:prstGeom prst="rect">
            <a:avLst/>
          </a:prstGeom>
        </p:spPr>
        <p:txBody>
          <a:bodyPr wrap="square">
            <a:spAutoFit/>
          </a:bodyPr>
          <a:lstStyle/>
          <a:p>
            <a:pPr algn="ctr" defTabSz="685754">
              <a:defRPr/>
            </a:pPr>
            <a:r>
              <a:rPr lang="en-US" sz="3000" dirty="0">
                <a:solidFill>
                  <a:prstClr val="white">
                    <a:lumMod val="95000"/>
                  </a:prstClr>
                </a:solidFill>
                <a:latin typeface="Sanskrit 99" pitchFamily="2" charset="0"/>
              </a:rPr>
              <a:t>              </a:t>
            </a:r>
            <a:r>
              <a:rPr lang="en-US" sz="3000" b="1" u="sng" dirty="0" err="1">
                <a:solidFill>
                  <a:prstClr val="white">
                    <a:lumMod val="95000"/>
                  </a:prstClr>
                </a:solidFill>
                <a:latin typeface="Sanskrit 99" pitchFamily="2" charset="0"/>
              </a:rPr>
              <a:t>yaeg</a:t>
            </a:r>
            <a:r>
              <a:rPr lang="en-US" sz="3000" b="1" u="sng" dirty="0">
                <a:solidFill>
                  <a:prstClr val="white">
                    <a:lumMod val="95000"/>
                  </a:prstClr>
                </a:solidFill>
                <a:latin typeface="Sanskrit 99" pitchFamily="2" charset="0"/>
              </a:rPr>
              <a:t> g[pit </a:t>
            </a:r>
            <a:r>
              <a:rPr lang="en-US" sz="3000" b="1" u="sng" dirty="0" err="1">
                <a:solidFill>
                  <a:prstClr val="white">
                    <a:lumMod val="95000"/>
                  </a:prstClr>
                </a:solidFill>
                <a:latin typeface="Sanskrit 99" pitchFamily="2" charset="0"/>
              </a:rPr>
              <a:t>mUlmÙ</a:t>
            </a:r>
            <a:endParaRPr lang="en-US" sz="3000" dirty="0">
              <a:solidFill>
                <a:prstClr val="white">
                  <a:lumMod val="95000"/>
                </a:prstClr>
              </a:solidFill>
              <a:latin typeface="Sanskrit 99" pitchFamily="2" charset="0"/>
            </a:endParaRPr>
          </a:p>
          <a:p>
            <a:pPr algn="ctr" defTabSz="685754">
              <a:defRPr/>
            </a:pPr>
            <a:endParaRPr lang="en-US" sz="3600" dirty="0">
              <a:solidFill>
                <a:prstClr val="white">
                  <a:lumMod val="95000"/>
                </a:prstClr>
              </a:solidFill>
              <a:latin typeface="Sanskrit 99" pitchFamily="2" charset="0"/>
            </a:endParaRPr>
          </a:p>
          <a:p>
            <a:pPr algn="ctr" defTabSz="685754">
              <a:defRPr/>
            </a:pPr>
            <a:r>
              <a:rPr lang="en-US" sz="3600" dirty="0">
                <a:solidFill>
                  <a:prstClr val="white">
                    <a:lumMod val="95000"/>
                  </a:prstClr>
                </a:solidFill>
                <a:latin typeface="Sanskrit 99" pitchFamily="2" charset="0"/>
              </a:rPr>
              <a:t>` h&lt; s&lt; g&lt; </a:t>
            </a:r>
            <a:r>
              <a:rPr lang="en-US" sz="3600" dirty="0" err="1">
                <a:solidFill>
                  <a:prstClr val="white">
                    <a:lumMod val="95000"/>
                  </a:prstClr>
                </a:solidFill>
                <a:latin typeface="Sanskrit 99" pitchFamily="2" charset="0"/>
              </a:rPr>
              <a:t>Égvte</a:t>
            </a:r>
            <a:r>
              <a:rPr lang="en-US" sz="3600" dirty="0">
                <a:solidFill>
                  <a:prstClr val="white">
                    <a:lumMod val="95000"/>
                  </a:prstClr>
                </a:solidFill>
                <a:latin typeface="Sanskrit 99" pitchFamily="2" charset="0"/>
              </a:rPr>
              <a:t> </a:t>
            </a:r>
          </a:p>
          <a:p>
            <a:pPr algn="ctr" defTabSz="685754">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inTy</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yaeg</a:t>
            </a: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yu´ay</a:t>
            </a:r>
            <a:r>
              <a:rPr lang="en-US" sz="3600" dirty="0">
                <a:solidFill>
                  <a:prstClr val="white">
                    <a:lumMod val="95000"/>
                  </a:prstClr>
                </a:solidFill>
                <a:latin typeface="Sanskrit 99" pitchFamily="2" charset="0"/>
              </a:rPr>
              <a:t> </a:t>
            </a:r>
          </a:p>
          <a:p>
            <a:pPr algn="ctr" defTabSz="685754">
              <a:defRPr/>
            </a:pPr>
            <a:r>
              <a:rPr lang="en-US" sz="3600" dirty="0">
                <a:solidFill>
                  <a:prstClr val="white">
                    <a:lumMod val="95000"/>
                  </a:prstClr>
                </a:solidFill>
                <a:latin typeface="Sanskrit 99" pitchFamily="2" charset="0"/>
              </a:rPr>
              <a:t>	si½danNd </a:t>
            </a:r>
            <a:r>
              <a:rPr lang="en-US" sz="3600" dirty="0" err="1">
                <a:solidFill>
                  <a:prstClr val="white">
                    <a:lumMod val="95000"/>
                  </a:prstClr>
                </a:solidFill>
                <a:latin typeface="Sanskrit 99" pitchFamily="2" charset="0"/>
              </a:rPr>
              <a:t>êip</a:t>
            </a:r>
            <a:r>
              <a:rPr lang="en-US" sz="3600" dirty="0">
                <a:solidFill>
                  <a:prstClr val="white">
                    <a:lumMod val="95000"/>
                  </a:prstClr>
                </a:solidFill>
                <a:latin typeface="Sanskrit 99" pitchFamily="2" charset="0"/>
              </a:rPr>
              <a:t>[e </a:t>
            </a:r>
          </a:p>
          <a:p>
            <a:pPr algn="ctr" defTabSz="685754">
              <a:defRPr/>
            </a:pPr>
            <a:r>
              <a:rPr lang="en-US" sz="3600" dirty="0">
                <a:solidFill>
                  <a:prstClr val="white">
                    <a:lumMod val="95000"/>
                  </a:prstClr>
                </a:solidFill>
                <a:latin typeface="Sanskrit 99" pitchFamily="2" charset="0"/>
              </a:rPr>
              <a:t>	</a:t>
            </a:r>
            <a:r>
              <a:rPr lang="en-US" sz="3600" dirty="0" err="1">
                <a:solidFill>
                  <a:prstClr val="white">
                    <a:lumMod val="95000"/>
                  </a:prstClr>
                </a:solidFill>
                <a:latin typeface="Sanskrit 99" pitchFamily="2" charset="0"/>
              </a:rPr>
              <a:t>ivnaykay</a:t>
            </a:r>
            <a:r>
              <a:rPr lang="en-US" sz="3600" dirty="0">
                <a:solidFill>
                  <a:prstClr val="white">
                    <a:lumMod val="95000"/>
                  </a:prstClr>
                </a:solidFill>
                <a:latin typeface="Sanskrit 99" pitchFamily="2" charset="0"/>
              </a:rPr>
              <a:t> nm&gt;.</a:t>
            </a:r>
          </a:p>
          <a:p>
            <a:pPr algn="ctr" defTabSz="685754">
              <a:defRPr/>
            </a:pPr>
            <a:r>
              <a:rPr lang="en-IN" sz="2700" dirty="0">
                <a:solidFill>
                  <a:prstClr val="white">
                    <a:lumMod val="95000"/>
                  </a:prstClr>
                </a:solidFill>
                <a:latin typeface="URW Palladio IT" pitchFamily="2" charset="0"/>
                <a:cs typeface="Sanskrit 2003" pitchFamily="2" charset="-78"/>
              </a:rPr>
              <a:t>	Om </a:t>
            </a:r>
            <a:r>
              <a:rPr lang="en-IN" sz="2700" dirty="0" err="1">
                <a:solidFill>
                  <a:prstClr val="white">
                    <a:lumMod val="95000"/>
                  </a:prstClr>
                </a:solidFill>
                <a:latin typeface="URW Palladio IT" pitchFamily="2" charset="0"/>
                <a:cs typeface="Sanskrit 2003" pitchFamily="2" charset="-78"/>
              </a:rPr>
              <a:t>Haà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Gaà</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Bhagavate</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Nitya</a:t>
            </a:r>
            <a:r>
              <a:rPr lang="en-IN" sz="2700" dirty="0">
                <a:solidFill>
                  <a:prstClr val="white">
                    <a:lumMod val="95000"/>
                  </a:prstClr>
                </a:solidFill>
                <a:latin typeface="URW Palladio IT" pitchFamily="2" charset="0"/>
                <a:cs typeface="Sanskrit 2003" pitchFamily="2" charset="-78"/>
              </a:rPr>
              <a:t> Yoga </a:t>
            </a:r>
            <a:r>
              <a:rPr lang="en-IN" sz="2700" dirty="0" err="1">
                <a:solidFill>
                  <a:prstClr val="white">
                    <a:lumMod val="95000"/>
                  </a:prstClr>
                </a:solidFill>
                <a:latin typeface="URW Palladio IT" pitchFamily="2" charset="0"/>
                <a:cs typeface="Sanskrit 2003" pitchFamily="2" charset="-78"/>
              </a:rPr>
              <a:t>Yuktäya</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Saccidänanda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Rüpiëe</a:t>
            </a:r>
            <a:endParaRPr lang="en-IN" sz="2700" dirty="0">
              <a:solidFill>
                <a:prstClr val="white">
                  <a:lumMod val="95000"/>
                </a:prstClr>
              </a:solidFill>
              <a:latin typeface="URW Palladio IT" pitchFamily="2" charset="0"/>
              <a:cs typeface="Sanskrit 2003" pitchFamily="2" charset="-78"/>
            </a:endParaRPr>
          </a:p>
          <a:p>
            <a:pPr algn="ctr" defTabSz="685754">
              <a:defRPr/>
            </a:pP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Vinäyakäya</a:t>
            </a:r>
            <a:r>
              <a:rPr lang="en-IN" sz="2700" dirty="0">
                <a:solidFill>
                  <a:prstClr val="white">
                    <a:lumMod val="95000"/>
                  </a:prstClr>
                </a:solidFill>
                <a:latin typeface="URW Palladio IT" pitchFamily="2" charset="0"/>
                <a:cs typeface="Sanskrit 2003" pitchFamily="2" charset="-78"/>
              </a:rPr>
              <a:t> </a:t>
            </a:r>
            <a:r>
              <a:rPr lang="en-IN" sz="2700" dirty="0" err="1">
                <a:solidFill>
                  <a:prstClr val="white">
                    <a:lumMod val="95000"/>
                  </a:prstClr>
                </a:solidFill>
                <a:latin typeface="URW Palladio IT" pitchFamily="2" charset="0"/>
                <a:cs typeface="Sanskrit 2003" pitchFamily="2" charset="-78"/>
              </a:rPr>
              <a:t>Namaù</a:t>
            </a:r>
            <a:r>
              <a:rPr lang="en-IN" sz="2700" dirty="0">
                <a:solidFill>
                  <a:prstClr val="white">
                    <a:lumMod val="95000"/>
                  </a:prstClr>
                </a:solidFill>
                <a:latin typeface="URW Palladio IT" pitchFamily="2" charset="0"/>
                <a:cs typeface="Sanskrit 2003" pitchFamily="2" charset="-78"/>
              </a:rPr>
              <a:t>||</a:t>
            </a:r>
            <a:endParaRPr lang="en-US" sz="2700" dirty="0">
              <a:solidFill>
                <a:prstClr val="white">
                  <a:lumMod val="95000"/>
                </a:prstClr>
              </a:solidFill>
              <a:latin typeface="URW Palladio IT" pitchFamily="2" charset="0"/>
              <a:cs typeface="Sanskrit 2003" pitchFamily="2" charset="-78"/>
            </a:endParaRPr>
          </a:p>
        </p:txBody>
      </p:sp>
    </p:spTree>
    <p:extLst>
      <p:ext uri="{BB962C8B-B14F-4D97-AF65-F5344CB8AC3E}">
        <p14:creationId xmlns:p14="http://schemas.microsoft.com/office/powerpoint/2010/main" val="2324722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 y="74"/>
            <a:ext cx="9143735" cy="5143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862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133" y="74"/>
            <a:ext cx="9143735" cy="5143352"/>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133" y="75"/>
            <a:ext cx="2428805" cy="3143159"/>
          </a:xfrm>
          <a:prstGeom prst="rect">
            <a:avLst/>
          </a:prstGeom>
          <a:noFill/>
          <a:ln w="9525">
            <a:noFill/>
            <a:miter lim="800000"/>
            <a:headEnd/>
            <a:tailEnd/>
          </a:ln>
        </p:spPr>
      </p:pic>
      <p:sp>
        <p:nvSpPr>
          <p:cNvPr id="74756" name="Rectangle 5"/>
          <p:cNvSpPr>
            <a:spLocks noChangeArrowheads="1"/>
          </p:cNvSpPr>
          <p:nvPr/>
        </p:nvSpPr>
        <p:spPr bwMode="auto">
          <a:xfrm>
            <a:off x="3429034" y="1189987"/>
            <a:ext cx="4514719" cy="1685077"/>
          </a:xfrm>
          <a:prstGeom prst="rect">
            <a:avLst/>
          </a:prstGeom>
          <a:noFill/>
          <a:ln w="9525">
            <a:noFill/>
            <a:miter lim="800000"/>
            <a:headEnd/>
            <a:tailEnd/>
          </a:ln>
        </p:spPr>
        <p:txBody>
          <a:bodyPr>
            <a:spAutoFit/>
          </a:bodyPr>
          <a:lstStyle/>
          <a:p>
            <a:pPr algn="ctr" defTabSz="685732"/>
            <a:r>
              <a:rPr lang="en-US" sz="3300" dirty="0" err="1">
                <a:solidFill>
                  <a:srgbClr val="F2F2F2"/>
                </a:solidFill>
                <a:latin typeface="Sanskrit 99" pitchFamily="2" charset="0"/>
              </a:rPr>
              <a:t>àat</a:t>
            </a:r>
            <a:r>
              <a:rPr lang="en-US" sz="3300" dirty="0">
                <a:solidFill>
                  <a:srgbClr val="F2F2F2"/>
                </a:solidFill>
                <a:latin typeface="Sanskrit 99" pitchFamily="2" charset="0"/>
              </a:rPr>
              <a:t>&gt;</a:t>
            </a:r>
            <a:r>
              <a:rPr lang="en-US" sz="3300" dirty="0" err="1">
                <a:solidFill>
                  <a:srgbClr val="F2F2F2"/>
                </a:solidFill>
                <a:latin typeface="Sanskrit 99" pitchFamily="2" charset="0"/>
              </a:rPr>
              <a:t>Smr</a:t>
            </a:r>
            <a:r>
              <a:rPr lang="en-US" sz="3300" dirty="0">
                <a:solidFill>
                  <a:srgbClr val="F2F2F2"/>
                </a:solidFill>
                <a:latin typeface="Sanskrit 99" pitchFamily="2" charset="0"/>
              </a:rPr>
              <a:t>[</a:t>
            </a:r>
            <a:r>
              <a:rPr lang="en-US" sz="3300" dirty="0" err="1">
                <a:solidFill>
                  <a:srgbClr val="F2F2F2"/>
                </a:solidFill>
                <a:latin typeface="Sanskrit 99" pitchFamily="2" charset="0"/>
              </a:rPr>
              <a:t>StaeÇm</a:t>
            </a:r>
            <a:r>
              <a:rPr lang="en-US" sz="3300" dirty="0">
                <a:solidFill>
                  <a:srgbClr val="F2F2F2"/>
                </a:solidFill>
                <a:latin typeface="Sanskrit 99" pitchFamily="2" charset="0"/>
              </a:rPr>
              <a:t>!</a:t>
            </a:r>
          </a:p>
          <a:p>
            <a:pPr algn="ctr" defTabSz="685732">
              <a:spcAft>
                <a:spcPts val="900"/>
              </a:spcAft>
            </a:pPr>
            <a:r>
              <a:rPr lang="en-US" sz="3300" dirty="0" err="1">
                <a:solidFill>
                  <a:srgbClr val="F2F2F2"/>
                </a:solidFill>
                <a:latin typeface="URW Palladio IT" pitchFamily="2" charset="0"/>
              </a:rPr>
              <a:t>Prätaùsmaraëastotram</a:t>
            </a:r>
            <a:r>
              <a:rPr lang="en-US" sz="1349" dirty="0">
                <a:solidFill>
                  <a:srgbClr val="F2F2F2"/>
                </a:solidFill>
                <a:latin typeface="Sanskrit 99" pitchFamily="2" charset="0"/>
              </a:rPr>
              <a:t>  </a:t>
            </a:r>
          </a:p>
          <a:p>
            <a:pPr algn="ctr" defTabSz="685732"/>
            <a:r>
              <a:rPr lang="kn-IN" sz="3000" b="1" dirty="0">
                <a:solidFill>
                  <a:srgbClr val="FFFFFF"/>
                </a:solidFill>
                <a:latin typeface="Calibri"/>
              </a:rPr>
              <a:t>ಪ್ರಾತಃ ಸ್ಮರಣ ಸ್ತೋತ್ರಂ</a:t>
            </a:r>
            <a:endParaRPr lang="en-CA" sz="3000" b="1" dirty="0">
              <a:solidFill>
                <a:srgbClr val="FFFFFF"/>
              </a:solidFill>
              <a:latin typeface="Calibri"/>
            </a:endParaRPr>
          </a:p>
        </p:txBody>
      </p:sp>
      <p:sp>
        <p:nvSpPr>
          <p:cNvPr id="74757" name="Rectangle 9"/>
          <p:cNvSpPr>
            <a:spLocks noChangeArrowheads="1"/>
          </p:cNvSpPr>
          <p:nvPr/>
        </p:nvSpPr>
        <p:spPr bwMode="auto">
          <a:xfrm>
            <a:off x="2428938" y="3045039"/>
            <a:ext cx="6172022" cy="2113399"/>
          </a:xfrm>
          <a:prstGeom prst="rect">
            <a:avLst/>
          </a:prstGeom>
          <a:noFill/>
          <a:ln w="9525">
            <a:noFill/>
            <a:miter lim="800000"/>
            <a:headEnd/>
            <a:tailEnd/>
          </a:ln>
        </p:spPr>
        <p:txBody>
          <a:bodyPr>
            <a:spAutoFit/>
          </a:bodyPr>
          <a:lstStyle/>
          <a:p>
            <a:pPr defTabSz="685732">
              <a:spcAft>
                <a:spcPts val="450"/>
              </a:spcAft>
            </a:pPr>
            <a:r>
              <a:rPr lang="en-US" sz="2700" dirty="0">
                <a:solidFill>
                  <a:srgbClr val="F2F2F2"/>
                </a:solidFill>
                <a:latin typeface="URW Palladio IT" pitchFamily="2" charset="0"/>
              </a:rPr>
              <a:t>Composed by</a:t>
            </a:r>
            <a:endParaRPr lang="en-US" sz="825" dirty="0">
              <a:solidFill>
                <a:srgbClr val="F2F2F2"/>
              </a:solidFill>
              <a:latin typeface="URW Palladio IT" pitchFamily="2" charset="0"/>
            </a:endParaRPr>
          </a:p>
          <a:p>
            <a:pPr algn="ctr" defTabSz="685732"/>
            <a:r>
              <a:rPr lang="en-US" sz="3300" dirty="0" err="1">
                <a:solidFill>
                  <a:srgbClr val="F2F2F2"/>
                </a:solidFill>
                <a:latin typeface="Sanskrit 99" pitchFamily="2" charset="0"/>
              </a:rPr>
              <a:t>ïI</a:t>
            </a:r>
            <a:r>
              <a:rPr lang="en-US" sz="3300" dirty="0">
                <a:solidFill>
                  <a:srgbClr val="F2F2F2"/>
                </a:solidFill>
                <a:latin typeface="Sanskrit 99" pitchFamily="2" charset="0"/>
              </a:rPr>
              <a:t> </a:t>
            </a:r>
            <a:r>
              <a:rPr lang="en-US" sz="3300" dirty="0" err="1">
                <a:solidFill>
                  <a:srgbClr val="F2F2F2"/>
                </a:solidFill>
                <a:latin typeface="Sanskrit 99" pitchFamily="2" charset="0"/>
              </a:rPr>
              <a:t>z»racayR</a:t>
            </a:r>
            <a:r>
              <a:rPr lang="en-US" sz="3300" dirty="0">
                <a:solidFill>
                  <a:srgbClr val="F2F2F2"/>
                </a:solidFill>
                <a:latin typeface="Sanskrit 99" pitchFamily="2" charset="0"/>
              </a:rPr>
              <a:t>&gt;</a:t>
            </a:r>
          </a:p>
          <a:p>
            <a:pPr algn="ctr" defTabSz="685732">
              <a:spcAft>
                <a:spcPts val="450"/>
              </a:spcAft>
            </a:pPr>
            <a:r>
              <a:rPr lang="en-US" sz="3300" dirty="0" err="1">
                <a:solidFill>
                  <a:srgbClr val="F2F2F2"/>
                </a:solidFill>
                <a:latin typeface="URW Palladio IT" pitchFamily="2" charset="0"/>
              </a:rPr>
              <a:t>Sré</a:t>
            </a:r>
            <a:r>
              <a:rPr lang="en-US" sz="3300" dirty="0">
                <a:solidFill>
                  <a:srgbClr val="F2F2F2"/>
                </a:solidFill>
                <a:latin typeface="URW Palladio IT" pitchFamily="2" charset="0"/>
              </a:rPr>
              <a:t> </a:t>
            </a:r>
            <a:r>
              <a:rPr lang="en-US" sz="3300" dirty="0" err="1">
                <a:solidFill>
                  <a:srgbClr val="F2F2F2"/>
                </a:solidFill>
                <a:latin typeface="URW Palladio IT" pitchFamily="2" charset="0"/>
              </a:rPr>
              <a:t>Saìkaräcäryaù</a:t>
            </a:r>
            <a:endParaRPr lang="en-US" sz="3300" dirty="0">
              <a:solidFill>
                <a:srgbClr val="F2F2F2"/>
              </a:solidFill>
              <a:latin typeface="URW Palladio IT" pitchFamily="2" charset="0"/>
            </a:endParaRPr>
          </a:p>
          <a:p>
            <a:pPr algn="ctr" defTabSz="685732"/>
            <a:r>
              <a:rPr lang="kn-IN" sz="3000" dirty="0">
                <a:solidFill>
                  <a:srgbClr val="FFFFFF"/>
                </a:solidFill>
                <a:latin typeface="Calibri"/>
              </a:rPr>
              <a:t>ಶ್ರೀ ಶಂಕರಾಚಾರ್ಯಃ</a:t>
            </a:r>
            <a:endParaRPr lang="en-CA" sz="3000" dirty="0">
              <a:solidFill>
                <a:srgbClr val="FFFFFF"/>
              </a:solidFill>
              <a:latin typeface="Calibri"/>
            </a:endParaRPr>
          </a:p>
        </p:txBody>
      </p:sp>
      <p:sp>
        <p:nvSpPr>
          <p:cNvPr id="74758" name="Rectangle 11"/>
          <p:cNvSpPr>
            <a:spLocks noChangeArrowheads="1"/>
          </p:cNvSpPr>
          <p:nvPr/>
        </p:nvSpPr>
        <p:spPr bwMode="auto">
          <a:xfrm>
            <a:off x="5435720" y="235156"/>
            <a:ext cx="742928" cy="784702"/>
          </a:xfrm>
          <a:prstGeom prst="rect">
            <a:avLst/>
          </a:prstGeom>
          <a:noFill/>
          <a:ln w="9525">
            <a:noFill/>
            <a:miter lim="800000"/>
            <a:headEnd/>
            <a:tailEnd/>
          </a:ln>
        </p:spPr>
        <p:txBody>
          <a:bodyPr>
            <a:spAutoFit/>
          </a:bodyPr>
          <a:lstStyle/>
          <a:p>
            <a:pPr defTabSz="685732"/>
            <a:r>
              <a:rPr lang="en-US" sz="4499" dirty="0">
                <a:solidFill>
                  <a:srgbClr val="F2F2F2"/>
                </a:solidFill>
                <a:latin typeface="Sanskrit 99" pitchFamily="2" charset="0"/>
                <a:sym typeface="Wingdings" pitchFamily="2" charset="2"/>
              </a:rPr>
              <a:t></a:t>
            </a:r>
            <a:endParaRPr lang="en-US" sz="4499" dirty="0">
              <a:solidFill>
                <a:srgbClr val="F2F2F2"/>
              </a:solidFill>
              <a:latin typeface="Calibri"/>
            </a:endParaRPr>
          </a:p>
        </p:txBody>
      </p:sp>
    </p:spTree>
    <p:extLst>
      <p:ext uri="{BB962C8B-B14F-4D97-AF65-F5344CB8AC3E}">
        <p14:creationId xmlns:p14="http://schemas.microsoft.com/office/powerpoint/2010/main" val="958932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 स्मरामि हृदि संस्फुरदात्मत</a:t>
            </a:r>
            <a:r>
              <a:rPr lang="en-US" sz="3000" b="1" dirty="0" err="1">
                <a:solidFill>
                  <a:srgbClr val="000000"/>
                </a:solidFill>
                <a:latin typeface="Sanskrit 99" pitchFamily="2" charset="0"/>
                <a:ea typeface="Calibri" pitchFamily="34" charset="0"/>
                <a:cs typeface="Sanskrit 2003"/>
              </a:rPr>
              <a:t>Åv</a:t>
            </a:r>
            <a:r>
              <a:rPr lang="hi-IN" sz="3000" b="1" dirty="0">
                <a:latin typeface="Sanskrit 2003" pitchFamily="2" charset="-78"/>
                <a:cs typeface="Sanskrit 2003" pitchFamily="2" charset="-78"/>
              </a:rPr>
              <a:t>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सत्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चित् </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सुखं परमहंसगतिं तु</a:t>
            </a:r>
            <a:r>
              <a:rPr lang="en-IN" sz="3000" b="1" dirty="0" err="1">
                <a:latin typeface="Sanskrit 99" pitchFamily="2" charset="0"/>
                <a:cs typeface="Sanskrit 2003" pitchFamily="2" charset="-78"/>
              </a:rPr>
              <a:t>rI</a:t>
            </a:r>
            <a:r>
              <a:rPr lang="hi-IN" sz="3000" b="1" dirty="0">
                <a:latin typeface="Sanskrit 2003" pitchFamily="2" charset="-78"/>
                <a:cs typeface="Sanskrit 2003" pitchFamily="2" charset="-78"/>
              </a:rPr>
              <a:t>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Prātaḥ</a:t>
            </a:r>
            <a:r>
              <a:rPr lang="en-US" b="1" dirty="0">
                <a:latin typeface="URW Palladio IT" pitchFamily="2" charset="0"/>
              </a:rPr>
              <a:t> </a:t>
            </a:r>
            <a:r>
              <a:rPr lang="en-US" b="1" dirty="0" err="1">
                <a:latin typeface="URW Palladio IT" pitchFamily="2" charset="0"/>
              </a:rPr>
              <a:t>smarāmi</a:t>
            </a:r>
            <a:r>
              <a:rPr lang="en-US" b="1" dirty="0">
                <a:latin typeface="URW Palladio IT" pitchFamily="2" charset="0"/>
              </a:rPr>
              <a:t> </a:t>
            </a:r>
            <a:r>
              <a:rPr lang="en-US" b="1" dirty="0" err="1">
                <a:latin typeface="URW Palladio IT" pitchFamily="2" charset="0"/>
              </a:rPr>
              <a:t>hṛdi</a:t>
            </a:r>
            <a:r>
              <a:rPr lang="en-US" b="1" dirty="0">
                <a:latin typeface="URW Palladio IT" pitchFamily="2" charset="0"/>
              </a:rPr>
              <a:t> </a:t>
            </a:r>
            <a:r>
              <a:rPr lang="en-US" b="1" dirty="0" err="1">
                <a:latin typeface="URW Palladio IT" pitchFamily="2" charset="0"/>
              </a:rPr>
              <a:t>saṁsphuradātmatattvam</a:t>
            </a:r>
            <a:r>
              <a:rPr lang="en-US" b="1" dirty="0">
                <a:latin typeface="URW Palladio IT" pitchFamily="2" charset="0"/>
              </a:rPr>
              <a:t> |</a:t>
            </a:r>
          </a:p>
          <a:p>
            <a:pPr algn="ctr" eaLnBrk="1" hangingPunct="1">
              <a:spcAft>
                <a:spcPts val="1349"/>
              </a:spcAft>
              <a:buNone/>
            </a:pPr>
            <a:r>
              <a:rPr lang="en-US" b="1" dirty="0">
                <a:latin typeface="URW Palladio IT" pitchFamily="2" charset="0"/>
              </a:rPr>
              <a:t>Sat-cit-</a:t>
            </a:r>
            <a:r>
              <a:rPr lang="en-US" b="1" dirty="0" err="1">
                <a:latin typeface="URW Palladio IT" pitchFamily="2" charset="0"/>
              </a:rPr>
              <a:t>sukhaṁ</a:t>
            </a:r>
            <a:r>
              <a:rPr lang="en-US" b="1" dirty="0">
                <a:latin typeface="URW Palladio IT" pitchFamily="2" charset="0"/>
              </a:rPr>
              <a:t> </a:t>
            </a:r>
            <a:r>
              <a:rPr lang="en-US" b="1" dirty="0" err="1">
                <a:latin typeface="URW Palladio IT" pitchFamily="2" charset="0"/>
              </a:rPr>
              <a:t>paramahaṁsagatiṁ</a:t>
            </a:r>
            <a:r>
              <a:rPr lang="en-US" b="1" dirty="0">
                <a:latin typeface="URW Palladio IT" pitchFamily="2" charset="0"/>
              </a:rPr>
              <a:t> </a:t>
            </a:r>
            <a:r>
              <a:rPr lang="en-US" b="1" dirty="0" err="1">
                <a:latin typeface="URW Palladio IT" pitchFamily="2" charset="0"/>
              </a:rPr>
              <a:t>turIyam</a:t>
            </a:r>
            <a:r>
              <a:rPr lang="en-US" b="1" dirty="0">
                <a:latin typeface="URW Palladio IT" pitchFamily="2" charset="0"/>
              </a:rPr>
              <a:t>||</a:t>
            </a:r>
          </a:p>
          <a:p>
            <a:pPr algn="ctr">
              <a:buFont typeface="Arial" charset="0"/>
              <a:buNone/>
            </a:pPr>
            <a:r>
              <a:rPr lang="kn-IN" b="1" dirty="0">
                <a:solidFill>
                  <a:srgbClr val="000000"/>
                </a:solidFill>
                <a:ea typeface="Tunga" pitchFamily="2"/>
              </a:rPr>
              <a:t>ಪ್ರಾತಃ ಸ್ಮರಾಮಿ ಹೃದಿಸಂಸ್ಫುರದಾತ್ಮತತ್ತ್ವಂ</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buFont typeface="Arial" charset="0"/>
              <a:buNone/>
            </a:pPr>
            <a:r>
              <a:rPr lang="kn-IN" b="1" dirty="0">
                <a:solidFill>
                  <a:srgbClr val="000000"/>
                </a:solidFill>
                <a:ea typeface="Tunga" pitchFamily="2"/>
              </a:rPr>
              <a:t>ಸಚ್ಚಿತ್ಸುಖಂ ಪರಮಹಂಸಗತಿಂ ತುರೀಯಮ್ ||</a:t>
            </a:r>
            <a:endParaRPr lang="en-US" b="1" dirty="0">
              <a:latin typeface="URW Palladio IT" pitchFamily="2" charset="0"/>
            </a:endParaRPr>
          </a:p>
          <a:p>
            <a:pPr algn="ctr">
              <a:buFont typeface="Wingdings 2" pitchFamily="18" charset="2"/>
              <a:buNone/>
            </a:pPr>
            <a:endParaRPr lang="en-US" sz="900"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remember in the morning the Self which shines in the heart, which is existence-consciousness-bliss, which is the supreme </a:t>
            </a:r>
            <a:r>
              <a:rPr lang="en-CA" sz="1799" dirty="0" err="1">
                <a:latin typeface="Times New Roman" pitchFamily="18" charset="0"/>
                <a:cs typeface="Times New Roman" pitchFamily="18" charset="0"/>
              </a:rPr>
              <a:t>Paramahamsa</a:t>
            </a:r>
            <a:r>
              <a:rPr lang="en-CA" sz="1799" dirty="0">
                <a:latin typeface="Times New Roman" pitchFamily="18" charset="0"/>
                <a:cs typeface="Times New Roman" pitchFamily="18" charset="0"/>
              </a:rPr>
              <a:t> state, which is called the "Fourth"</a:t>
            </a:r>
            <a:endParaRPr lang="en-US" sz="1799" b="1" dirty="0">
              <a:latin typeface="Times New Roman" pitchFamily="18" charset="0"/>
              <a:cs typeface="Times New Roman" pitchFamily="18" charset="0"/>
            </a:endParaRPr>
          </a:p>
        </p:txBody>
      </p:sp>
    </p:spTree>
    <p:extLst>
      <p:ext uri="{BB962C8B-B14F-4D97-AF65-F5344CB8AC3E}">
        <p14:creationId xmlns:p14="http://schemas.microsoft.com/office/powerpoint/2010/main" val="3237507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यत्स्वप्नजागर</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सुषुप्तमवैति नित्यम्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तद्</a:t>
            </a:r>
            <a:r>
              <a:rPr lang="en-US" sz="3000" b="1" dirty="0">
                <a:latin typeface="Sanskrit 2003" pitchFamily="2" charset="-78"/>
                <a:cs typeface="Sanskrit 2003" pitchFamily="2" charset="-78"/>
              </a:rPr>
              <a:t>-</a:t>
            </a:r>
            <a:r>
              <a:rPr lang="hi-IN" sz="3000" b="1" dirty="0">
                <a:latin typeface="Sanskrit 2003" pitchFamily="2" charset="-78"/>
                <a:cs typeface="Sanskrit 2003" pitchFamily="2" charset="-78"/>
              </a:rPr>
              <a:t>ब्रह्म निष्कलमहं न च भूतसंघः॥१॥</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Yat</a:t>
            </a:r>
            <a:r>
              <a:rPr lang="en-US" b="1" dirty="0">
                <a:latin typeface="URW Palladio IT" pitchFamily="2" charset="0"/>
              </a:rPr>
              <a:t> </a:t>
            </a:r>
            <a:r>
              <a:rPr lang="en-US" b="1" dirty="0" err="1">
                <a:latin typeface="URW Palladio IT" pitchFamily="2" charset="0"/>
              </a:rPr>
              <a:t>svapna</a:t>
            </a:r>
            <a:r>
              <a:rPr lang="en-US" b="1" dirty="0">
                <a:latin typeface="URW Palladio IT" pitchFamily="2" charset="0"/>
              </a:rPr>
              <a:t> </a:t>
            </a:r>
            <a:r>
              <a:rPr lang="en-US" b="1" dirty="0" err="1">
                <a:latin typeface="URW Palladio IT" pitchFamily="2" charset="0"/>
              </a:rPr>
              <a:t>jāgara</a:t>
            </a:r>
            <a:r>
              <a:rPr lang="en-US" b="1" dirty="0">
                <a:latin typeface="URW Palladio IT" pitchFamily="2" charset="0"/>
              </a:rPr>
              <a:t> </a:t>
            </a:r>
            <a:r>
              <a:rPr lang="en-US" b="1" dirty="0" err="1">
                <a:latin typeface="URW Palladio IT" pitchFamily="2" charset="0"/>
              </a:rPr>
              <a:t>suṣuptamavaiti</a:t>
            </a:r>
            <a:r>
              <a:rPr lang="en-US" b="1" dirty="0">
                <a:latin typeface="URW Palladio IT" pitchFamily="2" charset="0"/>
              </a:rPr>
              <a:t> </a:t>
            </a:r>
            <a:r>
              <a:rPr lang="en-US" b="1" dirty="0" err="1">
                <a:latin typeface="URW Palladio IT" pitchFamily="2" charset="0"/>
              </a:rPr>
              <a:t>nityam</a:t>
            </a:r>
            <a:r>
              <a:rPr lang="en-US" b="1" dirty="0">
                <a:latin typeface="URW Palladio IT" pitchFamily="2" charset="0"/>
              </a:rPr>
              <a:t> |</a:t>
            </a:r>
          </a:p>
          <a:p>
            <a:pPr algn="ctr" eaLnBrk="1" hangingPunct="1">
              <a:buFont typeface="Wingdings 2" pitchFamily="18" charset="2"/>
              <a:buNone/>
            </a:pPr>
            <a:r>
              <a:rPr lang="en-US" b="1" dirty="0">
                <a:latin typeface="URW Palladio IT" pitchFamily="2" charset="0"/>
              </a:rPr>
              <a:t>Tad </a:t>
            </a:r>
            <a:r>
              <a:rPr lang="en-US" b="1" dirty="0" err="1">
                <a:latin typeface="URW Palladio IT" pitchFamily="2" charset="0"/>
              </a:rPr>
              <a:t>brahma</a:t>
            </a:r>
            <a:r>
              <a:rPr lang="en-US" b="1" dirty="0">
                <a:latin typeface="URW Palladio IT" pitchFamily="2" charset="0"/>
              </a:rPr>
              <a:t> </a:t>
            </a:r>
            <a:r>
              <a:rPr lang="en-US" b="1" dirty="0" err="1">
                <a:latin typeface="URW Palladio IT" pitchFamily="2" charset="0"/>
              </a:rPr>
              <a:t>niṣkalamahaṁ</a:t>
            </a:r>
            <a:endParaRPr lang="en-US" b="1" dirty="0">
              <a:latin typeface="URW Palladio IT" pitchFamily="2" charset="0"/>
            </a:endParaRPr>
          </a:p>
          <a:p>
            <a:pPr algn="ctr" eaLnBrk="1" hangingPunct="1">
              <a:spcAft>
                <a:spcPts val="450"/>
              </a:spcAft>
              <a:buNone/>
            </a:pPr>
            <a:r>
              <a:rPr lang="en-US" b="1" dirty="0" err="1">
                <a:latin typeface="URW Palladio IT" pitchFamily="2" charset="0"/>
              </a:rPr>
              <a:t>na</a:t>
            </a:r>
            <a:r>
              <a:rPr lang="en-US" b="1" dirty="0">
                <a:latin typeface="URW Palladio IT" pitchFamily="2" charset="0"/>
              </a:rPr>
              <a:t> ca </a:t>
            </a:r>
            <a:r>
              <a:rPr lang="en-US" b="1" dirty="0" err="1">
                <a:latin typeface="URW Palladio IT" pitchFamily="2" charset="0"/>
              </a:rPr>
              <a:t>bhūtasaṁghaḥ</a:t>
            </a:r>
            <a:r>
              <a:rPr lang="en-US" b="1" dirty="0">
                <a:latin typeface="URW Palladio IT" pitchFamily="2" charset="0"/>
              </a:rPr>
              <a:t> ||1||</a:t>
            </a:r>
          </a:p>
          <a:p>
            <a:pPr algn="ctr">
              <a:lnSpc>
                <a:spcPct val="115000"/>
              </a:lnSpc>
              <a:buFont typeface="Arial" charset="0"/>
              <a:buNone/>
            </a:pPr>
            <a:r>
              <a:rPr lang="kn-IN" b="1" dirty="0">
                <a:solidFill>
                  <a:srgbClr val="000000"/>
                </a:solidFill>
                <a:ea typeface="Calibri" pitchFamily="34" charset="0"/>
              </a:rPr>
              <a:t>ಯತ್ ಸ್ವಪ್ನ ಜಾಗರ ಸುಷುಪ್ತಮವೈತಿ ನಿತ್ಯಂ</a:t>
            </a:r>
            <a:r>
              <a:rPr lang="en-CA" b="1" dirty="0">
                <a:solidFill>
                  <a:srgbClr val="000000"/>
                </a:solidFill>
                <a:cs typeface="Calibri" pitchFamily="34" charset="0"/>
              </a:rPr>
              <a:t> </a:t>
            </a:r>
            <a:r>
              <a:rPr lang="kn-IN" b="1" dirty="0">
                <a:solidFill>
                  <a:srgbClr val="000000"/>
                </a:solidFill>
                <a:ea typeface="Tunga" pitchFamily="2"/>
              </a:rPr>
              <a:t>|</a:t>
            </a:r>
            <a:endParaRPr lang="en-CA" b="1" dirty="0">
              <a:cs typeface="Times New Roman" pitchFamily="18" charset="0"/>
            </a:endParaRPr>
          </a:p>
          <a:p>
            <a:pPr algn="ctr">
              <a:spcAft>
                <a:spcPts val="450"/>
              </a:spcAft>
              <a:buNone/>
            </a:pPr>
            <a:r>
              <a:rPr lang="kn-IN" b="1" dirty="0">
                <a:solidFill>
                  <a:srgbClr val="000000"/>
                </a:solidFill>
                <a:ea typeface="Tunga" pitchFamily="2"/>
              </a:rPr>
              <a:t>ತದ್ಬ್ರಹ್ಮನಿಷ್ಕಲಮಹಂ ನ ಚ ಭೂತಸಙ್ಘಃ ||೧||</a:t>
            </a:r>
            <a:endParaRPr lang="en-US" b="1" dirty="0">
              <a:solidFill>
                <a:srgbClr val="000000"/>
              </a:solidFill>
              <a:ea typeface="Tunga" pitchFamily="2"/>
            </a:endParaRPr>
          </a:p>
          <a:p>
            <a:pPr algn="ctr">
              <a:spcAft>
                <a:spcPts val="450"/>
              </a:spcAft>
              <a:buNone/>
            </a:pP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1799" dirty="0">
              <a:latin typeface="URW Palladio ITU" pitchFamily="2" charset="0"/>
            </a:endParaRPr>
          </a:p>
        </p:txBody>
      </p:sp>
    </p:spTree>
    <p:extLst>
      <p:ext uri="{BB962C8B-B14F-4D97-AF65-F5344CB8AC3E}">
        <p14:creationId xmlns:p14="http://schemas.microsoft.com/office/powerpoint/2010/main" val="3596689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प्रातर्भजामि मनसो </a:t>
            </a:r>
            <a:r>
              <a:rPr lang="en-IN" sz="3000" b="1" dirty="0" err="1">
                <a:latin typeface="Sanskrit 99" pitchFamily="2" charset="0"/>
              </a:rPr>
              <a:t>vcsamgMym</a:t>
            </a:r>
            <a:r>
              <a:rPr lang="en-IN" sz="3000" b="1" dirty="0">
                <a:latin typeface="Sanskrit 99" pitchFamily="2" charset="0"/>
              </a:rPr>
              <a:t>!</a:t>
            </a:r>
            <a:r>
              <a:rPr lang="en-IN" sz="3000" b="1" dirty="0"/>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वाचो विभान्ति निखिला यदनुग्रहेण</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Prātarbhajāmi</a:t>
            </a:r>
            <a:r>
              <a:rPr lang="en-US" b="1" dirty="0">
                <a:latin typeface="URW Palladio IT" pitchFamily="2" charset="0"/>
              </a:rPr>
              <a:t> </a:t>
            </a:r>
            <a:r>
              <a:rPr lang="en-US" b="1" dirty="0" err="1">
                <a:latin typeface="URW Palladio IT" pitchFamily="2" charset="0"/>
              </a:rPr>
              <a:t>manaso</a:t>
            </a:r>
            <a:r>
              <a:rPr lang="en-US" b="1" dirty="0">
                <a:latin typeface="URW Palladio IT" pitchFamily="2" charset="0"/>
              </a:rPr>
              <a:t> </a:t>
            </a:r>
            <a:r>
              <a:rPr lang="en-US" b="1" dirty="0" err="1">
                <a:latin typeface="URW Palladio IT" pitchFamily="2" charset="0"/>
              </a:rPr>
              <a:t>vacasām</a:t>
            </a:r>
            <a:r>
              <a:rPr lang="en-US" b="1" dirty="0">
                <a:latin typeface="URW Palladio IT" pitchFamily="2" charset="0"/>
              </a:rPr>
              <a:t> </a:t>
            </a:r>
            <a:r>
              <a:rPr lang="en-US" b="1" dirty="0" err="1">
                <a:latin typeface="URW Palladio IT" pitchFamily="2" charset="0"/>
              </a:rPr>
              <a:t>agamyam</a:t>
            </a:r>
            <a:r>
              <a:rPr lang="en-US" b="1" dirty="0">
                <a:latin typeface="URW Palladio IT" pitchFamily="2" charset="0"/>
              </a:rPr>
              <a:t> |</a:t>
            </a:r>
          </a:p>
          <a:p>
            <a:pPr algn="ctr" eaLnBrk="1" hangingPunct="1">
              <a:spcAft>
                <a:spcPts val="1349"/>
              </a:spcAft>
              <a:buNone/>
            </a:pPr>
            <a:r>
              <a:rPr lang="en-US" b="1" dirty="0" err="1">
                <a:latin typeface="URW Palladio IT" pitchFamily="2" charset="0"/>
              </a:rPr>
              <a:t>Vāco</a:t>
            </a:r>
            <a:r>
              <a:rPr lang="en-US" b="1" dirty="0">
                <a:latin typeface="URW Palladio IT" pitchFamily="2" charset="0"/>
              </a:rPr>
              <a:t> </a:t>
            </a:r>
            <a:r>
              <a:rPr lang="en-US" b="1" dirty="0" err="1">
                <a:latin typeface="URW Palladio IT" pitchFamily="2" charset="0"/>
              </a:rPr>
              <a:t>vibhānti</a:t>
            </a:r>
            <a:r>
              <a:rPr lang="en-US" b="1" dirty="0">
                <a:latin typeface="URW Palladio IT" pitchFamily="2" charset="0"/>
              </a:rPr>
              <a:t> </a:t>
            </a:r>
            <a:r>
              <a:rPr lang="en-US" b="1" dirty="0" err="1">
                <a:latin typeface="URW Palladio IT" pitchFamily="2" charset="0"/>
              </a:rPr>
              <a:t>nikhilā</a:t>
            </a:r>
            <a:r>
              <a:rPr lang="en-US" b="1" dirty="0">
                <a:latin typeface="URW Palladio IT" pitchFamily="2" charset="0"/>
              </a:rPr>
              <a:t> </a:t>
            </a:r>
            <a:r>
              <a:rPr lang="en-US" b="1" dirty="0" err="1">
                <a:latin typeface="URW Palladio IT" pitchFamily="2" charset="0"/>
              </a:rPr>
              <a:t>yadanugraheṇa</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ಪ್ರಾತರ್ಭಜಾಮಿ ಮನಸೋ ವಚಸಾಮಗಮ್ಯಂ</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ವಾಚೋ ವಿಭಾನ್ತಿ ನಿಖಿಲಾ ಯದನುಗ್ರಹೇಣ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17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1799" dirty="0">
                <a:latin typeface="Times New Roman" pitchFamily="18" charset="0"/>
                <a:cs typeface="Times New Roman" pitchFamily="18" charset="0"/>
              </a:rPr>
              <a:t>of speech shines forth…</a:t>
            </a:r>
            <a:endParaRPr lang="en-US" sz="1799" dirty="0">
              <a:latin typeface="GITA1" pitchFamily="2" charset="0"/>
            </a:endParaRPr>
          </a:p>
        </p:txBody>
      </p:sp>
    </p:spTree>
    <p:extLst>
      <p:ext uri="{BB962C8B-B14F-4D97-AF65-F5344CB8AC3E}">
        <p14:creationId xmlns:p14="http://schemas.microsoft.com/office/powerpoint/2010/main" val="414654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133" y="114371"/>
            <a:ext cx="9143735" cy="5029055"/>
          </a:xfrm>
        </p:spPr>
        <p:txBody>
          <a:bodyPr/>
          <a:lstStyle/>
          <a:p>
            <a:pPr algn="ctr" eaLnBrk="1" hangingPunct="1">
              <a:buFont typeface="Wingdings 2" pitchFamily="18" charset="2"/>
              <a:buNone/>
            </a:pPr>
            <a:r>
              <a:rPr lang="hi-IN" sz="3000" b="1" dirty="0">
                <a:latin typeface="Sanskrit 2003" pitchFamily="2" charset="-78"/>
                <a:cs typeface="Sanskrit 2003" pitchFamily="2" charset="-78"/>
              </a:rPr>
              <a:t>यन्नेति नेति वचनैर्निगमा अवोचुः</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तं देवदेवमजमच्युतमाहुरग्र्यम्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॥२॥</a:t>
            </a:r>
            <a:endParaRPr lang="en-US" sz="3000" b="1" dirty="0">
              <a:latin typeface="URW Palladio ITU" pitchFamily="2" charset="0"/>
            </a:endParaRPr>
          </a:p>
          <a:p>
            <a:pPr algn="ctr" eaLnBrk="1" hangingPunct="1">
              <a:buFont typeface="Wingdings 2" pitchFamily="18" charset="2"/>
              <a:buNone/>
            </a:pPr>
            <a:r>
              <a:rPr lang="en-US" b="1" dirty="0">
                <a:latin typeface="URW Palladio IT" pitchFamily="2" charset="0"/>
              </a:rPr>
              <a:t>Yan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neti</a:t>
            </a:r>
            <a:r>
              <a:rPr lang="en-US" b="1" dirty="0">
                <a:latin typeface="URW Palladio IT" pitchFamily="2" charset="0"/>
              </a:rPr>
              <a:t> </a:t>
            </a:r>
            <a:r>
              <a:rPr lang="en-US" b="1" dirty="0" err="1">
                <a:latin typeface="URW Palladio IT" pitchFamily="2" charset="0"/>
              </a:rPr>
              <a:t>vacanair</a:t>
            </a:r>
            <a:r>
              <a:rPr lang="en-US" b="1" dirty="0">
                <a:latin typeface="URW Palladio IT" pitchFamily="2" charset="0"/>
              </a:rPr>
              <a:t> </a:t>
            </a:r>
            <a:r>
              <a:rPr lang="en-US" b="1" dirty="0" err="1">
                <a:latin typeface="URW Palladio IT" pitchFamily="2" charset="0"/>
              </a:rPr>
              <a:t>nigamā</a:t>
            </a:r>
            <a:r>
              <a:rPr lang="en-US" b="1" dirty="0">
                <a:latin typeface="URW Palladio IT" pitchFamily="2" charset="0"/>
              </a:rPr>
              <a:t> </a:t>
            </a:r>
            <a:r>
              <a:rPr lang="en-US" b="1" dirty="0" err="1">
                <a:latin typeface="URW Palladio IT" pitchFamily="2" charset="0"/>
              </a:rPr>
              <a:t>avocuḥ</a:t>
            </a:r>
            <a:r>
              <a:rPr lang="en-US" b="1" dirty="0">
                <a:latin typeface="URW Palladio IT" pitchFamily="2" charset="0"/>
              </a:rPr>
              <a:t> |</a:t>
            </a:r>
          </a:p>
          <a:p>
            <a:pPr algn="ctr" eaLnBrk="1" hangingPunct="1">
              <a:spcAft>
                <a:spcPts val="450"/>
              </a:spcAft>
              <a:buNone/>
            </a:pPr>
            <a:r>
              <a:rPr lang="en-US" b="1" dirty="0" err="1">
                <a:latin typeface="URW Palladio IT" pitchFamily="2" charset="0"/>
              </a:rPr>
              <a:t>Taṁ</a:t>
            </a:r>
            <a:r>
              <a:rPr lang="en-US" b="1" dirty="0">
                <a:latin typeface="URW Palladio IT" pitchFamily="2" charset="0"/>
              </a:rPr>
              <a:t> </a:t>
            </a:r>
            <a:r>
              <a:rPr lang="en-US" b="1" dirty="0" err="1">
                <a:latin typeface="URW Palladio IT" pitchFamily="2" charset="0"/>
              </a:rPr>
              <a:t>devadevamajamacyutamāhuragryam</a:t>
            </a:r>
            <a:r>
              <a:rPr lang="en-US" b="1" dirty="0">
                <a:latin typeface="URW Palladio IT" pitchFamily="2" charset="0"/>
              </a:rPr>
              <a:t> ||2||</a:t>
            </a:r>
          </a:p>
          <a:p>
            <a:pPr algn="ctr">
              <a:lnSpc>
                <a:spcPct val="115000"/>
              </a:lnSpc>
              <a:buFont typeface="Arial" charset="0"/>
              <a:buNone/>
            </a:pPr>
            <a:r>
              <a:rPr lang="kn-IN" b="1" dirty="0">
                <a:solidFill>
                  <a:srgbClr val="000000"/>
                </a:solidFill>
                <a:ea typeface="Calibri" pitchFamily="34" charset="0"/>
              </a:rPr>
              <a:t>ಯನ್ನೇತಿ ನೇತಿ ವಚನೈರ್ನಿಗಮಾ ಅವೋಚುಃ</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450"/>
              </a:spcAft>
              <a:buNone/>
            </a:pPr>
            <a:r>
              <a:rPr lang="kn-IN" b="1" dirty="0">
                <a:solidFill>
                  <a:srgbClr val="000000"/>
                </a:solidFill>
                <a:ea typeface="Tunga" pitchFamily="2"/>
              </a:rPr>
              <a:t>ತಂ ದೇವದೇವಂ</a:t>
            </a:r>
            <a:r>
              <a:rPr lang="en-CA" b="1" dirty="0">
                <a:solidFill>
                  <a:srgbClr val="000000"/>
                </a:solidFill>
                <a:cs typeface="Calibri" pitchFamily="34" charset="0"/>
              </a:rPr>
              <a:t> </a:t>
            </a:r>
            <a:r>
              <a:rPr lang="kn-IN" b="1" dirty="0">
                <a:solidFill>
                  <a:srgbClr val="000000"/>
                </a:solidFill>
                <a:ea typeface="Tunga" pitchFamily="2"/>
              </a:rPr>
              <a:t>ಅಜಮಚ್ಯುತಮಾಹುರಗ್ರ್ಯಮ್ ||೨||</a:t>
            </a: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17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1799" dirty="0">
                <a:latin typeface="Times New Roman" pitchFamily="18" charset="0"/>
                <a:cs typeface="Times New Roman" pitchFamily="18" charset="0"/>
              </a:rPr>
              <a:t>Being which is spoken of (in the Vedas) as unborn,</a:t>
            </a:r>
          </a:p>
          <a:p>
            <a:pPr algn="ctr">
              <a:buFont typeface="Wingdings 2" pitchFamily="18" charset="2"/>
              <a:buNone/>
            </a:pPr>
            <a:r>
              <a:rPr lang="en-CA" sz="1799" dirty="0">
                <a:latin typeface="Times New Roman" pitchFamily="18" charset="0"/>
                <a:cs typeface="Times New Roman" pitchFamily="18" charset="0"/>
              </a:rPr>
              <a:t>infallible, and the highest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sz="900" b="1" dirty="0">
              <a:latin typeface="GITA1" pitchFamily="2" charset="0"/>
            </a:endParaRPr>
          </a:p>
        </p:txBody>
      </p:sp>
    </p:spTree>
    <p:extLst>
      <p:ext uri="{BB962C8B-B14F-4D97-AF65-F5344CB8AC3E}">
        <p14:creationId xmlns:p14="http://schemas.microsoft.com/office/powerpoint/2010/main" val="284122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133" y="74"/>
            <a:ext cx="9143735" cy="5143352"/>
          </a:xfrm>
        </p:spPr>
        <p:txBody>
          <a:bodyPr/>
          <a:lstStyle/>
          <a:p>
            <a:pPr algn="ctr" eaLnBrk="1" hangingPunct="1">
              <a:buFont typeface="Wingdings 2" pitchFamily="18" charset="2"/>
              <a:buNone/>
            </a:pPr>
            <a:endParaRPr lang="en-US" sz="100" b="1" dirty="0">
              <a:latin typeface="GITA1" pitchFamily="2" charset="0"/>
            </a:endParaRPr>
          </a:p>
          <a:p>
            <a:pPr algn="ctr" eaLnBrk="1" hangingPunct="1">
              <a:buFont typeface="Wingdings 2" pitchFamily="18" charset="2"/>
              <a:buNone/>
            </a:pPr>
            <a:r>
              <a:rPr lang="hi-IN" sz="3000" b="1" dirty="0">
                <a:latin typeface="Sanskrit 99" pitchFamily="2" charset="0"/>
                <a:cs typeface="Sanskrit 2003" pitchFamily="2" charset="-78"/>
              </a:rPr>
              <a:t>प्रातर्नमामि</a:t>
            </a:r>
            <a:r>
              <a:rPr lang="hi-IN" sz="3000" b="1" dirty="0">
                <a:latin typeface="Sanskrit 2003" pitchFamily="2" charset="-78"/>
                <a:cs typeface="Sanskrit 2003" pitchFamily="2" charset="-78"/>
              </a:rPr>
              <a:t> तमसः </a:t>
            </a:r>
            <a:r>
              <a:rPr lang="en-IN" sz="3000" b="1" dirty="0" err="1">
                <a:latin typeface="Sanskrit 99" pitchFamily="2" charset="0"/>
              </a:rPr>
              <a:t>prmkRv</a:t>
            </a:r>
            <a:r>
              <a:rPr lang="en-IN" sz="3000" b="1" dirty="0">
                <a:latin typeface="Sanskrit 99" pitchFamily="2" charset="0"/>
              </a:rPr>
              <a:t>[</a:t>
            </a:r>
            <a:r>
              <a:rPr lang="en-IN" sz="3000" dirty="0">
                <a:latin typeface="Sanskrit 99" pitchFamily="2" charset="0"/>
              </a:rPr>
              <a:t>¡ </a:t>
            </a:r>
            <a:r>
              <a:rPr lang="hi-IN" sz="3000" b="1" dirty="0">
                <a:latin typeface="Sanskrit 2003" pitchFamily="2" charset="-78"/>
                <a:cs typeface="Sanskrit 2003" pitchFamily="2" charset="-78"/>
              </a:rPr>
              <a:t>।</a:t>
            </a:r>
          </a:p>
          <a:p>
            <a:pPr algn="ctr" eaLnBrk="1" hangingPunct="1">
              <a:spcAft>
                <a:spcPts val="450"/>
              </a:spcAft>
              <a:buNone/>
            </a:pPr>
            <a:r>
              <a:rPr lang="hi-IN" sz="3000" b="1" dirty="0">
                <a:latin typeface="Sanskrit 2003" pitchFamily="2" charset="-78"/>
                <a:cs typeface="Sanskrit 2003" pitchFamily="2" charset="-78"/>
              </a:rPr>
              <a:t>पूर्णं सनातनपदं पुरुषोत्तमाख्यम्</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buFont typeface="Wingdings 2" pitchFamily="18" charset="2"/>
              <a:buNone/>
            </a:pPr>
            <a:r>
              <a:rPr lang="en-US" b="1" dirty="0" err="1">
                <a:latin typeface="URW Palladio IT" pitchFamily="2" charset="0"/>
              </a:rPr>
              <a:t>Prātarnamāmi</a:t>
            </a:r>
            <a:r>
              <a:rPr lang="en-US" b="1" dirty="0">
                <a:latin typeface="URW Palladio IT" pitchFamily="2" charset="0"/>
              </a:rPr>
              <a:t> </a:t>
            </a:r>
            <a:r>
              <a:rPr lang="en-US" b="1" dirty="0" err="1">
                <a:latin typeface="URW Palladio IT" pitchFamily="2" charset="0"/>
              </a:rPr>
              <a:t>tamasaḥ</a:t>
            </a:r>
            <a:r>
              <a:rPr lang="en-US" b="1" dirty="0">
                <a:latin typeface="URW Palladio IT" pitchFamily="2" charset="0"/>
              </a:rPr>
              <a:t> </a:t>
            </a:r>
            <a:r>
              <a:rPr lang="en-US" b="1" dirty="0" err="1">
                <a:latin typeface="URW Palladio IT" pitchFamily="2" charset="0"/>
              </a:rPr>
              <a:t>paramarkavarṇaṁ</a:t>
            </a:r>
            <a:r>
              <a:rPr lang="en-US" b="1" dirty="0">
                <a:latin typeface="URW Palladio IT" pitchFamily="2" charset="0"/>
              </a:rPr>
              <a:t> |</a:t>
            </a:r>
          </a:p>
          <a:p>
            <a:pPr algn="ctr" eaLnBrk="1" hangingPunct="1">
              <a:spcAft>
                <a:spcPts val="900"/>
              </a:spcAft>
              <a:buNone/>
            </a:pPr>
            <a:r>
              <a:rPr lang="en-US" b="1" dirty="0" err="1">
                <a:latin typeface="URW Palladio IT" pitchFamily="2" charset="0"/>
              </a:rPr>
              <a:t>Pūrṇaṁ</a:t>
            </a:r>
            <a:r>
              <a:rPr lang="en-US" b="1" dirty="0">
                <a:latin typeface="URW Palladio IT" pitchFamily="2" charset="0"/>
              </a:rPr>
              <a:t> </a:t>
            </a:r>
            <a:r>
              <a:rPr lang="en-US" b="1" dirty="0" err="1">
                <a:latin typeface="URW Palladio IT" pitchFamily="2" charset="0"/>
              </a:rPr>
              <a:t>sanātanapadaṁ</a:t>
            </a:r>
            <a:r>
              <a:rPr lang="en-US" b="1" dirty="0">
                <a:latin typeface="URW Palladio IT" pitchFamily="2" charset="0"/>
              </a:rPr>
              <a:t> </a:t>
            </a:r>
            <a:r>
              <a:rPr lang="en-US" b="1" dirty="0" err="1">
                <a:latin typeface="URW Palladio IT" pitchFamily="2" charset="0"/>
              </a:rPr>
              <a:t>puruṣottamākhyam</a:t>
            </a:r>
            <a:r>
              <a:rPr lang="en-US" b="1" dirty="0">
                <a:latin typeface="URW Palladio IT" pitchFamily="2" charset="0"/>
              </a:rPr>
              <a:t> ||</a:t>
            </a:r>
          </a:p>
          <a:p>
            <a:pPr algn="ctr">
              <a:lnSpc>
                <a:spcPct val="115000"/>
              </a:lnSpc>
              <a:buFont typeface="Arial" charset="0"/>
              <a:buNone/>
            </a:pPr>
            <a:r>
              <a:rPr lang="kn-IN" b="1" dirty="0">
                <a:solidFill>
                  <a:srgbClr val="000000"/>
                </a:solidFill>
                <a:ea typeface="Calibri" pitchFamily="34" charset="0"/>
              </a:rPr>
              <a:t>ಪ್ರಾತರ್ನಮಾಮಿ ತಮಸಃ ಪರಮರ್ಕವರ್ಣಂ</a:t>
            </a:r>
            <a:r>
              <a:rPr lang="en-CA" b="1" dirty="0">
                <a:solidFill>
                  <a:srgbClr val="000000"/>
                </a:solidFill>
                <a:cs typeface="Calibri" pitchFamily="34" charset="0"/>
              </a:rPr>
              <a:t> </a:t>
            </a:r>
            <a:r>
              <a:rPr lang="kn-IN" b="1" dirty="0">
                <a:solidFill>
                  <a:srgbClr val="000000"/>
                </a:solidFill>
                <a:ea typeface="Tunga" pitchFamily="2"/>
              </a:rPr>
              <a:t>|</a:t>
            </a:r>
          </a:p>
          <a:p>
            <a:pPr algn="ctr">
              <a:spcAft>
                <a:spcPts val="900"/>
              </a:spcAft>
              <a:buNone/>
            </a:pPr>
            <a:r>
              <a:rPr lang="kn-IN" b="1" dirty="0">
                <a:solidFill>
                  <a:srgbClr val="000000"/>
                </a:solidFill>
                <a:ea typeface="Tunga" pitchFamily="2"/>
              </a:rPr>
              <a:t>ಪೂರ್ಣಂ ಸನಾತನಪದಂ ಪುರುಷೋತ್ತಮಾಖ್ಯಮ್ ||</a:t>
            </a:r>
            <a:endParaRPr lang="en-US" b="1" dirty="0">
              <a:latin typeface="URW Palladio IT" pitchFamily="2" charset="0"/>
            </a:endParaRPr>
          </a:p>
          <a:p>
            <a:pPr algn="ctr">
              <a:buFont typeface="Wingdings 2" pitchFamily="18" charset="2"/>
              <a:buNone/>
            </a:pPr>
            <a:r>
              <a:rPr lang="en-CA" sz="17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1799" dirty="0" err="1">
                <a:latin typeface="Times New Roman" pitchFamily="18" charset="0"/>
                <a:cs typeface="Times New Roman" pitchFamily="18" charset="0"/>
              </a:rPr>
              <a:t>Purusha</a:t>
            </a:r>
            <a:r>
              <a:rPr lang="en-CA" sz="1799" dirty="0">
                <a:latin typeface="Times New Roman" pitchFamily="18" charset="0"/>
                <a:cs typeface="Times New Roman" pitchFamily="18" charset="0"/>
              </a:rPr>
              <a:t>…</a:t>
            </a:r>
            <a:endParaRPr lang="en-US" sz="1799" dirty="0">
              <a:latin typeface="Times New Roman" pitchFamily="18" charset="0"/>
              <a:cs typeface="Times New Roman" pitchFamily="18" charset="0"/>
            </a:endParaRPr>
          </a:p>
          <a:p>
            <a:pPr algn="ctr" eaLnBrk="1" hangingPunct="1">
              <a:buFont typeface="Wingdings 2" pitchFamily="18" charset="2"/>
              <a:buNone/>
            </a:pPr>
            <a:endParaRPr lang="en-US" b="1" dirty="0">
              <a:latin typeface="URW Palladio ITU" pitchFamily="2" charset="0"/>
            </a:endParaRPr>
          </a:p>
        </p:txBody>
      </p:sp>
    </p:spTree>
    <p:extLst>
      <p:ext uri="{BB962C8B-B14F-4D97-AF65-F5344CB8AC3E}">
        <p14:creationId xmlns:p14="http://schemas.microsoft.com/office/powerpoint/2010/main" val="1361910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133" y="171520"/>
            <a:ext cx="9143735" cy="4971907"/>
          </a:xfrm>
        </p:spPr>
        <p:txBody>
          <a:bodyPr/>
          <a:lstStyle/>
          <a:p>
            <a:pPr algn="ctr" eaLnBrk="1" hangingPunct="1">
              <a:buFont typeface="Wingdings 2" pitchFamily="18" charset="2"/>
              <a:buNone/>
            </a:pPr>
            <a:r>
              <a:rPr lang="en-IN" sz="3000" b="1" dirty="0" err="1">
                <a:latin typeface="Sanskrit 99" pitchFamily="2" charset="0"/>
              </a:rPr>
              <a:t>yiSmiÚd</a:t>
            </a:r>
            <a:r>
              <a:rPr lang="en-IN" sz="3000" b="1" dirty="0">
                <a:latin typeface="Sanskrit 99" pitchFamily="2" charset="0"/>
              </a:rPr>
              <a:t>&lt; </a:t>
            </a:r>
            <a:r>
              <a:rPr lang="hi-IN" sz="3000" b="1" dirty="0">
                <a:latin typeface="Sanskrit 2003" pitchFamily="2" charset="-78"/>
                <a:cs typeface="Sanskrit 2003" pitchFamily="2" charset="-78"/>
              </a:rPr>
              <a:t>जगदशेषमशेष मूर्तौ</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a:t>
            </a:r>
          </a:p>
          <a:p>
            <a:pPr algn="ctr" eaLnBrk="1" hangingPunct="1">
              <a:spcAft>
                <a:spcPts val="900"/>
              </a:spcAft>
              <a:buNone/>
            </a:pPr>
            <a:r>
              <a:rPr lang="hi-IN" sz="3000" b="1" dirty="0">
                <a:latin typeface="Sanskrit 2003" pitchFamily="2" charset="-78"/>
                <a:cs typeface="Sanskrit 2003" pitchFamily="2" charset="-78"/>
              </a:rPr>
              <a:t>रज्ज्वां भुजङ्गम इव प्रतिभासितं वै</a:t>
            </a:r>
            <a:r>
              <a:rPr lang="en-US" sz="3000" b="1" dirty="0">
                <a:latin typeface="Sanskrit 2003" pitchFamily="2" charset="-78"/>
                <a:cs typeface="Sanskrit 2003" pitchFamily="2" charset="-78"/>
              </a:rPr>
              <a:t> </a:t>
            </a:r>
            <a:r>
              <a:rPr lang="hi-IN" sz="3000" b="1" dirty="0">
                <a:latin typeface="Sanskrit 2003" pitchFamily="2" charset="-78"/>
                <a:cs typeface="Sanskrit 2003" pitchFamily="2" charset="-78"/>
              </a:rPr>
              <a:t>॥३॥</a:t>
            </a:r>
            <a:endParaRPr lang="en-US" sz="3000" b="1" dirty="0">
              <a:latin typeface="URW Palladio ITU" pitchFamily="2" charset="0"/>
            </a:endParaRPr>
          </a:p>
          <a:p>
            <a:pPr algn="ctr" eaLnBrk="1" hangingPunct="1">
              <a:buFont typeface="Wingdings 2" pitchFamily="18" charset="2"/>
              <a:buNone/>
            </a:pPr>
            <a:r>
              <a:rPr lang="en-US" b="1" dirty="0" err="1">
                <a:latin typeface="URW Palladio IT" pitchFamily="2" charset="0"/>
              </a:rPr>
              <a:t>Yasminnidaṁ</a:t>
            </a:r>
            <a:r>
              <a:rPr lang="en-US" b="1" dirty="0">
                <a:latin typeface="URW Palladio IT" pitchFamily="2" charset="0"/>
              </a:rPr>
              <a:t> </a:t>
            </a:r>
            <a:r>
              <a:rPr lang="en-US" b="1" dirty="0" err="1">
                <a:latin typeface="URW Palladio IT" pitchFamily="2" charset="0"/>
              </a:rPr>
              <a:t>jagadaśeṣamaśeṣa</a:t>
            </a:r>
            <a:r>
              <a:rPr lang="en-US" b="1" dirty="0">
                <a:latin typeface="URW Palladio IT" pitchFamily="2" charset="0"/>
              </a:rPr>
              <a:t> </a:t>
            </a:r>
            <a:r>
              <a:rPr lang="en-US" b="1" dirty="0" err="1">
                <a:latin typeface="URW Palladio IT" pitchFamily="2" charset="0"/>
              </a:rPr>
              <a:t>mūrtau</a:t>
            </a:r>
            <a:r>
              <a:rPr lang="en-US" b="1" dirty="0">
                <a:latin typeface="URW Palladio IT" pitchFamily="2" charset="0"/>
              </a:rPr>
              <a:t>|</a:t>
            </a:r>
          </a:p>
          <a:p>
            <a:pPr algn="ctr" eaLnBrk="1" hangingPunct="1">
              <a:spcAft>
                <a:spcPts val="1349"/>
              </a:spcAft>
              <a:buNone/>
            </a:pPr>
            <a:r>
              <a:rPr lang="en-US" b="1" dirty="0" err="1">
                <a:latin typeface="URW Palladio IT" pitchFamily="2" charset="0"/>
              </a:rPr>
              <a:t>Rajjvāṁ</a:t>
            </a:r>
            <a:r>
              <a:rPr lang="en-US" b="1" dirty="0">
                <a:latin typeface="URW Palladio IT" pitchFamily="2" charset="0"/>
              </a:rPr>
              <a:t> </a:t>
            </a:r>
            <a:r>
              <a:rPr lang="en-US" b="1" dirty="0" err="1">
                <a:latin typeface="URW Palladio IT" pitchFamily="2" charset="0"/>
              </a:rPr>
              <a:t>bhujaṅgama</a:t>
            </a:r>
            <a:r>
              <a:rPr lang="en-US" b="1" dirty="0">
                <a:latin typeface="URW Palladio IT" pitchFamily="2" charset="0"/>
              </a:rPr>
              <a:t> </a:t>
            </a:r>
            <a:r>
              <a:rPr lang="en-US" b="1" dirty="0" err="1">
                <a:latin typeface="URW Palladio IT" pitchFamily="2" charset="0"/>
              </a:rPr>
              <a:t>iva</a:t>
            </a:r>
            <a:r>
              <a:rPr lang="en-US" b="1" dirty="0">
                <a:latin typeface="URW Palladio IT" pitchFamily="2" charset="0"/>
              </a:rPr>
              <a:t> </a:t>
            </a:r>
            <a:r>
              <a:rPr lang="en-US" b="1" dirty="0" err="1">
                <a:latin typeface="URW Palladio IT" pitchFamily="2" charset="0"/>
              </a:rPr>
              <a:t>pratibhāsitaṁ</a:t>
            </a:r>
            <a:r>
              <a:rPr lang="en-US" b="1" dirty="0">
                <a:latin typeface="URW Palladio IT" pitchFamily="2" charset="0"/>
              </a:rPr>
              <a:t> </a:t>
            </a:r>
            <a:r>
              <a:rPr lang="en-US" b="1" dirty="0" err="1">
                <a:latin typeface="URW Palladio IT" pitchFamily="2" charset="0"/>
              </a:rPr>
              <a:t>vai</a:t>
            </a:r>
            <a:r>
              <a:rPr lang="en-US" b="1" dirty="0">
                <a:latin typeface="URW Palladio IT" pitchFamily="2" charset="0"/>
              </a:rPr>
              <a:t>||3||</a:t>
            </a:r>
          </a:p>
          <a:p>
            <a:pPr algn="ctr">
              <a:lnSpc>
                <a:spcPct val="115000"/>
              </a:lnSpc>
              <a:buFont typeface="Arial" charset="0"/>
              <a:buNone/>
            </a:pPr>
            <a:r>
              <a:rPr lang="kn-IN" b="1" dirty="0">
                <a:solidFill>
                  <a:srgbClr val="000000"/>
                </a:solidFill>
                <a:ea typeface="Calibri" pitchFamily="34" charset="0"/>
              </a:rPr>
              <a:t>ಯಸ್ಮಿನ್ನಿದಂ ಜಗದಶೇಷಮಶೇಷಮೂರ್ತೌ</a:t>
            </a:r>
          </a:p>
          <a:p>
            <a:pPr algn="ctr">
              <a:spcAft>
                <a:spcPts val="900"/>
              </a:spcAft>
              <a:buNone/>
            </a:pPr>
            <a:r>
              <a:rPr lang="kn-IN" b="1" dirty="0">
                <a:solidFill>
                  <a:srgbClr val="000000"/>
                </a:solidFill>
                <a:ea typeface="Calibri" pitchFamily="34" charset="0"/>
              </a:rPr>
              <a:t>ರಜ್ವಾಂ ಭುಜಙ್ಗಮ ಇವ ಪ್ರತಿಭಾಸಿತಂ ವೈ ||೩||</a:t>
            </a:r>
            <a:endParaRPr lang="en-US" b="1" dirty="0">
              <a:solidFill>
                <a:srgbClr val="000000"/>
              </a:solidFill>
              <a:ea typeface="Calibri" pitchFamily="34" charset="0"/>
            </a:endParaRPr>
          </a:p>
          <a:p>
            <a:pPr algn="ctr">
              <a:spcAft>
                <a:spcPts val="900"/>
              </a:spcAft>
              <a:buNone/>
            </a:pPr>
            <a:endParaRPr lang="en-US" b="1" dirty="0">
              <a:latin typeface="BRH Kannada Extra" pitchFamily="2" charset="0"/>
            </a:endParaRPr>
          </a:p>
          <a:p>
            <a:pPr algn="ctr">
              <a:buFont typeface="Wingdings 2" pitchFamily="18" charset="2"/>
              <a:buNone/>
            </a:pPr>
            <a:r>
              <a:rPr lang="en-CA" sz="17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1799" dirty="0">
                <a:latin typeface="Times New Roman" pitchFamily="18" charset="0"/>
                <a:cs typeface="Times New Roman" pitchFamily="18" charset="0"/>
              </a:rPr>
              <a:t>universe appears just as a snake is superimposed on a rope</a:t>
            </a:r>
            <a:endParaRPr lang="en-US" sz="1349" dirty="0">
              <a:latin typeface="URW Palladio ITU" pitchFamily="2" charset="0"/>
            </a:endParaRPr>
          </a:p>
        </p:txBody>
      </p:sp>
    </p:spTree>
    <p:extLst>
      <p:ext uri="{BB962C8B-B14F-4D97-AF65-F5344CB8AC3E}">
        <p14:creationId xmlns:p14="http://schemas.microsoft.com/office/powerpoint/2010/main" val="93333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8748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1" y="735557"/>
            <a:ext cx="6857999" cy="507831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deva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Éag</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pUveR</a:t>
            </a: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sÃanana</a:t>
            </a:r>
            <a:r>
              <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%paste.</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devä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bhägaà</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pürve</a:t>
            </a: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saïjänänä</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18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upäsate</a:t>
            </a: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mn-cs"/>
              </a:rPr>
              <a:t> May we move in harmony, speak in one voice; let our minds be in agreement; just as the ancient Gods shared their portion of sacrifice.</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829484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12045" y="11"/>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73957" y="1028711"/>
            <a:ext cx="6827043" cy="3323987"/>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simit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shicÄme;am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samitiù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sahacittameñäm</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4119233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2694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0" y="843558"/>
            <a:ext cx="6858000" cy="3647152"/>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mÙmiÉmÙye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smanen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hiv;a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juhaeim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mantramabhimantraye</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Samänena</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haviñä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juhomi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In order for such unity to form I offer a common prayer.</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32185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11" y="26946"/>
            <a:ext cx="6857999"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1" y="979007"/>
            <a:ext cx="6857999" cy="429348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smanI</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Aakªit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ùdyain</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smanmStu</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ywa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v&gt;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sushasit</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Samäné</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äkütiù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hådayäni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Samänamastu</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yathä</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vaù</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susahäsati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BRH Kannada"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May our intentions and aspirations be alike, so that a common objective unifies us all.</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5102520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5" name="Title 1"/>
          <p:cNvSpPr txBox="1">
            <a:spLocks/>
          </p:cNvSpPr>
          <p:nvPr/>
        </p:nvSpPr>
        <p:spPr bwMode="auto">
          <a:xfrm>
            <a:off x="1714500" y="11"/>
            <a:ext cx="58293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4500" b="0" i="0" u="none" strike="noStrike" kern="1200" cap="none" spc="0" normalizeH="0" baseline="0" noProof="0" dirty="0">
              <a:ln>
                <a:noFill/>
              </a:ln>
              <a:solidFill>
                <a:prstClr val="black"/>
              </a:solidFill>
              <a:effectLst/>
              <a:uLnTx/>
              <a:uFillTx/>
              <a:latin typeface="AGaramond Bold" pitchFamily="18" charset="0"/>
              <a:ea typeface="+mj-ea"/>
              <a:cs typeface="+mj-cs"/>
            </a:endParaRPr>
          </a:p>
        </p:txBody>
      </p:sp>
      <p:sp>
        <p:nvSpPr>
          <p:cNvPr id="6" name="Subtitle 2"/>
          <p:cNvSpPr txBox="1">
            <a:spLocks/>
          </p:cNvSpPr>
          <p:nvPr/>
        </p:nvSpPr>
        <p:spPr bwMode="auto">
          <a:xfrm>
            <a:off x="1143000" y="1085850"/>
            <a:ext cx="6858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685800" rtl="0" eaLnBrk="0" fontAlgn="base" latinLnBrk="0" hangingPunct="0">
              <a:lnSpc>
                <a:spcPct val="100000"/>
              </a:lnSpc>
              <a:spcBef>
                <a:spcPct val="20000"/>
              </a:spcBef>
              <a:spcAft>
                <a:spcPct val="0"/>
              </a:spcAft>
              <a:buClrTx/>
              <a:buSzTx/>
              <a:buFont typeface="Wingdings" pitchFamily="2" charset="2"/>
              <a:buChar char="§"/>
              <a:tabLst/>
              <a:defRPr/>
            </a:pPr>
            <a:endParaRPr kumimoji="0" lang="en-IN"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Rectangle 1"/>
          <p:cNvSpPr/>
          <p:nvPr/>
        </p:nvSpPr>
        <p:spPr>
          <a:xfrm>
            <a:off x="1143000" y="26946"/>
            <a:ext cx="6858000" cy="461665"/>
          </a:xfrm>
          <a:prstGeom prst="rect">
            <a:avLst/>
          </a:prstGeom>
        </p:spPr>
        <p:txBody>
          <a:bodyPr wrap="square">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en-US" sz="2400" b="1" i="0" u="sng"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Samarasya</a:t>
            </a:r>
            <a:r>
              <a:rPr kumimoji="0" lang="en-US" altLang="en-US" sz="2400" b="1" i="0" u="sng" strike="noStrike" kern="1200" cap="none" spc="0" normalizeH="0" baseline="0" noProof="0" dirty="0">
                <a:ln>
                  <a:noFill/>
                </a:ln>
                <a:solidFill>
                  <a:prstClr val="black"/>
                </a:solidFill>
                <a:effectLst/>
                <a:uLnTx/>
                <a:uFillTx/>
                <a:latin typeface="Calibri"/>
                <a:ea typeface="+mn-ea"/>
                <a:cs typeface="Arial" panose="020B0604020202020204" pitchFamily="34" charset="0"/>
              </a:rPr>
              <a:t> Prayer for Harmony-Rig Veda</a:t>
            </a:r>
            <a:endParaRPr kumimoji="0" lang="en-US" altLang="en-US" sz="2400" b="1" i="0" u="sng" strike="noStrike" kern="1200" cap="none" spc="0" normalizeH="0" baseline="0" noProof="0" dirty="0">
              <a:ln>
                <a:noFill/>
              </a:ln>
              <a:solidFill>
                <a:prstClr val="black"/>
              </a:solidFill>
              <a:effectLst/>
              <a:uLnTx/>
              <a:uFillTx/>
              <a:latin typeface="AGaramond Bold" pitchFamily="18" charset="0"/>
              <a:ea typeface="+mn-ea"/>
              <a:cs typeface="Arial" panose="020B0604020202020204" pitchFamily="34" charset="0"/>
            </a:endParaRPr>
          </a:p>
        </p:txBody>
      </p:sp>
      <p:sp>
        <p:nvSpPr>
          <p:cNvPr id="3" name="Rectangle 2"/>
          <p:cNvSpPr/>
          <p:nvPr/>
        </p:nvSpPr>
        <p:spPr>
          <a:xfrm>
            <a:off x="1143000" y="1082882"/>
            <a:ext cx="6858000" cy="4293483"/>
          </a:xfrm>
          <a:prstGeom prst="rect">
            <a:avLst/>
          </a:prstGeom>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gCDXv</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 s&lt;</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vdXv</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s&lt;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vae</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mna</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&lt;is </a:t>
            </a:r>
            <a:r>
              <a:rPr kumimoji="0" lang="en-US" sz="2100" b="0" i="0" u="none" strike="noStrike" kern="1200" cap="none" spc="0" normalizeH="0" baseline="0" noProof="0" dirty="0" err="1">
                <a:ln>
                  <a:noFill/>
                </a:ln>
                <a:solidFill>
                  <a:prstClr val="black"/>
                </a:solidFill>
                <a:effectLst/>
                <a:uLnTx/>
                <a:uFillTx/>
                <a:latin typeface="Sanskrit 99" pitchFamily="2" charset="0"/>
                <a:ea typeface="+mn-ea"/>
                <a:cs typeface="Arial" panose="020B0604020202020204" pitchFamily="34" charset="0"/>
              </a:rPr>
              <a:t>jantam</a:t>
            </a:r>
            <a:r>
              <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rPr>
              <a:t>! </a:t>
            </a:r>
            <a:r>
              <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(3)</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Saìgacchadhvaà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saàvadadhvaà</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saà</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vo</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manäàsi</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a:t>
            </a:r>
            <a:r>
              <a:rPr kumimoji="0" lang="en-US" sz="2100" b="0" i="0" u="none" strike="noStrike" kern="1200" cap="none" spc="0" normalizeH="0" baseline="0" noProof="0" dirty="0" err="1">
                <a:ln>
                  <a:noFill/>
                </a:ln>
                <a:solidFill>
                  <a:prstClr val="black"/>
                </a:solidFill>
                <a:effectLst/>
                <a:uLnTx/>
                <a:uFillTx/>
                <a:latin typeface="URW Palladio IT" pitchFamily="2" charset="0"/>
                <a:ea typeface="+mn-ea"/>
                <a:cs typeface="Arial" panose="020B0604020202020204" pitchFamily="34" charset="0"/>
              </a:rPr>
              <a:t>jänatäm</a:t>
            </a: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rPr>
              <a:t> (3)</a:t>
            </a: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BRH Kannada" pitchFamily="2" charset="0"/>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mn-cs"/>
              </a:rPr>
              <a:t>May we move in harmony, speak in one voice; let our minds be in agreement</a:t>
            </a: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URW Palladio IT"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Sanskrit 99" pitchFamily="2" charset="0"/>
              <a:ea typeface="+mn-ea"/>
              <a:cs typeface="Arial" panose="020B060402020202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1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721818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133" y="86"/>
            <a:ext cx="9143735" cy="5120731"/>
          </a:xfrm>
          <a:prstGeom prst="rect">
            <a:avLst/>
          </a:prstGeom>
          <a:noFill/>
          <a:ln w="9525">
            <a:noFill/>
            <a:miter lim="800000"/>
            <a:headEnd/>
            <a:tailEnd/>
          </a:ln>
        </p:spPr>
      </p:pic>
      <p:sp>
        <p:nvSpPr>
          <p:cNvPr id="19459" name="Title 1"/>
          <p:cNvSpPr>
            <a:spLocks noGrp="1"/>
          </p:cNvSpPr>
          <p:nvPr>
            <p:ph type="ctrTitle"/>
          </p:nvPr>
        </p:nvSpPr>
        <p:spPr>
          <a:xfrm>
            <a:off x="133" y="86"/>
            <a:ext cx="9143735" cy="5120731"/>
          </a:xfrm>
        </p:spPr>
        <p:txBody>
          <a:bodyPr/>
          <a:lstStyle/>
          <a:p>
            <a:pPr eaLnBrk="1" hangingPunct="1">
              <a:lnSpc>
                <a:spcPct val="150000"/>
              </a:lnSpc>
            </a:pPr>
            <a:r>
              <a:rPr lang="en-IN" sz="3200" b="1" dirty="0" err="1">
                <a:solidFill>
                  <a:schemeClr val="tx1">
                    <a:lumMod val="95000"/>
                    <a:lumOff val="5000"/>
                  </a:schemeClr>
                </a:solidFill>
              </a:rPr>
              <a:t>श्रीमद्गोस्वामी-तुलसीदासजी</a:t>
            </a:r>
            <a:r>
              <a:rPr lang="en-IN" sz="3200" b="1" dirty="0">
                <a:solidFill>
                  <a:schemeClr val="tx1">
                    <a:lumMod val="95000"/>
                    <a:lumOff val="5000"/>
                  </a:schemeClr>
                </a:solidFill>
              </a:rPr>
              <a:t> </a:t>
            </a:r>
            <a:r>
              <a:rPr lang="en-IN" sz="3200" b="1" dirty="0" err="1">
                <a:solidFill>
                  <a:schemeClr val="tx1">
                    <a:lumMod val="95000"/>
                    <a:lumOff val="5000"/>
                  </a:schemeClr>
                </a:solidFill>
              </a:rPr>
              <a:t>विरचित</a:t>
            </a:r>
            <a:br>
              <a:rPr lang="en-IN" sz="3200" b="1" dirty="0">
                <a:solidFill>
                  <a:schemeClr val="tx1">
                    <a:lumMod val="95000"/>
                    <a:lumOff val="5000"/>
                  </a:schemeClr>
                </a:solidFill>
              </a:rPr>
            </a:br>
            <a:br>
              <a:rPr lang="en-IN" sz="3200" b="1" dirty="0">
                <a:solidFill>
                  <a:schemeClr val="tx1">
                    <a:lumMod val="95000"/>
                    <a:lumOff val="5000"/>
                  </a:schemeClr>
                </a:solidFill>
              </a:rPr>
            </a:br>
            <a:br>
              <a:rPr lang="en-IN" sz="3200" b="1" dirty="0">
                <a:solidFill>
                  <a:schemeClr val="tx1">
                    <a:lumMod val="95000"/>
                    <a:lumOff val="5000"/>
                  </a:schemeClr>
                </a:solidFill>
              </a:rPr>
            </a:br>
            <a:r>
              <a:rPr lang="en-IN" sz="3200" b="1" dirty="0">
                <a:solidFill>
                  <a:schemeClr val="tx1">
                    <a:lumMod val="95000"/>
                    <a:lumOff val="5000"/>
                  </a:schemeClr>
                </a:solidFill>
              </a:rPr>
              <a:t>॥</a:t>
            </a:r>
            <a:r>
              <a:rPr lang="en-IN" sz="3200" b="1" dirty="0" err="1">
                <a:solidFill>
                  <a:schemeClr val="tx1">
                    <a:lumMod val="95000"/>
                    <a:lumOff val="5000"/>
                  </a:schemeClr>
                </a:solidFill>
              </a:rPr>
              <a:t>श्रीहनुमान</a:t>
            </a:r>
            <a:r>
              <a:rPr lang="en-IN" sz="3200" b="1" dirty="0">
                <a:solidFill>
                  <a:schemeClr val="tx1">
                    <a:lumMod val="95000"/>
                    <a:lumOff val="5000"/>
                  </a:schemeClr>
                </a:solidFill>
              </a:rPr>
              <a:t> </a:t>
            </a:r>
            <a:r>
              <a:rPr lang="en-IN" sz="3200" b="1" dirty="0" err="1">
                <a:solidFill>
                  <a:schemeClr val="tx1">
                    <a:lumMod val="95000"/>
                    <a:lumOff val="5000"/>
                  </a:schemeClr>
                </a:solidFill>
              </a:rPr>
              <a:t>चालीसा</a:t>
            </a:r>
            <a:r>
              <a:rPr lang="en-IN" sz="3200" b="1" dirty="0">
                <a:solidFill>
                  <a:schemeClr val="tx1">
                    <a:lumMod val="95000"/>
                    <a:lumOff val="5000"/>
                  </a:schemeClr>
                </a:solidFill>
              </a:rPr>
              <a:t>॥</a:t>
            </a:r>
            <a:br>
              <a:rPr lang="en-IN" sz="3200" b="1" dirty="0">
                <a:solidFill>
                  <a:schemeClr val="tx1">
                    <a:lumMod val="95000"/>
                    <a:lumOff val="5000"/>
                  </a:schemeClr>
                </a:solidFill>
              </a:rPr>
            </a:b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Çré</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Hanumäna</a:t>
            </a:r>
            <a:r>
              <a:rPr lang="en-US" sz="3200" b="1" dirty="0">
                <a:solidFill>
                  <a:schemeClr val="tx1">
                    <a:lumMod val="95000"/>
                    <a:lumOff val="5000"/>
                  </a:schemeClr>
                </a:solidFill>
                <a:latin typeface="URW Palladio IT" pitchFamily="2" charset="0"/>
              </a:rPr>
              <a:t> </a:t>
            </a:r>
            <a:r>
              <a:rPr lang="en-US" sz="3200" b="1" dirty="0" err="1">
                <a:solidFill>
                  <a:schemeClr val="tx1">
                    <a:lumMod val="95000"/>
                    <a:lumOff val="5000"/>
                  </a:schemeClr>
                </a:solidFill>
                <a:latin typeface="URW Palladio IT" pitchFamily="2" charset="0"/>
              </a:rPr>
              <a:t>Cälésä</a:t>
            </a:r>
            <a:r>
              <a:rPr lang="en-US" sz="3200" b="1" dirty="0">
                <a:solidFill>
                  <a:schemeClr val="tx1">
                    <a:lumMod val="95000"/>
                    <a:lumOff val="5000"/>
                  </a:schemeClr>
                </a:solidFill>
                <a:latin typeface="URW Palladio IT" pitchFamily="2" charset="0"/>
              </a:rPr>
              <a:t> || </a:t>
            </a:r>
            <a:br>
              <a:rPr lang="en-US" sz="3200" b="1" dirty="0">
                <a:solidFill>
                  <a:schemeClr val="tx1">
                    <a:lumMod val="95000"/>
                    <a:lumOff val="5000"/>
                  </a:schemeClr>
                </a:solidFill>
                <a:latin typeface="URW Palladio IT" pitchFamily="2" charset="0"/>
              </a:rPr>
            </a:br>
            <a:r>
              <a:rPr lang="en-US" sz="3200" b="1" dirty="0">
                <a:solidFill>
                  <a:schemeClr val="tx1">
                    <a:lumMod val="95000"/>
                    <a:lumOff val="5000"/>
                  </a:schemeClr>
                </a:solidFill>
              </a:rPr>
              <a:t> ॥ </a:t>
            </a:r>
            <a:r>
              <a:rPr lang="en-US" sz="3200" b="1" dirty="0" err="1">
                <a:solidFill>
                  <a:schemeClr val="tx1">
                    <a:lumMod val="95000"/>
                    <a:lumOff val="5000"/>
                  </a:schemeClr>
                </a:solidFill>
              </a:rPr>
              <a:t>ಶ್ರೀ</a:t>
            </a:r>
            <a:r>
              <a:rPr lang="en-US" sz="3200" b="1" dirty="0">
                <a:solidFill>
                  <a:schemeClr val="tx1">
                    <a:lumMod val="95000"/>
                    <a:lumOff val="5000"/>
                  </a:schemeClr>
                </a:solidFill>
              </a:rPr>
              <a:t> </a:t>
            </a:r>
            <a:r>
              <a:rPr lang="en-US" sz="3200" b="1" dirty="0" err="1">
                <a:solidFill>
                  <a:schemeClr val="tx1">
                    <a:lumMod val="95000"/>
                    <a:lumOff val="5000"/>
                  </a:schemeClr>
                </a:solidFill>
              </a:rPr>
              <a:t>ಹನುಮಾ</a:t>
            </a:r>
            <a:r>
              <a:rPr lang="kn-IN" sz="3200" b="1" dirty="0">
                <a:solidFill>
                  <a:schemeClr val="tx1">
                    <a:lumMod val="95000"/>
                    <a:lumOff val="5000"/>
                  </a:schemeClr>
                </a:solidFill>
                <a:ea typeface="Tunga" pitchFamily="2"/>
              </a:rPr>
              <a:t>ನ್</a:t>
            </a:r>
            <a:r>
              <a:rPr lang="en-US" sz="3200" b="1" dirty="0">
                <a:solidFill>
                  <a:schemeClr val="tx1">
                    <a:lumMod val="95000"/>
                    <a:lumOff val="5000"/>
                  </a:schemeClr>
                </a:solidFill>
              </a:rPr>
              <a:t> </a:t>
            </a:r>
            <a:r>
              <a:rPr lang="en-US" sz="3200" b="1" dirty="0" err="1">
                <a:solidFill>
                  <a:schemeClr val="tx1">
                    <a:lumMod val="95000"/>
                    <a:lumOff val="5000"/>
                  </a:schemeClr>
                </a:solidFill>
              </a:rPr>
              <a:t>ಚಾಲೀಸಾ</a:t>
            </a:r>
            <a:r>
              <a:rPr lang="en-US" sz="3200" b="1" dirty="0">
                <a:solidFill>
                  <a:schemeClr val="tx1">
                    <a:lumMod val="95000"/>
                    <a:lumOff val="5000"/>
                  </a:schemeClr>
                </a:solidFill>
              </a:rPr>
              <a:t> ॥</a:t>
            </a:r>
            <a:br>
              <a:rPr lang="en-US" sz="3200" dirty="0">
                <a:solidFill>
                  <a:schemeClr val="tx1">
                    <a:lumMod val="95000"/>
                    <a:lumOff val="5000"/>
                  </a:schemeClr>
                </a:solidFill>
              </a:rPr>
            </a:br>
            <a:endParaRPr lang="en-US" sz="3200" dirty="0">
              <a:solidFill>
                <a:schemeClr val="tx1">
                  <a:lumMod val="95000"/>
                  <a:lumOff val="5000"/>
                </a:schemeClr>
              </a:solidFill>
            </a:endParaRPr>
          </a:p>
        </p:txBody>
      </p:sp>
    </p:spTree>
    <p:extLst>
      <p:ext uri="{BB962C8B-B14F-4D97-AF65-F5344CB8AC3E}">
        <p14:creationId xmlns:p14="http://schemas.microsoft.com/office/powerpoint/2010/main" val="979835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485990" y="2057415"/>
            <a:ext cx="6172021" cy="800077"/>
          </a:xfrm>
        </p:spPr>
        <p:txBody>
          <a:bodyPr/>
          <a:lstStyle/>
          <a:p>
            <a:pPr algn="ctr" eaLnBrk="1" hangingPunct="1">
              <a:buFont typeface="Arial" charset="0"/>
              <a:buNone/>
            </a:pPr>
            <a:r>
              <a:rPr lang="en-IN" sz="4050" b="1">
                <a:latin typeface="Aparajita" pitchFamily="34" charset="0"/>
                <a:ea typeface="Aparajita" pitchFamily="34" charset="0"/>
                <a:cs typeface="Aparajita" pitchFamily="34" charset="0"/>
              </a:rPr>
              <a:t>॥ दोहा ॥ </a:t>
            </a:r>
            <a:r>
              <a:rPr lang="en-IN" sz="4050" b="1"/>
              <a:t>- </a:t>
            </a:r>
            <a:r>
              <a:rPr lang="en-US" sz="4050" b="1">
                <a:latin typeface="URW Palladio IT" pitchFamily="2" charset="0"/>
              </a:rPr>
              <a:t>DOHÄ - </a:t>
            </a:r>
            <a:r>
              <a:rPr lang="kn-IN" sz="4050" b="1">
                <a:ea typeface="Tunga" pitchFamily="2"/>
              </a:rPr>
              <a:t>ದೋಹಾ</a:t>
            </a:r>
            <a:endParaRPr lang="en-US" sz="4050" b="1">
              <a:latin typeface="URW Palladio IT" pitchFamily="2" charset="0"/>
            </a:endParaRPr>
          </a:p>
          <a:p>
            <a:pPr algn="ctr" eaLnBrk="1" hangingPunct="1"/>
            <a:endParaRPr lang="en-US" sz="4050"/>
          </a:p>
        </p:txBody>
      </p:sp>
    </p:spTree>
    <p:extLst>
      <p:ext uri="{BB962C8B-B14F-4D97-AF65-F5344CB8AC3E}">
        <p14:creationId xmlns:p14="http://schemas.microsoft.com/office/powerpoint/2010/main" val="803668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143100" y="-57073"/>
            <a:ext cx="6857802" cy="5089855"/>
          </a:xfrm>
          <a:prstGeom prst="rect">
            <a:avLst/>
          </a:prstGeom>
          <a:noFill/>
          <a:ln w="9525">
            <a:noFill/>
            <a:miter lim="800000"/>
            <a:headEnd/>
            <a:tailEnd/>
          </a:ln>
        </p:spPr>
        <p:txBody>
          <a:bodyPr wrap="square">
            <a:spAutoFit/>
          </a:bodyPr>
          <a:lstStyle/>
          <a:p>
            <a:pPr algn="just" defTabSz="685754"/>
            <a:endParaRPr lang="en-IN" sz="525" b="1" dirty="0">
              <a:solidFill>
                <a:prstClr val="black"/>
              </a:solidFill>
              <a:latin typeface="Aparajita" pitchFamily="34" charset="0"/>
            </a:endParaRPr>
          </a:p>
          <a:p>
            <a:pPr algn="just"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श्रीगुरु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निज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सुधारि</a:t>
            </a:r>
            <a:r>
              <a:rPr lang="en-IN" sz="3000" b="1" dirty="0">
                <a:solidFill>
                  <a:prstClr val="black"/>
                </a:solidFill>
                <a:latin typeface="Aparajita" pitchFamily="34" charset="0"/>
              </a:rPr>
              <a:t> ।</a:t>
            </a:r>
          </a:p>
          <a:p>
            <a:pPr algn="ctr" defTabSz="685754"/>
            <a:br>
              <a:rPr lang="en-IN" sz="3000" b="1" dirty="0">
                <a:solidFill>
                  <a:prstClr val="black"/>
                </a:solidFill>
                <a:latin typeface="Aparajita" pitchFamily="34" charset="0"/>
              </a:rPr>
            </a:br>
            <a:r>
              <a:rPr lang="en-US" sz="2700" b="1" dirty="0" err="1">
                <a:solidFill>
                  <a:prstClr val="black"/>
                </a:solidFill>
                <a:latin typeface="URW Palladio IT" pitchFamily="2" charset="0"/>
              </a:rPr>
              <a:t>Çréguru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Saroja</a:t>
            </a:r>
            <a:r>
              <a:rPr lang="en-US" sz="2700" b="1" dirty="0">
                <a:solidFill>
                  <a:prstClr val="black"/>
                </a:solidFill>
                <a:latin typeface="URW Palladio IT" pitchFamily="2" charset="0"/>
              </a:rPr>
              <a:t> Raja </a:t>
            </a:r>
          </a:p>
          <a:p>
            <a:pPr algn="ctr" defTabSz="685754"/>
            <a:r>
              <a:rPr lang="en-US" sz="2700" b="1" dirty="0" err="1">
                <a:solidFill>
                  <a:prstClr val="black"/>
                </a:solidFill>
                <a:latin typeface="URW Palladio IT" pitchFamily="2" charset="0"/>
              </a:rPr>
              <a:t>Nija</a:t>
            </a:r>
            <a:r>
              <a:rPr lang="en-US" sz="2700" b="1" dirty="0">
                <a:solidFill>
                  <a:prstClr val="black"/>
                </a:solidFill>
                <a:latin typeface="URW Palladio IT" pitchFamily="2" charset="0"/>
              </a:rPr>
              <a:t> Manu </a:t>
            </a:r>
            <a:r>
              <a:rPr lang="en-US" sz="2700" b="1" dirty="0" err="1">
                <a:solidFill>
                  <a:prstClr val="black"/>
                </a:solidFill>
                <a:latin typeface="URW Palladio IT" pitchFamily="2" charset="0"/>
              </a:rPr>
              <a:t>Mukuru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Sudhäri</a:t>
            </a:r>
            <a:r>
              <a:rPr lang="en-US" sz="2700" b="1" dirty="0">
                <a:solidFill>
                  <a:prstClr val="black"/>
                </a:solidFill>
                <a:latin typeface="URW Palladio IT" pitchFamily="2" charset="0"/>
              </a:rPr>
              <a:t> |</a:t>
            </a:r>
          </a:p>
          <a:p>
            <a:pPr algn="ctr" defTabSz="685754"/>
            <a:r>
              <a:rPr lang="en-US" sz="3000" b="1" dirty="0">
                <a:solidFill>
                  <a:prstClr val="black"/>
                </a:solidFill>
                <a:latin typeface="URW Palladio IT" pitchFamily="2" charset="0"/>
              </a:rPr>
              <a:t> </a:t>
            </a:r>
          </a:p>
          <a:p>
            <a:pPr algn="ctr" defTabSz="685754"/>
            <a:r>
              <a:rPr lang="en-US" sz="3000" b="1" dirty="0" err="1">
                <a:solidFill>
                  <a:prstClr val="black"/>
                </a:solidFill>
                <a:latin typeface="Calibri" pitchFamily="34" charset="0"/>
              </a:rPr>
              <a:t>ಶ್ರೀ</a:t>
            </a:r>
            <a:r>
              <a:rPr lang="en-US" sz="3000" b="1" dirty="0">
                <a:solidFill>
                  <a:prstClr val="black"/>
                </a:solidFill>
                <a:latin typeface="Calibri" pitchFamily="34" charset="0"/>
              </a:rPr>
              <a:t> </a:t>
            </a:r>
            <a:r>
              <a:rPr lang="en-US" sz="3000" b="1" dirty="0" err="1">
                <a:solidFill>
                  <a:prstClr val="black"/>
                </a:solidFill>
                <a:latin typeface="Calibri" pitchFamily="34" charset="0"/>
              </a:rPr>
              <a:t>ಗುರು</a:t>
            </a:r>
            <a:r>
              <a:rPr lang="en-US" sz="3000" b="1" dirty="0">
                <a:solidFill>
                  <a:prstClr val="black"/>
                </a:solidFill>
                <a:latin typeface="Calibri" pitchFamily="34" charset="0"/>
              </a:rPr>
              <a:t> </a:t>
            </a:r>
            <a:r>
              <a:rPr lang="en-US" sz="3000" b="1" dirty="0" err="1">
                <a:solidFill>
                  <a:prstClr val="black"/>
                </a:solidFill>
                <a:latin typeface="Calibri" pitchFamily="34" charset="0"/>
              </a:rPr>
              <a:t>ಚರನ</a:t>
            </a:r>
            <a:r>
              <a:rPr lang="en-US" sz="3000" b="1" dirty="0">
                <a:solidFill>
                  <a:prstClr val="black"/>
                </a:solidFill>
                <a:latin typeface="Calibri" pitchFamily="34" charset="0"/>
              </a:rPr>
              <a:t> </a:t>
            </a:r>
            <a:r>
              <a:rPr lang="en-US" sz="3000" b="1" dirty="0" err="1">
                <a:solidFill>
                  <a:prstClr val="black"/>
                </a:solidFill>
                <a:latin typeface="Calibri" pitchFamily="34" charset="0"/>
              </a:rPr>
              <a:t>ಸರೋಜ</a:t>
            </a:r>
            <a:r>
              <a:rPr lang="en-US" sz="3000" b="1" dirty="0">
                <a:solidFill>
                  <a:prstClr val="black"/>
                </a:solidFill>
                <a:latin typeface="Calibri" pitchFamily="34" charset="0"/>
              </a:rPr>
              <a:t> </a:t>
            </a:r>
            <a:r>
              <a:rPr lang="en-US" sz="3000" b="1" dirty="0" err="1">
                <a:solidFill>
                  <a:prstClr val="black"/>
                </a:solidFill>
                <a:latin typeface="Calibri" pitchFamily="34" charset="0"/>
              </a:rPr>
              <a:t>ರಜ</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ನಿಜ</a:t>
            </a:r>
            <a:r>
              <a:rPr lang="en-US" sz="3000" b="1" dirty="0">
                <a:solidFill>
                  <a:prstClr val="black"/>
                </a:solidFill>
                <a:latin typeface="Calibri" pitchFamily="34" charset="0"/>
              </a:rPr>
              <a:t> </a:t>
            </a:r>
            <a:r>
              <a:rPr lang="en-US" sz="3000" b="1" dirty="0" err="1">
                <a:solidFill>
                  <a:prstClr val="black"/>
                </a:solidFill>
                <a:latin typeface="Calibri" pitchFamily="34" charset="0"/>
              </a:rPr>
              <a:t>ಮನು</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ಮುಕುರು </a:t>
            </a:r>
            <a:r>
              <a:rPr lang="en-US" sz="3000" b="1" dirty="0" err="1">
                <a:solidFill>
                  <a:prstClr val="black"/>
                </a:solidFill>
                <a:latin typeface="Calibri" pitchFamily="34" charset="0"/>
              </a:rPr>
              <a:t>ಸುಧಾರಿ</a:t>
            </a:r>
            <a:r>
              <a:rPr lang="en-US" sz="3000" b="1" dirty="0">
                <a:solidFill>
                  <a:prstClr val="black"/>
                </a:solidFill>
                <a:latin typeface="Calibri" pitchFamily="34" charset="0"/>
              </a:rPr>
              <a:t> ।</a:t>
            </a:r>
          </a:p>
          <a:p>
            <a:pPr algn="ctr" defTabSz="685754"/>
            <a:endParaRPr lang="en-IN" sz="600" b="1" dirty="0">
              <a:solidFill>
                <a:prstClr val="black"/>
              </a:solidFill>
              <a:latin typeface="Palatino Linotype" pitchFamily="18" charset="0"/>
            </a:endParaRPr>
          </a:p>
          <a:p>
            <a:pPr algn="ctr" defTabSz="685754"/>
            <a:endParaRPr lang="en-US" sz="2400" b="1" dirty="0">
              <a:solidFill>
                <a:prstClr val="black"/>
              </a:solidFill>
              <a:latin typeface="Palatino Linotype" pitchFamily="18" charset="0"/>
            </a:endParaRPr>
          </a:p>
          <a:p>
            <a:pPr algn="ctr" defTabSz="685754"/>
            <a:r>
              <a:rPr lang="en-US" sz="2400" b="1" dirty="0">
                <a:solidFill>
                  <a:prstClr val="black"/>
                </a:solidFill>
                <a:latin typeface="Palatino Linotype" pitchFamily="18" charset="0"/>
              </a:rPr>
              <a:t>With the dust of Guru's Lotus feet, I  </a:t>
            </a:r>
          </a:p>
          <a:p>
            <a:pPr algn="ctr" defTabSz="685754"/>
            <a:r>
              <a:rPr lang="en-US" sz="2400" b="1" dirty="0">
                <a:solidFill>
                  <a:prstClr val="black"/>
                </a:solidFill>
                <a:latin typeface="Palatino Linotype" pitchFamily="18" charset="0"/>
              </a:rPr>
              <a:t>clean the  mirror of my mind</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97785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143100" y="84"/>
            <a:ext cx="6857802" cy="5228354"/>
          </a:xfrm>
          <a:prstGeom prst="rect">
            <a:avLst/>
          </a:prstGeom>
          <a:noFill/>
          <a:ln w="9525">
            <a:noFill/>
            <a:miter lim="800000"/>
            <a:headEnd/>
            <a:tailEnd/>
          </a:ln>
        </p:spPr>
        <p:txBody>
          <a:bodyPr>
            <a:spAutoFit/>
          </a:bodyPr>
          <a:lstStyle/>
          <a:p>
            <a:pPr algn="ctr" defTabSz="685754"/>
            <a:endParaRPr lang="en-IN" sz="525" dirty="0">
              <a:solidFill>
                <a:prstClr val="black"/>
              </a:solidFill>
              <a:latin typeface="Aparajita" pitchFamily="34" charset="0"/>
            </a:endParaRPr>
          </a:p>
          <a:p>
            <a:pPr algn="ctr" defTabSz="685754"/>
            <a:endParaRPr lang="en-IN" sz="7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बरनउँ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दायकु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p>
          <a:p>
            <a:pPr algn="ctr" defTabSz="685754"/>
            <a:endParaRPr lang="en-US"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Baranaüð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Bimala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Jasu</a:t>
            </a:r>
            <a:r>
              <a:rPr lang="en-US" sz="2700" b="1" dirty="0">
                <a:solidFill>
                  <a:prstClr val="black"/>
                </a:solidFill>
                <a:latin typeface="URW Palladio IT" pitchFamily="2" charset="0"/>
              </a:rPr>
              <a:t>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Däyaku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Cäri</a:t>
            </a:r>
            <a:r>
              <a:rPr lang="en-US" sz="2700" b="1" dirty="0">
                <a:solidFill>
                  <a:prstClr val="black"/>
                </a:solidFill>
                <a:latin typeface="URW Palladio IT" pitchFamily="2" charset="0"/>
              </a:rPr>
              <a:t> || - D1</a:t>
            </a:r>
            <a:r>
              <a:rPr lang="en-US" sz="3000" b="1" dirty="0">
                <a:solidFill>
                  <a:prstClr val="black"/>
                </a:solidFill>
                <a:latin typeface="URW Palladio IT" pitchFamily="2" charset="0"/>
              </a:rPr>
              <a:t>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ಬರನಊ</a:t>
            </a:r>
            <a:r>
              <a:rPr lang="en-US" sz="3000" b="1" dirty="0">
                <a:solidFill>
                  <a:prstClr val="black"/>
                </a:solidFill>
                <a:latin typeface="Calibri" pitchFamily="34" charset="0"/>
              </a:rPr>
              <a:t> </a:t>
            </a:r>
            <a:r>
              <a:rPr lang="en-US" sz="3000" b="1" dirty="0" err="1">
                <a:solidFill>
                  <a:prstClr val="black"/>
                </a:solidFill>
                <a:latin typeface="Calibri" pitchFamily="34" charset="0"/>
              </a:rPr>
              <a:t>ರಘುಬರ</a:t>
            </a:r>
            <a:r>
              <a:rPr lang="en-US" sz="3000" b="1" dirty="0">
                <a:solidFill>
                  <a:prstClr val="black"/>
                </a:solidFill>
                <a:latin typeface="Calibri" pitchFamily="34" charset="0"/>
              </a:rPr>
              <a:t> </a:t>
            </a:r>
            <a:r>
              <a:rPr lang="en-US" sz="3000" b="1" dirty="0" err="1">
                <a:solidFill>
                  <a:prstClr val="black"/>
                </a:solidFill>
                <a:latin typeface="Calibri" pitchFamily="34" charset="0"/>
              </a:rPr>
              <a:t>ಬಿಮಲ</a:t>
            </a:r>
            <a:r>
              <a:rPr lang="en-US" sz="3000" b="1" dirty="0">
                <a:solidFill>
                  <a:prstClr val="black"/>
                </a:solidFill>
                <a:latin typeface="Calibri" pitchFamily="34" charset="0"/>
              </a:rPr>
              <a:t> </a:t>
            </a:r>
            <a:r>
              <a:rPr lang="en-US" sz="3000" b="1" dirty="0" err="1">
                <a:solidFill>
                  <a:prstClr val="black"/>
                </a:solidFill>
                <a:latin typeface="Calibri" pitchFamily="34" charset="0"/>
              </a:rPr>
              <a:t>ಜಸು</a:t>
            </a:r>
            <a:endParaRPr lang="en-US" sz="3000" b="1" dirty="0">
              <a:solidFill>
                <a:prstClr val="black"/>
              </a:solidFill>
              <a:latin typeface="Calibri" pitchFamily="34" charset="0"/>
            </a:endParaRPr>
          </a:p>
          <a:p>
            <a:pPr algn="ctr" defTabSz="685754"/>
            <a:r>
              <a:rPr lang="en-US" sz="3000" b="1" dirty="0" err="1">
                <a:solidFill>
                  <a:prstClr val="black"/>
                </a:solidFill>
                <a:latin typeface="Calibri" pitchFamily="34" charset="0"/>
              </a:rPr>
              <a:t>ಜೋ</a:t>
            </a:r>
            <a:r>
              <a:rPr lang="en-US" sz="3000" b="1" dirty="0">
                <a:solidFill>
                  <a:prstClr val="black"/>
                </a:solidFill>
                <a:latin typeface="Calibri" pitchFamily="34" charset="0"/>
              </a:rPr>
              <a:t> </a:t>
            </a:r>
            <a:r>
              <a:rPr lang="en-US" sz="3000" b="1" dirty="0" err="1">
                <a:solidFill>
                  <a:prstClr val="black"/>
                </a:solidFill>
                <a:latin typeface="Calibri" pitchFamily="34" charset="0"/>
              </a:rPr>
              <a:t>ದಾಯಕು</a:t>
            </a:r>
            <a:r>
              <a:rPr lang="en-US" sz="3000" b="1" dirty="0">
                <a:solidFill>
                  <a:prstClr val="black"/>
                </a:solidFill>
                <a:latin typeface="Calibri" pitchFamily="34" charset="0"/>
              </a:rPr>
              <a:t> </a:t>
            </a:r>
            <a:r>
              <a:rPr lang="en-US" sz="3000" b="1" dirty="0" err="1">
                <a:solidFill>
                  <a:prstClr val="black"/>
                </a:solidFill>
                <a:latin typeface="Calibri" pitchFamily="34" charset="0"/>
              </a:rPr>
              <a:t>ಫಲ</a:t>
            </a:r>
            <a:r>
              <a:rPr lang="en-US" sz="3000" b="1" dirty="0">
                <a:solidFill>
                  <a:prstClr val="black"/>
                </a:solidFill>
                <a:latin typeface="Calibri" pitchFamily="34" charset="0"/>
              </a:rPr>
              <a:t> </a:t>
            </a:r>
            <a:r>
              <a:rPr lang="en-US" sz="3000" b="1" dirty="0" err="1">
                <a:solidFill>
                  <a:prstClr val="black"/>
                </a:solidFill>
                <a:latin typeface="Calibri" pitchFamily="34" charset="0"/>
              </a:rPr>
              <a:t>ಚಾರಿ</a:t>
            </a:r>
            <a:r>
              <a:rPr lang="en-US" sz="3000" b="1" dirty="0">
                <a:solidFill>
                  <a:prstClr val="black"/>
                </a:solidFill>
                <a:latin typeface="Calibri" pitchFamily="34" charset="0"/>
              </a:rPr>
              <a:t> ॥</a:t>
            </a:r>
            <a:endParaRPr lang="en-US" sz="2700" b="1" dirty="0">
              <a:solidFill>
                <a:prstClr val="black"/>
              </a:solidFill>
              <a:latin typeface="URW Palladio IT" pitchFamily="2" charset="0"/>
            </a:endParaRPr>
          </a:p>
          <a:p>
            <a:pPr algn="ctr" defTabSz="685754"/>
            <a:endParaRPr lang="en-US" sz="21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And then narrate the sacred glory of Sri Ram Chandra, The Supreme among the </a:t>
            </a:r>
            <a:r>
              <a:rPr lang="en-US" sz="2100" b="1" dirty="0" err="1">
                <a:solidFill>
                  <a:prstClr val="black"/>
                </a:solidFill>
                <a:latin typeface="Palatino Linotype" pitchFamily="18" charset="0"/>
              </a:rPr>
              <a:t>Raghu</a:t>
            </a:r>
            <a:r>
              <a:rPr lang="en-US" sz="2100" b="1" dirty="0">
                <a:solidFill>
                  <a:prstClr val="black"/>
                </a:solidFill>
                <a:latin typeface="Palatino Linotype" pitchFamily="18" charset="0"/>
              </a:rPr>
              <a:t> 	dynasty. The giver of the four attainments of life</a:t>
            </a:r>
            <a:r>
              <a:rPr lang="en-IN" sz="2100" b="1" dirty="0">
                <a:solidFill>
                  <a:prstClr val="black"/>
                </a:solidFill>
                <a:latin typeface="Palatino Linotype" pitchFamily="18" charset="0"/>
              </a:rPr>
              <a:t>.</a:t>
            </a:r>
            <a:r>
              <a:rPr lang="en-US" sz="2100" b="1" dirty="0">
                <a:solidFill>
                  <a:prstClr val="black"/>
                </a:solidFill>
                <a:latin typeface="Palatino Linotype" pitchFamily="18" charset="0"/>
              </a:rPr>
              <a:t>		</a:t>
            </a:r>
            <a:endParaRPr lang="en-IN" sz="2100" b="1" dirty="0">
              <a:solidFill>
                <a:prstClr val="black"/>
              </a:solidFill>
              <a:latin typeface="Palatino Linotype" pitchFamily="18" charset="0"/>
            </a:endParaRPr>
          </a:p>
        </p:txBody>
      </p:sp>
    </p:spTree>
    <p:extLst>
      <p:ext uri="{BB962C8B-B14F-4D97-AF65-F5344CB8AC3E}">
        <p14:creationId xmlns:p14="http://schemas.microsoft.com/office/powerpoint/2010/main" val="1806558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143100" y="85"/>
            <a:ext cx="6857802" cy="5309146"/>
          </a:xfrm>
          <a:prstGeom prst="rect">
            <a:avLst/>
          </a:prstGeom>
          <a:noFill/>
          <a:ln w="9525">
            <a:noFill/>
            <a:miter lim="800000"/>
            <a:headEnd/>
            <a:tailEnd/>
          </a:ln>
        </p:spPr>
        <p:txBody>
          <a:bodyPr wrap="square">
            <a:spAutoFit/>
          </a:bodyPr>
          <a:lstStyle/>
          <a:p>
            <a:pPr algn="ct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बुद्धिहीन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पवनकुमार</a:t>
            </a:r>
            <a:r>
              <a:rPr lang="en-IN" sz="3000" b="1" dirty="0">
                <a:solidFill>
                  <a:prstClr val="black"/>
                </a:solidFill>
                <a:latin typeface="Aparajita" pitchFamily="34" charset="0"/>
              </a:rPr>
              <a:t> ।</a:t>
            </a:r>
          </a:p>
          <a:p>
            <a:pPr algn="ctr" defTabSz="685754"/>
            <a:br>
              <a:rPr lang="en-IN" sz="3600" b="1" dirty="0">
                <a:solidFill>
                  <a:prstClr val="black"/>
                </a:solidFill>
                <a:latin typeface="Aparajita" pitchFamily="34" charset="0"/>
              </a:rPr>
            </a:br>
            <a:r>
              <a:rPr lang="en-US" sz="3000" b="1" dirty="0" err="1">
                <a:solidFill>
                  <a:prstClr val="black"/>
                </a:solidFill>
                <a:latin typeface="URW Palladio IT" pitchFamily="2" charset="0"/>
              </a:rPr>
              <a:t>Buddhihéna</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Tanu</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Jänike</a:t>
            </a:r>
            <a:r>
              <a:rPr lang="en-US" sz="3000" b="1" dirty="0">
                <a:solidFill>
                  <a:prstClr val="black"/>
                </a:solidFill>
                <a:latin typeface="URW Palladio IT" pitchFamily="2" charset="0"/>
              </a:rPr>
              <a:t> </a:t>
            </a:r>
          </a:p>
          <a:p>
            <a:pPr algn="ctr" defTabSz="685754"/>
            <a:r>
              <a:rPr lang="en-US" sz="3000" b="1" dirty="0" err="1">
                <a:solidFill>
                  <a:prstClr val="black"/>
                </a:solidFill>
                <a:latin typeface="URW Palladio IT" pitchFamily="2" charset="0"/>
              </a:rPr>
              <a:t>Sumirauà</a:t>
            </a:r>
            <a:r>
              <a:rPr lang="en-US" sz="3000" b="1" dirty="0">
                <a:solidFill>
                  <a:prstClr val="black"/>
                </a:solidFill>
                <a:latin typeface="URW Palladio IT" pitchFamily="2" charset="0"/>
              </a:rPr>
              <a:t> </a:t>
            </a:r>
            <a:r>
              <a:rPr lang="en-US" sz="3000" b="1" dirty="0" err="1">
                <a:solidFill>
                  <a:prstClr val="black"/>
                </a:solidFill>
                <a:latin typeface="URW Palladio IT" pitchFamily="2" charset="0"/>
              </a:rPr>
              <a:t>Pavanakumära</a:t>
            </a:r>
            <a:r>
              <a:rPr lang="en-US" sz="3000" b="1" dirty="0">
                <a:solidFill>
                  <a:prstClr val="black"/>
                </a:solidFill>
                <a:latin typeface="URW Palladio IT" pitchFamily="2" charset="0"/>
              </a:rPr>
              <a:t> | </a:t>
            </a:r>
          </a:p>
          <a:p>
            <a:pPr algn="ctr" defTabSz="685754"/>
            <a:endParaRPr lang="en-US" sz="3000"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ಬುದ್ಧಿಹೀನ</a:t>
            </a:r>
            <a:r>
              <a:rPr lang="en-US" sz="3000" b="1" dirty="0">
                <a:solidFill>
                  <a:prstClr val="black"/>
                </a:solidFill>
                <a:latin typeface="Calibri" pitchFamily="34" charset="0"/>
              </a:rPr>
              <a:t> </a:t>
            </a:r>
            <a:r>
              <a:rPr lang="en-US" sz="3000" b="1" dirty="0" err="1">
                <a:solidFill>
                  <a:prstClr val="black"/>
                </a:solidFill>
                <a:latin typeface="Calibri" pitchFamily="34" charset="0"/>
              </a:rPr>
              <a:t>ತನು</a:t>
            </a:r>
            <a:r>
              <a:rPr lang="en-US" sz="3000" b="1" dirty="0">
                <a:solidFill>
                  <a:prstClr val="black"/>
                </a:solidFill>
                <a:latin typeface="Calibri" pitchFamily="34" charset="0"/>
              </a:rPr>
              <a:t> </a:t>
            </a:r>
            <a:r>
              <a:rPr lang="en-US" sz="3000" b="1" dirty="0" err="1">
                <a:solidFill>
                  <a:prstClr val="black"/>
                </a:solidFill>
                <a:latin typeface="Calibri" pitchFamily="34" charset="0"/>
              </a:rPr>
              <a:t>ಜಾನಿ</a:t>
            </a:r>
            <a:r>
              <a:rPr lang="en-US" sz="3000" b="1" dirty="0">
                <a:solidFill>
                  <a:prstClr val="black"/>
                </a:solidFill>
                <a:latin typeface="Calibri" pitchFamily="34" charset="0"/>
              </a:rPr>
              <a:t> </a:t>
            </a:r>
            <a:r>
              <a:rPr lang="en-US" sz="3000" b="1" dirty="0" err="1">
                <a:solidFill>
                  <a:prstClr val="black"/>
                </a:solidFill>
                <a:latin typeface="Calibri" pitchFamily="34" charset="0"/>
              </a:rPr>
              <a:t>ಕೇ</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ಸುಮಿರೌ</a:t>
            </a:r>
            <a:r>
              <a:rPr lang="en-US" sz="3000" b="1" dirty="0">
                <a:solidFill>
                  <a:prstClr val="black"/>
                </a:solidFill>
                <a:latin typeface="Calibri" pitchFamily="34" charset="0"/>
              </a:rPr>
              <a:t> </a:t>
            </a:r>
            <a:r>
              <a:rPr lang="en-US" sz="3000" b="1" dirty="0" err="1">
                <a:solidFill>
                  <a:prstClr val="black"/>
                </a:solidFill>
                <a:latin typeface="Calibri" pitchFamily="34" charset="0"/>
              </a:rPr>
              <a:t>ಪವನ</a:t>
            </a:r>
            <a:r>
              <a:rPr lang="en-US" sz="3000" b="1" dirty="0">
                <a:solidFill>
                  <a:prstClr val="black"/>
                </a:solidFill>
                <a:latin typeface="Calibri" pitchFamily="34" charset="0"/>
              </a:rPr>
              <a:t> </a:t>
            </a:r>
            <a:r>
              <a:rPr lang="en-US" sz="3000" b="1" dirty="0" err="1">
                <a:solidFill>
                  <a:prstClr val="black"/>
                </a:solidFill>
                <a:latin typeface="Calibri" pitchFamily="34" charset="0"/>
              </a:rPr>
              <a:t>ಕುಮಾರ</a:t>
            </a:r>
            <a:r>
              <a:rPr lang="en-US" sz="3000" b="1" dirty="0">
                <a:solidFill>
                  <a:prstClr val="black"/>
                </a:solidFill>
                <a:latin typeface="Calibri" pitchFamily="34" charset="0"/>
              </a:rPr>
              <a:t> ।</a:t>
            </a:r>
          </a:p>
          <a:p>
            <a:pPr algn="ctr" defTabSz="685754"/>
            <a:endParaRPr lang="en-US" sz="3300" b="1" dirty="0">
              <a:solidFill>
                <a:prstClr val="black"/>
              </a:solidFill>
              <a:latin typeface="URW Palladio IT" pitchFamily="2" charset="0"/>
            </a:endParaRPr>
          </a:p>
          <a:p>
            <a:pPr algn="ctr" defTabSz="685754"/>
            <a:r>
              <a:rPr lang="en-US" sz="2100" b="1" dirty="0">
                <a:solidFill>
                  <a:prstClr val="black"/>
                </a:solidFill>
                <a:latin typeface="Palatino Linotype" pitchFamily="18" charset="0"/>
              </a:rPr>
              <a:t>Knowing myself to be ignorant, I urge you, 	O  Hanuman, The son of </a:t>
            </a:r>
            <a:r>
              <a:rPr lang="en-US" sz="2100" b="1" dirty="0" err="1">
                <a:solidFill>
                  <a:prstClr val="black"/>
                </a:solidFill>
                <a:latin typeface="Palatino Linotype" pitchFamily="18" charset="0"/>
              </a:rPr>
              <a:t>Pavan</a:t>
            </a:r>
            <a:r>
              <a:rPr lang="en-US" sz="2100" b="1" dirty="0">
                <a:solidFill>
                  <a:prstClr val="black"/>
                </a:solidFill>
                <a:latin typeface="Palatino Linotype" pitchFamily="18" charset="0"/>
              </a:rPr>
              <a:t>(</a:t>
            </a:r>
            <a:r>
              <a:rPr lang="en-IN" sz="2100" b="1" dirty="0">
                <a:solidFill>
                  <a:prstClr val="black"/>
                </a:solidFill>
                <a:latin typeface="Palatino Linotype" pitchFamily="18" charset="0"/>
              </a:rPr>
              <a:t>Wind</a:t>
            </a:r>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4139582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143100" y="72"/>
            <a:ext cx="6857802" cy="4755148"/>
          </a:xfrm>
          <a:prstGeom prst="rect">
            <a:avLst/>
          </a:prstGeom>
          <a:noFill/>
          <a:ln w="9525">
            <a:noFill/>
            <a:miter lim="800000"/>
            <a:headEnd/>
            <a:tailEnd/>
          </a:ln>
        </p:spPr>
        <p:txBody>
          <a:bodyPr wrap="square">
            <a:spAutoFit/>
          </a:bodyPr>
          <a:lstStyle/>
          <a:p>
            <a:pPr defTabSz="685754"/>
            <a:endParaRPr lang="en-IN" b="1" dirty="0">
              <a:solidFill>
                <a:prstClr val="black"/>
              </a:solidFill>
              <a:latin typeface="Calibri" pitchFamily="34" charset="0"/>
            </a:endParaRPr>
          </a:p>
          <a:p>
            <a:pPr algn="ctr" defTabSz="685754"/>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p>
          <a:p>
            <a:pPr algn="ctr" defTabSz="685754"/>
            <a:r>
              <a:rPr lang="en-IN" sz="3000" b="1" dirty="0" err="1">
                <a:solidFill>
                  <a:prstClr val="black"/>
                </a:solidFill>
                <a:latin typeface="Aparajita" pitchFamily="34" charset="0"/>
              </a:rPr>
              <a:t>हरहु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a:t>
            </a:r>
            <a:r>
              <a:rPr lang="en-IN" sz="3000" b="1" dirty="0">
                <a:solidFill>
                  <a:prstClr val="black"/>
                </a:solidFill>
                <a:latin typeface="Aparajita" pitchFamily="34" charset="0"/>
              </a:rPr>
              <a:t> ॥ </a:t>
            </a:r>
          </a:p>
          <a:p>
            <a:pPr algn="ctr" defTabSz="685754"/>
            <a:endParaRPr lang="en-IN" sz="3000" b="1" dirty="0">
              <a:solidFill>
                <a:prstClr val="black"/>
              </a:solidFill>
              <a:latin typeface="Palatino Linotype" pitchFamily="18" charset="0"/>
            </a:endParaRPr>
          </a:p>
          <a:p>
            <a:pPr algn="ctr" defTabSz="685754"/>
            <a:r>
              <a:rPr lang="en-US" sz="2400" b="1" dirty="0" err="1">
                <a:solidFill>
                  <a:prstClr val="black"/>
                </a:solidFill>
                <a:latin typeface="URW Palladio IT" pitchFamily="2" charset="0"/>
              </a:rPr>
              <a:t>Bala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Budhi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Bidyä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Dehu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Mohià</a:t>
            </a:r>
            <a:r>
              <a:rPr lang="en-US" sz="2400" b="1" dirty="0">
                <a:solidFill>
                  <a:prstClr val="black"/>
                </a:solidFill>
                <a:latin typeface="URW Palladio IT" pitchFamily="2" charset="0"/>
              </a:rPr>
              <a:t> </a:t>
            </a:r>
          </a:p>
          <a:p>
            <a:pPr algn="ctr" defTabSz="685754"/>
            <a:r>
              <a:rPr lang="en-US" sz="2400" b="1" dirty="0" err="1">
                <a:solidFill>
                  <a:prstClr val="black"/>
                </a:solidFill>
                <a:latin typeface="URW Palladio IT" pitchFamily="2" charset="0"/>
              </a:rPr>
              <a:t>Harahu</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Kalesa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Bikära</a:t>
            </a:r>
            <a:r>
              <a:rPr lang="en-US" sz="2400" b="1" dirty="0">
                <a:solidFill>
                  <a:prstClr val="black"/>
                </a:solidFill>
                <a:latin typeface="URW Palladio IT" pitchFamily="2" charset="0"/>
              </a:rPr>
              <a:t> || - D2</a:t>
            </a:r>
          </a:p>
          <a:p>
            <a:pPr algn="ctr" defTabSz="685754"/>
            <a:endParaRPr lang="en-US" b="1" dirty="0">
              <a:solidFill>
                <a:prstClr val="black"/>
              </a:solidFill>
              <a:latin typeface="URW Palladio IT" pitchFamily="2" charset="0"/>
            </a:endParaRPr>
          </a:p>
          <a:p>
            <a:pPr algn="ctr" defTabSz="685754"/>
            <a:r>
              <a:rPr lang="en-US" sz="3000" b="1" dirty="0" err="1">
                <a:solidFill>
                  <a:prstClr val="black"/>
                </a:solidFill>
                <a:latin typeface="Calibri" pitchFamily="34" charset="0"/>
              </a:rPr>
              <a:t>ಬಲ</a:t>
            </a:r>
            <a:r>
              <a:rPr lang="en-US" sz="3000" b="1" dirty="0">
                <a:solidFill>
                  <a:prstClr val="black"/>
                </a:solidFill>
                <a:latin typeface="Calibri" pitchFamily="34" charset="0"/>
              </a:rPr>
              <a:t> </a:t>
            </a:r>
            <a:r>
              <a:rPr lang="en-US" sz="3000" b="1" dirty="0" err="1">
                <a:solidFill>
                  <a:prstClr val="black"/>
                </a:solidFill>
                <a:latin typeface="Calibri" pitchFamily="34" charset="0"/>
              </a:rPr>
              <a:t>ಬು</a:t>
            </a:r>
            <a:r>
              <a:rPr lang="kn-IN" sz="3000" b="1" dirty="0">
                <a:solidFill>
                  <a:prstClr val="black"/>
                </a:solidFill>
                <a:latin typeface="Calibri" pitchFamily="34" charset="0"/>
                <a:ea typeface="Tunga" pitchFamily="2"/>
                <a:cs typeface="Tunga" pitchFamily="2"/>
              </a:rPr>
              <a:t>ಧಿ</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ಬಿ</a:t>
            </a:r>
            <a:r>
              <a:rPr lang="en-US" sz="3000" b="1" dirty="0" err="1">
                <a:solidFill>
                  <a:prstClr val="black"/>
                </a:solidFill>
                <a:latin typeface="Calibri" pitchFamily="34" charset="0"/>
              </a:rPr>
              <a:t>ದ್ಯಾ</a:t>
            </a:r>
            <a:r>
              <a:rPr lang="en-US" sz="3000" b="1" dirty="0">
                <a:solidFill>
                  <a:prstClr val="black"/>
                </a:solidFill>
                <a:latin typeface="Calibri" pitchFamily="34" charset="0"/>
              </a:rPr>
              <a:t> </a:t>
            </a:r>
            <a:r>
              <a:rPr lang="en-US" sz="3000" b="1" dirty="0" err="1">
                <a:solidFill>
                  <a:prstClr val="black"/>
                </a:solidFill>
                <a:latin typeface="Calibri" pitchFamily="34" charset="0"/>
              </a:rPr>
              <a:t>ದೇಹು</a:t>
            </a:r>
            <a:r>
              <a:rPr lang="en-US" sz="3000" b="1" dirty="0">
                <a:solidFill>
                  <a:prstClr val="black"/>
                </a:solidFill>
                <a:latin typeface="Calibri" pitchFamily="34" charset="0"/>
              </a:rPr>
              <a:t> </a:t>
            </a:r>
            <a:r>
              <a:rPr lang="en-US" sz="3000" b="1" dirty="0" err="1">
                <a:solidFill>
                  <a:prstClr val="black"/>
                </a:solidFill>
                <a:latin typeface="Calibri" pitchFamily="34" charset="0"/>
              </a:rPr>
              <a:t>ಮೋಹಿ</a:t>
            </a:r>
            <a:r>
              <a:rPr lang="en-US" sz="3000" b="1" dirty="0">
                <a:solidFill>
                  <a:prstClr val="black"/>
                </a:solidFill>
                <a:latin typeface="Calibri" pitchFamily="34" charset="0"/>
              </a:rPr>
              <a:t> </a:t>
            </a:r>
          </a:p>
          <a:p>
            <a:pPr algn="ctr" defTabSz="685754"/>
            <a:r>
              <a:rPr lang="en-US" sz="3000" b="1" dirty="0" err="1">
                <a:solidFill>
                  <a:prstClr val="black"/>
                </a:solidFill>
                <a:latin typeface="Calibri" pitchFamily="34" charset="0"/>
              </a:rPr>
              <a:t>ಹರಹು</a:t>
            </a:r>
            <a:r>
              <a:rPr lang="en-US" sz="3000" b="1" dirty="0">
                <a:solidFill>
                  <a:prstClr val="black"/>
                </a:solidFill>
                <a:latin typeface="Calibri" pitchFamily="34" charset="0"/>
              </a:rPr>
              <a:t> </a:t>
            </a:r>
            <a:r>
              <a:rPr lang="kn-IN" sz="3000" b="1" dirty="0">
                <a:solidFill>
                  <a:prstClr val="black"/>
                </a:solidFill>
                <a:latin typeface="Calibri" pitchFamily="34" charset="0"/>
                <a:ea typeface="Tunga" pitchFamily="2"/>
                <a:cs typeface="Tunga" pitchFamily="2"/>
              </a:rPr>
              <a:t>ಕಲೇಸ ಬಿ</a:t>
            </a:r>
            <a:r>
              <a:rPr lang="en-US" sz="3000" b="1" dirty="0" err="1">
                <a:solidFill>
                  <a:prstClr val="black"/>
                </a:solidFill>
                <a:latin typeface="Calibri" pitchFamily="34" charset="0"/>
              </a:rPr>
              <a:t>ಕಾರ</a:t>
            </a:r>
            <a:r>
              <a:rPr lang="en-US" sz="3000" b="1" dirty="0">
                <a:solidFill>
                  <a:prstClr val="black"/>
                </a:solidFill>
                <a:latin typeface="Calibri" pitchFamily="34" charset="0"/>
              </a:rPr>
              <a:t> ॥</a:t>
            </a:r>
          </a:p>
          <a:p>
            <a:pPr algn="ctr" defTabSz="685754"/>
            <a:endParaRPr lang="en-IN" sz="2700" b="1" dirty="0">
              <a:solidFill>
                <a:prstClr val="black"/>
              </a:solidFill>
              <a:latin typeface="Palatino Linotype" pitchFamily="18" charset="0"/>
            </a:endParaRPr>
          </a:p>
          <a:p>
            <a:pPr algn="ctr" defTabSz="685754"/>
            <a:r>
              <a:rPr lang="en-US" sz="2100" b="1" dirty="0">
                <a:solidFill>
                  <a:prstClr val="black"/>
                </a:solidFill>
                <a:latin typeface="Palatino Linotype" pitchFamily="18" charset="0"/>
              </a:rPr>
              <a:t>O Lord! kindly bestow on me strength, 	wisdom 	and knowledge, removing all my miseries and blemishes.</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530240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371693" y="2114563"/>
            <a:ext cx="6172021" cy="1028671"/>
          </a:xfrm>
        </p:spPr>
        <p:txBody>
          <a:bodyPr/>
          <a:lstStyle/>
          <a:p>
            <a:pPr algn="ctr" eaLnBrk="1" hangingPunct="1">
              <a:buFont typeface="Arial" charset="0"/>
              <a:buNone/>
            </a:pPr>
            <a:r>
              <a:rPr lang="en-IN" sz="5399" b="1">
                <a:latin typeface="Aparajita" pitchFamily="34" charset="0"/>
                <a:ea typeface="Aparajita" pitchFamily="34" charset="0"/>
                <a:cs typeface="Aparajita" pitchFamily="34" charset="0"/>
              </a:rPr>
              <a:t>॥चौपाई॥ </a:t>
            </a:r>
            <a:r>
              <a:rPr lang="en-IN" sz="4949" b="1"/>
              <a:t>- </a:t>
            </a:r>
            <a:r>
              <a:rPr lang="en-IN" sz="4050" b="1">
                <a:latin typeface="URW Palladio IT" pitchFamily="2" charset="0"/>
              </a:rPr>
              <a:t>CHAUP</a:t>
            </a:r>
            <a:r>
              <a:rPr lang="en-US" sz="4050" b="1">
                <a:latin typeface="URW Palladio IT" pitchFamily="2" charset="0"/>
              </a:rPr>
              <a:t>ÄÉ</a:t>
            </a:r>
          </a:p>
          <a:p>
            <a:pPr eaLnBrk="1" hangingPunct="1"/>
            <a:endParaRPr lang="en-US"/>
          </a:p>
        </p:txBody>
      </p:sp>
    </p:spTree>
    <p:extLst>
      <p:ext uri="{BB962C8B-B14F-4D97-AF65-F5344CB8AC3E}">
        <p14:creationId xmlns:p14="http://schemas.microsoft.com/office/powerpoint/2010/main" val="2970083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143100" y="171520"/>
            <a:ext cx="6857802" cy="4616648"/>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ज्ञान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उजागर</a:t>
            </a:r>
            <a:r>
              <a:rPr lang="en-IN" sz="3000" b="1" dirty="0">
                <a:solidFill>
                  <a:prstClr val="black"/>
                </a:solidFill>
                <a:latin typeface="Aparajita" pitchFamily="34" charset="0"/>
              </a:rPr>
              <a:t> ॥१॥</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Jïäna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Sägara</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Jaya </a:t>
            </a:r>
            <a:r>
              <a:rPr lang="en-US" sz="2700" b="1" dirty="0" err="1">
                <a:solidFill>
                  <a:prstClr val="black"/>
                </a:solidFill>
                <a:latin typeface="URW Palladio IT" pitchFamily="2" charset="0"/>
              </a:rPr>
              <a:t>Kapésa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Tihuð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Ujägara</a:t>
            </a:r>
            <a:r>
              <a:rPr lang="en-US" sz="2700" b="1" dirty="0">
                <a:solidFill>
                  <a:prstClr val="black"/>
                </a:solidFill>
                <a:latin typeface="URW Palladio IT" pitchFamily="2" charset="0"/>
              </a:rPr>
              <a:t> </a:t>
            </a:r>
            <a:r>
              <a:rPr lang="en-US" b="1" dirty="0">
                <a:solidFill>
                  <a:prstClr val="black"/>
                </a:solidFill>
                <a:latin typeface="URW Palladio IT" pitchFamily="2" charset="0"/>
              </a:rPr>
              <a:t>|| - 1</a:t>
            </a:r>
          </a:p>
          <a:p>
            <a:pPr algn="ctr" defTabSz="685754"/>
            <a:endParaRPr lang="en-US"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ಜ್ಞಾನ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ಸಾಗರ</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kn-IN" sz="2700" b="1" dirty="0">
                <a:solidFill>
                  <a:prstClr val="black"/>
                </a:solidFill>
                <a:latin typeface="Calibri" pitchFamily="34" charset="0"/>
                <a:ea typeface="Tunga" pitchFamily="2"/>
                <a:cs typeface="Tunga" pitchFamily="2"/>
              </a:rPr>
              <a:t>ಸ</a:t>
            </a:r>
            <a:r>
              <a:rPr lang="en-US" sz="2700" b="1" dirty="0">
                <a:solidFill>
                  <a:prstClr val="black"/>
                </a:solidFill>
                <a:latin typeface="Calibri" pitchFamily="34" charset="0"/>
              </a:rPr>
              <a:t> </a:t>
            </a:r>
            <a:r>
              <a:rPr lang="en-US" sz="2700" b="1" dirty="0" err="1">
                <a:solidFill>
                  <a:prstClr val="black"/>
                </a:solidFill>
                <a:latin typeface="Calibri" pitchFamily="34" charset="0"/>
              </a:rPr>
              <a:t>ತಿಹು</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ಉಜಾಗರ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a:t>
            </a:r>
            <a:r>
              <a:rPr lang="en-US" sz="2700" b="1" dirty="0">
                <a:solidFill>
                  <a:prstClr val="black"/>
                </a:solidFill>
                <a:latin typeface="Calibri" pitchFamily="34" charset="0"/>
              </a:rPr>
              <a:t>॥</a:t>
            </a:r>
            <a:r>
              <a:rPr lang="en-US" sz="2700" b="1" dirty="0">
                <a:solidFill>
                  <a:prstClr val="black"/>
                </a:solidFill>
                <a:latin typeface="URW Palladio IT" pitchFamily="2" charset="0"/>
              </a:rPr>
              <a:t> </a:t>
            </a:r>
          </a:p>
          <a:p>
            <a:pPr algn="ctr" defTabSz="685754"/>
            <a:endParaRPr lang="en-US" sz="2400" b="1" dirty="0">
              <a:solidFill>
                <a:prstClr val="black"/>
              </a:solidFill>
              <a:latin typeface="URW Palladio IT" pitchFamily="2" charset="0"/>
            </a:endParaRPr>
          </a:p>
          <a:p>
            <a:pPr algn="ctr" defTabSz="685754"/>
            <a:r>
              <a:rPr lang="en-US" b="1" dirty="0">
                <a:solidFill>
                  <a:prstClr val="black"/>
                </a:solidFill>
                <a:latin typeface="Palatino Linotype" pitchFamily="18" charset="0"/>
              </a:rPr>
              <a:t>Victory of Thee, O Hanuman, Ocean of wisdom and virtue, victory to the Lord of monkeys who is well known in all the three worlds</a:t>
            </a:r>
            <a:endParaRPr lang="en-IN" sz="1500" b="1" dirty="0">
              <a:solidFill>
                <a:prstClr val="black"/>
              </a:solidFill>
              <a:latin typeface="Palatino Linotype" pitchFamily="18" charset="0"/>
            </a:endParaRPr>
          </a:p>
        </p:txBody>
      </p:sp>
    </p:spTree>
    <p:extLst>
      <p:ext uri="{BB962C8B-B14F-4D97-AF65-F5344CB8AC3E}">
        <p14:creationId xmlns:p14="http://schemas.microsoft.com/office/powerpoint/2010/main" val="2917569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143100" y="74"/>
            <a:ext cx="6857802" cy="4962897"/>
          </a:xfrm>
          <a:prstGeom prst="rect">
            <a:avLst/>
          </a:prstGeom>
          <a:noFill/>
          <a:ln w="9525">
            <a:noFill/>
            <a:miter lim="800000"/>
            <a:headEnd/>
            <a:tailEnd/>
          </a:ln>
        </p:spPr>
        <p:txBody>
          <a:bodyPr>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अतुलित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धामा</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अञ्जनि-पुत्र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पवनसुत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॥२॥</a:t>
            </a:r>
          </a:p>
          <a:p>
            <a:pPr algn="ctr" defTabSz="685754"/>
            <a:endParaRPr lang="en-IN" sz="405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Atulita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Dhämä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Aïjaniputra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Pavanasuta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Nämä</a:t>
            </a:r>
            <a:r>
              <a:rPr lang="en-US" sz="2700" b="1" dirty="0">
                <a:solidFill>
                  <a:prstClr val="black"/>
                </a:solidFill>
                <a:latin typeface="URW Palladio IT" pitchFamily="2" charset="0"/>
              </a:rPr>
              <a:t> || - 2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ಅತುಲಿತ </a:t>
            </a:r>
            <a:r>
              <a:rPr lang="en-US" sz="2700" b="1" dirty="0" err="1">
                <a:solidFill>
                  <a:prstClr val="black"/>
                </a:solidFill>
                <a:latin typeface="Calibri" pitchFamily="34" charset="0"/>
              </a:rPr>
              <a:t>ಬಲ</a:t>
            </a:r>
            <a:r>
              <a:rPr lang="en-US" sz="2700" b="1" dirty="0">
                <a:solidFill>
                  <a:prstClr val="black"/>
                </a:solidFill>
                <a:latin typeface="Calibri" pitchFamily="34" charset="0"/>
              </a:rPr>
              <a:t> </a:t>
            </a:r>
            <a:r>
              <a:rPr lang="en-US" sz="2700" b="1" dirty="0" err="1">
                <a:solidFill>
                  <a:prstClr val="black"/>
                </a:solidFill>
                <a:latin typeface="Calibri" pitchFamily="34" charset="0"/>
              </a:rPr>
              <a:t>ಧಾಮಾ</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ಅಂಜನಿ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a:t>
            </a:r>
            <a:r>
              <a:rPr lang="en-US" sz="2700" b="1" dirty="0">
                <a:solidFill>
                  <a:prstClr val="black"/>
                </a:solidFill>
                <a:latin typeface="Calibri" pitchFamily="34" charset="0"/>
              </a:rPr>
              <a:t>॥</a:t>
            </a:r>
          </a:p>
          <a:p>
            <a:pPr algn="ctr" defTabSz="685754"/>
            <a:endParaRPr lang="en-US"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You, the Divine messenger of Ram and </a:t>
            </a:r>
            <a:r>
              <a:rPr lang="en-IN" b="1" dirty="0">
                <a:solidFill>
                  <a:prstClr val="black"/>
                </a:solidFill>
                <a:latin typeface="Palatino Linotype" pitchFamily="18" charset="0"/>
              </a:rPr>
              <a:t>abode of matchless power</a:t>
            </a:r>
            <a:r>
              <a:rPr lang="en-US" b="1" dirty="0">
                <a:solidFill>
                  <a:prstClr val="black"/>
                </a:solidFill>
                <a:latin typeface="Palatino Linotype" pitchFamily="18" charset="0"/>
              </a:rPr>
              <a:t>, are also known as </a:t>
            </a:r>
            <a:r>
              <a:rPr lang="en-US" b="1" dirty="0" err="1">
                <a:solidFill>
                  <a:prstClr val="black"/>
                </a:solidFill>
                <a:latin typeface="Palatino Linotype" pitchFamily="18" charset="0"/>
              </a:rPr>
              <a:t>Anjaniputra</a:t>
            </a:r>
            <a:r>
              <a:rPr lang="en-US" b="1" dirty="0">
                <a:solidFill>
                  <a:prstClr val="black"/>
                </a:solidFill>
                <a:latin typeface="Palatino Linotype" pitchFamily="18" charset="0"/>
              </a:rPr>
              <a:t> (</a:t>
            </a:r>
            <a:r>
              <a:rPr lang="en-IN" b="1" dirty="0" err="1">
                <a:solidFill>
                  <a:prstClr val="black"/>
                </a:solidFill>
                <a:latin typeface="Palatino Linotype" pitchFamily="18" charset="0"/>
              </a:rPr>
              <a:t>Anjani's</a:t>
            </a:r>
            <a:r>
              <a:rPr lang="en-IN" b="1" dirty="0">
                <a:solidFill>
                  <a:prstClr val="black"/>
                </a:solidFill>
                <a:latin typeface="Palatino Linotype" pitchFamily="18" charset="0"/>
              </a:rPr>
              <a:t> son</a:t>
            </a:r>
            <a:r>
              <a:rPr lang="en-US" b="1" dirty="0">
                <a:solidFill>
                  <a:prstClr val="black"/>
                </a:solidFill>
                <a:latin typeface="Palatino Linotype" pitchFamily="18" charset="0"/>
              </a:rPr>
              <a:t>) and known as the son of the wind – </a:t>
            </a:r>
            <a:r>
              <a:rPr lang="en-US" b="1" dirty="0" err="1">
                <a:solidFill>
                  <a:prstClr val="black"/>
                </a:solidFill>
                <a:latin typeface="Palatino Linotype" pitchFamily="18" charset="0"/>
              </a:rPr>
              <a:t>Pavanputra</a:t>
            </a:r>
            <a:r>
              <a:rPr lang="en-US" b="1" dirty="0">
                <a:solidFill>
                  <a:prstClr val="black"/>
                </a:solidFill>
                <a:latin typeface="Palatino Linotype" pitchFamily="18" charset="0"/>
              </a:rPr>
              <a:t> (</a:t>
            </a:r>
            <a:r>
              <a:rPr lang="en-IN" b="1" dirty="0">
                <a:solidFill>
                  <a:prstClr val="black"/>
                </a:solidFill>
                <a:latin typeface="Palatino Linotype" pitchFamily="18" charset="0"/>
              </a:rPr>
              <a:t>Son of the Wind</a:t>
            </a:r>
            <a:r>
              <a:rPr lang="en-US" b="1" dirty="0">
                <a:solidFill>
                  <a:prstClr val="black"/>
                </a:solidFill>
                <a:latin typeface="Palatino Linotype" pitchFamily="18" charset="0"/>
              </a:rPr>
              <a:t>).</a:t>
            </a:r>
            <a:endParaRPr lang="en-IN" b="1" dirty="0">
              <a:solidFill>
                <a:prstClr val="black"/>
              </a:solidFill>
              <a:latin typeface="Palatino Linotype" pitchFamily="18" charset="0"/>
            </a:endParaRPr>
          </a:p>
        </p:txBody>
      </p:sp>
    </p:spTree>
    <p:extLst>
      <p:ext uri="{BB962C8B-B14F-4D97-AF65-F5344CB8AC3E}">
        <p14:creationId xmlns:p14="http://schemas.microsoft.com/office/powerpoint/2010/main" val="240308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बजरङ्गी</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सङ्गी</a:t>
            </a:r>
            <a:r>
              <a:rPr lang="en-IN" sz="3000" b="1" dirty="0">
                <a:solidFill>
                  <a:prstClr val="black"/>
                </a:solidFill>
                <a:latin typeface="Aparajita" pitchFamily="34" charset="0"/>
              </a:rPr>
              <a:t> ॥३॥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Bikrama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Bajaraìgé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Nivära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Sumati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Saìgé</a:t>
            </a:r>
            <a:r>
              <a:rPr lang="en-US" sz="2700" b="1" dirty="0">
                <a:solidFill>
                  <a:prstClr val="black"/>
                </a:solidFill>
                <a:latin typeface="URW Palladio IT" pitchFamily="2" charset="0"/>
              </a:rPr>
              <a:t> || - 3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ಮಹಾಬೀರ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ಬಿಕ್ರಮ </a:t>
            </a:r>
            <a:r>
              <a:rPr lang="en-US" sz="2700" b="1" dirty="0" err="1">
                <a:solidFill>
                  <a:prstClr val="black"/>
                </a:solidFill>
                <a:latin typeface="Calibri" pitchFamily="34" charset="0"/>
              </a:rPr>
              <a:t>ಬಜರಂಗೀ</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ಸಂಗೀ</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1165380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143100" y="86"/>
            <a:ext cx="6857802" cy="4939814"/>
          </a:xfrm>
          <a:prstGeom prst="rect">
            <a:avLst/>
          </a:prstGeom>
          <a:noFill/>
          <a:ln w="9525">
            <a:noFill/>
            <a:miter lim="800000"/>
            <a:headEnd/>
            <a:tailEnd/>
          </a:ln>
        </p:spPr>
        <p:txBody>
          <a:bodyPr wrap="square">
            <a:spAutoFit/>
          </a:bodyPr>
          <a:lstStyle/>
          <a:p>
            <a:pPr algn="ctr" defTabSz="685754"/>
            <a:endParaRPr lang="en-IN" sz="900" dirty="0">
              <a:solidFill>
                <a:prstClr val="black"/>
              </a:solidFill>
              <a:latin typeface="Calibri" pitchFamily="34" charset="0"/>
            </a:endParaRPr>
          </a:p>
          <a:p>
            <a:pPr algn="ctr" defTabSz="685754"/>
            <a:r>
              <a:rPr lang="en-IN" sz="3000" b="1" dirty="0" err="1">
                <a:solidFill>
                  <a:prstClr val="black"/>
                </a:solidFill>
                <a:latin typeface="Aparajita" pitchFamily="34" charset="0"/>
              </a:rPr>
              <a:t>कञ्चन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कानन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कुण्डल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कुञ्चित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a:t>
            </a:r>
            <a:r>
              <a:rPr lang="en-IN" sz="3000" b="1" dirty="0">
                <a:solidFill>
                  <a:prstClr val="black"/>
                </a:solidFill>
                <a:latin typeface="Aparajita" pitchFamily="34" charset="0"/>
              </a:rPr>
              <a:t> ॥४॥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Kaïcana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Barana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Subesä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Känana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Kuëòala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Kuïcita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Kesä</a:t>
            </a:r>
            <a:r>
              <a:rPr lang="en-US" sz="2700" b="1" dirty="0">
                <a:solidFill>
                  <a:prstClr val="black"/>
                </a:solidFill>
                <a:latin typeface="URW Palladio IT" pitchFamily="2" charset="0"/>
              </a:rPr>
              <a:t> || - 4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ಕಂಚನ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ಸುಬೇಸಾ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ಕಾನನ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ಕುಂಡಲ</a:t>
            </a:r>
            <a:r>
              <a:rPr lang="en-US" sz="2700" b="1" dirty="0">
                <a:solidFill>
                  <a:prstClr val="black"/>
                </a:solidFill>
                <a:latin typeface="Calibri" pitchFamily="34" charset="0"/>
              </a:rPr>
              <a:t> </a:t>
            </a:r>
            <a:r>
              <a:rPr lang="en-US" sz="2700" b="1" dirty="0" err="1">
                <a:solidFill>
                  <a:prstClr val="black"/>
                </a:solidFill>
                <a:latin typeface="Calibri" pitchFamily="34" charset="0"/>
              </a:rPr>
              <a:t>ಕುಂಚಿತ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physique is golden </a:t>
            </a:r>
            <a:r>
              <a:rPr lang="en-US" b="1" dirty="0" err="1">
                <a:solidFill>
                  <a:prstClr val="black"/>
                </a:solidFill>
                <a:latin typeface="Palatino Linotype" pitchFamily="18" charset="0"/>
              </a:rPr>
              <a:t>coloured</a:t>
            </a:r>
            <a:r>
              <a:rPr lang="en-US" b="1" dirty="0">
                <a:solidFill>
                  <a:prstClr val="black"/>
                </a:solidFill>
                <a:latin typeface="Palatino Linotype" pitchFamily="18" charset="0"/>
              </a:rPr>
              <a:t>. His dress is pretty, wearing '</a:t>
            </a:r>
            <a:r>
              <a:rPr lang="en-US" b="1" dirty="0" err="1">
                <a:solidFill>
                  <a:prstClr val="black"/>
                </a:solidFill>
                <a:latin typeface="Palatino Linotype" pitchFamily="18" charset="0"/>
              </a:rPr>
              <a:t>Kundals</a:t>
            </a:r>
            <a:r>
              <a:rPr lang="en-US" b="1" dirty="0">
                <a:solidFill>
                  <a:prstClr val="black"/>
                </a:solidFill>
                <a:latin typeface="Palatino Linotype" pitchFamily="18" charset="0"/>
              </a:rPr>
              <a:t>' ear-rings and his hairs are long and curly.</a:t>
            </a:r>
            <a:endParaRPr lang="en-IN" sz="1350" dirty="0">
              <a:solidFill>
                <a:prstClr val="black"/>
              </a:solidFill>
              <a:latin typeface="Palatino Linotype" pitchFamily="18" charset="0"/>
            </a:endParaRPr>
          </a:p>
        </p:txBody>
      </p:sp>
    </p:spTree>
    <p:extLst>
      <p:ext uri="{BB962C8B-B14F-4D97-AF65-F5344CB8AC3E}">
        <p14:creationId xmlns:p14="http://schemas.microsoft.com/office/powerpoint/2010/main" val="98960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143100" y="74"/>
            <a:ext cx="6743505" cy="4732065"/>
          </a:xfrm>
          <a:prstGeom prst="rect">
            <a:avLst/>
          </a:prstGeom>
          <a:noFill/>
          <a:ln w="9525">
            <a:noFill/>
            <a:miter lim="800000"/>
            <a:headEnd/>
            <a:tailEnd/>
          </a:ln>
        </p:spPr>
        <p:txBody>
          <a:bodyPr wrap="square">
            <a:spAutoFit/>
          </a:bodyPr>
          <a:lstStyle/>
          <a:p>
            <a:pPr algn="ctr"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हाथ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बज्र</a:t>
            </a:r>
            <a:r>
              <a:rPr lang="en-IN" sz="3000" b="1" dirty="0">
                <a:solidFill>
                  <a:prstClr val="black"/>
                </a:solidFill>
                <a:latin typeface="Aparajita" pitchFamily="34" charset="0"/>
              </a:rPr>
              <a:t> औ </a:t>
            </a:r>
            <a:r>
              <a:rPr lang="en-IN" sz="3000" b="1" dirty="0" err="1">
                <a:solidFill>
                  <a:prstClr val="black"/>
                </a:solidFill>
                <a:latin typeface="Aparajita" pitchFamily="34" charset="0"/>
              </a:rPr>
              <a:t>ध्वजा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जनेउ</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Hätha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Bajra</a:t>
            </a:r>
            <a:r>
              <a:rPr lang="en-US" sz="2700" b="1" dirty="0">
                <a:solidFill>
                  <a:prstClr val="black"/>
                </a:solidFill>
                <a:latin typeface="URW Palladio IT" pitchFamily="2" charset="0"/>
              </a:rPr>
              <a:t> Au </a:t>
            </a:r>
            <a:r>
              <a:rPr lang="en-US" sz="2700" b="1" dirty="0" err="1">
                <a:solidFill>
                  <a:prstClr val="black"/>
                </a:solidFill>
                <a:latin typeface="URW Palladio IT" pitchFamily="2" charset="0"/>
              </a:rPr>
              <a:t>Dhvajä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Biräjai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Käðdhe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Müðja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Janeü</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Säjai</a:t>
            </a:r>
            <a:r>
              <a:rPr lang="en-US" sz="2700" b="1" dirty="0">
                <a:solidFill>
                  <a:prstClr val="black"/>
                </a:solidFill>
                <a:latin typeface="URW Palladio IT" pitchFamily="2" charset="0"/>
              </a:rPr>
              <a:t> || - 5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ಹಾಥ</a:t>
            </a:r>
            <a:r>
              <a:rPr lang="en-US" sz="2700" b="1" dirty="0">
                <a:solidFill>
                  <a:prstClr val="black"/>
                </a:solidFill>
                <a:latin typeface="Calibri" pitchFamily="34" charset="0"/>
              </a:rPr>
              <a:t> </a:t>
            </a:r>
            <a:r>
              <a:rPr lang="en-US" sz="2700" b="1" dirty="0" err="1">
                <a:solidFill>
                  <a:prstClr val="black"/>
                </a:solidFill>
                <a:latin typeface="Calibri" pitchFamily="34" charset="0"/>
              </a:rPr>
              <a:t>ಬಜ್ರ</a:t>
            </a:r>
            <a:r>
              <a:rPr lang="en-US" sz="2700" b="1" dirty="0">
                <a:solidFill>
                  <a:prstClr val="black"/>
                </a:solidFill>
                <a:latin typeface="Calibri" pitchFamily="34" charset="0"/>
              </a:rPr>
              <a:t> ಔ </a:t>
            </a:r>
            <a:r>
              <a:rPr lang="kn-IN" sz="2700" b="1" dirty="0">
                <a:solidFill>
                  <a:prstClr val="black"/>
                </a:solidFill>
                <a:latin typeface="Calibri" pitchFamily="34" charset="0"/>
                <a:ea typeface="Tunga" pitchFamily="2"/>
                <a:cs typeface="Tunga" pitchFamily="2"/>
              </a:rPr>
              <a:t>ಧ್ವಜಾ </a:t>
            </a:r>
            <a:r>
              <a:rPr lang="en-US" sz="2700" b="1" dirty="0" err="1">
                <a:solidFill>
                  <a:prstClr val="black"/>
                </a:solidFill>
                <a:latin typeface="Calibri" pitchFamily="34" charset="0"/>
              </a:rPr>
              <a:t>ಬಿರಾಜೇ</a:t>
            </a:r>
            <a:r>
              <a:rPr lang="en-US" sz="2700" b="1" dirty="0">
                <a:solidFill>
                  <a:prstClr val="black"/>
                </a:solidFill>
                <a:latin typeface="Calibri" pitchFamily="34" charset="0"/>
              </a:rPr>
              <a:t> । </a:t>
            </a:r>
          </a:p>
          <a:p>
            <a:pPr algn="ctr" defTabSz="685754"/>
            <a:r>
              <a:rPr lang="en-US" sz="2700" b="1" dirty="0" err="1">
                <a:solidFill>
                  <a:prstClr val="black"/>
                </a:solidFill>
                <a:latin typeface="Calibri" pitchFamily="34" charset="0"/>
              </a:rPr>
              <a:t>ಕಾಂಧೇ</a:t>
            </a:r>
            <a:r>
              <a:rPr lang="en-US" sz="2700" b="1" dirty="0">
                <a:solidFill>
                  <a:prstClr val="black"/>
                </a:solidFill>
                <a:latin typeface="Calibri" pitchFamily="34" charset="0"/>
              </a:rPr>
              <a:t> </a:t>
            </a:r>
            <a:r>
              <a:rPr lang="en-US" sz="2700" b="1" dirty="0" err="1">
                <a:solidFill>
                  <a:prstClr val="black"/>
                </a:solidFill>
                <a:latin typeface="Calibri" pitchFamily="34" charset="0"/>
              </a:rPr>
              <a:t>ಮೂಂಜ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ಜನೇಊ</a:t>
            </a:r>
            <a:r>
              <a:rPr lang="en-US" sz="2700" b="1" dirty="0">
                <a:solidFill>
                  <a:prstClr val="black"/>
                </a:solidFill>
                <a:latin typeface="Calibri" pitchFamily="34" charset="0"/>
              </a:rPr>
              <a:t> </a:t>
            </a:r>
            <a:r>
              <a:rPr lang="en-US" sz="2700" b="1" dirty="0" err="1">
                <a:solidFill>
                  <a:prstClr val="black"/>
                </a:solidFill>
                <a:latin typeface="Calibri" pitchFamily="34" charset="0"/>
              </a:rPr>
              <a:t>ಸಾಜೇ</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is holding in one hand a lighting bolt and in the other a banner with sacred thread across his shoulder.</a:t>
            </a:r>
            <a:endParaRPr lang="en-IN" sz="2100" b="1" dirty="0">
              <a:solidFill>
                <a:prstClr val="black"/>
              </a:solidFill>
              <a:latin typeface="Aparajita" pitchFamily="34" charset="0"/>
            </a:endParaRPr>
          </a:p>
        </p:txBody>
      </p:sp>
    </p:spTree>
    <p:extLst>
      <p:ext uri="{BB962C8B-B14F-4D97-AF65-F5344CB8AC3E}">
        <p14:creationId xmlns:p14="http://schemas.microsoft.com/office/powerpoint/2010/main" val="3885236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143100" y="74"/>
            <a:ext cx="6857802" cy="5009064"/>
          </a:xfrm>
          <a:prstGeom prst="rect">
            <a:avLst/>
          </a:prstGeom>
          <a:noFill/>
          <a:ln w="9525">
            <a:noFill/>
            <a:miter lim="800000"/>
            <a:headEnd/>
            <a:tailEnd/>
          </a:ln>
        </p:spPr>
        <p:txBody>
          <a:bodyPr wrap="square">
            <a:spAutoFit/>
          </a:bodyPr>
          <a:lstStyle/>
          <a:p>
            <a:pPr algn="just" defTabSz="685754"/>
            <a:endParaRPr lang="en-IN" sz="1350" b="1" dirty="0">
              <a:solidFill>
                <a:prstClr val="black"/>
              </a:solidFill>
              <a:latin typeface="Palatino Linotype" pitchFamily="18" charset="0"/>
            </a:endParaRPr>
          </a:p>
          <a:p>
            <a:pPr algn="ctr" defTabSz="685754"/>
            <a:r>
              <a:rPr lang="en-IN" sz="3000" b="1" dirty="0" err="1">
                <a:solidFill>
                  <a:prstClr val="black"/>
                </a:solidFill>
                <a:latin typeface="Aparajita" pitchFamily="34" charset="0"/>
              </a:rPr>
              <a:t>सङ्कर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केसरीनन्दन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बन्दन</a:t>
            </a:r>
            <a:r>
              <a:rPr lang="en-IN" sz="3000" b="1" dirty="0">
                <a:solidFill>
                  <a:prstClr val="black"/>
                </a:solidFill>
                <a:latin typeface="Aparajita" pitchFamily="34" charset="0"/>
              </a:rPr>
              <a:t> ॥६॥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Kesarénandana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a:t>
            </a:r>
            <a:r>
              <a:rPr lang="en-US" sz="2700" b="1" dirty="0">
                <a:solidFill>
                  <a:prstClr val="black"/>
                </a:solidFill>
                <a:latin typeface="URW Palladio IT" pitchFamily="2" charset="0"/>
              </a:rPr>
              <a:t> Bandana || - 6 </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ಕೇಸರೀ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ನಂದನ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೬</a:t>
            </a:r>
            <a:r>
              <a:rPr lang="en-US" sz="2700" b="1" dirty="0">
                <a:solidFill>
                  <a:prstClr val="black"/>
                </a:solidFill>
                <a:latin typeface="Calibri" pitchFamily="34" charset="0"/>
              </a:rPr>
              <a:t>॥</a:t>
            </a:r>
          </a:p>
          <a:p>
            <a:pPr algn="ctr" defTabSz="685754"/>
            <a:endParaRPr lang="en-US" sz="2700"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emanation of 'SHIVA' and you delight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IN" b="1" dirty="0" err="1">
                <a:solidFill>
                  <a:prstClr val="black"/>
                </a:solidFill>
                <a:latin typeface="Palatino Linotype" pitchFamily="18" charset="0"/>
              </a:rPr>
              <a:t>Kesari</a:t>
            </a:r>
            <a:r>
              <a:rPr lang="en-US" b="1" dirty="0">
                <a:solidFill>
                  <a:prstClr val="black"/>
                </a:solidFill>
                <a:latin typeface="Palatino Linotype" pitchFamily="18" charset="0"/>
              </a:rPr>
              <a:t>. Being ever effulgent, </a:t>
            </a:r>
            <a:r>
              <a:rPr lang="en-IN" b="1" dirty="0">
                <a:solidFill>
                  <a:prstClr val="black"/>
                </a:solidFill>
                <a:latin typeface="Palatino Linotype" pitchFamily="18" charset="0"/>
              </a:rPr>
              <a:t>your glory is revered throughout  the world. </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1772853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143100" y="74"/>
            <a:ext cx="6857802" cy="4732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685754"/>
            <a:endParaRPr lang="en-US" sz="1350" dirty="0">
              <a:solidFill>
                <a:prstClr val="black"/>
              </a:solidFill>
              <a:latin typeface="Calibri" pitchFamily="34" charset="0"/>
            </a:endParaRPr>
          </a:p>
          <a:p>
            <a:pPr algn="ctr" defTabSz="685754"/>
            <a:r>
              <a:rPr lang="en-IN" sz="3000" b="1" dirty="0" err="1">
                <a:solidFill>
                  <a:prstClr val="black"/>
                </a:solidFill>
                <a:latin typeface="Aparajita" pitchFamily="34" charset="0"/>
              </a:rPr>
              <a:t>बिद्यावान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आतुर</a:t>
            </a:r>
            <a:r>
              <a:rPr lang="en-IN" sz="3000" b="1" dirty="0">
                <a:solidFill>
                  <a:prstClr val="black"/>
                </a:solidFill>
                <a:latin typeface="Aparajita" pitchFamily="34" charset="0"/>
              </a:rPr>
              <a:t> ॥७॥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Vidyäväna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Guné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Cätura</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Ätura</a:t>
            </a:r>
            <a:r>
              <a:rPr lang="en-US" sz="2700" b="1" dirty="0">
                <a:solidFill>
                  <a:prstClr val="black"/>
                </a:solidFill>
                <a:latin typeface="URW Palladio IT" pitchFamily="2" charset="0"/>
              </a:rPr>
              <a:t> || - 7</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ದ್ಯಾವಾನ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en-US" sz="2700" b="1" dirty="0" err="1">
                <a:solidFill>
                  <a:srgbClr val="000000"/>
                </a:solidFill>
                <a:latin typeface="BRH Kannada" pitchFamily="2" charset="0"/>
              </a:rPr>
              <a:t>¤Ã</a:t>
            </a:r>
            <a:r>
              <a:rPr lang="en-US" sz="2700" b="1" dirty="0">
                <a:solidFill>
                  <a:prstClr val="black"/>
                </a:solidFill>
                <a:latin typeface="Calibri" pitchFamily="34" charset="0"/>
              </a:rPr>
              <a:t> </a:t>
            </a:r>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ಆತುರ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೭</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repository learning, virtuous, very wise and highly keen to do the work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3421645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143100" y="86"/>
            <a:ext cx="6857802" cy="5216813"/>
          </a:xfrm>
          <a:prstGeom prst="rect">
            <a:avLst/>
          </a:prstGeom>
          <a:noFill/>
          <a:ln w="9525">
            <a:noFill/>
            <a:miter lim="800000"/>
            <a:headEnd/>
            <a:tailEnd/>
          </a:ln>
        </p:spPr>
        <p:txBody>
          <a:bodyPr wrap="square">
            <a:spAutoFit/>
          </a:bodyPr>
          <a:lstStyle/>
          <a:p>
            <a:pPr algn="ctr" defTabSz="685754"/>
            <a:endParaRPr lang="en-US" sz="1200" dirty="0">
              <a:solidFill>
                <a:prstClr val="black"/>
              </a:solidFill>
              <a:latin typeface="Calibri"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बसिया</a:t>
            </a:r>
            <a:r>
              <a:rPr lang="en-IN" sz="3000" b="1" dirty="0">
                <a:solidFill>
                  <a:prstClr val="black"/>
                </a:solidFill>
                <a:latin typeface="Aparajita" pitchFamily="34" charset="0"/>
              </a:rPr>
              <a:t> ॥८॥</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Prabhu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Caritra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Sunibe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Rasiyä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Sétä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Basiyä</a:t>
            </a:r>
            <a:r>
              <a:rPr lang="en-US" sz="2700" b="1" dirty="0">
                <a:solidFill>
                  <a:prstClr val="black"/>
                </a:solidFill>
                <a:latin typeface="URW Palladio IT" pitchFamily="2" charset="0"/>
              </a:rPr>
              <a:t> || - 8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ಪ್ರಭು</a:t>
            </a:r>
            <a:r>
              <a:rPr lang="en-US" sz="2700" b="1" dirty="0">
                <a:solidFill>
                  <a:prstClr val="black"/>
                </a:solidFill>
                <a:latin typeface="Calibri" pitchFamily="34" charset="0"/>
              </a:rPr>
              <a:t> </a:t>
            </a:r>
            <a:r>
              <a:rPr lang="en-US" sz="2700" b="1" dirty="0" err="1">
                <a:solidFill>
                  <a:prstClr val="black"/>
                </a:solidFill>
                <a:latin typeface="Calibri" pitchFamily="34" charset="0"/>
              </a:rPr>
              <a:t>ಚರಿತ್ರ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ಸುನಿಬೇ</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are intensely greedy for listening to the 	narration of Lord Ram's life-story and revel on its 	enjoyment. You ever dwell in the hearts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a:t>
            </a:r>
            <a:br>
              <a:rPr lang="en-US" sz="1500" b="1" dirty="0">
                <a:solidFill>
                  <a:prstClr val="black"/>
                </a:solidFill>
                <a:latin typeface="Calibri" pitchFamily="34" charset="0"/>
              </a:rPr>
            </a:br>
            <a:endParaRPr lang="en-US" sz="1500" b="1" dirty="0">
              <a:solidFill>
                <a:prstClr val="black"/>
              </a:solidFill>
              <a:latin typeface="Calibri" pitchFamily="34" charset="0"/>
            </a:endParaRPr>
          </a:p>
        </p:txBody>
      </p:sp>
    </p:spTree>
    <p:extLst>
      <p:ext uri="{BB962C8B-B14F-4D97-AF65-F5344CB8AC3E}">
        <p14:creationId xmlns:p14="http://schemas.microsoft.com/office/powerpoint/2010/main" val="116896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34819"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algn="ctr" defTabSz="685754"/>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algn="ctr" defTabSz="685754"/>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algn="ctr" defTabSz="685754"/>
            <a:r>
              <a:rPr lang="kn-IN" sz="2100" b="1" dirty="0">
                <a:solidFill>
                  <a:srgbClr val="000000"/>
                </a:solidFill>
                <a:latin typeface="Calibri"/>
              </a:rPr>
              <a:t>ರಾಮ ಲಕ್ಷ್ಮಣ ಜಾನಕೀ</a:t>
            </a:r>
          </a:p>
          <a:p>
            <a:pPr algn="ctr" defTabSz="685754"/>
            <a:r>
              <a:rPr lang="kn-IN" sz="2100" b="1" dirty="0">
                <a:solidFill>
                  <a:srgbClr val="000000"/>
                </a:solidFill>
                <a:latin typeface="Calibri"/>
              </a:rPr>
              <a:t>ಜೈ ಬೋಲೋ ಹನುಮಾನ್ ಕೀ</a:t>
            </a:r>
            <a:endParaRPr lang="en-IN" sz="2100"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2371789" y="7219"/>
            <a:ext cx="4400423" cy="3878944"/>
          </a:xfrm>
          <a:prstGeom prst="rect">
            <a:avLst/>
          </a:prstGeom>
          <a:noFill/>
          <a:ln w="9525">
            <a:noFill/>
            <a:miter lim="800000"/>
            <a:headEnd/>
            <a:tailEnd/>
          </a:ln>
        </p:spPr>
      </p:pic>
    </p:spTree>
    <p:extLst>
      <p:ext uri="{BB962C8B-B14F-4D97-AF65-F5344CB8AC3E}">
        <p14:creationId xmlns:p14="http://schemas.microsoft.com/office/powerpoint/2010/main" val="1681680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143100" y="114387"/>
            <a:ext cx="6857802" cy="48013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सूक्ष्म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बिकट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लङ्क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जरावा</a:t>
            </a:r>
            <a:r>
              <a:rPr lang="en-IN" sz="3000" b="1" dirty="0">
                <a:solidFill>
                  <a:prstClr val="black"/>
                </a:solidFill>
                <a:latin typeface="Aparajita" pitchFamily="34" charset="0"/>
              </a:rPr>
              <a:t> ॥९॥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Sükñma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Siyahià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Dikhävä</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Bikaöa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Laìka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Jarävä</a:t>
            </a:r>
            <a:r>
              <a:rPr lang="en-US" sz="2700" b="1" dirty="0">
                <a:solidFill>
                  <a:prstClr val="black"/>
                </a:solidFill>
                <a:latin typeface="URW Palladio IT" pitchFamily="2" charset="0"/>
              </a:rPr>
              <a:t> || - 9</a:t>
            </a:r>
          </a:p>
          <a:p>
            <a:pPr algn="ctr" defTabSz="685754"/>
            <a:endParaRPr lang="en-US" sz="2700" b="1" dirty="0">
              <a:solidFill>
                <a:prstClr val="black"/>
              </a:solidFill>
              <a:latin typeface="URW Palladio IT" pitchFamily="2" charset="0"/>
            </a:endParaRPr>
          </a:p>
          <a:p>
            <a:pPr algn="ctr" defTabSz="685754"/>
            <a:r>
              <a:rPr lang="kn-IN" sz="2700" b="1" dirty="0">
                <a:solidFill>
                  <a:prstClr val="black"/>
                </a:solidFill>
                <a:latin typeface="Calibri" pitchFamily="34" charset="0"/>
                <a:ea typeface="Tunga" pitchFamily="2"/>
                <a:cs typeface="Tunga" pitchFamily="2"/>
              </a:rPr>
              <a:t>ಸೂಕ್ಷ್ಮ ರೂಪ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ಸಿಯ</a:t>
            </a:r>
            <a:r>
              <a:rPr lang="kn-IN" sz="2700" b="1" dirty="0">
                <a:solidFill>
                  <a:prstClr val="black"/>
                </a:solidFill>
                <a:latin typeface="Calibri" pitchFamily="34" charset="0"/>
                <a:ea typeface="Tunga" pitchFamily="2"/>
                <a:cs typeface="Tunga" pitchFamily="2"/>
              </a:rPr>
              <a:t>ಹಿಂ </a:t>
            </a:r>
            <a:r>
              <a:rPr lang="en-US" sz="2700" b="1" dirty="0" err="1">
                <a:solidFill>
                  <a:prstClr val="black"/>
                </a:solidFill>
                <a:latin typeface="Calibri" pitchFamily="34" charset="0"/>
              </a:rPr>
              <a:t>ದಿಖಾವಾ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ಬಿಕಟ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You appeared before </a:t>
            </a:r>
            <a:r>
              <a:rPr lang="en-US" b="1" dirty="0" err="1">
                <a:solidFill>
                  <a:prstClr val="black"/>
                </a:solidFill>
                <a:latin typeface="Palatino Linotype" pitchFamily="18" charset="0"/>
              </a:rPr>
              <a:t>Sita</a:t>
            </a:r>
            <a:r>
              <a:rPr lang="en-US" b="1" dirty="0">
                <a:solidFill>
                  <a:prstClr val="black"/>
                </a:solidFill>
                <a:latin typeface="Palatino Linotype" pitchFamily="18" charset="0"/>
              </a:rPr>
              <a:t> in a diminutive form and spoke to her, while you assumed an awesome form and struck terror by setting Lanka on fire.</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116986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143100" y="171536"/>
            <a:ext cx="6857802" cy="468589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रामचन्द्र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सँवारे</a:t>
            </a:r>
            <a:r>
              <a:rPr lang="en-IN" sz="3000" b="1" dirty="0">
                <a:solidFill>
                  <a:prstClr val="black"/>
                </a:solidFill>
                <a:latin typeface="Aparajita" pitchFamily="34" charset="0"/>
              </a:rPr>
              <a:t> ॥१०॥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Bhéma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Rüpa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Dhari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Asura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Saðhäre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Rämacandra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Saðväre</a:t>
            </a:r>
            <a:r>
              <a:rPr lang="en-US" sz="2700" b="1" dirty="0">
                <a:solidFill>
                  <a:prstClr val="black"/>
                </a:solidFill>
                <a:latin typeface="URW Palladio IT" pitchFamily="2" charset="0"/>
              </a:rPr>
              <a:t> || - 10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ರೂಪ</a:t>
            </a:r>
            <a:r>
              <a:rPr lang="en-US" sz="2700" b="1" dirty="0">
                <a:solidFill>
                  <a:prstClr val="black"/>
                </a:solidFill>
                <a:latin typeface="Calibri" pitchFamily="34" charset="0"/>
              </a:rPr>
              <a:t> </a:t>
            </a:r>
            <a:r>
              <a:rPr lang="en-US" sz="2700" b="1" dirty="0" err="1">
                <a:solidFill>
                  <a:prstClr val="black"/>
                </a:solidFill>
                <a:latin typeface="Calibri" pitchFamily="34" charset="0"/>
              </a:rPr>
              <a:t>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ರಾಮಚಂದ್ರ</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ಸಂವಾರೇ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೧೦</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He, with his terrible form, killed demons in Lanka and performed all acts of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a:t>
            </a:r>
          </a:p>
        </p:txBody>
      </p:sp>
    </p:spTree>
    <p:extLst>
      <p:ext uri="{BB962C8B-B14F-4D97-AF65-F5344CB8AC3E}">
        <p14:creationId xmlns:p14="http://schemas.microsoft.com/office/powerpoint/2010/main" val="1716064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143100" y="114371"/>
            <a:ext cx="6857802"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सञ्जीवन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लखन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जियाये</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श्रीरघुबीर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हरषि</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लाये</a:t>
            </a:r>
            <a:r>
              <a:rPr lang="en-IN" sz="3000" b="1" dirty="0">
                <a:solidFill>
                  <a:prstClr val="black"/>
                </a:solidFill>
                <a:latin typeface="Aparajita" pitchFamily="34" charset="0"/>
              </a:rPr>
              <a:t> ॥११॥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Läya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Lakhana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Jiyäye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Çréraghubéra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Harañi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Läye</a:t>
            </a:r>
            <a:r>
              <a:rPr lang="en-US" sz="2700" b="1" dirty="0">
                <a:solidFill>
                  <a:prstClr val="black"/>
                </a:solidFill>
                <a:latin typeface="URW Palladio IT" pitchFamily="2" charset="0"/>
              </a:rPr>
              <a:t> || - 11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ಸಂಜೀವನ </a:t>
            </a:r>
            <a:r>
              <a:rPr lang="en-US" sz="2700" b="1" dirty="0" err="1">
                <a:solidFill>
                  <a:prstClr val="black"/>
                </a:solidFill>
                <a:latin typeface="Calibri" pitchFamily="34" charset="0"/>
              </a:rPr>
              <a:t>ಲಖ</a:t>
            </a:r>
            <a:r>
              <a:rPr lang="kn-IN" sz="2700" b="1" dirty="0">
                <a:solidFill>
                  <a:prstClr val="black"/>
                </a:solidFill>
                <a:latin typeface="Calibri" pitchFamily="34" charset="0"/>
                <a:ea typeface="Tunga" pitchFamily="2"/>
                <a:cs typeface="Tunga" pitchFamily="2"/>
              </a:rPr>
              <a:t>ನ </a:t>
            </a:r>
            <a:r>
              <a:rPr lang="en-US" sz="2700" b="1" dirty="0" err="1">
                <a:solidFill>
                  <a:prstClr val="black"/>
                </a:solidFill>
                <a:latin typeface="Calibri" pitchFamily="34" charset="0"/>
              </a:rPr>
              <a:t>ಜಿಯಾಯೇ</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ಶ್ರೀ</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kn-IN" sz="2700" b="1" dirty="0">
                <a:solidFill>
                  <a:prstClr val="black"/>
                </a:solidFill>
                <a:latin typeface="Calibri" pitchFamily="34" charset="0"/>
                <a:ea typeface="Tunga" pitchFamily="2"/>
                <a:cs typeface="Tunga" pitchFamily="2"/>
              </a:rPr>
              <a:t>ಷಿ</a:t>
            </a:r>
            <a:r>
              <a:rPr lang="en-US" sz="2700" b="1" dirty="0">
                <a:solidFill>
                  <a:prstClr val="black"/>
                </a:solidFill>
                <a:latin typeface="Calibri" pitchFamily="34" charset="0"/>
              </a:rPr>
              <a:t> </a:t>
            </a:r>
            <a:r>
              <a:rPr lang="en-US" sz="2700" b="1" dirty="0" err="1">
                <a:solidFill>
                  <a:prstClr val="black"/>
                </a:solidFill>
                <a:latin typeface="Calibri" pitchFamily="34" charset="0"/>
              </a:rPr>
              <a:t>ಉರ</a:t>
            </a:r>
            <a:r>
              <a:rPr lang="en-US" sz="2700" b="1" dirty="0">
                <a:solidFill>
                  <a:prstClr val="black"/>
                </a:solidFill>
                <a:latin typeface="Calibri" pitchFamily="34" charset="0"/>
              </a:rPr>
              <a:t> </a:t>
            </a:r>
            <a:r>
              <a:rPr lang="en-US" sz="2700" b="1" dirty="0" err="1">
                <a:solidFill>
                  <a:prstClr val="black"/>
                </a:solidFill>
                <a:latin typeface="Calibri" pitchFamily="34" charset="0"/>
              </a:rPr>
              <a:t>ಲಾಯೇ</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made </a:t>
            </a:r>
            <a:r>
              <a:rPr lang="en-US" b="1" dirty="0" err="1">
                <a:solidFill>
                  <a:prstClr val="black"/>
                </a:solidFill>
                <a:latin typeface="Palatino Linotype" pitchFamily="18" charset="0"/>
              </a:rPr>
              <a:t>Lakshman</a:t>
            </a:r>
            <a:r>
              <a:rPr lang="en-US" b="1" dirty="0">
                <a:solidFill>
                  <a:prstClr val="black"/>
                </a:solidFill>
                <a:latin typeface="Palatino Linotype" pitchFamily="18" charset="0"/>
              </a:rPr>
              <a:t> alive after bringing '</a:t>
            </a:r>
            <a:r>
              <a:rPr lang="en-US" b="1" dirty="0" err="1">
                <a:solidFill>
                  <a:prstClr val="black"/>
                </a:solidFill>
                <a:latin typeface="Palatino Linotype" pitchFamily="18" charset="0"/>
              </a:rPr>
              <a:t>Sanjivni</a:t>
            </a:r>
            <a:r>
              <a:rPr lang="en-US" b="1" dirty="0">
                <a:solidFill>
                  <a:prstClr val="black"/>
                </a:solidFill>
                <a:latin typeface="Palatino Linotype" pitchFamily="18" charset="0"/>
              </a:rPr>
              <a:t> herb' </a:t>
            </a:r>
            <a:r>
              <a:rPr lang="en-US" b="1" dirty="0" err="1">
                <a:solidFill>
                  <a:prstClr val="black"/>
                </a:solidFill>
                <a:latin typeface="Palatino Linotype" pitchFamily="18" charset="0"/>
              </a:rPr>
              <a:t>Shri</a:t>
            </a:r>
            <a:r>
              <a:rPr lang="en-US"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4234083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200248" y="84"/>
            <a:ext cx="6800653" cy="5632311"/>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बड़ाई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भरतहि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भाई</a:t>
            </a:r>
            <a:r>
              <a:rPr lang="en-IN" sz="3000" b="1" dirty="0">
                <a:solidFill>
                  <a:prstClr val="black"/>
                </a:solidFill>
                <a:latin typeface="Aparajita" pitchFamily="34" charset="0"/>
              </a:rPr>
              <a:t> ॥१२॥</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Aparajita" pitchFamily="34" charset="0"/>
              </a:rPr>
              <a:t>Raghupati</a:t>
            </a:r>
            <a:r>
              <a:rPr lang="en-US" sz="2400" b="1" dirty="0">
                <a:solidFill>
                  <a:prstClr val="black"/>
                </a:solidFill>
                <a:latin typeface="Aparajita" pitchFamily="34" charset="0"/>
              </a:rPr>
              <a:t> </a:t>
            </a:r>
            <a:r>
              <a:rPr lang="en-US" sz="2400" b="1" dirty="0" err="1">
                <a:solidFill>
                  <a:prstClr val="black"/>
                </a:solidFill>
                <a:latin typeface="Aparajita" pitchFamily="34" charset="0"/>
              </a:rPr>
              <a:t>Kénhé</a:t>
            </a:r>
            <a:r>
              <a:rPr lang="en-US" sz="2400" b="1" dirty="0">
                <a:solidFill>
                  <a:prstClr val="black"/>
                </a:solidFill>
                <a:latin typeface="Aparajita" pitchFamily="34" charset="0"/>
              </a:rPr>
              <a:t> </a:t>
            </a:r>
            <a:r>
              <a:rPr lang="en-US" sz="2400" b="1" dirty="0" err="1">
                <a:solidFill>
                  <a:prstClr val="black"/>
                </a:solidFill>
                <a:latin typeface="Aparajita" pitchFamily="34" charset="0"/>
              </a:rPr>
              <a:t>Bahuta</a:t>
            </a:r>
            <a:r>
              <a:rPr lang="en-US" sz="2400" b="1" dirty="0">
                <a:solidFill>
                  <a:prstClr val="black"/>
                </a:solidFill>
                <a:latin typeface="Aparajita" pitchFamily="34" charset="0"/>
              </a:rPr>
              <a:t> </a:t>
            </a:r>
            <a:r>
              <a:rPr lang="en-US" sz="2400" b="1" dirty="0" err="1">
                <a:solidFill>
                  <a:prstClr val="black"/>
                </a:solidFill>
                <a:latin typeface="Aparajita" pitchFamily="34" charset="0"/>
              </a:rPr>
              <a:t>Baòäé</a:t>
            </a:r>
            <a:r>
              <a:rPr lang="en-US" sz="2400" b="1" dirty="0">
                <a:solidFill>
                  <a:prstClr val="black"/>
                </a:solidFill>
                <a:latin typeface="Aparajita" pitchFamily="34" charset="0"/>
              </a:rPr>
              <a:t> | </a:t>
            </a:r>
          </a:p>
          <a:p>
            <a:pPr algn="ctr" defTabSz="685754"/>
            <a:r>
              <a:rPr lang="en-US" sz="2400" b="1" dirty="0" err="1">
                <a:solidFill>
                  <a:prstClr val="black"/>
                </a:solidFill>
                <a:latin typeface="Aparajita" pitchFamily="34" charset="0"/>
              </a:rPr>
              <a:t>Tum</a:t>
            </a:r>
            <a:r>
              <a:rPr lang="en-US" sz="2400" b="1" dirty="0">
                <a:solidFill>
                  <a:prstClr val="black"/>
                </a:solidFill>
                <a:latin typeface="Aparajita" pitchFamily="34" charset="0"/>
              </a:rPr>
              <a:t> Mama Priya </a:t>
            </a:r>
            <a:r>
              <a:rPr lang="en-US" sz="2400" b="1" dirty="0" err="1">
                <a:solidFill>
                  <a:prstClr val="black"/>
                </a:solidFill>
                <a:latin typeface="Aparajita" pitchFamily="34" charset="0"/>
              </a:rPr>
              <a:t>Bharatahi</a:t>
            </a:r>
            <a:r>
              <a:rPr lang="en-US" sz="2400" b="1" dirty="0">
                <a:solidFill>
                  <a:prstClr val="black"/>
                </a:solidFill>
                <a:latin typeface="Aparajita" pitchFamily="34" charset="0"/>
              </a:rPr>
              <a:t> Sama </a:t>
            </a:r>
            <a:r>
              <a:rPr lang="en-US" sz="2400" b="1" dirty="0" err="1">
                <a:solidFill>
                  <a:prstClr val="black"/>
                </a:solidFill>
                <a:latin typeface="Aparajita" pitchFamily="34" charset="0"/>
              </a:rPr>
              <a:t>Bhäé</a:t>
            </a:r>
            <a:r>
              <a:rPr lang="en-US" sz="2400" b="1" dirty="0">
                <a:solidFill>
                  <a:prstClr val="black"/>
                </a:solidFill>
                <a:latin typeface="Aparajita" pitchFamily="34" charset="0"/>
              </a:rPr>
              <a:t>||-12</a:t>
            </a:r>
          </a:p>
          <a:p>
            <a:pPr algn="ctr" defTabSz="685754"/>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ರಘುಪತಿ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ಕೀಂಹೀ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ಬಹುತ</a:t>
            </a:r>
            <a:r>
              <a:rPr lang="en-US" sz="2400" b="1" dirty="0">
                <a:solidFill>
                  <a:prstClr val="black"/>
                </a:solidFill>
                <a:latin typeface="Aparajita" pitchFamily="34" charset="0"/>
              </a:rPr>
              <a:t> </a:t>
            </a:r>
            <a:r>
              <a:rPr lang="en-US" sz="2400" b="1" dirty="0" err="1">
                <a:solidFill>
                  <a:prstClr val="black"/>
                </a:solidFill>
                <a:latin typeface="Aparajita" pitchFamily="34" charset="0"/>
              </a:rPr>
              <a:t>ಬಡಾಈ</a:t>
            </a:r>
            <a:r>
              <a:rPr lang="en-US" sz="2400" b="1" dirty="0">
                <a:solidFill>
                  <a:prstClr val="black"/>
                </a:solidFill>
                <a:latin typeface="Aparajita" pitchFamily="34" charset="0"/>
              </a:rPr>
              <a:t> ।</a:t>
            </a:r>
          </a:p>
          <a:p>
            <a:pPr algn="ctr" defTabSz="685754"/>
            <a:r>
              <a:rPr lang="en-US" sz="2400" b="1" dirty="0" err="1">
                <a:solidFill>
                  <a:prstClr val="black"/>
                </a:solidFill>
                <a:latin typeface="Aparajita" pitchFamily="34" charset="0"/>
              </a:rPr>
              <a:t>ತುಮ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ಮಮ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ಪ್ರಿಯ</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ಭರತಹಿ</a:t>
            </a:r>
            <a:r>
              <a:rPr lang="en-US" sz="2400" b="1" dirty="0">
                <a:solidFill>
                  <a:prstClr val="black"/>
                </a:solidFill>
                <a:latin typeface="Aparajita" pitchFamily="34" charset="0"/>
              </a:rPr>
              <a:t> </a:t>
            </a:r>
            <a:r>
              <a:rPr lang="en-US" sz="2400" b="1" dirty="0" err="1">
                <a:solidFill>
                  <a:prstClr val="black"/>
                </a:solidFill>
                <a:latin typeface="Aparajita" pitchFamily="34" charset="0"/>
              </a:rPr>
              <a:t>ಸಮ</a:t>
            </a:r>
            <a:r>
              <a:rPr lang="en-US" sz="2400" b="1" dirty="0">
                <a:solidFill>
                  <a:prstClr val="black"/>
                </a:solidFill>
                <a:latin typeface="Aparajita" pitchFamily="34" charset="0"/>
              </a:rPr>
              <a:t> </a:t>
            </a:r>
            <a:r>
              <a:rPr lang="en-US" sz="2400" b="1" dirty="0" err="1">
                <a:solidFill>
                  <a:prstClr val="black"/>
                </a:solidFill>
                <a:latin typeface="Aparajita" pitchFamily="34" charset="0"/>
              </a:rPr>
              <a:t>ಭಾಈ</a:t>
            </a:r>
            <a:r>
              <a:rPr lang="en-US" sz="2400" b="1" dirty="0">
                <a:solidFill>
                  <a:prstClr val="black"/>
                </a:solidFill>
                <a:latin typeface="Aparajita" pitchFamily="34" charset="0"/>
              </a:rPr>
              <a:t> ॥</a:t>
            </a:r>
            <a:r>
              <a:rPr lang="kn-IN" sz="2400" b="1" dirty="0">
                <a:solidFill>
                  <a:prstClr val="black"/>
                </a:solidFill>
                <a:latin typeface="Aparajita" pitchFamily="34" charset="0"/>
              </a:rPr>
              <a:t>೧೨</a:t>
            </a:r>
            <a:r>
              <a:rPr lang="en-US" sz="2400" b="1" dirty="0">
                <a:solidFill>
                  <a:prstClr val="black"/>
                </a:solidFill>
                <a:latin typeface="Aparajita" pitchFamily="34" charset="0"/>
              </a:rPr>
              <a:t>॥</a:t>
            </a:r>
          </a:p>
          <a:p>
            <a:pPr algn="ctr" defTabSz="685754"/>
            <a:r>
              <a:rPr lang="en-US" sz="3000" b="1" dirty="0">
                <a:solidFill>
                  <a:prstClr val="black"/>
                </a:solidFill>
                <a:latin typeface="Aparajita" pitchFamily="34" charset="0"/>
              </a:rPr>
              <a:t>	</a:t>
            </a:r>
          </a:p>
          <a:p>
            <a:pPr algn="ctr" defTabSz="685754"/>
            <a:r>
              <a:rPr lang="en-US" b="1" dirty="0">
                <a:solidFill>
                  <a:prstClr val="black"/>
                </a:solidFill>
                <a:latin typeface="Aparajita" pitchFamily="34" charset="0"/>
              </a:rPr>
              <a:t>Shri Ram enthusiastically extolled </a:t>
            </a:r>
            <a:r>
              <a:rPr lang="en-US" b="1" dirty="0" err="1">
                <a:solidFill>
                  <a:prstClr val="black"/>
                </a:solidFill>
                <a:latin typeface="Aparajita" pitchFamily="34" charset="0"/>
              </a:rPr>
              <a:t>Hanumanji's</a:t>
            </a:r>
            <a:r>
              <a:rPr lang="en-US" b="1" dirty="0">
                <a:solidFill>
                  <a:prstClr val="black"/>
                </a:solidFill>
                <a:latin typeface="Aparajita" pitchFamily="34" charset="0"/>
              </a:rPr>
              <a:t> excellence and remarked, "you are as dear to me as 	my own brother Bharat”</a:t>
            </a:r>
          </a:p>
          <a:p>
            <a:pPr algn="ctr" defTabSz="685754"/>
            <a:r>
              <a:rPr lang="en-US" b="1" dirty="0">
                <a:solidFill>
                  <a:prstClr val="black"/>
                </a:solidFill>
                <a:latin typeface="Palatino Linotype" pitchFamily="18" charset="0"/>
              </a:rPr>
              <a:t>		</a:t>
            </a:r>
            <a:br>
              <a:rPr lang="en-US" b="1" dirty="0">
                <a:solidFill>
                  <a:prstClr val="black"/>
                </a:solidFill>
                <a:latin typeface="Calibri" pitchFamily="34" charset="0"/>
              </a:rPr>
            </a:br>
            <a:endParaRPr lang="en-US" b="1" dirty="0">
              <a:solidFill>
                <a:prstClr val="black"/>
              </a:solidFill>
              <a:latin typeface="Calibri" pitchFamily="34" charset="0"/>
            </a:endParaRPr>
          </a:p>
        </p:txBody>
      </p:sp>
    </p:spTree>
    <p:extLst>
      <p:ext uri="{BB962C8B-B14F-4D97-AF65-F5344CB8AC3E}">
        <p14:creationId xmlns:p14="http://schemas.microsoft.com/office/powerpoint/2010/main" val="269098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143100" y="85"/>
            <a:ext cx="6857802" cy="4939814"/>
          </a:xfrm>
          <a:prstGeom prst="rect">
            <a:avLst/>
          </a:prstGeom>
          <a:noFill/>
          <a:ln w="9525">
            <a:noFill/>
            <a:miter lim="800000"/>
            <a:headEnd/>
            <a:tailEnd/>
          </a:ln>
        </p:spPr>
        <p:txBody>
          <a:bodyPr wrap="square">
            <a:spAutoFit/>
          </a:bodyPr>
          <a:lstStyle/>
          <a:p>
            <a:pPr algn="ctr" defTabSz="685754"/>
            <a:r>
              <a:rPr lang="en-IN" sz="3000" b="1" dirty="0" err="1">
                <a:solidFill>
                  <a:prstClr val="black"/>
                </a:solidFill>
                <a:latin typeface="Aparajita" pitchFamily="34" charset="0"/>
              </a:rPr>
              <a:t>सहस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श्रीपति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कण्ठ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लगावैं</a:t>
            </a:r>
            <a:r>
              <a:rPr lang="en-IN" sz="3000" b="1" dirty="0">
                <a:solidFill>
                  <a:prstClr val="black"/>
                </a:solidFill>
                <a:latin typeface="Aparajita" pitchFamily="34" charset="0"/>
              </a:rPr>
              <a:t> ॥१३॥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Sahasa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Gävaià</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Çrépati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Kaëöha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Lagävaià</a:t>
            </a:r>
            <a:r>
              <a:rPr lang="en-US" sz="2700" b="1" dirty="0">
                <a:solidFill>
                  <a:prstClr val="black"/>
                </a:solidFill>
                <a:latin typeface="URW Palladio IT" pitchFamily="2" charset="0"/>
              </a:rPr>
              <a:t> || - 13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ಸಹಸ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ಜಸ</a:t>
            </a:r>
            <a:r>
              <a:rPr lang="en-US" sz="2700" b="1" dirty="0">
                <a:solidFill>
                  <a:prstClr val="black"/>
                </a:solidFill>
                <a:latin typeface="Calibri" pitchFamily="34" charset="0"/>
              </a:rPr>
              <a:t> </a:t>
            </a:r>
            <a:r>
              <a:rPr lang="en-US" sz="2700" b="1" dirty="0" err="1">
                <a:solidFill>
                  <a:prstClr val="black"/>
                </a:solidFill>
                <a:latin typeface="Calibri" pitchFamily="34" charset="0"/>
              </a:rPr>
              <a:t>ಗಾವೈ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ಶ್ರೀಪತಿ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ಕಂಠ</a:t>
            </a:r>
            <a:r>
              <a:rPr lang="en-US" sz="2700" b="1" dirty="0">
                <a:solidFill>
                  <a:prstClr val="black"/>
                </a:solidFill>
                <a:latin typeface="Calibri" pitchFamily="34" charset="0"/>
              </a:rPr>
              <a:t> </a:t>
            </a:r>
            <a:r>
              <a:rPr lang="en-US" sz="2700" b="1" dirty="0" err="1">
                <a:solidFill>
                  <a:prstClr val="black"/>
                </a:solidFill>
                <a:latin typeface="Calibri" pitchFamily="34" charset="0"/>
              </a:rPr>
              <a:t>ಲಗಾವೈ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೧೩</a:t>
            </a:r>
            <a:r>
              <a:rPr lang="en-US" sz="2700" b="1" dirty="0">
                <a:solidFill>
                  <a:prstClr val="black"/>
                </a:solidFill>
                <a:latin typeface="Calibri" pitchFamily="34" charset="0"/>
              </a:rPr>
              <a:t>॥</a:t>
            </a:r>
          </a:p>
          <a:p>
            <a:pPr algn="ctr" defTabSz="685754"/>
            <a:endParaRPr lang="en-US" sz="2700" b="1" dirty="0">
              <a:solidFill>
                <a:prstClr val="black"/>
              </a:solidFill>
              <a:latin typeface="Palatino Linotype" pitchFamily="18" charset="0"/>
            </a:endParaRPr>
          </a:p>
          <a:p>
            <a:pPr algn="ctr" defTabSz="685754"/>
            <a:r>
              <a:rPr lang="en-US" b="1" dirty="0">
                <a:solidFill>
                  <a:prstClr val="black"/>
                </a:solidFill>
                <a:latin typeface="Palatino Linotype" pitchFamily="18" charset="0"/>
              </a:rPr>
              <a:t>Shri Ram embraced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saying: "Let the thousand - tongued </a:t>
            </a:r>
            <a:r>
              <a:rPr lang="en-US" b="1" dirty="0" err="1">
                <a:solidFill>
                  <a:prstClr val="black"/>
                </a:solidFill>
                <a:latin typeface="Palatino Linotype" pitchFamily="18" charset="0"/>
              </a:rPr>
              <a:t>sheshnaag</a:t>
            </a:r>
            <a:r>
              <a:rPr lang="en-US" b="1" dirty="0">
                <a:solidFill>
                  <a:prstClr val="black"/>
                </a:solidFill>
                <a:latin typeface="Palatino Linotype" pitchFamily="18" charset="0"/>
              </a:rPr>
              <a:t> sing your glories”</a:t>
            </a:r>
          </a:p>
          <a:p>
            <a:pPr algn="ctr" defTabSz="685754"/>
            <a:r>
              <a:rPr lang="en-US" sz="2700" b="1" dirty="0">
                <a:solidFill>
                  <a:prstClr val="black"/>
                </a:solidFill>
                <a:latin typeface="Palatino Linotype" pitchFamily="18" charset="0"/>
              </a:rPr>
              <a:t>	</a:t>
            </a:r>
          </a:p>
        </p:txBody>
      </p:sp>
    </p:spTree>
    <p:extLst>
      <p:ext uri="{BB962C8B-B14F-4D97-AF65-F5344CB8AC3E}">
        <p14:creationId xmlns:p14="http://schemas.microsoft.com/office/powerpoint/2010/main" val="800688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314545" y="85"/>
            <a:ext cx="6457763" cy="5309146"/>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सनकादिक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ब्रह्मादि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नारद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अहीसा</a:t>
            </a:r>
            <a:r>
              <a:rPr lang="en-IN" sz="3000" b="1" dirty="0">
                <a:solidFill>
                  <a:prstClr val="black"/>
                </a:solidFill>
                <a:latin typeface="Aparajita" pitchFamily="34" charset="0"/>
              </a:rPr>
              <a:t> ॥१४॥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Sanakädika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Brahmädi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Munésä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Närada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Särada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Sahita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Ahésä</a:t>
            </a:r>
            <a:r>
              <a:rPr lang="en-US" sz="2700" b="1" dirty="0">
                <a:solidFill>
                  <a:prstClr val="black"/>
                </a:solidFill>
                <a:latin typeface="URW Palladio IT" pitchFamily="2" charset="0"/>
              </a:rPr>
              <a:t> || - 14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ಸನ</a:t>
            </a:r>
            <a:r>
              <a:rPr lang="kn-IN" sz="2700" b="1" dirty="0">
                <a:solidFill>
                  <a:prstClr val="black"/>
                </a:solidFill>
                <a:latin typeface="Calibri" pitchFamily="34" charset="0"/>
                <a:ea typeface="Tunga" pitchFamily="2"/>
                <a:cs typeface="Tunga" pitchFamily="2"/>
              </a:rPr>
              <a:t>ಕಾ</a:t>
            </a:r>
            <a:r>
              <a:rPr lang="en-US" sz="2700" b="1" dirty="0" err="1">
                <a:solidFill>
                  <a:prstClr val="black"/>
                </a:solidFill>
                <a:latin typeface="Calibri" pitchFamily="34" charset="0"/>
              </a:rPr>
              <a:t>ದಿಕ</a:t>
            </a:r>
            <a:r>
              <a:rPr lang="en-US" sz="2700" b="1" dirty="0">
                <a:solidFill>
                  <a:prstClr val="black"/>
                </a:solidFill>
                <a:latin typeface="Calibri" pitchFamily="34" charset="0"/>
              </a:rPr>
              <a:t> </a:t>
            </a:r>
            <a:r>
              <a:rPr lang="en-US" sz="2700" b="1" dirty="0" err="1">
                <a:solidFill>
                  <a:prstClr val="black"/>
                </a:solidFill>
                <a:latin typeface="Calibri" pitchFamily="34" charset="0"/>
              </a:rPr>
              <a:t>ಬ್ರಹ್ಮಾದಿ</a:t>
            </a:r>
            <a:r>
              <a:rPr lang="en-US" sz="2700" b="1" dirty="0">
                <a:solidFill>
                  <a:prstClr val="black"/>
                </a:solidFill>
                <a:latin typeface="Calibri" pitchFamily="34" charset="0"/>
              </a:rPr>
              <a:t> </a:t>
            </a:r>
            <a:r>
              <a:rPr lang="en-US" sz="2700" b="1" dirty="0" err="1">
                <a:solidFill>
                  <a:prstClr val="black"/>
                </a:solidFill>
                <a:latin typeface="Calibri" pitchFamily="34" charset="0"/>
              </a:rPr>
              <a:t>ಮು</a:t>
            </a:r>
            <a:r>
              <a:rPr lang="kn-IN" sz="2700" b="1" dirty="0">
                <a:solidFill>
                  <a:prstClr val="black"/>
                </a:solidFill>
                <a:latin typeface="Calibri" pitchFamily="34" charset="0"/>
                <a:ea typeface="Tunga" pitchFamily="2"/>
                <a:cs typeface="Tunga" pitchFamily="2"/>
              </a:rPr>
              <a:t>ನೀ</a:t>
            </a:r>
            <a:r>
              <a:rPr lang="en-US" sz="2700" b="1" dirty="0" err="1">
                <a:solidFill>
                  <a:prstClr val="black"/>
                </a:solidFill>
                <a:latin typeface="Calibri" pitchFamily="34" charset="0"/>
              </a:rPr>
              <a:t>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ನಾರದ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ಸಾರದ</a:t>
            </a:r>
            <a:r>
              <a:rPr lang="en-US" sz="2700" b="1" dirty="0">
                <a:solidFill>
                  <a:prstClr val="black"/>
                </a:solidFill>
                <a:latin typeface="Calibri" pitchFamily="34" charset="0"/>
              </a:rPr>
              <a:t> </a:t>
            </a:r>
            <a:r>
              <a:rPr lang="en-US" sz="2700" b="1" dirty="0" err="1">
                <a:solidFill>
                  <a:prstClr val="black"/>
                </a:solidFill>
                <a:latin typeface="Calibri" pitchFamily="34" charset="0"/>
              </a:rPr>
              <a:t>ಸಹಿತ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ಅಹೀಸಾ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೧೪</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Sanak</a:t>
            </a:r>
            <a:r>
              <a:rPr lang="en-US" b="1" dirty="0">
                <a:solidFill>
                  <a:prstClr val="black"/>
                </a:solidFill>
                <a:latin typeface="Palatino Linotype" pitchFamily="18" charset="0"/>
              </a:rPr>
              <a:t> and the sages, saints. Lord Brahma, the great hermits </a:t>
            </a:r>
            <a:r>
              <a:rPr lang="en-US" b="1" dirty="0" err="1">
                <a:solidFill>
                  <a:prstClr val="black"/>
                </a:solidFill>
                <a:latin typeface="Palatino Linotype" pitchFamily="18" charset="0"/>
              </a:rPr>
              <a:t>Narad</a:t>
            </a:r>
            <a:r>
              <a:rPr lang="en-US" b="1" dirty="0">
                <a:solidFill>
                  <a:prstClr val="black"/>
                </a:solidFill>
                <a:latin typeface="Palatino Linotype" pitchFamily="18" charset="0"/>
              </a:rPr>
              <a:t> and Goddess </a:t>
            </a:r>
            <a:r>
              <a:rPr lang="en-US" b="1" dirty="0" err="1">
                <a:solidFill>
                  <a:prstClr val="black"/>
                </a:solidFill>
                <a:latin typeface="Palatino Linotype" pitchFamily="18" charset="0"/>
              </a:rPr>
              <a:t>Saraswati</a:t>
            </a:r>
            <a:r>
              <a:rPr lang="en-US" b="1" dirty="0">
                <a:solidFill>
                  <a:prstClr val="black"/>
                </a:solidFill>
                <a:latin typeface="Palatino Linotype" pitchFamily="18" charset="0"/>
              </a:rPr>
              <a:t> along with </a:t>
            </a:r>
            <a:r>
              <a:rPr lang="en-US" b="1" dirty="0" err="1">
                <a:solidFill>
                  <a:prstClr val="black"/>
                </a:solidFill>
                <a:latin typeface="Palatino Linotype" pitchFamily="18" charset="0"/>
              </a:rPr>
              <a:t>Sheshnag</a:t>
            </a:r>
            <a:r>
              <a:rPr lang="en-US" b="1" dirty="0">
                <a:solidFill>
                  <a:prstClr val="black"/>
                </a:solidFill>
                <a:latin typeface="Palatino Linotype" pitchFamily="18" charset="0"/>
              </a:rPr>
              <a:t> the cosmic serpent, fail to sing the glories of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exactly</a:t>
            </a:r>
          </a:p>
          <a:p>
            <a:pPr algn="ctr" defTabSz="685754"/>
            <a:r>
              <a:rPr lang="en-US" sz="2100" b="1" dirty="0">
                <a:solidFill>
                  <a:prstClr val="black"/>
                </a:solidFill>
                <a:latin typeface="Palatino Linotype" pitchFamily="18" charset="0"/>
              </a:rPr>
              <a:t>		</a:t>
            </a:r>
            <a:endParaRPr lang="en-US" b="1" dirty="0">
              <a:solidFill>
                <a:prstClr val="black"/>
              </a:solidFill>
              <a:latin typeface="Palatino Linotype" pitchFamily="18" charset="0"/>
            </a:endParaRPr>
          </a:p>
        </p:txBody>
      </p:sp>
    </p:spTree>
    <p:extLst>
      <p:ext uri="{BB962C8B-B14F-4D97-AF65-F5344CB8AC3E}">
        <p14:creationId xmlns:p14="http://schemas.microsoft.com/office/powerpoint/2010/main" val="837552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143100" y="-114220"/>
            <a:ext cx="6857802" cy="5493812"/>
          </a:xfrm>
          <a:prstGeom prst="rect">
            <a:avLst/>
          </a:prstGeom>
          <a:noFill/>
          <a:ln w="9525">
            <a:noFill/>
            <a:miter lim="800000"/>
            <a:headEnd/>
            <a:tailEnd/>
          </a:ln>
        </p:spPr>
        <p:txBody>
          <a:bodyPr wrap="square">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दिगपाल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कोबिद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॥१५॥</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Jama </a:t>
            </a:r>
            <a:r>
              <a:rPr lang="en-US" sz="2700" b="1" dirty="0" err="1">
                <a:solidFill>
                  <a:prstClr val="black"/>
                </a:solidFill>
                <a:latin typeface="URW Palladio IT" pitchFamily="2" charset="0"/>
              </a:rPr>
              <a:t>Kubera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Digapäla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Kabi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Kobida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Kahi</a:t>
            </a:r>
            <a:r>
              <a:rPr lang="en-US" sz="2700" b="1" dirty="0">
                <a:solidFill>
                  <a:prstClr val="black"/>
                </a:solidFill>
                <a:latin typeface="URW Palladio IT" pitchFamily="2" charset="0"/>
              </a:rPr>
              <a:t> Sake </a:t>
            </a:r>
            <a:r>
              <a:rPr lang="en-US" sz="2700" b="1" dirty="0" err="1">
                <a:solidFill>
                  <a:prstClr val="black"/>
                </a:solidFill>
                <a:latin typeface="URW Palladio IT" pitchFamily="2" charset="0"/>
              </a:rPr>
              <a:t>Kahäð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a:t>
            </a:r>
            <a:r>
              <a:rPr lang="en-US" sz="2700" b="1" dirty="0">
                <a:solidFill>
                  <a:prstClr val="black"/>
                </a:solidFill>
                <a:latin typeface="URW Palladio IT" pitchFamily="2" charset="0"/>
              </a:rPr>
              <a:t> || - 15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ದಿಗಪಾಲ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ಕಬಿ</a:t>
            </a:r>
            <a:r>
              <a:rPr lang="en-US" sz="2700" b="1" dirty="0">
                <a:solidFill>
                  <a:prstClr val="black"/>
                </a:solidFill>
                <a:latin typeface="Calibri" pitchFamily="34" charset="0"/>
              </a:rPr>
              <a:t> </a:t>
            </a:r>
            <a:r>
              <a:rPr lang="en-US" sz="2700" b="1" dirty="0" err="1">
                <a:solidFill>
                  <a:prstClr val="black"/>
                </a:solidFill>
                <a:latin typeface="Calibri" pitchFamily="34" charset="0"/>
              </a:rPr>
              <a:t>ಕೋಬಿದ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೧೫</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What to talk of denizens of the poets and scholars </a:t>
            </a:r>
            <a:r>
              <a:rPr lang="en-US" b="1" dirty="0" err="1">
                <a:solidFill>
                  <a:prstClr val="black"/>
                </a:solidFill>
                <a:latin typeface="Palatino Linotype" pitchFamily="18" charset="0"/>
              </a:rPr>
              <a:t>etc</a:t>
            </a:r>
            <a:r>
              <a:rPr lang="en-US" b="1" dirty="0">
                <a:solidFill>
                  <a:prstClr val="black"/>
                </a:solidFill>
                <a:latin typeface="Palatino Linotype" pitchFamily="18" charset="0"/>
              </a:rPr>
              <a:t>, even Gods like </a:t>
            </a:r>
            <a:r>
              <a:rPr lang="en-US" b="1" dirty="0" err="1">
                <a:solidFill>
                  <a:prstClr val="black"/>
                </a:solidFill>
                <a:latin typeface="Palatino Linotype" pitchFamily="18" charset="0"/>
              </a:rPr>
              <a:t>Yamraj</a:t>
            </a:r>
            <a:r>
              <a:rPr lang="en-US" b="1" dirty="0">
                <a:solidFill>
                  <a:prstClr val="black"/>
                </a:solidFill>
                <a:latin typeface="Palatino Linotype" pitchFamily="18" charset="0"/>
              </a:rPr>
              <a:t>, </a:t>
            </a:r>
            <a:r>
              <a:rPr lang="en-US" b="1" dirty="0" err="1">
                <a:solidFill>
                  <a:prstClr val="black"/>
                </a:solidFill>
                <a:latin typeface="Palatino Linotype" pitchFamily="18" charset="0"/>
              </a:rPr>
              <a:t>Kuber</a:t>
            </a:r>
            <a:r>
              <a:rPr lang="en-US" b="1" dirty="0">
                <a:solidFill>
                  <a:prstClr val="black"/>
                </a:solidFill>
                <a:latin typeface="Palatino Linotype" pitchFamily="18" charset="0"/>
              </a:rPr>
              <a:t>, and </a:t>
            </a:r>
            <a:r>
              <a:rPr lang="en-US" b="1" dirty="0" err="1">
                <a:solidFill>
                  <a:prstClr val="black"/>
                </a:solidFill>
                <a:latin typeface="Palatino Linotype" pitchFamily="18" charset="0"/>
              </a:rPr>
              <a:t>Digpal</a:t>
            </a:r>
            <a:r>
              <a:rPr lang="en-US" b="1" dirty="0">
                <a:solidFill>
                  <a:prstClr val="black"/>
                </a:solidFill>
                <a:latin typeface="Palatino Linotype" pitchFamily="18" charset="0"/>
              </a:rPr>
              <a:t> fail to narrate Hanuman's greatness in total.</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18600802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257396" y="75"/>
            <a:ext cx="6572060" cy="51013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उपकार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सुग्रीवहिं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दीह्ना</a:t>
            </a:r>
            <a:r>
              <a:rPr lang="en-IN" sz="3000" b="1" dirty="0">
                <a:solidFill>
                  <a:prstClr val="black"/>
                </a:solidFill>
                <a:latin typeface="Aparajita" pitchFamily="34" charset="0"/>
              </a:rPr>
              <a:t> ॥१६॥</a:t>
            </a:r>
          </a:p>
          <a:p>
            <a:pPr algn="ctr" defTabSz="685754"/>
            <a:endParaRPr lang="en-IN" sz="27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Upakära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Sugrévahià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Kénhä</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Miläya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Räja</a:t>
            </a:r>
            <a:r>
              <a:rPr lang="en-US" sz="2400" b="1" dirty="0">
                <a:solidFill>
                  <a:prstClr val="black"/>
                </a:solidFill>
                <a:latin typeface="URW Palladio IT" pitchFamily="2" charset="0"/>
              </a:rPr>
              <a:t> Pada </a:t>
            </a:r>
            <a:r>
              <a:rPr lang="en-US" sz="2400" b="1" dirty="0" err="1">
                <a:solidFill>
                  <a:prstClr val="black"/>
                </a:solidFill>
                <a:latin typeface="URW Palladio IT" pitchFamily="2" charset="0"/>
              </a:rPr>
              <a:t>Dénhä</a:t>
            </a:r>
            <a:r>
              <a:rPr lang="en-US" sz="2400" b="1" dirty="0">
                <a:solidFill>
                  <a:prstClr val="black"/>
                </a:solidFill>
                <a:latin typeface="URW Palladio IT" pitchFamily="2" charset="0"/>
              </a:rPr>
              <a:t> || - 16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ಉಪಕಾರ</a:t>
            </a:r>
            <a:r>
              <a:rPr lang="en-US" sz="2400" b="1" dirty="0">
                <a:solidFill>
                  <a:prstClr val="black"/>
                </a:solidFill>
                <a:latin typeface="Calibri" pitchFamily="34" charset="0"/>
              </a:rPr>
              <a:t> </a:t>
            </a:r>
            <a:r>
              <a:rPr lang="en-US" sz="2400" b="1" dirty="0" err="1">
                <a:solidFill>
                  <a:prstClr val="black"/>
                </a:solidFill>
                <a:latin typeface="Calibri" pitchFamily="34" charset="0"/>
              </a:rPr>
              <a:t>ಸುಗ್ರೀವಹಿ</a:t>
            </a:r>
            <a:r>
              <a:rPr lang="en-US" sz="2400" b="1" dirty="0">
                <a:solidFill>
                  <a:prstClr val="black"/>
                </a:solidFill>
                <a:latin typeface="Calibri" pitchFamily="34" charset="0"/>
              </a:rPr>
              <a:t> </a:t>
            </a:r>
            <a:r>
              <a:rPr lang="en-US" sz="2400" b="1" dirty="0" err="1">
                <a:solidFill>
                  <a:prstClr val="black"/>
                </a:solidFill>
                <a:latin typeface="Calibri" pitchFamily="34" charset="0"/>
              </a:rPr>
              <a:t>ಕೀಂಹಾ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ಮಿಲಾಯ</a:t>
            </a:r>
            <a:r>
              <a:rPr lang="en-US" sz="2400" b="1" dirty="0">
                <a:solidFill>
                  <a:prstClr val="black"/>
                </a:solidFill>
                <a:latin typeface="Calibri" pitchFamily="34" charset="0"/>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ಪದ</a:t>
            </a:r>
            <a:r>
              <a:rPr lang="en-US" sz="2400" b="1" dirty="0">
                <a:solidFill>
                  <a:prstClr val="black"/>
                </a:solidFill>
                <a:latin typeface="Calibri" pitchFamily="34" charset="0"/>
              </a:rPr>
              <a:t> </a:t>
            </a:r>
            <a:r>
              <a:rPr lang="en-US" sz="2400" b="1" dirty="0" err="1">
                <a:solidFill>
                  <a:prstClr val="black"/>
                </a:solidFill>
                <a:latin typeface="Calibri" pitchFamily="34" charset="0"/>
              </a:rPr>
              <a:t>ದೀಂಹಾ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rendered a great service for Sugriva, It were you who united him with SHRI RAM and installed him on the Royal Throne.</a:t>
            </a:r>
          </a:p>
          <a:p>
            <a:pPr algn="ctr" defTabSz="685754"/>
            <a:r>
              <a:rPr lang="en-US" sz="2400" b="1" dirty="0">
                <a:solidFill>
                  <a:prstClr val="black"/>
                </a:solidFill>
                <a:latin typeface="Palatino Linotype" pitchFamily="18" charset="0"/>
              </a:rPr>
              <a:t>		</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976413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44035" name="Rectangle 1"/>
          <p:cNvSpPr>
            <a:spLocks noChangeArrowheads="1"/>
          </p:cNvSpPr>
          <p:nvPr/>
        </p:nvSpPr>
        <p:spPr bwMode="auto">
          <a:xfrm>
            <a:off x="1143100" y="3486124"/>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143100" y="-171370"/>
            <a:ext cx="6857802" cy="4057532"/>
          </a:xfrm>
          <a:prstGeom prst="rect">
            <a:avLst/>
          </a:prstGeom>
          <a:noFill/>
          <a:ln w="9525">
            <a:noFill/>
            <a:miter lim="800000"/>
            <a:headEnd/>
            <a:tailEnd/>
          </a:ln>
        </p:spPr>
      </p:pic>
    </p:spTree>
    <p:extLst>
      <p:ext uri="{BB962C8B-B14F-4D97-AF65-F5344CB8AC3E}">
        <p14:creationId xmlns:p14="http://schemas.microsoft.com/office/powerpoint/2010/main" val="2848307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200248" y="75"/>
            <a:ext cx="6857802" cy="459356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300" b="1" dirty="0">
                <a:solidFill>
                  <a:srgbClr val="00B050"/>
                </a:solidFill>
                <a:latin typeface="Sanskrit 99" pitchFamily="2"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बिभीषन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लङ्केस्वर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भए</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॥१७॥</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Tumharo</a:t>
            </a:r>
            <a:r>
              <a:rPr lang="en-US" sz="2700" b="1" dirty="0">
                <a:solidFill>
                  <a:prstClr val="black"/>
                </a:solidFill>
                <a:latin typeface="URW Palladio IT" pitchFamily="2" charset="0"/>
              </a:rPr>
              <a:t> Mantra </a:t>
            </a:r>
            <a:r>
              <a:rPr lang="en-US" sz="2700" b="1" dirty="0" err="1">
                <a:solidFill>
                  <a:prstClr val="black"/>
                </a:solidFill>
                <a:latin typeface="URW Palladio IT" pitchFamily="2" charset="0"/>
              </a:rPr>
              <a:t>Bibhéñana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Laìkesvara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Bhae</a:t>
            </a:r>
            <a:r>
              <a:rPr lang="en-US" sz="2700" b="1" dirty="0">
                <a:solidFill>
                  <a:prstClr val="black"/>
                </a:solidFill>
                <a:latin typeface="URW Palladio IT" pitchFamily="2" charset="0"/>
              </a:rPr>
              <a:t> Saba Jaga </a:t>
            </a:r>
            <a:r>
              <a:rPr lang="en-US" sz="2700" b="1" dirty="0" err="1">
                <a:solidFill>
                  <a:prstClr val="black"/>
                </a:solidFill>
                <a:latin typeface="URW Palladio IT" pitchFamily="2" charset="0"/>
              </a:rPr>
              <a:t>Jänä</a:t>
            </a:r>
            <a:r>
              <a:rPr lang="en-US" sz="2700" b="1" dirty="0">
                <a:solidFill>
                  <a:prstClr val="black"/>
                </a:solidFill>
                <a:latin typeface="URW Palladio IT" pitchFamily="2" charset="0"/>
              </a:rPr>
              <a:t> || - 17</a:t>
            </a:r>
          </a:p>
          <a:p>
            <a:pPr algn="ctr" defTabSz="685754"/>
            <a:endParaRPr lang="en-US" sz="27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ತುಮ್ಹ</a:t>
            </a:r>
            <a:r>
              <a:rPr lang="kn-IN" sz="2400" b="1" dirty="0" err="1">
                <a:solidFill>
                  <a:prstClr val="black"/>
                </a:solidFill>
                <a:latin typeface="Calibri" pitchFamily="34" charset="0"/>
                <a:ea typeface="Tunga" pitchFamily="2"/>
                <a:cs typeface="Tunga" pitchFamily="2"/>
              </a:rPr>
              <a:t>ರೋ</a:t>
            </a:r>
            <a:r>
              <a:rPr lang="en-US" sz="2400" b="1" dirty="0">
                <a:solidFill>
                  <a:prstClr val="black"/>
                </a:solidFill>
                <a:latin typeface="Calibri" pitchFamily="34" charset="0"/>
              </a:rPr>
              <a:t> </a:t>
            </a:r>
            <a:r>
              <a:rPr lang="en-US" sz="2400" b="1" dirty="0" err="1">
                <a:solidFill>
                  <a:prstClr val="black"/>
                </a:solidFill>
                <a:latin typeface="Calibri" pitchFamily="34" charset="0"/>
              </a:rPr>
              <a:t>ಮಂತ್ರ</a:t>
            </a:r>
            <a:r>
              <a:rPr lang="en-US" sz="2400" b="1" dirty="0">
                <a:solidFill>
                  <a:prstClr val="black"/>
                </a:solidFill>
                <a:latin typeface="Calibri" pitchFamily="34" charset="0"/>
              </a:rPr>
              <a:t> </a:t>
            </a:r>
            <a:r>
              <a:rPr lang="en-US" sz="2400" b="1" dirty="0" err="1">
                <a:solidFill>
                  <a:prstClr val="black"/>
                </a:solidFill>
                <a:latin typeface="Calibri" pitchFamily="34" charset="0"/>
              </a:rPr>
              <a:t>ಬಿಭೀಷಣ</a:t>
            </a:r>
            <a:r>
              <a:rPr lang="en-US" sz="2400" b="1" dirty="0">
                <a:solidFill>
                  <a:prstClr val="black"/>
                </a:solidFill>
                <a:latin typeface="Calibri" pitchFamily="34" charset="0"/>
              </a:rPr>
              <a:t> </a:t>
            </a:r>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ಲಂಕೇಶ್ವರ</a:t>
            </a:r>
            <a:r>
              <a:rPr lang="en-US" sz="2400" b="1" dirty="0">
                <a:solidFill>
                  <a:prstClr val="black"/>
                </a:solidFill>
                <a:latin typeface="Calibri" pitchFamily="34" charset="0"/>
              </a:rPr>
              <a:t> </a:t>
            </a:r>
            <a:r>
              <a:rPr lang="en-US" sz="2400" b="1" dirty="0" err="1">
                <a:solidFill>
                  <a:prstClr val="black"/>
                </a:solidFill>
                <a:latin typeface="Calibri" pitchFamily="34" charset="0"/>
              </a:rPr>
              <a:t>ಭಯೇ</a:t>
            </a:r>
            <a:r>
              <a:rPr lang="en-US" sz="2400" b="1" dirty="0">
                <a:solidFill>
                  <a:prstClr val="black"/>
                </a:solidFill>
                <a:latin typeface="Calibri" pitchFamily="34" charset="0"/>
              </a:rPr>
              <a:t> </a:t>
            </a:r>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ಜಗ</a:t>
            </a:r>
            <a:r>
              <a:rPr lang="en-US" sz="2400" b="1" dirty="0">
                <a:solidFill>
                  <a:prstClr val="black"/>
                </a:solidFill>
                <a:latin typeface="Calibri" pitchFamily="34" charset="0"/>
              </a:rPr>
              <a:t> </a:t>
            </a:r>
            <a:r>
              <a:rPr lang="en-US" sz="2400" b="1" dirty="0" err="1">
                <a:solidFill>
                  <a:prstClr val="black"/>
                </a:solidFill>
                <a:latin typeface="Calibri" pitchFamily="34" charset="0"/>
              </a:rPr>
              <a:t>ಜಾನಾ</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೧೭</a:t>
            </a:r>
            <a:r>
              <a:rPr lang="en-US" sz="2400" b="1" dirty="0">
                <a:solidFill>
                  <a:prstClr val="black"/>
                </a:solidFill>
                <a:latin typeface="Calibri" pitchFamily="34" charset="0"/>
              </a:rPr>
              <a:t>॥</a:t>
            </a:r>
          </a:p>
          <a:p>
            <a:pPr algn="ctr" defTabSz="685754"/>
            <a:endParaRPr lang="en-US" sz="2400" b="1" dirty="0">
              <a:solidFill>
                <a:prstClr val="black"/>
              </a:solidFill>
              <a:latin typeface="Calibri" pitchFamily="34" charset="0"/>
            </a:endParaRPr>
          </a:p>
          <a:p>
            <a:pPr algn="ctr" defTabSz="685754"/>
            <a:r>
              <a:rPr lang="en-US" b="1" dirty="0">
                <a:solidFill>
                  <a:prstClr val="black"/>
                </a:solidFill>
                <a:latin typeface="Palatino Linotype" pitchFamily="18" charset="0"/>
              </a:rPr>
              <a:t>By heeding your advice. </a:t>
            </a:r>
            <a:r>
              <a:rPr lang="en-US" b="1" dirty="0" err="1">
                <a:solidFill>
                  <a:prstClr val="black"/>
                </a:solidFill>
                <a:latin typeface="Palatino Linotype" pitchFamily="18" charset="0"/>
              </a:rPr>
              <a:t>Vibhishan</a:t>
            </a:r>
            <a:r>
              <a:rPr lang="en-US"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724623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257396" y="86"/>
            <a:ext cx="6572060" cy="5770811"/>
          </a:xfrm>
          <a:prstGeom prst="rect">
            <a:avLst/>
          </a:prstGeom>
          <a:noFill/>
          <a:ln w="9525">
            <a:noFill/>
            <a:miter lim="800000"/>
            <a:headEnd/>
            <a:tailEnd/>
          </a:ln>
        </p:spPr>
        <p:txBody>
          <a:bodyPr>
            <a:spAutoFit/>
          </a:bodyPr>
          <a:lstStyle/>
          <a:p>
            <a:pPr algn="ctr" defTabSz="685754"/>
            <a:endParaRPr lang="en-IN" sz="12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लील्यो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मधुर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a:t>
            </a:r>
            <a:r>
              <a:rPr lang="en-IN" sz="3000" b="1" dirty="0">
                <a:solidFill>
                  <a:prstClr val="black"/>
                </a:solidFill>
                <a:latin typeface="Aparajita" pitchFamily="34" charset="0"/>
              </a:rPr>
              <a:t> ॥१८॥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Juga </a:t>
            </a:r>
            <a:r>
              <a:rPr lang="en-US" sz="2700" b="1" dirty="0" err="1">
                <a:solidFill>
                  <a:prstClr val="black"/>
                </a:solidFill>
                <a:latin typeface="URW Palladio IT" pitchFamily="2" charset="0"/>
              </a:rPr>
              <a:t>Sahasra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Jojana</a:t>
            </a:r>
            <a:r>
              <a:rPr lang="en-US" sz="2700" b="1" dirty="0">
                <a:solidFill>
                  <a:prstClr val="black"/>
                </a:solidFill>
                <a:latin typeface="URW Palladio IT" pitchFamily="2" charset="0"/>
              </a:rPr>
              <a:t> Para </a:t>
            </a:r>
            <a:r>
              <a:rPr lang="en-US" sz="2700" b="1" dirty="0" err="1">
                <a:solidFill>
                  <a:prstClr val="black"/>
                </a:solidFill>
                <a:latin typeface="URW Palladio IT" pitchFamily="2" charset="0"/>
              </a:rPr>
              <a:t>Bhänü</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Lélyo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Tähi</a:t>
            </a:r>
            <a:r>
              <a:rPr lang="en-US" sz="2700" b="1" dirty="0">
                <a:solidFill>
                  <a:prstClr val="black"/>
                </a:solidFill>
                <a:latin typeface="URW Palladio IT" pitchFamily="2" charset="0"/>
              </a:rPr>
              <a:t> Madhura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Jänü</a:t>
            </a:r>
            <a:r>
              <a:rPr lang="en-US" sz="2700" b="1" dirty="0">
                <a:solidFill>
                  <a:prstClr val="black"/>
                </a:solidFill>
                <a:latin typeface="URW Palladio IT" pitchFamily="2" charset="0"/>
              </a:rPr>
              <a:t> || - 18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ಸಹ</a:t>
            </a:r>
            <a:r>
              <a:rPr lang="kn-IN" sz="2700" b="1" dirty="0" err="1">
                <a:solidFill>
                  <a:prstClr val="black"/>
                </a:solidFill>
                <a:latin typeface="Calibri" pitchFamily="34" charset="0"/>
                <a:ea typeface="Tunga" pitchFamily="2"/>
                <a:cs typeface="Tunga" pitchFamily="2"/>
              </a:rPr>
              <a:t>ಸ್ರ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ಜೋಜನ</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ಲೀಲ್ಯೋ</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ತಾಹಿ</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ಮಧುರ</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ಜಾನು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೧೮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gulped, the SUN at distance of sixteen thousand miles considering it to be a sweet fruit.</a:t>
            </a:r>
          </a:p>
          <a:p>
            <a:pPr algn="ctr" defTabSz="685754"/>
            <a:r>
              <a:rPr lang="en-US" b="1" dirty="0">
                <a:solidFill>
                  <a:prstClr val="black"/>
                </a:solidFill>
                <a:latin typeface="Palatino Linotype" pitchFamily="18" charset="0"/>
              </a:rPr>
              <a:t>		</a:t>
            </a:r>
            <a:br>
              <a:rPr lang="en-US" sz="2700" b="1" dirty="0">
                <a:solidFill>
                  <a:prstClr val="black"/>
                </a:solidFill>
                <a:latin typeface="Calibri" pitchFamily="34" charset="0"/>
              </a:rPr>
            </a:br>
            <a:endParaRPr lang="en-US" sz="2700" b="1" dirty="0">
              <a:solidFill>
                <a:prstClr val="black"/>
              </a:solidFill>
              <a:latin typeface="Calibri" pitchFamily="34" charset="0"/>
            </a:endParaRPr>
          </a:p>
        </p:txBody>
      </p:sp>
    </p:spTree>
    <p:extLst>
      <p:ext uri="{BB962C8B-B14F-4D97-AF65-F5344CB8AC3E}">
        <p14:creationId xmlns:p14="http://schemas.microsoft.com/office/powerpoint/2010/main" val="2628658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200248" y="75"/>
            <a:ext cx="6800653" cy="4962897"/>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प्रभु</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मुद्रिका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जलधि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लाँघि</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अचरज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॥१९॥</a:t>
            </a:r>
          </a:p>
          <a:p>
            <a:pPr algn="ctr" defTabSz="685754"/>
            <a:endParaRPr lang="en-IN" sz="3000" b="1" dirty="0">
              <a:solidFill>
                <a:prstClr val="black"/>
              </a:solidFill>
              <a:latin typeface="Aparajita" pitchFamily="34" charset="0"/>
            </a:endParaRPr>
          </a:p>
          <a:p>
            <a:pPr algn="ctr" defTabSz="685754"/>
            <a:r>
              <a:rPr lang="en-US" sz="2400" b="1" dirty="0">
                <a:solidFill>
                  <a:prstClr val="black"/>
                </a:solidFill>
                <a:latin typeface="URW Palladio IT" pitchFamily="2" charset="0"/>
              </a:rPr>
              <a:t>Prabhu </a:t>
            </a:r>
            <a:r>
              <a:rPr lang="en-US" sz="2400" b="1" dirty="0" err="1">
                <a:solidFill>
                  <a:prstClr val="black"/>
                </a:solidFill>
                <a:latin typeface="URW Palladio IT" pitchFamily="2" charset="0"/>
              </a:rPr>
              <a:t>Mudrikä</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Meli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Mukha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Mähéà</a:t>
            </a:r>
            <a:r>
              <a:rPr lang="en-US" sz="2400" b="1" dirty="0">
                <a:solidFill>
                  <a:prstClr val="black"/>
                </a:solidFill>
                <a:latin typeface="URW Palladio IT" pitchFamily="2" charset="0"/>
              </a:rPr>
              <a:t> | </a:t>
            </a:r>
          </a:p>
          <a:p>
            <a:pPr algn="ctr" defTabSz="685754"/>
            <a:r>
              <a:rPr lang="en-US" sz="2400" b="1" dirty="0" err="1">
                <a:solidFill>
                  <a:prstClr val="black"/>
                </a:solidFill>
                <a:latin typeface="URW Palladio IT" pitchFamily="2" charset="0"/>
              </a:rPr>
              <a:t>Jaladhi</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Läðghi</a:t>
            </a:r>
            <a:r>
              <a:rPr lang="en-US" sz="2400" b="1" dirty="0">
                <a:solidFill>
                  <a:prstClr val="black"/>
                </a:solidFill>
                <a:latin typeface="URW Palladio IT" pitchFamily="2" charset="0"/>
              </a:rPr>
              <a:t> Gaye </a:t>
            </a:r>
            <a:r>
              <a:rPr lang="en-US" sz="2400" b="1" dirty="0" err="1">
                <a:solidFill>
                  <a:prstClr val="black"/>
                </a:solidFill>
                <a:latin typeface="URW Palladio IT" pitchFamily="2" charset="0"/>
              </a:rPr>
              <a:t>Acaraja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Nähéà</a:t>
            </a:r>
            <a:r>
              <a:rPr lang="en-US" sz="2400" b="1" dirty="0">
                <a:solidFill>
                  <a:prstClr val="black"/>
                </a:solidFill>
                <a:latin typeface="URW Palladio IT" pitchFamily="2" charset="0"/>
              </a:rPr>
              <a:t> || - 19</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ಪ್ರಭು</a:t>
            </a:r>
            <a:r>
              <a:rPr lang="en-US" sz="2400" b="1" dirty="0">
                <a:solidFill>
                  <a:prstClr val="black"/>
                </a:solidFill>
                <a:latin typeface="Calibri" pitchFamily="34" charset="0"/>
              </a:rPr>
              <a:t> </a:t>
            </a:r>
            <a:r>
              <a:rPr lang="en-US" sz="2400" b="1" dirty="0" err="1">
                <a:solidFill>
                  <a:prstClr val="black"/>
                </a:solidFill>
                <a:latin typeface="Calibri" pitchFamily="34" charset="0"/>
              </a:rPr>
              <a:t>ಮುದ್ರಿಕಾ</a:t>
            </a:r>
            <a:r>
              <a:rPr lang="en-US" sz="2400" b="1" dirty="0">
                <a:solidFill>
                  <a:prstClr val="black"/>
                </a:solidFill>
                <a:latin typeface="Calibri" pitchFamily="34" charset="0"/>
              </a:rPr>
              <a:t> </a:t>
            </a:r>
            <a:r>
              <a:rPr lang="en-US" sz="2400" b="1" dirty="0" err="1">
                <a:solidFill>
                  <a:prstClr val="black"/>
                </a:solidFill>
                <a:latin typeface="Calibri" pitchFamily="34" charset="0"/>
              </a:rPr>
              <a:t>ಮೇಲಿ</a:t>
            </a:r>
            <a:r>
              <a:rPr lang="en-US" sz="2400" b="1" dirty="0">
                <a:solidFill>
                  <a:prstClr val="black"/>
                </a:solidFill>
                <a:latin typeface="Calibri" pitchFamily="34" charset="0"/>
              </a:rPr>
              <a:t> </a:t>
            </a:r>
            <a:r>
              <a:rPr lang="en-US" sz="2400" b="1" dirty="0" err="1">
                <a:solidFill>
                  <a:prstClr val="black"/>
                </a:solidFill>
                <a:latin typeface="Calibri" pitchFamily="34" charset="0"/>
              </a:rPr>
              <a:t>ಮುಖ</a:t>
            </a:r>
            <a:r>
              <a:rPr lang="en-US" sz="2400" b="1" dirty="0">
                <a:solidFill>
                  <a:prstClr val="black"/>
                </a:solidFill>
                <a:latin typeface="Calibri" pitchFamily="34" charset="0"/>
              </a:rPr>
              <a:t> </a:t>
            </a:r>
            <a:r>
              <a:rPr lang="en-US" sz="2400" b="1" dirty="0" err="1">
                <a:solidFill>
                  <a:prstClr val="black"/>
                </a:solidFill>
                <a:latin typeface="Calibri" pitchFamily="34" charset="0"/>
              </a:rPr>
              <a:t>ಮಾಹೀಂ</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ಜಲಧಿಲಾಂಘಿ</a:t>
            </a:r>
            <a:r>
              <a:rPr lang="en-US" sz="2400" b="1" dirty="0">
                <a:solidFill>
                  <a:prstClr val="black"/>
                </a:solidFill>
                <a:latin typeface="Calibri" pitchFamily="34" charset="0"/>
              </a:rPr>
              <a:t> </a:t>
            </a:r>
            <a:r>
              <a:rPr lang="en-US" sz="2400" b="1" dirty="0" err="1">
                <a:solidFill>
                  <a:prstClr val="black"/>
                </a:solidFill>
                <a:latin typeface="Calibri" pitchFamily="34" charset="0"/>
              </a:rPr>
              <a:t>ಗಯೇ</a:t>
            </a:r>
            <a:r>
              <a:rPr lang="en-US" sz="2400" b="1" dirty="0">
                <a:solidFill>
                  <a:prstClr val="black"/>
                </a:solidFill>
                <a:latin typeface="Calibri" pitchFamily="34" charset="0"/>
              </a:rPr>
              <a:t> </a:t>
            </a:r>
            <a:r>
              <a:rPr lang="en-US" sz="2400" b="1" dirty="0" err="1">
                <a:solidFill>
                  <a:prstClr val="black"/>
                </a:solidFill>
                <a:latin typeface="Calibri" pitchFamily="34" charset="0"/>
              </a:rPr>
              <a:t>ಅಚರಜ</a:t>
            </a:r>
            <a:r>
              <a:rPr lang="en-US" sz="2400" b="1" dirty="0">
                <a:solidFill>
                  <a:prstClr val="black"/>
                </a:solidFill>
                <a:latin typeface="Calibri" pitchFamily="34" charset="0"/>
              </a:rPr>
              <a:t> </a:t>
            </a:r>
            <a:r>
              <a:rPr lang="en-US" sz="2400" b="1" dirty="0" err="1">
                <a:solidFill>
                  <a:prstClr val="black"/>
                </a:solidFill>
                <a:latin typeface="Calibri" pitchFamily="34" charset="0"/>
              </a:rPr>
              <a:t>ನಾಹೀಂ</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೧೯</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Carrying the Lord's ring in his mouth, he went across the ocean. There is no wonder in that.</a:t>
            </a:r>
          </a:p>
          <a:p>
            <a:pPr algn="ctr" defTabSz="685754"/>
            <a:r>
              <a:rPr lang="en-US" sz="3000"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325168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257396" y="85"/>
            <a:ext cx="6857802" cy="4939814"/>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4050" b="1" dirty="0">
                <a:solidFill>
                  <a:prstClr val="black"/>
                </a:solidFill>
                <a:latin typeface="Aparajita" pitchFamily="34" charset="0"/>
              </a:rPr>
              <a:t> </a:t>
            </a:r>
            <a:r>
              <a:rPr lang="en-IN" sz="3000" b="1" dirty="0" err="1">
                <a:solidFill>
                  <a:prstClr val="black"/>
                </a:solidFill>
                <a:latin typeface="Aparajita" pitchFamily="34" charset="0"/>
              </a:rPr>
              <a:t>दुर्गम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a:solidFill>
                  <a:prstClr val="black"/>
                </a:solidFill>
                <a:latin typeface="Aparajita" pitchFamily="34" charset="0"/>
              </a:rPr>
              <a:t> </a:t>
            </a:r>
            <a:r>
              <a:rPr lang="en-IN" sz="3000" b="1" dirty="0" err="1">
                <a:solidFill>
                  <a:prstClr val="black"/>
                </a:solidFill>
                <a:latin typeface="Aparajita" pitchFamily="34" charset="0"/>
              </a:rPr>
              <a:t>सुगम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अनुग्रह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तेते</a:t>
            </a:r>
            <a:r>
              <a:rPr lang="en-IN" sz="3000" b="1" dirty="0">
                <a:solidFill>
                  <a:prstClr val="black"/>
                </a:solidFill>
                <a:latin typeface="Aparajita" pitchFamily="34" charset="0"/>
              </a:rPr>
              <a:t> ॥२०॥</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Aparajita" pitchFamily="34" charset="0"/>
              </a:rPr>
              <a:t>    </a:t>
            </a:r>
            <a:r>
              <a:rPr lang="en-US" sz="2700" b="1" dirty="0" err="1">
                <a:solidFill>
                  <a:prstClr val="black"/>
                </a:solidFill>
                <a:latin typeface="URW Palladio IT" pitchFamily="2" charset="0"/>
              </a:rPr>
              <a:t>Durgama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Jete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Sugama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Anugraha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Tete</a:t>
            </a:r>
            <a:r>
              <a:rPr lang="en-US" sz="2700" b="1" dirty="0">
                <a:solidFill>
                  <a:prstClr val="black"/>
                </a:solidFill>
                <a:latin typeface="URW Palladio IT" pitchFamily="2" charset="0"/>
              </a:rPr>
              <a:t> || - 20</a:t>
            </a:r>
          </a:p>
          <a:p>
            <a:pPr algn="ctr" defTabSz="685754"/>
            <a:endParaRPr lang="en-US" sz="2700" b="1" dirty="0">
              <a:solidFill>
                <a:prstClr val="black"/>
              </a:solidFill>
              <a:latin typeface="URW Palladio IT" pitchFamily="2" charset="0"/>
            </a:endParaRPr>
          </a:p>
          <a:p>
            <a:pPr algn="ctr" defTabSz="685754"/>
            <a:r>
              <a:rPr lang="en-US" sz="2700" b="1" dirty="0">
                <a:solidFill>
                  <a:prstClr val="black"/>
                </a:solidFill>
                <a:latin typeface="URW Palladio IT" pitchFamily="2" charset="0"/>
              </a:rPr>
              <a:t>    </a:t>
            </a:r>
            <a:r>
              <a:rPr lang="en-US" sz="2700" b="1" dirty="0" err="1">
                <a:solidFill>
                  <a:prstClr val="black"/>
                </a:solidFill>
                <a:latin typeface="Calibri" pitchFamily="34" charset="0"/>
              </a:rPr>
              <a:t>ದುರ್ಗಮ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ಜೇತೇ</a:t>
            </a:r>
            <a:r>
              <a:rPr lang="en-US" sz="2700" b="1" dirty="0">
                <a:solidFill>
                  <a:prstClr val="black"/>
                </a:solidFill>
                <a:latin typeface="Calibri" pitchFamily="34" charset="0"/>
              </a:rPr>
              <a:t> ।</a:t>
            </a:r>
          </a:p>
          <a:p>
            <a:pPr algn="ctr" defTabSz="685754"/>
            <a:r>
              <a:rPr lang="en-US" sz="2700" b="1" dirty="0">
                <a:solidFill>
                  <a:prstClr val="black"/>
                </a:solidFill>
                <a:latin typeface="Calibri" pitchFamily="34" charset="0"/>
              </a:rPr>
              <a:t>  </a:t>
            </a:r>
            <a:r>
              <a:rPr lang="en-US" sz="2700" b="1" dirty="0" err="1">
                <a:solidFill>
                  <a:prstClr val="black"/>
                </a:solidFill>
                <a:latin typeface="Calibri" pitchFamily="34" charset="0"/>
              </a:rPr>
              <a:t>ಸುಗಮ</a:t>
            </a:r>
            <a:r>
              <a:rPr lang="en-US" sz="2700" b="1" dirty="0">
                <a:solidFill>
                  <a:prstClr val="black"/>
                </a:solidFill>
                <a:latin typeface="Calibri" pitchFamily="34" charset="0"/>
              </a:rPr>
              <a:t> </a:t>
            </a:r>
            <a:r>
              <a:rPr lang="en-US" sz="2700" b="1" dirty="0" err="1">
                <a:solidFill>
                  <a:prstClr val="black"/>
                </a:solidFill>
                <a:latin typeface="Calibri" pitchFamily="34" charset="0"/>
              </a:rPr>
              <a:t>ಅನುಗ್ರಹ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URW Palladio IT" pitchFamily="2" charset="0"/>
              </a:rPr>
              <a:t>   </a:t>
            </a:r>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all the difficult tasks in the world are rendered easiest by your grace.</a:t>
            </a:r>
          </a:p>
          <a:p>
            <a:pPr algn="ctr" defTabSz="685754"/>
            <a:r>
              <a:rPr lang="en-US" b="1" dirty="0">
                <a:solidFill>
                  <a:prstClr val="black"/>
                </a:solidFill>
                <a:latin typeface="Palatino Linotype" pitchFamily="18" charset="0"/>
              </a:rPr>
              <a:t>		</a:t>
            </a:r>
            <a:endParaRPr lang="en-US" sz="3000" dirty="0">
              <a:solidFill>
                <a:prstClr val="black"/>
              </a:solidFill>
              <a:latin typeface="Calibri" pitchFamily="34" charset="0"/>
            </a:endParaRPr>
          </a:p>
        </p:txBody>
      </p:sp>
    </p:spTree>
    <p:extLst>
      <p:ext uri="{BB962C8B-B14F-4D97-AF65-F5344CB8AC3E}">
        <p14:creationId xmlns:p14="http://schemas.microsoft.com/office/powerpoint/2010/main" val="1615475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371693" y="194143"/>
            <a:ext cx="6457763" cy="5239896"/>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दुआरे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आज्ञा</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पैसारे</a:t>
            </a:r>
            <a:r>
              <a:rPr lang="en-IN" sz="3000" b="1" dirty="0">
                <a:solidFill>
                  <a:prstClr val="black"/>
                </a:solidFill>
                <a:latin typeface="Aparajita" pitchFamily="34" charset="0"/>
              </a:rPr>
              <a:t> ॥२१॥</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Duäre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Hota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Äjïä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Binu</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Paisäre</a:t>
            </a:r>
            <a:r>
              <a:rPr lang="en-US" sz="2700" b="1" dirty="0">
                <a:solidFill>
                  <a:prstClr val="black"/>
                </a:solidFill>
                <a:latin typeface="URW Palladio IT" pitchFamily="2" charset="0"/>
              </a:rPr>
              <a:t> || - 21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ದುವಾರೇ</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ಆಜ್ಞಾ</a:t>
            </a:r>
            <a:r>
              <a:rPr lang="en-US" sz="2700" b="1" dirty="0">
                <a:solidFill>
                  <a:prstClr val="black"/>
                </a:solidFill>
                <a:latin typeface="Calibri" pitchFamily="34" charset="0"/>
              </a:rPr>
              <a:t> </a:t>
            </a:r>
            <a:r>
              <a:rPr lang="en-US" sz="2700" b="1" dirty="0" err="1">
                <a:solidFill>
                  <a:prstClr val="black"/>
                </a:solidFill>
                <a:latin typeface="Calibri" pitchFamily="34" charset="0"/>
              </a:rPr>
              <a:t>ಬಿನು</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೨೧</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sentinel at the door of Ram's mercy mansion or His divine abode. No one may enter without your permission.</a:t>
            </a:r>
          </a:p>
          <a:p>
            <a:pPr algn="ctr" defTabSz="685754"/>
            <a:r>
              <a:rPr lang="en-US" sz="2100" b="1" dirty="0">
                <a:solidFill>
                  <a:prstClr val="black"/>
                </a:solidFill>
                <a:latin typeface="Palatino Linotype" pitchFamily="18"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268690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314544" y="88353"/>
            <a:ext cx="6686357" cy="5078313"/>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सरना</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रच्छक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॥२२॥</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Saba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Lahai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Saranä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Racchaka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Kähü</a:t>
            </a:r>
            <a:r>
              <a:rPr lang="en-US" sz="2700" b="1" dirty="0">
                <a:solidFill>
                  <a:prstClr val="black"/>
                </a:solidFill>
                <a:latin typeface="URW Palladio IT" pitchFamily="2" charset="0"/>
              </a:rPr>
              <a:t> Ko </a:t>
            </a:r>
            <a:r>
              <a:rPr lang="en-US" sz="2700" b="1" dirty="0" err="1">
                <a:solidFill>
                  <a:prstClr val="black"/>
                </a:solidFill>
                <a:latin typeface="URW Palladio IT" pitchFamily="2" charset="0"/>
              </a:rPr>
              <a:t>Òara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a:t>
            </a:r>
            <a:r>
              <a:rPr lang="en-US" sz="2700" b="1" dirty="0">
                <a:solidFill>
                  <a:prstClr val="black"/>
                </a:solidFill>
                <a:latin typeface="URW Palladio IT" pitchFamily="2" charset="0"/>
              </a:rPr>
              <a:t> || - 22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ಲಹೈ</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ಸರನಾ</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a:t>
            </a:r>
            <a:r>
              <a:rPr lang="kn-IN" sz="2700" b="1" dirty="0" err="1">
                <a:solidFill>
                  <a:prstClr val="black"/>
                </a:solidFill>
                <a:latin typeface="Calibri" pitchFamily="34" charset="0"/>
                <a:ea typeface="Tunga" pitchFamily="2"/>
                <a:cs typeface="Tunga" pitchFamily="2"/>
              </a:rPr>
              <a:t>ಚ್ಛ</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ಕಾಹೂ</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ಡರನಾ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೨೨</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By your grace one can enjoy all happiness and one need not have any fear under your protection</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3947604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143100" y="88"/>
            <a:ext cx="6857802" cy="5032147"/>
          </a:xfrm>
          <a:prstGeom prst="rect">
            <a:avLst/>
          </a:prstGeom>
          <a:noFill/>
          <a:ln w="9525">
            <a:noFill/>
            <a:miter lim="800000"/>
            <a:headEnd/>
            <a:tailEnd/>
          </a:ln>
        </p:spPr>
        <p:txBody>
          <a:bodyPr wrap="square">
            <a:spAutoFit/>
          </a:bodyPr>
          <a:lstStyle/>
          <a:p>
            <a:pPr algn="ctr" defTabSz="685754"/>
            <a:endParaRPr lang="en-IN" sz="9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आपन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आपै</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काँपै</a:t>
            </a:r>
            <a:r>
              <a:rPr lang="en-IN" sz="3000" b="1" dirty="0">
                <a:solidFill>
                  <a:prstClr val="black"/>
                </a:solidFill>
                <a:latin typeface="Aparajita" pitchFamily="34" charset="0"/>
              </a:rPr>
              <a:t> ॥२३॥</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Äpana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Teja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Samhäro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Äpai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Ténoà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Loka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Häðka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Teà</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Käðpai</a:t>
            </a:r>
            <a:r>
              <a:rPr lang="en-US" sz="2700" b="1" dirty="0">
                <a:solidFill>
                  <a:prstClr val="black"/>
                </a:solidFill>
                <a:latin typeface="URW Palladio IT" pitchFamily="2" charset="0"/>
              </a:rPr>
              <a:t> || - 23</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ಆಪನ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ಆಪೈ</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ತೀನೋ</a:t>
            </a:r>
            <a:r>
              <a:rPr lang="en-US" sz="2700" b="1" dirty="0">
                <a:solidFill>
                  <a:prstClr val="black"/>
                </a:solidFill>
                <a:latin typeface="Calibri" pitchFamily="34" charset="0"/>
              </a:rPr>
              <a:t> </a:t>
            </a:r>
            <a:r>
              <a:rPr lang="en-US" sz="2700" b="1" dirty="0" err="1">
                <a:solidFill>
                  <a:prstClr val="black"/>
                </a:solidFill>
                <a:latin typeface="Calibri" pitchFamily="34" charset="0"/>
              </a:rPr>
              <a:t>ಲೋಕ</a:t>
            </a:r>
            <a:r>
              <a:rPr lang="en-US" sz="2700" b="1" dirty="0">
                <a:solidFill>
                  <a:prstClr val="black"/>
                </a:solidFill>
                <a:latin typeface="Calibri" pitchFamily="34" charset="0"/>
              </a:rPr>
              <a:t> </a:t>
            </a:r>
            <a:r>
              <a:rPr lang="en-US" sz="2700" b="1" dirty="0" err="1">
                <a:solidFill>
                  <a:prstClr val="black"/>
                </a:solidFill>
                <a:latin typeface="Calibri" pitchFamily="34" charset="0"/>
              </a:rPr>
              <a:t>ಹಾಂಕ</a:t>
            </a:r>
            <a:r>
              <a:rPr lang="en-US" sz="2700" b="1" dirty="0">
                <a:solidFill>
                  <a:prstClr val="black"/>
                </a:solidFill>
                <a:latin typeface="Calibri" pitchFamily="34" charset="0"/>
              </a:rPr>
              <a:t> </a:t>
            </a:r>
            <a:r>
              <a:rPr lang="en-US" sz="2700" b="1" dirty="0" err="1">
                <a:solidFill>
                  <a:prstClr val="black"/>
                </a:solidFill>
                <a:latin typeface="Calibri" pitchFamily="34" charset="0"/>
              </a:rPr>
              <a:t>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When you roar all the three worlds tremble and only you can control your might.</a:t>
            </a:r>
          </a:p>
          <a:p>
            <a:pPr algn="ctr" defTabSz="685754"/>
            <a:r>
              <a:rPr lang="en-US" sz="2400" b="1" dirty="0">
                <a:solidFill>
                  <a:prstClr val="black"/>
                </a:solidFill>
                <a:latin typeface="Palatino Linotype" pitchFamily="18" charset="0"/>
              </a:rPr>
              <a:t>		</a:t>
            </a:r>
          </a:p>
        </p:txBody>
      </p:sp>
    </p:spTree>
    <p:extLst>
      <p:ext uri="{BB962C8B-B14F-4D97-AF65-F5344CB8AC3E}">
        <p14:creationId xmlns:p14="http://schemas.microsoft.com/office/powerpoint/2010/main" val="3168615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371692" y="85"/>
            <a:ext cx="6629208" cy="5470728"/>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भूत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पिसाच</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आवै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महाबीर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सुनावै</a:t>
            </a:r>
            <a:r>
              <a:rPr lang="en-IN" sz="3000" b="1" dirty="0">
                <a:solidFill>
                  <a:prstClr val="black"/>
                </a:solidFill>
                <a:latin typeface="Aparajita" pitchFamily="34" charset="0"/>
              </a:rPr>
              <a:t> ॥२४॥</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Bhüta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Pisäca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Nahim</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Mahäbéra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Sunävai</a:t>
            </a:r>
            <a:r>
              <a:rPr lang="en-US" sz="2700" b="1" dirty="0">
                <a:solidFill>
                  <a:prstClr val="black"/>
                </a:solidFill>
                <a:latin typeface="URW Palladio IT" pitchFamily="2" charset="0"/>
              </a:rPr>
              <a:t> || - 24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ಭೂತ</a:t>
            </a:r>
            <a:r>
              <a:rPr lang="en-US" sz="2700" b="1" dirty="0">
                <a:solidFill>
                  <a:prstClr val="black"/>
                </a:solidFill>
                <a:latin typeface="Calibri" pitchFamily="34" charset="0"/>
              </a:rPr>
              <a:t> </a:t>
            </a:r>
            <a:r>
              <a:rPr lang="en-US" sz="2700" b="1" dirty="0" err="1">
                <a:solidFill>
                  <a:prstClr val="black"/>
                </a:solidFill>
                <a:latin typeface="Calibri" pitchFamily="34" charset="0"/>
              </a:rPr>
              <a:t>ಪಿಸಾಚ</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ನಹಿ</a:t>
            </a:r>
            <a:r>
              <a:rPr lang="en-US" sz="2700" b="1" dirty="0">
                <a:solidFill>
                  <a:prstClr val="black"/>
                </a:solidFill>
                <a:latin typeface="Calibri" pitchFamily="34" charset="0"/>
              </a:rPr>
              <a:t> </a:t>
            </a:r>
            <a:r>
              <a:rPr lang="en-US" sz="2700" b="1" dirty="0" err="1">
                <a:solidFill>
                  <a:prstClr val="black"/>
                </a:solidFill>
                <a:latin typeface="Calibri" pitchFamily="34" charset="0"/>
              </a:rPr>
              <a:t>ಆವೈ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ಮಹಾ</a:t>
            </a:r>
            <a:r>
              <a:rPr lang="kn-IN" sz="2700" b="1" dirty="0">
                <a:solidFill>
                  <a:prstClr val="black"/>
                </a:solidFill>
                <a:latin typeface="Calibri" pitchFamily="34" charset="0"/>
                <a:ea typeface="Tunga" pitchFamily="2"/>
                <a:cs typeface="Tunga" pitchFamily="2"/>
              </a:rPr>
              <a:t>ಬೀ</a:t>
            </a:r>
            <a:r>
              <a:rPr lang="en-US" sz="2700" b="1" dirty="0" err="1">
                <a:solidFill>
                  <a:prstClr val="black"/>
                </a:solidFill>
                <a:latin typeface="Calibri" pitchFamily="34" charset="0"/>
              </a:rPr>
              <a:t>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ಜಬ</a:t>
            </a:r>
            <a:r>
              <a:rPr lang="en-US" sz="2700" b="1" dirty="0">
                <a:solidFill>
                  <a:prstClr val="black"/>
                </a:solidFill>
                <a:latin typeface="Calibri" pitchFamily="34" charset="0"/>
              </a:rPr>
              <a:t> </a:t>
            </a:r>
            <a:r>
              <a:rPr lang="en-US" sz="2700" b="1" dirty="0" err="1">
                <a:solidFill>
                  <a:prstClr val="black"/>
                </a:solidFill>
                <a:latin typeface="Calibri" pitchFamily="34" charset="0"/>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ಸುನಾವೈ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೨೪</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Great Brave on.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name keeps all the Ghosts, Demons &amp; evils spirits away from his devotees.</a:t>
            </a:r>
          </a:p>
          <a:p>
            <a:pPr algn="ctr" defTabSz="685754"/>
            <a:r>
              <a:rPr lang="en-US" sz="2700" b="1" dirty="0">
                <a:solidFill>
                  <a:prstClr val="black"/>
                </a:solidFill>
                <a:latin typeface="Palatino Linotype" pitchFamily="18" charset="0"/>
              </a:rPr>
              <a:t>		</a:t>
            </a:r>
            <a:br>
              <a:rPr lang="en-US" sz="2100" b="1" dirty="0">
                <a:solidFill>
                  <a:prstClr val="black"/>
                </a:solidFill>
                <a:latin typeface="Palatino Linotype" pitchFamily="18" charset="0"/>
              </a:rPr>
            </a:br>
            <a:endParaRPr lang="en-US" sz="2100" b="1" dirty="0">
              <a:solidFill>
                <a:prstClr val="black"/>
              </a:solidFill>
              <a:latin typeface="Palatino Linotype" pitchFamily="18" charset="0"/>
            </a:endParaRPr>
          </a:p>
        </p:txBody>
      </p:sp>
    </p:spTree>
    <p:extLst>
      <p:ext uri="{BB962C8B-B14F-4D97-AF65-F5344CB8AC3E}">
        <p14:creationId xmlns:p14="http://schemas.microsoft.com/office/powerpoint/2010/main" val="1557858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53251" name="Rectangle 1"/>
          <p:cNvSpPr>
            <a:spLocks noChangeArrowheads="1"/>
          </p:cNvSpPr>
          <p:nvPr/>
        </p:nvSpPr>
        <p:spPr bwMode="auto">
          <a:xfrm>
            <a:off x="1182390" y="3555190"/>
            <a:ext cx="6857802" cy="1985159"/>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b="1" dirty="0">
                <a:solidFill>
                  <a:srgbClr val="000000"/>
                </a:solidFill>
                <a:latin typeface="Calibri"/>
              </a:rPr>
              <a:t>ರಾಮ ಲಕ್ಷ್ಮಣ </a:t>
            </a:r>
            <a:r>
              <a:rPr lang="kn-IN" b="1" dirty="0" err="1">
                <a:solidFill>
                  <a:srgbClr val="000000"/>
                </a:solidFill>
                <a:latin typeface="Calibri"/>
              </a:rPr>
              <a:t>ಜಾನಕೀ</a:t>
            </a:r>
            <a:endParaRPr lang="kn-IN" b="1" dirty="0">
              <a:solidFill>
                <a:srgbClr val="000000"/>
              </a:solidFill>
              <a:latin typeface="Calibri"/>
            </a:endParaRPr>
          </a:p>
          <a:p>
            <a:pPr algn="ctr" defTabSz="685754"/>
            <a:r>
              <a:rPr lang="kn-IN" b="1" dirty="0">
                <a:solidFill>
                  <a:srgbClr val="000000"/>
                </a:solidFill>
                <a:latin typeface="Calibri"/>
              </a:rPr>
              <a:t>ಜೈ </a:t>
            </a:r>
            <a:r>
              <a:rPr lang="kn-IN" b="1" dirty="0" err="1">
                <a:solidFill>
                  <a:srgbClr val="000000"/>
                </a:solidFill>
                <a:latin typeface="Calibri"/>
              </a:rPr>
              <a:t>ಬೋಲೋ</a:t>
            </a:r>
            <a:r>
              <a:rPr lang="kn-IN" b="1" dirty="0">
                <a:solidFill>
                  <a:srgbClr val="000000"/>
                </a:solidFill>
                <a:latin typeface="Calibri"/>
              </a:rPr>
              <a:t> </a:t>
            </a:r>
            <a:r>
              <a:rPr lang="kn-IN" b="1" dirty="0" err="1">
                <a:solidFill>
                  <a:srgbClr val="000000"/>
                </a:solidFill>
                <a:latin typeface="Calibri"/>
              </a:rPr>
              <a:t>ಹನುಮಾನ್</a:t>
            </a:r>
            <a:r>
              <a:rPr lang="kn-IN" b="1" dirty="0">
                <a:solidFill>
                  <a:srgbClr val="000000"/>
                </a:solidFill>
                <a:latin typeface="Calibri"/>
              </a:rPr>
              <a:t> ಕೀ</a:t>
            </a:r>
            <a:endParaRPr lang="en-CA" b="1" dirty="0">
              <a:solidFill>
                <a:srgbClr val="000000"/>
              </a:solidFill>
              <a:latin typeface="Calibri"/>
            </a:endParaRPr>
          </a:p>
          <a:p>
            <a:pPr defTabSz="685754"/>
            <a:endParaRPr lang="en-IN" sz="2100"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132383" y="13182"/>
            <a:ext cx="6868517" cy="3890851"/>
          </a:xfrm>
          <a:prstGeom prst="rect">
            <a:avLst/>
          </a:prstGeom>
          <a:noFill/>
          <a:ln w="9525">
            <a:noFill/>
            <a:miter lim="800000"/>
            <a:headEnd/>
            <a:tailEnd/>
          </a:ln>
        </p:spPr>
      </p:pic>
    </p:spTree>
    <p:extLst>
      <p:ext uri="{BB962C8B-B14F-4D97-AF65-F5344CB8AC3E}">
        <p14:creationId xmlns:p14="http://schemas.microsoft.com/office/powerpoint/2010/main" val="12303981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314545" y="228681"/>
            <a:ext cx="6629208" cy="4524315"/>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नासै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निरन्तर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॥२५॥</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Näsai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Roga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Japata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Nirantara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Bérä</a:t>
            </a:r>
            <a:r>
              <a:rPr lang="en-US" sz="2700" b="1" dirty="0">
                <a:solidFill>
                  <a:prstClr val="black"/>
                </a:solidFill>
                <a:latin typeface="URW Palladio IT" pitchFamily="2" charset="0"/>
              </a:rPr>
              <a:t> || - 25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ನಾಸೈ</a:t>
            </a:r>
            <a:r>
              <a:rPr lang="en-US" sz="2700" b="1" dirty="0">
                <a:solidFill>
                  <a:prstClr val="black"/>
                </a:solidFill>
                <a:latin typeface="Calibri" pitchFamily="34" charset="0"/>
              </a:rPr>
              <a:t> </a:t>
            </a:r>
            <a:r>
              <a:rPr lang="en-US" sz="2700" b="1" dirty="0" err="1">
                <a:solidFill>
                  <a:prstClr val="black"/>
                </a:solidFill>
                <a:latin typeface="Calibri" pitchFamily="34" charset="0"/>
              </a:rPr>
              <a:t>ರೋಗ</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ನಿರಂತರ</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೨೫</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sz="1200" b="1" dirty="0">
                <a:solidFill>
                  <a:prstClr val="black"/>
                </a:solidFill>
                <a:latin typeface="URW Palladio IT" pitchFamily="2" charset="0"/>
              </a:rPr>
              <a:t>  </a:t>
            </a:r>
            <a:r>
              <a:rPr lang="en-US" b="1" dirty="0">
                <a:solidFill>
                  <a:prstClr val="black"/>
                </a:solidFill>
                <a:latin typeface="Palatino Linotype" pitchFamily="18" charset="0"/>
              </a:rPr>
              <a:t>On reciting </a:t>
            </a:r>
            <a:r>
              <a:rPr lang="en-US" b="1" dirty="0" err="1">
                <a:solidFill>
                  <a:prstClr val="black"/>
                </a:solidFill>
                <a:latin typeface="Palatino Linotype" pitchFamily="18" charset="0"/>
              </a:rPr>
              <a:t>Hanumanji's</a:t>
            </a:r>
            <a:r>
              <a:rPr lang="en-US" b="1" dirty="0">
                <a:solidFill>
                  <a:prstClr val="black"/>
                </a:solidFill>
                <a:latin typeface="Palatino Linotype" pitchFamily="18" charset="0"/>
              </a:rPr>
              <a:t> holy name regularly all the  </a:t>
            </a:r>
          </a:p>
          <a:p>
            <a:pPr algn="ctr" defTabSz="685754"/>
            <a:r>
              <a:rPr lang="en-US" b="1" dirty="0">
                <a:solidFill>
                  <a:prstClr val="black"/>
                </a:solidFill>
                <a:latin typeface="Palatino Linotype" pitchFamily="18" charset="0"/>
              </a:rPr>
              <a:t> maladies perish the entire pain disappears</a:t>
            </a:r>
            <a:r>
              <a:rPr lang="en-US" b="1" dirty="0">
                <a:solidFill>
                  <a:prstClr val="black"/>
                </a:solidFill>
                <a:latin typeface="Calibri" pitchFamily="34" charset="0"/>
              </a:rPr>
              <a:t>.</a:t>
            </a:r>
          </a:p>
        </p:txBody>
      </p:sp>
    </p:spTree>
    <p:extLst>
      <p:ext uri="{BB962C8B-B14F-4D97-AF65-F5344CB8AC3E}">
        <p14:creationId xmlns:p14="http://schemas.microsoft.com/office/powerpoint/2010/main" val="37047986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143100" y="75"/>
            <a:ext cx="6857802" cy="514756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छुड़ावै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बचन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॥२६॥</a:t>
            </a:r>
          </a:p>
          <a:p>
            <a:pPr algn="ctr" defTabSz="685754"/>
            <a:endParaRPr lang="en-IN" sz="3000" b="1" dirty="0">
              <a:solidFill>
                <a:prstClr val="black"/>
              </a:solidFill>
              <a:latin typeface="Aparajita" pitchFamily="34" charset="0"/>
            </a:endParaRPr>
          </a:p>
          <a:p>
            <a:pPr algn="ctr" defTabSz="685754"/>
            <a:r>
              <a:rPr lang="en-US" sz="2400" b="1" dirty="0" err="1">
                <a:solidFill>
                  <a:prstClr val="black"/>
                </a:solidFill>
                <a:latin typeface="URW Palladio IT" pitchFamily="2" charset="0"/>
              </a:rPr>
              <a:t>Saìkaöa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Teà</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Hanumäna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Chuåävai</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Mana Krama </a:t>
            </a:r>
            <a:r>
              <a:rPr lang="en-US" sz="2400" b="1" dirty="0" err="1">
                <a:solidFill>
                  <a:prstClr val="black"/>
                </a:solidFill>
                <a:latin typeface="URW Palladio IT" pitchFamily="2" charset="0"/>
              </a:rPr>
              <a:t>Bacana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Dhyäna</a:t>
            </a:r>
            <a:r>
              <a:rPr lang="en-US" sz="2400" b="1" dirty="0">
                <a:solidFill>
                  <a:prstClr val="black"/>
                </a:solidFill>
                <a:latin typeface="URW Palladio IT" pitchFamily="2" charset="0"/>
              </a:rPr>
              <a:t> Jo </a:t>
            </a:r>
            <a:r>
              <a:rPr lang="en-US" sz="2400" b="1" dirty="0" err="1">
                <a:solidFill>
                  <a:prstClr val="black"/>
                </a:solidFill>
                <a:latin typeface="URW Palladio IT" pitchFamily="2" charset="0"/>
              </a:rPr>
              <a:t>Lävai</a:t>
            </a:r>
            <a:r>
              <a:rPr lang="en-US" sz="2400" b="1" dirty="0">
                <a:solidFill>
                  <a:prstClr val="black"/>
                </a:solidFill>
                <a:latin typeface="URW Palladio IT" pitchFamily="2" charset="0"/>
              </a:rPr>
              <a:t> || - 26</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ಸಂಕಟ</a:t>
            </a:r>
            <a:r>
              <a:rPr lang="en-US" sz="2400" b="1" dirty="0">
                <a:solidFill>
                  <a:prstClr val="black"/>
                </a:solidFill>
                <a:latin typeface="Calibri" pitchFamily="34" charset="0"/>
              </a:rPr>
              <a:t> </a:t>
            </a:r>
            <a:r>
              <a:rPr lang="en-US" sz="2400" b="1" dirty="0" err="1">
                <a:solidFill>
                  <a:prstClr val="black"/>
                </a:solidFill>
                <a:latin typeface="Calibri" pitchFamily="34" charset="0"/>
              </a:rPr>
              <a:t>ತೇ</a:t>
            </a:r>
            <a:r>
              <a:rPr lang="en-US" sz="2400" b="1" dirty="0">
                <a:solidFill>
                  <a:prstClr val="black"/>
                </a:solidFill>
                <a:latin typeface="Calibri" pitchFamily="34" charset="0"/>
              </a:rPr>
              <a:t> </a:t>
            </a:r>
            <a:r>
              <a:rPr lang="en-US" sz="2400" b="1" dirty="0" err="1">
                <a:solidFill>
                  <a:prstClr val="black"/>
                </a:solidFill>
                <a:latin typeface="Calibri" pitchFamily="34" charset="0"/>
              </a:rPr>
              <a:t>ಹನುಮಾನ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ಛುಡಾವೈ</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ಮನ</a:t>
            </a:r>
            <a:r>
              <a:rPr lang="en-US" sz="2400" b="1" dirty="0">
                <a:solidFill>
                  <a:prstClr val="black"/>
                </a:solidFill>
                <a:latin typeface="Calibri" pitchFamily="34" charset="0"/>
              </a:rPr>
              <a:t> </a:t>
            </a:r>
            <a:r>
              <a:rPr lang="en-US" sz="2400" b="1" dirty="0" err="1">
                <a:solidFill>
                  <a:prstClr val="black"/>
                </a:solidFill>
                <a:latin typeface="Calibri" pitchFamily="34" charset="0"/>
              </a:rPr>
              <a:t>ಕ್ರಮ</a:t>
            </a:r>
            <a:r>
              <a:rPr lang="en-US" sz="2400" b="1" dirty="0">
                <a:solidFill>
                  <a:prstClr val="black"/>
                </a:solidFill>
                <a:latin typeface="Calibri" pitchFamily="34" charset="0"/>
              </a:rPr>
              <a:t> </a:t>
            </a:r>
            <a:r>
              <a:rPr lang="en-US" sz="2400" b="1" dirty="0" err="1">
                <a:solidFill>
                  <a:prstClr val="black"/>
                </a:solidFill>
                <a:latin typeface="Calibri" pitchFamily="34" charset="0"/>
              </a:rPr>
              <a:t>ಬಚನ</a:t>
            </a:r>
            <a:r>
              <a:rPr lang="en-US" sz="2400" b="1" dirty="0">
                <a:solidFill>
                  <a:prstClr val="black"/>
                </a:solidFill>
                <a:latin typeface="Calibri" pitchFamily="34" charset="0"/>
              </a:rPr>
              <a:t> </a:t>
            </a:r>
            <a:r>
              <a:rPr lang="en-US" sz="2400" b="1" dirty="0" err="1">
                <a:solidFill>
                  <a:prstClr val="black"/>
                </a:solidFill>
                <a:latin typeface="Calibri" pitchFamily="34" charset="0"/>
              </a:rPr>
              <a:t>ಧ್ಯಾನ</a:t>
            </a:r>
            <a:r>
              <a:rPr lang="en-US" sz="2400" b="1" dirty="0">
                <a:solidFill>
                  <a:prstClr val="black"/>
                </a:solidFill>
                <a:latin typeface="Calibri" pitchFamily="34" charset="0"/>
              </a:rPr>
              <a:t> </a:t>
            </a:r>
            <a:r>
              <a:rPr lang="en-US" sz="2400" b="1" dirty="0" err="1">
                <a:solidFill>
                  <a:prstClr val="black"/>
                </a:solidFill>
                <a:latin typeface="Calibri" pitchFamily="34" charset="0"/>
              </a:rPr>
              <a:t>ಜೋ</a:t>
            </a:r>
            <a:r>
              <a:rPr lang="en-US" sz="2400" b="1" dirty="0">
                <a:solidFill>
                  <a:prstClr val="black"/>
                </a:solidFill>
                <a:latin typeface="Calibri" pitchFamily="34" charset="0"/>
              </a:rPr>
              <a:t> </a:t>
            </a:r>
            <a:r>
              <a:rPr lang="en-US" sz="2400" b="1" dirty="0" err="1">
                <a:solidFill>
                  <a:prstClr val="black"/>
                </a:solidFill>
                <a:latin typeface="Calibri" pitchFamily="34" charset="0"/>
              </a:rPr>
              <a:t>ಲಾವೈ</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೨೬</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Those who remember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in thought, word and deed are well guarded against their odds in life</a:t>
            </a:r>
            <a:r>
              <a:rPr lang="en-US" b="1" dirty="0">
                <a:solidFill>
                  <a:prstClr val="black"/>
                </a:solidFill>
                <a:latin typeface="Calibri" pitchFamily="34" charset="0"/>
              </a:rPr>
              <a:t>.</a:t>
            </a:r>
          </a:p>
          <a:p>
            <a:pPr algn="ctr" defTabSz="685754"/>
            <a:r>
              <a:rPr lang="en-IN" sz="2100" b="1" dirty="0">
                <a:solidFill>
                  <a:srgbClr val="00B050"/>
                </a:solidFill>
                <a:latin typeface="Sanskrit 99" pitchFamily="2" charset="0"/>
              </a:rPr>
              <a:t>		</a:t>
            </a:r>
            <a:br>
              <a:rPr lang="en-US" sz="2100" dirty="0">
                <a:solidFill>
                  <a:prstClr val="black"/>
                </a:solidFill>
                <a:latin typeface="Calibri" pitchFamily="34" charset="0"/>
              </a:rPr>
            </a:br>
            <a:endParaRPr lang="en-US" sz="2100" dirty="0">
              <a:solidFill>
                <a:prstClr val="black"/>
              </a:solidFill>
              <a:latin typeface="Calibri" pitchFamily="34" charset="0"/>
            </a:endParaRPr>
          </a:p>
        </p:txBody>
      </p:sp>
    </p:spTree>
    <p:extLst>
      <p:ext uri="{BB962C8B-B14F-4D97-AF65-F5344CB8AC3E}">
        <p14:creationId xmlns:p14="http://schemas.microsoft.com/office/powerpoint/2010/main" val="955476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200248" y="57230"/>
            <a:ext cx="6857802" cy="5055230"/>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तपस्वी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राजा</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तिन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साजा</a:t>
            </a:r>
            <a:r>
              <a:rPr lang="en-IN" sz="3000" b="1" dirty="0">
                <a:solidFill>
                  <a:prstClr val="black"/>
                </a:solidFill>
                <a:latin typeface="Aparajita" pitchFamily="34" charset="0"/>
              </a:rPr>
              <a:t> ॥२७॥</a:t>
            </a:r>
          </a:p>
          <a:p>
            <a:pPr algn="ctr" defTabSz="685754"/>
            <a:endParaRPr lang="en-US" sz="2700" b="1" dirty="0">
              <a:solidFill>
                <a:prstClr val="black"/>
              </a:solidFill>
              <a:latin typeface="URW Palladio IT" pitchFamily="2" charset="0"/>
            </a:endParaRPr>
          </a:p>
          <a:p>
            <a:pPr algn="ctr" defTabSz="685754"/>
            <a:r>
              <a:rPr lang="en-US" sz="2400" b="1" dirty="0">
                <a:solidFill>
                  <a:prstClr val="black"/>
                </a:solidFill>
                <a:latin typeface="URW Palladio IT" pitchFamily="2" charset="0"/>
              </a:rPr>
              <a:t>Saba Para </a:t>
            </a:r>
            <a:r>
              <a:rPr lang="en-US" sz="2400" b="1" dirty="0" err="1">
                <a:solidFill>
                  <a:prstClr val="black"/>
                </a:solidFill>
                <a:latin typeface="URW Palladio IT" pitchFamily="2" charset="0"/>
              </a:rPr>
              <a:t>Räma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Tapasvé</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Räjä</a:t>
            </a:r>
            <a:r>
              <a:rPr lang="en-US" sz="2400" b="1" dirty="0">
                <a:solidFill>
                  <a:prstClr val="black"/>
                </a:solidFill>
                <a:latin typeface="URW Palladio IT" pitchFamily="2" charset="0"/>
              </a:rPr>
              <a:t> | </a:t>
            </a:r>
          </a:p>
          <a:p>
            <a:pPr algn="ctr" defTabSz="685754"/>
            <a:r>
              <a:rPr lang="en-US" sz="2400" b="1" dirty="0">
                <a:solidFill>
                  <a:prstClr val="black"/>
                </a:solidFill>
                <a:latin typeface="URW Palladio IT" pitchFamily="2" charset="0"/>
              </a:rPr>
              <a:t>Tina </a:t>
            </a:r>
            <a:r>
              <a:rPr lang="en-US" sz="2400" b="1" dirty="0" err="1">
                <a:solidFill>
                  <a:prstClr val="black"/>
                </a:solidFill>
                <a:latin typeface="URW Palladio IT" pitchFamily="2" charset="0"/>
              </a:rPr>
              <a:t>Ke</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Käja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Sakala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Tuma</a:t>
            </a:r>
            <a:r>
              <a:rPr lang="en-US" sz="2400" b="1" dirty="0">
                <a:solidFill>
                  <a:prstClr val="black"/>
                </a:solidFill>
                <a:latin typeface="URW Palladio IT" pitchFamily="2" charset="0"/>
              </a:rPr>
              <a:t> </a:t>
            </a:r>
            <a:r>
              <a:rPr lang="en-US" sz="2400" b="1" dirty="0" err="1">
                <a:solidFill>
                  <a:prstClr val="black"/>
                </a:solidFill>
                <a:latin typeface="URW Palladio IT" pitchFamily="2" charset="0"/>
              </a:rPr>
              <a:t>Säjä</a:t>
            </a:r>
            <a:r>
              <a:rPr lang="en-US" sz="2400" b="1" dirty="0">
                <a:solidFill>
                  <a:prstClr val="black"/>
                </a:solidFill>
                <a:latin typeface="URW Palladio IT" pitchFamily="2" charset="0"/>
              </a:rPr>
              <a:t> || - 27</a:t>
            </a:r>
          </a:p>
          <a:p>
            <a:pPr algn="ctr" defTabSz="685754"/>
            <a:endParaRPr lang="en-US" sz="2400" b="1" dirty="0">
              <a:solidFill>
                <a:prstClr val="black"/>
              </a:solidFill>
              <a:latin typeface="URW Palladio IT" pitchFamily="2" charset="0"/>
            </a:endParaRPr>
          </a:p>
          <a:p>
            <a:pPr algn="ctr" defTabSz="685754"/>
            <a:r>
              <a:rPr lang="en-US" sz="2400" b="1" dirty="0" err="1">
                <a:solidFill>
                  <a:prstClr val="black"/>
                </a:solidFill>
                <a:latin typeface="Calibri" pitchFamily="34" charset="0"/>
              </a:rPr>
              <a:t>ಸಬ</a:t>
            </a:r>
            <a:r>
              <a:rPr lang="en-US" sz="2400" b="1" dirty="0">
                <a:solidFill>
                  <a:prstClr val="black"/>
                </a:solidFill>
                <a:latin typeface="Calibri" pitchFamily="34" charset="0"/>
              </a:rPr>
              <a:t> </a:t>
            </a:r>
            <a:r>
              <a:rPr lang="en-US" sz="2400" b="1" dirty="0" err="1">
                <a:solidFill>
                  <a:prstClr val="black"/>
                </a:solidFill>
                <a:latin typeface="Calibri" pitchFamily="34" charset="0"/>
              </a:rPr>
              <a:t>ಪರ</a:t>
            </a:r>
            <a:r>
              <a:rPr lang="en-US" sz="2400" b="1" dirty="0">
                <a:solidFill>
                  <a:prstClr val="black"/>
                </a:solidFill>
                <a:latin typeface="Calibri" pitchFamily="34" charset="0"/>
              </a:rPr>
              <a:t> </a:t>
            </a:r>
            <a:r>
              <a:rPr lang="en-US" sz="2400" b="1" dirty="0" err="1">
                <a:solidFill>
                  <a:prstClr val="black"/>
                </a:solidFill>
                <a:latin typeface="Calibri" pitchFamily="34" charset="0"/>
              </a:rPr>
              <a:t>ರಾಮ</a:t>
            </a:r>
            <a:r>
              <a:rPr lang="en-US" sz="2400" b="1" dirty="0">
                <a:solidFill>
                  <a:prstClr val="black"/>
                </a:solidFill>
                <a:latin typeface="Calibri" pitchFamily="34" charset="0"/>
              </a:rPr>
              <a:t> </a:t>
            </a:r>
            <a:r>
              <a:rPr lang="kn-IN" sz="2400" b="1" dirty="0" err="1">
                <a:solidFill>
                  <a:prstClr val="black"/>
                </a:solidFill>
                <a:latin typeface="Calibri" pitchFamily="34" charset="0"/>
                <a:ea typeface="Tunga" pitchFamily="2"/>
                <a:cs typeface="Tunga" pitchFamily="2"/>
              </a:rPr>
              <a:t>ತಪಸ್ವೀ</a:t>
            </a:r>
            <a:r>
              <a:rPr lang="kn-IN" sz="2400" b="1" dirty="0">
                <a:solidFill>
                  <a:prstClr val="black"/>
                </a:solidFill>
                <a:latin typeface="Calibri" pitchFamily="34" charset="0"/>
                <a:ea typeface="Tunga" pitchFamily="2"/>
                <a:cs typeface="Tunga" pitchFamily="2"/>
              </a:rPr>
              <a:t> </a:t>
            </a:r>
            <a:r>
              <a:rPr lang="en-US" sz="2400" b="1" dirty="0" err="1">
                <a:solidFill>
                  <a:prstClr val="black"/>
                </a:solidFill>
                <a:latin typeface="Calibri" pitchFamily="34" charset="0"/>
              </a:rPr>
              <a:t>ರಾಜಾ</a:t>
            </a:r>
            <a:r>
              <a:rPr lang="en-US" sz="2400" b="1" dirty="0">
                <a:solidFill>
                  <a:prstClr val="black"/>
                </a:solidFill>
                <a:latin typeface="Calibri" pitchFamily="34" charset="0"/>
              </a:rPr>
              <a:t> ।</a:t>
            </a:r>
          </a:p>
          <a:p>
            <a:pPr algn="ctr" defTabSz="685754"/>
            <a:r>
              <a:rPr lang="en-US" sz="2400" b="1" dirty="0" err="1">
                <a:solidFill>
                  <a:prstClr val="black"/>
                </a:solidFill>
                <a:latin typeface="Calibri" pitchFamily="34" charset="0"/>
              </a:rPr>
              <a:t>ತಿನಕೇ</a:t>
            </a:r>
            <a:r>
              <a:rPr lang="en-US" sz="2400" b="1" dirty="0">
                <a:solidFill>
                  <a:prstClr val="black"/>
                </a:solidFill>
                <a:latin typeface="Calibri" pitchFamily="34" charset="0"/>
              </a:rPr>
              <a:t> </a:t>
            </a:r>
            <a:r>
              <a:rPr lang="en-US" sz="2400" b="1" dirty="0" err="1">
                <a:solidFill>
                  <a:prstClr val="black"/>
                </a:solidFill>
                <a:latin typeface="Calibri" pitchFamily="34" charset="0"/>
              </a:rPr>
              <a:t>ಕಾಜ</a:t>
            </a:r>
            <a:r>
              <a:rPr lang="en-US" sz="2400" b="1" dirty="0">
                <a:solidFill>
                  <a:prstClr val="black"/>
                </a:solidFill>
                <a:latin typeface="Calibri" pitchFamily="34" charset="0"/>
              </a:rPr>
              <a:t> </a:t>
            </a:r>
            <a:r>
              <a:rPr lang="en-US" sz="2400" b="1" dirty="0" err="1">
                <a:solidFill>
                  <a:prstClr val="black"/>
                </a:solidFill>
                <a:latin typeface="Calibri" pitchFamily="34" charset="0"/>
              </a:rPr>
              <a:t>ಸಕಲ</a:t>
            </a:r>
            <a:r>
              <a:rPr lang="en-US" sz="2400" b="1" dirty="0">
                <a:solidFill>
                  <a:prstClr val="black"/>
                </a:solidFill>
                <a:latin typeface="Calibri" pitchFamily="34" charset="0"/>
              </a:rPr>
              <a:t> </a:t>
            </a:r>
            <a:r>
              <a:rPr lang="en-US" sz="2400" b="1" dirty="0" err="1">
                <a:solidFill>
                  <a:prstClr val="black"/>
                </a:solidFill>
                <a:latin typeface="Calibri" pitchFamily="34" charset="0"/>
              </a:rPr>
              <a:t>ತುಮ</a:t>
            </a:r>
            <a:r>
              <a:rPr lang="en-US" sz="2400" b="1" dirty="0">
                <a:solidFill>
                  <a:prstClr val="black"/>
                </a:solidFill>
                <a:latin typeface="Calibri" pitchFamily="34" charset="0"/>
              </a:rPr>
              <a:t> </a:t>
            </a:r>
            <a:r>
              <a:rPr lang="en-US" sz="2400" b="1" dirty="0" err="1">
                <a:solidFill>
                  <a:prstClr val="black"/>
                </a:solidFill>
                <a:latin typeface="Calibri" pitchFamily="34" charset="0"/>
              </a:rPr>
              <a:t>ಸಾಜಾ</a:t>
            </a:r>
            <a:r>
              <a:rPr lang="en-US" sz="2400" b="1" dirty="0">
                <a:solidFill>
                  <a:prstClr val="black"/>
                </a:solidFill>
                <a:latin typeface="Calibri" pitchFamily="34" charset="0"/>
              </a:rPr>
              <a:t> ॥</a:t>
            </a:r>
            <a:r>
              <a:rPr lang="kn-IN" sz="2400" b="1" dirty="0">
                <a:solidFill>
                  <a:prstClr val="black"/>
                </a:solidFill>
                <a:latin typeface="Calibri" pitchFamily="34" charset="0"/>
                <a:ea typeface="Tunga" pitchFamily="2"/>
                <a:cs typeface="Tunga" pitchFamily="2"/>
              </a:rPr>
              <a:t>೨೭</a:t>
            </a:r>
            <a:r>
              <a:rPr lang="en-US" sz="24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caretaker of even Lord Rama, who has been hailed as the Supreme Lord and the Monarch of all those devoted in penances.</a:t>
            </a:r>
          </a:p>
          <a:p>
            <a:pPr algn="ctr" defTabSz="685754"/>
            <a:r>
              <a:rPr lang="en-US" sz="2100" b="1" dirty="0">
                <a:solidFill>
                  <a:prstClr val="black"/>
                </a:solidFill>
                <a:latin typeface="Palatino Linotype" pitchFamily="18" charset="0"/>
              </a:rPr>
              <a:t>		</a:t>
            </a:r>
          </a:p>
        </p:txBody>
      </p:sp>
    </p:spTree>
    <p:extLst>
      <p:ext uri="{BB962C8B-B14F-4D97-AF65-F5344CB8AC3E}">
        <p14:creationId xmlns:p14="http://schemas.microsoft.com/office/powerpoint/2010/main" val="3138356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257396" y="74"/>
            <a:ext cx="6514912" cy="5401479"/>
          </a:xfrm>
          <a:prstGeom prst="rect">
            <a:avLst/>
          </a:prstGeom>
          <a:noFill/>
          <a:ln w="9525">
            <a:noFill/>
            <a:miter lim="800000"/>
            <a:headEnd/>
            <a:tailEnd/>
          </a:ln>
        </p:spPr>
        <p:txBody>
          <a:bodyPr>
            <a:spAutoFit/>
          </a:bodyPr>
          <a:lstStyle/>
          <a:p>
            <a:pPr algn="ctr" defTabSz="685754"/>
            <a:endParaRPr lang="en-IN" sz="300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मनोरथ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लावै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सोई</a:t>
            </a:r>
            <a:r>
              <a:rPr lang="en-IN" sz="3000" b="1" dirty="0">
                <a:solidFill>
                  <a:prstClr val="black"/>
                </a:solidFill>
                <a:latin typeface="Aparajita" pitchFamily="34" charset="0"/>
              </a:rPr>
              <a:t> </a:t>
            </a:r>
            <a:r>
              <a:rPr lang="en-IN" sz="3000" b="1" dirty="0" err="1">
                <a:solidFill>
                  <a:prstClr val="black"/>
                </a:solidFill>
                <a:latin typeface="Aparajita" pitchFamily="34" charset="0"/>
              </a:rPr>
              <a:t>अमित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जीवन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फल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॥२८॥</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Manoratha</a:t>
            </a:r>
            <a:r>
              <a:rPr lang="en-US" sz="2700" b="1" dirty="0">
                <a:solidFill>
                  <a:prstClr val="black"/>
                </a:solidFill>
                <a:latin typeface="URW Palladio IT" pitchFamily="2" charset="0"/>
              </a:rPr>
              <a:t> Jo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Lävai</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Soé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Amita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Jévana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Phala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Pävai</a:t>
            </a:r>
            <a:r>
              <a:rPr lang="en-US" sz="2700" b="1" dirty="0">
                <a:solidFill>
                  <a:prstClr val="black"/>
                </a:solidFill>
                <a:latin typeface="URW Palladio IT" pitchFamily="2" charset="0"/>
              </a:rPr>
              <a:t> || - 28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ಮನೋರಥ</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r>
              <a:rPr lang="en-US" sz="2700" b="1" dirty="0" err="1">
                <a:solidFill>
                  <a:prstClr val="black"/>
                </a:solidFill>
                <a:latin typeface="Calibri" pitchFamily="34" charset="0"/>
              </a:rPr>
              <a:t>ಲಾವೈ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ಅಮಿತ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ಜೀವನ</a:t>
            </a:r>
            <a:r>
              <a:rPr lang="en-US" sz="2700" b="1" dirty="0">
                <a:solidFill>
                  <a:prstClr val="black"/>
                </a:solidFill>
                <a:latin typeface="Calibri" pitchFamily="34" charset="0"/>
              </a:rPr>
              <a:t> </a:t>
            </a:r>
            <a:r>
              <a:rPr lang="en-US" sz="2700" b="1" dirty="0" err="1">
                <a:solidFill>
                  <a:prstClr val="black"/>
                </a:solidFill>
                <a:latin typeface="Calibri" pitchFamily="34" charset="0"/>
              </a:rPr>
              <a:t>ಫಲ</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೨೮</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36665579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371693" y="57235"/>
            <a:ext cx="6457763" cy="5193729"/>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परताप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जगत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उजियारा</a:t>
            </a:r>
            <a:r>
              <a:rPr lang="en-IN" sz="3000" b="1" dirty="0">
                <a:solidFill>
                  <a:prstClr val="black"/>
                </a:solidFill>
                <a:latin typeface="Aparajita" pitchFamily="34" charset="0"/>
              </a:rPr>
              <a:t> ॥२९॥</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Cäroà</a:t>
            </a:r>
            <a:r>
              <a:rPr lang="en-US" sz="2700" b="1" dirty="0">
                <a:solidFill>
                  <a:prstClr val="black"/>
                </a:solidFill>
                <a:latin typeface="URW Palladio IT" pitchFamily="2" charset="0"/>
              </a:rPr>
              <a:t> Juga </a:t>
            </a:r>
            <a:r>
              <a:rPr lang="en-US" sz="2700" b="1" dirty="0" err="1">
                <a:solidFill>
                  <a:prstClr val="black"/>
                </a:solidFill>
                <a:latin typeface="URW Palladio IT" pitchFamily="2" charset="0"/>
              </a:rPr>
              <a:t>Paratäpa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Tumhärä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Hai </a:t>
            </a:r>
            <a:r>
              <a:rPr lang="en-US" sz="2700" b="1" dirty="0" err="1">
                <a:solidFill>
                  <a:prstClr val="black"/>
                </a:solidFill>
                <a:latin typeface="URW Palladio IT" pitchFamily="2" charset="0"/>
              </a:rPr>
              <a:t>Parasiddha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Jagata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Ujiyärä</a:t>
            </a:r>
            <a:r>
              <a:rPr lang="en-US" sz="2700" b="1" dirty="0">
                <a:solidFill>
                  <a:prstClr val="black"/>
                </a:solidFill>
                <a:latin typeface="URW Palladio IT" pitchFamily="2" charset="0"/>
              </a:rPr>
              <a:t> || - 29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ಜುಗ</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ಪರತಾಪ</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ಪರಸಿದ್ಧ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ಜಗತ</a:t>
            </a:r>
            <a:r>
              <a:rPr lang="en-US" sz="2700" b="1" dirty="0">
                <a:solidFill>
                  <a:prstClr val="black"/>
                </a:solidFill>
                <a:latin typeface="Calibri" pitchFamily="34" charset="0"/>
              </a:rPr>
              <a:t> </a:t>
            </a:r>
            <a:r>
              <a:rPr lang="en-US" sz="2700" b="1" dirty="0" err="1">
                <a:solidFill>
                  <a:prstClr val="black"/>
                </a:solidFill>
                <a:latin typeface="Calibri" pitchFamily="34" charset="0"/>
              </a:rPr>
              <a:t>ಉಜಿಯಾರಾ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೨೯</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magnificent glory is acclaimed far and wide all through the four ages and your fame is </a:t>
            </a:r>
            <a:r>
              <a:rPr lang="en-US" b="1" dirty="0" err="1">
                <a:solidFill>
                  <a:prstClr val="black"/>
                </a:solidFill>
                <a:latin typeface="Palatino Linotype" pitchFamily="18" charset="0"/>
              </a:rPr>
              <a:t>radianlty</a:t>
            </a:r>
            <a:r>
              <a:rPr lang="en-US" b="1" dirty="0">
                <a:solidFill>
                  <a:prstClr val="black"/>
                </a:solidFill>
                <a:latin typeface="Palatino Linotype" pitchFamily="18" charset="0"/>
              </a:rPr>
              <a:t> noted all over the cosmos</a:t>
            </a:r>
            <a:r>
              <a:rPr lang="en-US" b="1" dirty="0">
                <a:solidFill>
                  <a:prstClr val="black"/>
                </a:solidFill>
                <a:latin typeface="Calibri" pitchFamily="34" charset="0"/>
              </a:rPr>
              <a:t>.</a:t>
            </a:r>
          </a:p>
          <a:p>
            <a:pPr algn="ctr" defTabSz="685754"/>
            <a:r>
              <a:rPr lang="en-US" sz="1500" b="1" dirty="0">
                <a:solidFill>
                  <a:prstClr val="black"/>
                </a:solidFill>
                <a:latin typeface="Calibri" pitchFamily="34" charset="0"/>
              </a:rPr>
              <a:t>		</a:t>
            </a:r>
            <a:endParaRPr lang="en-US" sz="2100" b="1" dirty="0">
              <a:solidFill>
                <a:prstClr val="black"/>
              </a:solidFill>
              <a:latin typeface="Calibri" pitchFamily="34" charset="0"/>
            </a:endParaRPr>
          </a:p>
        </p:txBody>
      </p:sp>
    </p:spTree>
    <p:extLst>
      <p:ext uri="{BB962C8B-B14F-4D97-AF65-F5344CB8AC3E}">
        <p14:creationId xmlns:p14="http://schemas.microsoft.com/office/powerpoint/2010/main" val="22020027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143100" y="77473"/>
            <a:ext cx="6857802" cy="5586145"/>
          </a:xfrm>
          <a:prstGeom prst="rect">
            <a:avLst/>
          </a:prstGeom>
          <a:noFill/>
          <a:ln w="9525">
            <a:noFill/>
            <a:miter lim="800000"/>
            <a:headEnd/>
            <a:tailEnd/>
          </a:ln>
        </p:spPr>
        <p:txBody>
          <a:bodyPr wrap="square">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रखवारे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निकन्दन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दुलारे</a:t>
            </a:r>
            <a:r>
              <a:rPr lang="en-IN" sz="3000" b="1" dirty="0">
                <a:solidFill>
                  <a:prstClr val="black"/>
                </a:solidFill>
                <a:latin typeface="Aparajita" pitchFamily="34" charset="0"/>
              </a:rPr>
              <a:t> ॥३०॥</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Sädhu</a:t>
            </a:r>
            <a:r>
              <a:rPr lang="en-US" sz="2700" b="1" dirty="0">
                <a:solidFill>
                  <a:prstClr val="black"/>
                </a:solidFill>
                <a:latin typeface="URW Palladio IT" pitchFamily="2" charset="0"/>
              </a:rPr>
              <a:t> Santa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Rakhaväre</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Asura </a:t>
            </a:r>
            <a:r>
              <a:rPr lang="en-US" sz="2700" b="1" dirty="0" err="1">
                <a:solidFill>
                  <a:prstClr val="black"/>
                </a:solidFill>
                <a:latin typeface="URW Palladio IT" pitchFamily="2" charset="0"/>
              </a:rPr>
              <a:t>Nikandana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Duläre</a:t>
            </a:r>
            <a:r>
              <a:rPr lang="en-US" sz="2700" b="1" dirty="0">
                <a:solidFill>
                  <a:prstClr val="black"/>
                </a:solidFill>
                <a:latin typeface="URW Palladio IT" pitchFamily="2" charset="0"/>
              </a:rPr>
              <a:t> || - 30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ತುಮ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ರಖವಾರೇ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ಅಸುರ</a:t>
            </a:r>
            <a:r>
              <a:rPr lang="en-US" sz="2700" b="1" dirty="0">
                <a:solidFill>
                  <a:prstClr val="black"/>
                </a:solidFill>
                <a:latin typeface="Calibri" pitchFamily="34" charset="0"/>
              </a:rPr>
              <a:t> </a:t>
            </a:r>
            <a:r>
              <a:rPr lang="en-US" sz="2700" b="1" dirty="0" err="1">
                <a:solidFill>
                  <a:prstClr val="black"/>
                </a:solidFill>
                <a:latin typeface="Calibri" pitchFamily="34" charset="0"/>
              </a:rPr>
              <a:t>ನಿಕಂದನ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ದುಲಾರೇ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೩೦</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are the </a:t>
            </a:r>
            <a:r>
              <a:rPr lang="en-US" b="1" dirty="0" err="1">
                <a:solidFill>
                  <a:prstClr val="black"/>
                </a:solidFill>
                <a:latin typeface="Palatino Linotype" pitchFamily="18" charset="0"/>
              </a:rPr>
              <a:t>saviour</a:t>
            </a:r>
            <a:r>
              <a:rPr lang="en-US" b="1" dirty="0">
                <a:solidFill>
                  <a:prstClr val="black"/>
                </a:solidFill>
                <a:latin typeface="Palatino Linotype" pitchFamily="18" charset="0"/>
              </a:rPr>
              <a:t> and the guardian angel of saints and sages and destroy all the Demons, you are the seraphic darling of Shri Ram.</a:t>
            </a:r>
          </a:p>
          <a:p>
            <a:pPr algn="ctr" defTabSz="685754"/>
            <a:r>
              <a:rPr lang="en-US" b="1" dirty="0">
                <a:solidFill>
                  <a:prstClr val="black"/>
                </a:solidFill>
                <a:latin typeface="Palatino Linotype" pitchFamily="18" charset="0"/>
              </a:rPr>
              <a:t>	</a:t>
            </a:r>
            <a:r>
              <a:rPr lang="en-IN" b="1" dirty="0">
                <a:solidFill>
                  <a:srgbClr val="00B050"/>
                </a:solidFill>
                <a:latin typeface="Sanskrit 99" pitchFamily="2" charset="0"/>
              </a:rPr>
              <a:t> 	</a:t>
            </a:r>
          </a:p>
          <a:p>
            <a:pPr algn="ctr" defTabSz="685754"/>
            <a:r>
              <a:rPr lang="en-IN" b="1" dirty="0">
                <a:solidFill>
                  <a:srgbClr val="00B050"/>
                </a:solidFill>
                <a:latin typeface="Sanskrit 99" pitchFamily="2" charset="0"/>
              </a:rPr>
              <a:t>	</a:t>
            </a:r>
            <a:br>
              <a:rPr lang="en-US" sz="1350" b="1" dirty="0">
                <a:solidFill>
                  <a:prstClr val="black"/>
                </a:solidFill>
                <a:latin typeface="Calibri" pitchFamily="34" charset="0"/>
              </a:rPr>
            </a:br>
            <a:endParaRPr lang="en-US" sz="1350" b="1" dirty="0">
              <a:solidFill>
                <a:prstClr val="black"/>
              </a:solidFill>
              <a:latin typeface="Calibri" pitchFamily="34" charset="0"/>
            </a:endParaRPr>
          </a:p>
        </p:txBody>
      </p:sp>
    </p:spTree>
    <p:extLst>
      <p:ext uri="{BB962C8B-B14F-4D97-AF65-F5344CB8AC3E}">
        <p14:creationId xmlns:p14="http://schemas.microsoft.com/office/powerpoint/2010/main" val="9193842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अष्टसिद्धि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दाता</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अस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माता</a:t>
            </a:r>
            <a:r>
              <a:rPr lang="en-IN" sz="3000" b="1" dirty="0">
                <a:solidFill>
                  <a:prstClr val="black"/>
                </a:solidFill>
                <a:latin typeface="Aparajita" pitchFamily="34" charset="0"/>
              </a:rPr>
              <a:t> ॥३१॥</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Añöa</a:t>
            </a:r>
            <a:r>
              <a:rPr lang="en-US" sz="2700" b="1" dirty="0">
                <a:solidFill>
                  <a:prstClr val="black"/>
                </a:solidFill>
                <a:latin typeface="URW Palladio IT" pitchFamily="2" charset="0"/>
              </a:rPr>
              <a:t> Siddhi Nau Nidhi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Dätä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Asa Bara </a:t>
            </a:r>
            <a:r>
              <a:rPr lang="en-US" sz="2700" b="1" dirty="0" err="1">
                <a:solidFill>
                  <a:prstClr val="black"/>
                </a:solidFill>
                <a:latin typeface="URW Palladio IT" pitchFamily="2" charset="0"/>
              </a:rPr>
              <a:t>Déna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Jänaké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Mätä</a:t>
            </a:r>
            <a:r>
              <a:rPr lang="en-US" sz="2700" b="1" dirty="0">
                <a:solidFill>
                  <a:prstClr val="black"/>
                </a:solidFill>
                <a:latin typeface="URW Palladio IT" pitchFamily="2" charset="0"/>
              </a:rPr>
              <a:t> || - 31</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ಅಷ್ಟ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ನಿಧಿ</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ದಾತಾ</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ಅಸ</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ದೀಂಹ</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ಜಾನಕೀ</a:t>
            </a:r>
            <a:r>
              <a:rPr lang="en-US" sz="2700" b="1" dirty="0">
                <a:solidFill>
                  <a:prstClr val="black"/>
                </a:solidFill>
                <a:latin typeface="Calibri" pitchFamily="34" charset="0"/>
              </a:rPr>
              <a:t> </a:t>
            </a:r>
            <a:r>
              <a:rPr lang="en-US" sz="2700" b="1" dirty="0" err="1">
                <a:solidFill>
                  <a:prstClr val="black"/>
                </a:solidFill>
                <a:latin typeface="Calibri" pitchFamily="34" charset="0"/>
              </a:rPr>
              <a:t>ಮಾತಾ</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೩೧</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has been blessed with mother </a:t>
            </a:r>
            <a:r>
              <a:rPr lang="en-US" b="1" dirty="0" err="1">
                <a:solidFill>
                  <a:prstClr val="black"/>
                </a:solidFill>
                <a:latin typeface="Palatino Linotype" pitchFamily="18" charset="0"/>
              </a:rPr>
              <a:t>Janki</a:t>
            </a:r>
            <a:r>
              <a:rPr lang="en-US" b="1" dirty="0">
                <a:solidFill>
                  <a:prstClr val="black"/>
                </a:solidFill>
                <a:latin typeface="Palatino Linotype" pitchFamily="18" charset="0"/>
              </a:rPr>
              <a:t> to grant to any one any YOGIC power of eight </a:t>
            </a:r>
            <a:r>
              <a:rPr lang="en-US" b="1" dirty="0" err="1">
                <a:solidFill>
                  <a:prstClr val="black"/>
                </a:solidFill>
                <a:latin typeface="Palatino Linotype" pitchFamily="18" charset="0"/>
              </a:rPr>
              <a:t>Sidhis</a:t>
            </a:r>
            <a:r>
              <a:rPr lang="en-US" b="1" dirty="0">
                <a:solidFill>
                  <a:prstClr val="black"/>
                </a:solidFill>
                <a:latin typeface="Palatino Linotype" pitchFamily="18" charset="0"/>
              </a:rPr>
              <a:t> and Nava </a:t>
            </a:r>
            <a:r>
              <a:rPr lang="en-US" b="1" dirty="0" err="1">
                <a:solidFill>
                  <a:prstClr val="black"/>
                </a:solidFill>
                <a:latin typeface="Palatino Linotype" pitchFamily="18" charset="0"/>
              </a:rPr>
              <a:t>Nidhis</a:t>
            </a:r>
            <a:r>
              <a:rPr lang="en-US" b="1" dirty="0">
                <a:solidFill>
                  <a:prstClr val="black"/>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6245020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314544" y="57223"/>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रसायन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रघुपति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दासा</a:t>
            </a:r>
            <a:r>
              <a:rPr lang="en-IN" sz="3000" b="1" dirty="0">
                <a:solidFill>
                  <a:prstClr val="black"/>
                </a:solidFill>
                <a:latin typeface="Aparajita" pitchFamily="34" charset="0"/>
              </a:rPr>
              <a:t> ॥३२॥</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Räma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Rasäyana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Tumhare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Päsä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Raho</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Raghupati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Ke</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Däsä</a:t>
            </a:r>
            <a:r>
              <a:rPr lang="en-US" sz="2700" b="1" dirty="0">
                <a:solidFill>
                  <a:prstClr val="black"/>
                </a:solidFill>
                <a:latin typeface="URW Palladio IT" pitchFamily="2" charset="0"/>
              </a:rPr>
              <a:t> || - 32</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ರಸಾಯನ</a:t>
            </a:r>
            <a:r>
              <a:rPr lang="en-US" sz="2700" b="1" dirty="0">
                <a:solidFill>
                  <a:prstClr val="black"/>
                </a:solidFill>
                <a:latin typeface="Calibri" pitchFamily="34" charset="0"/>
              </a:rPr>
              <a:t> </a:t>
            </a:r>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ರಹೋ</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ರಘುಪತಿ</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ದಾಸಾ</a:t>
            </a:r>
            <a:r>
              <a:rPr lang="kn-IN" sz="2700" b="1" dirty="0">
                <a:solidFill>
                  <a:prstClr val="black"/>
                </a:solidFill>
                <a:latin typeface="Calibri" pitchFamily="34" charset="0"/>
                <a:ea typeface="Tunga" pitchFamily="2"/>
                <a:cs typeface="Tunga" pitchFamily="2"/>
              </a:rPr>
              <a:t> </a:t>
            </a:r>
            <a:r>
              <a:rPr lang="en-US" sz="2700" b="1" dirty="0">
                <a:solidFill>
                  <a:prstClr val="black"/>
                </a:solidFill>
                <a:latin typeface="Calibri" pitchFamily="34" charset="0"/>
              </a:rPr>
              <a:t>॥</a:t>
            </a:r>
            <a:r>
              <a:rPr lang="kn-IN" sz="2700" b="1" dirty="0">
                <a:solidFill>
                  <a:prstClr val="black"/>
                </a:solidFill>
                <a:latin typeface="Calibri" pitchFamily="34" charset="0"/>
                <a:ea typeface="Tunga" pitchFamily="2"/>
                <a:cs typeface="Tunga" pitchFamily="2"/>
              </a:rPr>
              <a:t>೩೨</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hold the essence of devotion to RAM, always remaining His Servant.</a:t>
            </a:r>
          </a:p>
          <a:p>
            <a:pPr algn="ctr" defTabSz="685754"/>
            <a:r>
              <a:rPr lang="en-US" sz="2700" b="1" dirty="0">
                <a:solidFill>
                  <a:prstClr val="black"/>
                </a:solidFill>
                <a:latin typeface="Palatino Linotype" pitchFamily="18" charset="0"/>
              </a:rPr>
              <a:t>		</a:t>
            </a:r>
            <a:br>
              <a:rPr lang="en-US" sz="2700" dirty="0">
                <a:solidFill>
                  <a:prstClr val="black"/>
                </a:solidFill>
                <a:latin typeface="Calibri" pitchFamily="34" charset="0"/>
              </a:rPr>
            </a:b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26059282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257396" y="74"/>
            <a:ext cx="6514912" cy="53783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अष्टसिद्धि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निधि</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दाता</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अस</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बर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जानकी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माता</a:t>
            </a:r>
            <a:r>
              <a:rPr lang="en-IN" sz="3000" b="1" dirty="0">
                <a:solidFill>
                  <a:srgbClr val="000000"/>
                </a:solidFill>
                <a:latin typeface="Aparajita" pitchFamily="34" charset="0"/>
              </a:rPr>
              <a:t> ॥३१॥</a:t>
            </a:r>
          </a:p>
          <a:p>
            <a:pPr algn="ctr" defTabSz="685754"/>
            <a:endParaRPr lang="en-IN" sz="30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Añöa</a:t>
            </a:r>
            <a:r>
              <a:rPr lang="en-US" sz="2700" b="1" dirty="0">
                <a:solidFill>
                  <a:srgbClr val="000000"/>
                </a:solidFill>
                <a:latin typeface="URW Palladio IT" pitchFamily="2" charset="0"/>
              </a:rPr>
              <a:t> Siddhi Nau Nidhi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Dätä</a:t>
            </a:r>
            <a:r>
              <a:rPr lang="en-US" sz="2700" b="1" dirty="0">
                <a:solidFill>
                  <a:srgbClr val="000000"/>
                </a:solidFill>
                <a:latin typeface="URW Palladio IT" pitchFamily="2" charset="0"/>
              </a:rPr>
              <a:t> | </a:t>
            </a:r>
          </a:p>
          <a:p>
            <a:pPr algn="ctr" defTabSz="685754"/>
            <a:r>
              <a:rPr lang="en-US" sz="2700" b="1" dirty="0">
                <a:solidFill>
                  <a:srgbClr val="000000"/>
                </a:solidFill>
                <a:latin typeface="URW Palladio IT" pitchFamily="2" charset="0"/>
              </a:rPr>
              <a:t>Asa Bara </a:t>
            </a:r>
            <a:r>
              <a:rPr lang="en-US" sz="2700" b="1" dirty="0" err="1">
                <a:solidFill>
                  <a:srgbClr val="000000"/>
                </a:solidFill>
                <a:latin typeface="URW Palladio IT" pitchFamily="2" charset="0"/>
              </a:rPr>
              <a:t>Déna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Jänaké</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Mätä</a:t>
            </a:r>
            <a:r>
              <a:rPr lang="en-US" sz="2700" b="1" dirty="0">
                <a:solidFill>
                  <a:srgbClr val="000000"/>
                </a:solidFill>
                <a:latin typeface="URW Palladio IT" pitchFamily="2" charset="0"/>
              </a:rPr>
              <a:t> || - 31</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ಅಷ್ಟ</a:t>
            </a:r>
            <a:r>
              <a:rPr lang="en-US" sz="2700" b="1" dirty="0">
                <a:solidFill>
                  <a:srgbClr val="000000"/>
                </a:solidFill>
                <a:latin typeface="Calibri" pitchFamily="34" charset="0"/>
              </a:rPr>
              <a:t> </a:t>
            </a:r>
            <a:r>
              <a:rPr lang="en-US" sz="2700" b="1" dirty="0" err="1">
                <a:solidFill>
                  <a:srgbClr val="000000"/>
                </a:solidFill>
                <a:latin typeface="Calibri" pitchFamily="34" charset="0"/>
              </a:rPr>
              <a:t>ಸಿದ್ಧಿ</a:t>
            </a:r>
            <a:r>
              <a:rPr lang="en-US" sz="2700" b="1" dirty="0">
                <a:solidFill>
                  <a:srgbClr val="000000"/>
                </a:solidFill>
                <a:latin typeface="Calibri" pitchFamily="34" charset="0"/>
              </a:rPr>
              <a:t> </a:t>
            </a:r>
            <a:r>
              <a:rPr lang="en-US" sz="2700" b="1" dirty="0" err="1">
                <a:solidFill>
                  <a:srgbClr val="000000"/>
                </a:solidFill>
                <a:latin typeface="Calibri" pitchFamily="34" charset="0"/>
              </a:rPr>
              <a:t>ನೌ</a:t>
            </a:r>
            <a:r>
              <a:rPr lang="en-US" sz="2700" b="1" dirty="0">
                <a:solidFill>
                  <a:srgbClr val="000000"/>
                </a:solidFill>
                <a:latin typeface="Calibri" pitchFamily="34" charset="0"/>
              </a:rPr>
              <a:t> </a:t>
            </a:r>
            <a:r>
              <a:rPr lang="en-US" sz="2700" b="1" dirty="0" err="1">
                <a:solidFill>
                  <a:srgbClr val="000000"/>
                </a:solidFill>
                <a:latin typeface="Calibri" pitchFamily="34" charset="0"/>
              </a:rPr>
              <a:t>ನಿಧಿ</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en-US" sz="2700" b="1" dirty="0" err="1">
                <a:solidFill>
                  <a:srgbClr val="000000"/>
                </a:solidFill>
                <a:latin typeface="Calibri" pitchFamily="34" charset="0"/>
              </a:rPr>
              <a:t>ದಾತಾ</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ಅಸ</a:t>
            </a:r>
            <a:r>
              <a:rPr lang="en-US" sz="2700" b="1" dirty="0">
                <a:solidFill>
                  <a:srgbClr val="000000"/>
                </a:solidFill>
                <a:latin typeface="Calibri" pitchFamily="34" charset="0"/>
              </a:rPr>
              <a:t> </a:t>
            </a:r>
            <a:r>
              <a:rPr lang="en-US" sz="2700" b="1" dirty="0" err="1">
                <a:solidFill>
                  <a:srgbClr val="000000"/>
                </a:solidFill>
                <a:latin typeface="Calibri" pitchFamily="34" charset="0"/>
              </a:rPr>
              <a:t>ಬರ</a:t>
            </a:r>
            <a:r>
              <a:rPr lang="en-US" sz="2700" b="1" dirty="0">
                <a:solidFill>
                  <a:srgbClr val="000000"/>
                </a:solidFill>
                <a:latin typeface="Calibri" pitchFamily="34" charset="0"/>
              </a:rPr>
              <a:t> </a:t>
            </a:r>
            <a:r>
              <a:rPr lang="en-US" sz="2700" b="1" dirty="0" err="1">
                <a:solidFill>
                  <a:srgbClr val="000000"/>
                </a:solidFill>
                <a:latin typeface="Calibri" pitchFamily="34" charset="0"/>
              </a:rPr>
              <a:t>ದೀಂಹ</a:t>
            </a:r>
            <a:r>
              <a:rPr lang="en-US" sz="2700" b="1" dirty="0">
                <a:solidFill>
                  <a:srgbClr val="000000"/>
                </a:solidFill>
                <a:latin typeface="Calibri" pitchFamily="34" charset="0"/>
              </a:rPr>
              <a:t> </a:t>
            </a:r>
            <a:r>
              <a:rPr lang="en-US" sz="2700" b="1" dirty="0" err="1">
                <a:solidFill>
                  <a:srgbClr val="000000"/>
                </a:solidFill>
                <a:latin typeface="Calibri" pitchFamily="34" charset="0"/>
              </a:rPr>
              <a:t>ಜಾನಕೀ</a:t>
            </a:r>
            <a:r>
              <a:rPr lang="en-US" sz="2700" b="1" dirty="0">
                <a:solidFill>
                  <a:srgbClr val="000000"/>
                </a:solidFill>
                <a:latin typeface="Calibri" pitchFamily="34" charset="0"/>
              </a:rPr>
              <a:t> </a:t>
            </a:r>
            <a:r>
              <a:rPr lang="en-US" sz="2700" b="1" dirty="0" err="1">
                <a:solidFill>
                  <a:srgbClr val="000000"/>
                </a:solidFill>
                <a:latin typeface="Calibri" pitchFamily="34" charset="0"/>
              </a:rPr>
              <a:t>ಮಾತಾ</a:t>
            </a:r>
            <a:r>
              <a:rPr lang="en-US" sz="2700" b="1" dirty="0">
                <a:solidFill>
                  <a:srgbClr val="000000"/>
                </a:solidFill>
                <a:latin typeface="Calibri" pitchFamily="34" charset="0"/>
              </a:rPr>
              <a:t> ॥</a:t>
            </a:r>
            <a:r>
              <a:rPr lang="kn-IN" sz="2700" b="1" dirty="0">
                <a:solidFill>
                  <a:srgbClr val="000000"/>
                </a:solidFill>
                <a:latin typeface="Calibri" pitchFamily="34" charset="0"/>
                <a:ea typeface="Tunga" pitchFamily="2"/>
                <a:cs typeface="Tunga" pitchFamily="2"/>
              </a:rPr>
              <a:t>೩೧</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has been blessed with mother </a:t>
            </a:r>
            <a:r>
              <a:rPr lang="en-US" b="1" dirty="0" err="1">
                <a:solidFill>
                  <a:srgbClr val="000000"/>
                </a:solidFill>
                <a:latin typeface="Palatino Linotype" pitchFamily="18" charset="0"/>
              </a:rPr>
              <a:t>Janki</a:t>
            </a:r>
            <a:r>
              <a:rPr lang="en-US" b="1" dirty="0">
                <a:solidFill>
                  <a:srgbClr val="000000"/>
                </a:solidFill>
                <a:latin typeface="Palatino Linotype" pitchFamily="18" charset="0"/>
              </a:rPr>
              <a:t> to grant to any one any YOGIC power of eight </a:t>
            </a:r>
            <a:r>
              <a:rPr lang="en-US" b="1" dirty="0" err="1">
                <a:solidFill>
                  <a:srgbClr val="000000"/>
                </a:solidFill>
                <a:latin typeface="Palatino Linotype" pitchFamily="18" charset="0"/>
              </a:rPr>
              <a:t>Sidhis</a:t>
            </a:r>
            <a:r>
              <a:rPr lang="en-US" b="1" dirty="0">
                <a:solidFill>
                  <a:srgbClr val="000000"/>
                </a:solidFill>
                <a:latin typeface="Palatino Linotype" pitchFamily="18" charset="0"/>
              </a:rPr>
              <a:t> and Nava </a:t>
            </a:r>
            <a:r>
              <a:rPr lang="en-US" b="1" dirty="0" err="1">
                <a:solidFill>
                  <a:srgbClr val="000000"/>
                </a:solidFill>
                <a:latin typeface="Palatino Linotype" pitchFamily="18" charset="0"/>
              </a:rPr>
              <a:t>Nidhis</a:t>
            </a:r>
            <a:r>
              <a:rPr lang="en-US" b="1" dirty="0">
                <a:solidFill>
                  <a:srgbClr val="000000"/>
                </a:solidFill>
                <a:latin typeface="Palatino Linotype" pitchFamily="18" charset="0"/>
              </a:rPr>
              <a:t> as per choice.</a:t>
            </a:r>
          </a:p>
          <a:p>
            <a:pPr algn="ctr" defTabSz="685754"/>
            <a:r>
              <a:rPr lang="en-IN" sz="2400" b="1" dirty="0">
                <a:solidFill>
                  <a:srgbClr val="00B050"/>
                </a:solidFill>
                <a:latin typeface="Sanskrit 99" pitchFamily="2" charset="0"/>
              </a:rPr>
              <a:t>		</a:t>
            </a:r>
            <a:endParaRPr lang="en-US" sz="2400" b="1" dirty="0">
              <a:solidFill>
                <a:srgbClr val="000000"/>
              </a:solidFill>
              <a:latin typeface="Palatino Linotype" pitchFamily="18" charset="0"/>
            </a:endParaRPr>
          </a:p>
        </p:txBody>
      </p:sp>
    </p:spTree>
    <p:extLst>
      <p:ext uri="{BB962C8B-B14F-4D97-AF65-F5344CB8AC3E}">
        <p14:creationId xmlns:p14="http://schemas.microsoft.com/office/powerpoint/2010/main" val="4398230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314544" y="57224"/>
            <a:ext cx="6572060" cy="5516895"/>
          </a:xfrm>
          <a:prstGeom prst="rect">
            <a:avLst/>
          </a:prstGeom>
          <a:noFill/>
          <a:ln w="9525">
            <a:noFill/>
            <a:miter lim="800000"/>
            <a:headEnd/>
            <a:tailEnd/>
          </a:ln>
        </p:spPr>
        <p:txBody>
          <a:bodyPr>
            <a:spAutoFit/>
          </a:bodyPr>
          <a:lstStyle/>
          <a:p>
            <a:pPr algn="ctr" defTabSz="685754"/>
            <a:endParaRPr lang="en-IN" sz="1050" b="1" dirty="0">
              <a:solidFill>
                <a:srgbClr val="000000"/>
              </a:solidFill>
              <a:latin typeface="Aparajita" pitchFamily="34" charset="0"/>
            </a:endParaRPr>
          </a:p>
          <a:p>
            <a:pPr algn="ctr" defTabSz="685754"/>
            <a:r>
              <a:rPr lang="en-IN" sz="3000" b="1" dirty="0" err="1">
                <a:solidFill>
                  <a:srgbClr val="000000"/>
                </a:solidFill>
                <a:latin typeface="Aparajita" pitchFamily="34" charset="0"/>
              </a:rPr>
              <a:t>राम</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रसायन</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तुह्मरे</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पासा</a:t>
            </a:r>
            <a:r>
              <a:rPr lang="en-IN" sz="3000" b="1" dirty="0">
                <a:solidFill>
                  <a:srgbClr val="000000"/>
                </a:solidFill>
                <a:latin typeface="Aparajita" pitchFamily="34" charset="0"/>
              </a:rPr>
              <a:t> ।</a:t>
            </a:r>
            <a:br>
              <a:rPr lang="en-IN" sz="3000" b="1" dirty="0">
                <a:solidFill>
                  <a:srgbClr val="000000"/>
                </a:solidFill>
                <a:latin typeface="Aparajita" pitchFamily="34" charset="0"/>
              </a:rPr>
            </a:br>
            <a:r>
              <a:rPr lang="en-IN" sz="3000" b="1" dirty="0" err="1">
                <a:solidFill>
                  <a:srgbClr val="000000"/>
                </a:solidFill>
                <a:latin typeface="Aparajita" pitchFamily="34" charset="0"/>
              </a:rPr>
              <a:t>सदा</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रहो</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रघुपति</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के</a:t>
            </a:r>
            <a:r>
              <a:rPr lang="en-IN" sz="3000" b="1" dirty="0">
                <a:solidFill>
                  <a:srgbClr val="000000"/>
                </a:solidFill>
                <a:latin typeface="Aparajita" pitchFamily="34" charset="0"/>
              </a:rPr>
              <a:t> </a:t>
            </a:r>
            <a:r>
              <a:rPr lang="en-IN" sz="3000" b="1" dirty="0" err="1">
                <a:solidFill>
                  <a:srgbClr val="000000"/>
                </a:solidFill>
                <a:latin typeface="Aparajita" pitchFamily="34" charset="0"/>
              </a:rPr>
              <a:t>दासा</a:t>
            </a:r>
            <a:r>
              <a:rPr lang="en-IN" sz="3000" b="1" dirty="0">
                <a:solidFill>
                  <a:srgbClr val="000000"/>
                </a:solidFill>
                <a:latin typeface="Aparajita" pitchFamily="34" charset="0"/>
              </a:rPr>
              <a:t> ॥३२॥</a:t>
            </a:r>
          </a:p>
          <a:p>
            <a:pPr algn="ctr" defTabSz="685754"/>
            <a:endParaRPr lang="en-IN" sz="2700" b="1" dirty="0">
              <a:solidFill>
                <a:srgbClr val="000000"/>
              </a:solidFill>
              <a:latin typeface="Aparajita" pitchFamily="34" charset="0"/>
            </a:endParaRPr>
          </a:p>
          <a:p>
            <a:pPr algn="ctr" defTabSz="685754"/>
            <a:r>
              <a:rPr lang="en-US" sz="2700" b="1" dirty="0" err="1">
                <a:solidFill>
                  <a:srgbClr val="000000"/>
                </a:solidFill>
                <a:latin typeface="URW Palladio IT" pitchFamily="2" charset="0"/>
              </a:rPr>
              <a:t>Räma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Rasäyana</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Tumhare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Päsä</a:t>
            </a:r>
            <a:r>
              <a:rPr lang="en-US" sz="2700" b="1" dirty="0">
                <a:solidFill>
                  <a:srgbClr val="000000"/>
                </a:solidFill>
                <a:latin typeface="URW Palladio IT" pitchFamily="2" charset="0"/>
              </a:rPr>
              <a:t> | </a:t>
            </a:r>
          </a:p>
          <a:p>
            <a:pPr algn="ctr" defTabSz="685754"/>
            <a:r>
              <a:rPr lang="en-US" sz="2700" b="1" dirty="0" err="1">
                <a:solidFill>
                  <a:srgbClr val="000000"/>
                </a:solidFill>
                <a:latin typeface="URW Palladio IT" pitchFamily="2" charset="0"/>
              </a:rPr>
              <a:t>Sadä</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Raho</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Raghupati</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Ke</a:t>
            </a:r>
            <a:r>
              <a:rPr lang="en-US" sz="2700" b="1" dirty="0">
                <a:solidFill>
                  <a:srgbClr val="000000"/>
                </a:solidFill>
                <a:latin typeface="URW Palladio IT" pitchFamily="2" charset="0"/>
              </a:rPr>
              <a:t> </a:t>
            </a:r>
            <a:r>
              <a:rPr lang="en-US" sz="2700" b="1" dirty="0" err="1">
                <a:solidFill>
                  <a:srgbClr val="000000"/>
                </a:solidFill>
                <a:latin typeface="URW Palladio IT" pitchFamily="2" charset="0"/>
              </a:rPr>
              <a:t>Däsä</a:t>
            </a:r>
            <a:r>
              <a:rPr lang="en-US" sz="2700" b="1" dirty="0">
                <a:solidFill>
                  <a:srgbClr val="000000"/>
                </a:solidFill>
                <a:latin typeface="URW Palladio IT" pitchFamily="2" charset="0"/>
              </a:rPr>
              <a:t> || - 32</a:t>
            </a:r>
          </a:p>
          <a:p>
            <a:pPr algn="ctr" defTabSz="685754"/>
            <a:endParaRPr lang="en-US" sz="2700" b="1" dirty="0">
              <a:solidFill>
                <a:srgbClr val="000000"/>
              </a:solidFill>
              <a:latin typeface="URW Palladio IT" pitchFamily="2" charset="0"/>
            </a:endParaRPr>
          </a:p>
          <a:p>
            <a:pPr algn="ctr" defTabSz="685754"/>
            <a:r>
              <a:rPr lang="en-US" sz="2700" b="1" dirty="0" err="1">
                <a:solidFill>
                  <a:srgbClr val="000000"/>
                </a:solidFill>
                <a:latin typeface="Calibri" pitchFamily="34" charset="0"/>
              </a:rPr>
              <a:t>ರಾಮ</a:t>
            </a:r>
            <a:r>
              <a:rPr lang="en-US" sz="2700" b="1" dirty="0">
                <a:solidFill>
                  <a:srgbClr val="000000"/>
                </a:solidFill>
                <a:latin typeface="Calibri" pitchFamily="34" charset="0"/>
              </a:rPr>
              <a:t> </a:t>
            </a:r>
            <a:r>
              <a:rPr lang="en-US" sz="2700" b="1" dirty="0" err="1">
                <a:solidFill>
                  <a:srgbClr val="000000"/>
                </a:solidFill>
                <a:latin typeface="Calibri" pitchFamily="34" charset="0"/>
              </a:rPr>
              <a:t>ರಸಾಯನ</a:t>
            </a:r>
            <a:r>
              <a:rPr lang="en-US" sz="2700" b="1" dirty="0">
                <a:solidFill>
                  <a:srgbClr val="000000"/>
                </a:solidFill>
                <a:latin typeface="Calibri" pitchFamily="34" charset="0"/>
              </a:rPr>
              <a:t> </a:t>
            </a:r>
            <a:r>
              <a:rPr lang="en-US" sz="2700" b="1" dirty="0" err="1">
                <a:solidFill>
                  <a:srgbClr val="000000"/>
                </a:solidFill>
                <a:latin typeface="Calibri" pitchFamily="34" charset="0"/>
              </a:rPr>
              <a:t>ತುಮ್ಹರೇ</a:t>
            </a:r>
            <a:r>
              <a:rPr lang="en-US" sz="2700" b="1" dirty="0">
                <a:solidFill>
                  <a:srgbClr val="000000"/>
                </a:solidFill>
                <a:latin typeface="Calibri" pitchFamily="34" charset="0"/>
              </a:rPr>
              <a:t> </a:t>
            </a:r>
            <a:r>
              <a:rPr lang="en-US" sz="2700" b="1" dirty="0" err="1">
                <a:solidFill>
                  <a:srgbClr val="000000"/>
                </a:solidFill>
                <a:latin typeface="Calibri" pitchFamily="34" charset="0"/>
              </a:rPr>
              <a:t>ಪಾಸಾ</a:t>
            </a:r>
            <a:r>
              <a:rPr lang="en-US" sz="2700" b="1" dirty="0">
                <a:solidFill>
                  <a:srgbClr val="000000"/>
                </a:solidFill>
                <a:latin typeface="Calibri" pitchFamily="34" charset="0"/>
              </a:rPr>
              <a:t> ।</a:t>
            </a:r>
          </a:p>
          <a:p>
            <a:pPr algn="ctr" defTabSz="685754"/>
            <a:r>
              <a:rPr lang="en-US" sz="2700" b="1" dirty="0" err="1">
                <a:solidFill>
                  <a:srgbClr val="000000"/>
                </a:solidFill>
                <a:latin typeface="Calibri" pitchFamily="34" charset="0"/>
              </a:rPr>
              <a:t>ಸದಾ</a:t>
            </a:r>
            <a:r>
              <a:rPr lang="en-US" sz="2700" b="1" dirty="0">
                <a:solidFill>
                  <a:srgbClr val="000000"/>
                </a:solidFill>
                <a:latin typeface="Calibri" pitchFamily="34" charset="0"/>
              </a:rPr>
              <a:t> </a:t>
            </a:r>
            <a:r>
              <a:rPr lang="en-US" sz="2700" b="1" dirty="0" err="1">
                <a:solidFill>
                  <a:srgbClr val="000000"/>
                </a:solidFill>
                <a:latin typeface="Calibri" pitchFamily="34" charset="0"/>
              </a:rPr>
              <a:t>ರಹೋ</a:t>
            </a:r>
            <a:r>
              <a:rPr lang="en-US" sz="2700" b="1" dirty="0">
                <a:solidFill>
                  <a:srgbClr val="000000"/>
                </a:solidFill>
                <a:latin typeface="Calibri" pitchFamily="34" charset="0"/>
              </a:rPr>
              <a:t> </a:t>
            </a:r>
            <a:r>
              <a:rPr lang="en-US" sz="2700" b="1" dirty="0" err="1">
                <a:solidFill>
                  <a:srgbClr val="000000"/>
                </a:solidFill>
                <a:latin typeface="Calibri" pitchFamily="34" charset="0"/>
              </a:rPr>
              <a:t>ರಘುಪತಿ</a:t>
            </a:r>
            <a:r>
              <a:rPr lang="en-US" sz="2700" b="1" dirty="0">
                <a:solidFill>
                  <a:srgbClr val="000000"/>
                </a:solidFill>
                <a:latin typeface="Calibri" pitchFamily="34" charset="0"/>
              </a:rPr>
              <a:t> </a:t>
            </a:r>
            <a:r>
              <a:rPr lang="en-US" sz="2700" b="1" dirty="0" err="1">
                <a:solidFill>
                  <a:srgbClr val="000000"/>
                </a:solidFill>
                <a:latin typeface="Calibri" pitchFamily="34" charset="0"/>
              </a:rPr>
              <a:t>ಕೇ</a:t>
            </a:r>
            <a:r>
              <a:rPr lang="en-US" sz="2700" b="1" dirty="0">
                <a:solidFill>
                  <a:srgbClr val="000000"/>
                </a:solidFill>
                <a:latin typeface="Calibri" pitchFamily="34" charset="0"/>
              </a:rPr>
              <a:t> </a:t>
            </a:r>
            <a:r>
              <a:rPr lang="kn-IN" sz="2700" b="1" dirty="0" err="1">
                <a:solidFill>
                  <a:srgbClr val="000000"/>
                </a:solidFill>
                <a:latin typeface="Calibri" pitchFamily="34" charset="0"/>
                <a:ea typeface="Tunga" pitchFamily="2"/>
                <a:cs typeface="Tunga" pitchFamily="2"/>
              </a:rPr>
              <a:t>ದಾಸಾ</a:t>
            </a:r>
            <a:r>
              <a:rPr lang="kn-IN" sz="2700" b="1" dirty="0">
                <a:solidFill>
                  <a:srgbClr val="000000"/>
                </a:solidFill>
                <a:latin typeface="Calibri" pitchFamily="34" charset="0"/>
                <a:ea typeface="Tunga" pitchFamily="2"/>
                <a:cs typeface="Tunga" pitchFamily="2"/>
              </a:rPr>
              <a:t> </a:t>
            </a:r>
            <a:r>
              <a:rPr lang="en-US" sz="2700" b="1" dirty="0">
                <a:solidFill>
                  <a:srgbClr val="000000"/>
                </a:solidFill>
                <a:latin typeface="Calibri" pitchFamily="34" charset="0"/>
              </a:rPr>
              <a:t>॥</a:t>
            </a:r>
            <a:r>
              <a:rPr lang="kn-IN" sz="2700" b="1" dirty="0">
                <a:solidFill>
                  <a:srgbClr val="000000"/>
                </a:solidFill>
                <a:latin typeface="Calibri" pitchFamily="34" charset="0"/>
                <a:ea typeface="Tunga" pitchFamily="2"/>
                <a:cs typeface="Tunga" pitchFamily="2"/>
              </a:rPr>
              <a:t>೩೨</a:t>
            </a:r>
            <a:r>
              <a:rPr lang="en-US" sz="2700" b="1" dirty="0">
                <a:solidFill>
                  <a:srgbClr val="000000"/>
                </a:solidFill>
                <a:latin typeface="Calibri" pitchFamily="34" charset="0"/>
              </a:rPr>
              <a:t>॥</a:t>
            </a:r>
          </a:p>
          <a:p>
            <a:pPr algn="ctr" defTabSz="685754"/>
            <a:endParaRPr lang="en-US" sz="3000" b="1" dirty="0">
              <a:solidFill>
                <a:srgbClr val="000000"/>
              </a:solidFill>
              <a:latin typeface="Calibri" pitchFamily="34" charset="0"/>
            </a:endParaRPr>
          </a:p>
          <a:p>
            <a:pPr algn="ctr" defTabSz="685754"/>
            <a:r>
              <a:rPr lang="en-US" b="1" dirty="0">
                <a:solidFill>
                  <a:srgbClr val="000000"/>
                </a:solidFill>
                <a:latin typeface="Palatino Linotype" pitchFamily="18" charset="0"/>
              </a:rPr>
              <a:t>Oh </a:t>
            </a:r>
            <a:r>
              <a:rPr lang="en-US" b="1" dirty="0" err="1">
                <a:solidFill>
                  <a:srgbClr val="000000"/>
                </a:solidFill>
                <a:latin typeface="Palatino Linotype" pitchFamily="18" charset="0"/>
              </a:rPr>
              <a:t>Hanumanji</a:t>
            </a:r>
            <a:r>
              <a:rPr lang="en-US" b="1" dirty="0">
                <a:solidFill>
                  <a:srgbClr val="000000"/>
                </a:solidFill>
                <a:latin typeface="Palatino Linotype" pitchFamily="18" charset="0"/>
              </a:rPr>
              <a:t>! You hold the essence of devotion to RAM, always remaining His Servant.</a:t>
            </a:r>
          </a:p>
          <a:p>
            <a:pPr algn="ctr" defTabSz="685754"/>
            <a:r>
              <a:rPr lang="en-US" sz="2700" b="1" dirty="0">
                <a:solidFill>
                  <a:srgbClr val="000000"/>
                </a:solidFill>
                <a:latin typeface="Palatino Linotype" pitchFamily="18" charset="0"/>
              </a:rPr>
              <a:t>		</a:t>
            </a:r>
            <a:br>
              <a:rPr lang="en-US" sz="2700" dirty="0">
                <a:solidFill>
                  <a:srgbClr val="000000"/>
                </a:solidFill>
                <a:latin typeface="Calibri" pitchFamily="34" charset="0"/>
              </a:rPr>
            </a:br>
            <a:endParaRPr lang="en-US" sz="2700" dirty="0">
              <a:solidFill>
                <a:srgbClr val="000000"/>
              </a:solidFill>
              <a:latin typeface="Calibri" pitchFamily="34" charset="0"/>
            </a:endParaRPr>
          </a:p>
        </p:txBody>
      </p:sp>
    </p:spTree>
    <p:extLst>
      <p:ext uri="{BB962C8B-B14F-4D97-AF65-F5344CB8AC3E}">
        <p14:creationId xmlns:p14="http://schemas.microsoft.com/office/powerpoint/2010/main" val="28085312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srgbClr val="FFFFFF"/>
                </a:solidFill>
                <a:latin typeface="Aparajita" pitchFamily="34" charset="0"/>
              </a:rPr>
              <a:t>॥ इति श्रीमद्गोस्वामीतुलसीदासजी अवधी भाषायां विरचितं श्रीहनुमान चालीसा ॥</a:t>
            </a:r>
            <a:endParaRPr lang="en-US" sz="1875" b="1">
              <a:solidFill>
                <a:srgbClr val="FFFFFF"/>
              </a:solidFill>
              <a:latin typeface="Aparajita" pitchFamily="34" charset="0"/>
            </a:endParaRPr>
          </a:p>
        </p:txBody>
      </p:sp>
      <p:sp>
        <p:nvSpPr>
          <p:cNvPr id="64515" name="Rectangle 1"/>
          <p:cNvSpPr>
            <a:spLocks noChangeArrowheads="1"/>
          </p:cNvSpPr>
          <p:nvPr/>
        </p:nvSpPr>
        <p:spPr bwMode="auto">
          <a:xfrm>
            <a:off x="1182390" y="3555179"/>
            <a:ext cx="6857802" cy="2031325"/>
          </a:xfrm>
          <a:prstGeom prst="rect">
            <a:avLst/>
          </a:prstGeom>
          <a:noFill/>
          <a:ln w="9525">
            <a:noFill/>
            <a:miter lim="800000"/>
            <a:headEnd/>
            <a:tailEnd/>
          </a:ln>
        </p:spPr>
        <p:txBody>
          <a:bodyPr>
            <a:spAutoFit/>
          </a:bodyPr>
          <a:lstStyle/>
          <a:p>
            <a:pPr defTabSz="685754"/>
            <a:r>
              <a:rPr lang="en-US" sz="2100" b="1" dirty="0">
                <a:solidFill>
                  <a:srgbClr val="000000"/>
                </a:solidFill>
                <a:latin typeface="Calibri"/>
              </a:rPr>
              <a:t>	</a:t>
            </a:r>
          </a:p>
          <a:p>
            <a:pPr defTabSz="685754"/>
            <a:r>
              <a:rPr lang="en-US" sz="2100" b="1" dirty="0">
                <a:solidFill>
                  <a:srgbClr val="000000"/>
                </a:solidFill>
                <a:latin typeface="Calibri"/>
              </a:rPr>
              <a:t>	</a:t>
            </a:r>
            <a:r>
              <a:rPr lang="hi-IN" sz="2100" b="1" dirty="0">
                <a:solidFill>
                  <a:srgbClr val="000000"/>
                </a:solidFill>
                <a:latin typeface="Calibri"/>
              </a:rPr>
              <a:t>राम लक्ष्मण जानकी</a:t>
            </a:r>
            <a:r>
              <a:rPr lang="en-US" sz="2100" b="1" dirty="0">
                <a:solidFill>
                  <a:srgbClr val="000000"/>
                </a:solidFill>
                <a:latin typeface="Calibri"/>
              </a:rPr>
              <a:t>	</a:t>
            </a:r>
            <a:r>
              <a:rPr lang="en-US" sz="2100" dirty="0" err="1">
                <a:solidFill>
                  <a:srgbClr val="000000"/>
                </a:solidFill>
                <a:latin typeface="URW Palladio IT" pitchFamily="2" charset="0"/>
              </a:rPr>
              <a:t>Räma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La</a:t>
            </a:r>
            <a:r>
              <a:rPr lang="en-US" altLang="zh-CN" sz="2100" dirty="0" err="1">
                <a:solidFill>
                  <a:srgbClr val="000000"/>
                </a:solidFill>
                <a:latin typeface="URW Palladio IT" pitchFamily="2" charset="0"/>
                <a:ea typeface="宋体" panose="02010600030101010101" pitchFamily="2" charset="-122"/>
                <a:sym typeface="URW Palladio IT" pitchFamily="2" charset="0"/>
              </a:rPr>
              <a:t>kñ</a:t>
            </a:r>
            <a:r>
              <a:rPr lang="en-US" sz="2100" dirty="0" err="1">
                <a:solidFill>
                  <a:srgbClr val="000000"/>
                </a:solidFill>
                <a:latin typeface="URW Palladio IT" pitchFamily="2" charset="0"/>
              </a:rPr>
              <a:t>hmaëa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Jänaké</a:t>
            </a:r>
            <a:endParaRPr lang="en-US" sz="2100" dirty="0">
              <a:solidFill>
                <a:srgbClr val="000000"/>
              </a:solidFill>
              <a:latin typeface="URW Palladio IT" pitchFamily="2" charset="0"/>
            </a:endParaRPr>
          </a:p>
          <a:p>
            <a:pPr defTabSz="685754"/>
            <a:r>
              <a:rPr lang="en-US" sz="2100" b="1" dirty="0">
                <a:solidFill>
                  <a:srgbClr val="000000"/>
                </a:solidFill>
                <a:latin typeface="Calibri"/>
              </a:rPr>
              <a:t>	</a:t>
            </a:r>
            <a:r>
              <a:rPr lang="hi-IN" sz="2100" b="1" dirty="0">
                <a:solidFill>
                  <a:srgbClr val="000000"/>
                </a:solidFill>
                <a:latin typeface="Calibri"/>
              </a:rPr>
              <a:t>जय बोलो हनुमान की</a:t>
            </a:r>
            <a:r>
              <a:rPr lang="en-US" sz="2100" b="1" dirty="0">
                <a:solidFill>
                  <a:srgbClr val="000000"/>
                </a:solidFill>
                <a:latin typeface="Calibri"/>
              </a:rPr>
              <a:t>	</a:t>
            </a:r>
            <a:r>
              <a:rPr lang="en-US" sz="2100" dirty="0">
                <a:solidFill>
                  <a:srgbClr val="000000"/>
                </a:solidFill>
                <a:latin typeface="URW Palladio IT" pitchFamily="2" charset="0"/>
              </a:rPr>
              <a:t> Jaya Bolo </a:t>
            </a:r>
            <a:r>
              <a:rPr lang="en-US" sz="2100" dirty="0" err="1">
                <a:solidFill>
                  <a:srgbClr val="000000"/>
                </a:solidFill>
                <a:latin typeface="URW Palladio IT" pitchFamily="2" charset="0"/>
              </a:rPr>
              <a:t>Hanumäna</a:t>
            </a:r>
            <a:r>
              <a:rPr lang="en-US" sz="2100" dirty="0">
                <a:solidFill>
                  <a:srgbClr val="000000"/>
                </a:solidFill>
                <a:latin typeface="URW Palladio IT" pitchFamily="2" charset="0"/>
              </a:rPr>
              <a:t> </a:t>
            </a:r>
            <a:r>
              <a:rPr lang="en-US" sz="2100" dirty="0" err="1">
                <a:solidFill>
                  <a:srgbClr val="000000"/>
                </a:solidFill>
                <a:latin typeface="URW Palladio IT" pitchFamily="2" charset="0"/>
              </a:rPr>
              <a:t>Ké</a:t>
            </a:r>
            <a:endParaRPr lang="en-CA" sz="2100" b="1" dirty="0">
              <a:solidFill>
                <a:srgbClr val="000000"/>
              </a:solidFill>
              <a:latin typeface="Calibri"/>
            </a:endParaRPr>
          </a:p>
          <a:p>
            <a:pPr defTabSz="685754"/>
            <a:r>
              <a:rPr lang="en-CA" sz="2100" b="1" dirty="0">
                <a:solidFill>
                  <a:srgbClr val="000000"/>
                </a:solidFill>
                <a:latin typeface="Calibri"/>
              </a:rPr>
              <a:t>			  </a:t>
            </a:r>
            <a:r>
              <a:rPr lang="kn-IN" sz="2100" b="1" dirty="0">
                <a:solidFill>
                  <a:srgbClr val="000000"/>
                </a:solidFill>
                <a:latin typeface="Calibri"/>
              </a:rPr>
              <a:t>ರಾಮ ಲಕ್ಷ್ಮಣ </a:t>
            </a:r>
            <a:r>
              <a:rPr lang="kn-IN" sz="2100" b="1" dirty="0" err="1">
                <a:solidFill>
                  <a:srgbClr val="000000"/>
                </a:solidFill>
                <a:latin typeface="Calibri"/>
              </a:rPr>
              <a:t>ಜಾನಕೀ</a:t>
            </a:r>
            <a:endParaRPr lang="kn-IN" sz="2100" b="1" dirty="0">
              <a:solidFill>
                <a:srgbClr val="000000"/>
              </a:solidFill>
              <a:latin typeface="Calibri"/>
            </a:endParaRPr>
          </a:p>
          <a:p>
            <a:pPr algn="ctr" defTabSz="685754"/>
            <a:r>
              <a:rPr lang="kn-IN" sz="2100" b="1" dirty="0">
                <a:solidFill>
                  <a:srgbClr val="000000"/>
                </a:solidFill>
                <a:latin typeface="Calibri"/>
              </a:rPr>
              <a:t>ಜೈ </a:t>
            </a:r>
            <a:r>
              <a:rPr lang="kn-IN" sz="2100" b="1" dirty="0" err="1">
                <a:solidFill>
                  <a:srgbClr val="000000"/>
                </a:solidFill>
                <a:latin typeface="Calibri"/>
              </a:rPr>
              <a:t>ಬೋಲೋ</a:t>
            </a:r>
            <a:r>
              <a:rPr lang="kn-IN" sz="2100" b="1" dirty="0">
                <a:solidFill>
                  <a:srgbClr val="000000"/>
                </a:solidFill>
                <a:latin typeface="Calibri"/>
              </a:rPr>
              <a:t> </a:t>
            </a:r>
            <a:r>
              <a:rPr lang="kn-IN" sz="2100" b="1" dirty="0" err="1">
                <a:solidFill>
                  <a:srgbClr val="000000"/>
                </a:solidFill>
                <a:latin typeface="Calibri"/>
              </a:rPr>
              <a:t>ಹನುಮಾನ್</a:t>
            </a:r>
            <a:r>
              <a:rPr lang="kn-IN" sz="2100" b="1" dirty="0">
                <a:solidFill>
                  <a:srgbClr val="000000"/>
                </a:solidFill>
                <a:latin typeface="Calibri"/>
              </a:rPr>
              <a:t> ಕೀ</a:t>
            </a:r>
            <a:endParaRPr lang="en-CA" sz="2100" b="1" dirty="0">
              <a:solidFill>
                <a:srgbClr val="000000"/>
              </a:solidFill>
              <a:latin typeface="Calibri"/>
            </a:endParaRPr>
          </a:p>
          <a:p>
            <a:pPr defTabSz="685754"/>
            <a:endParaRPr lang="en-IN" sz="2100"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1731261" y="-10639"/>
            <a:ext cx="5755314" cy="3886089"/>
          </a:xfrm>
          <a:prstGeom prst="rect">
            <a:avLst/>
          </a:prstGeom>
          <a:noFill/>
          <a:ln w="9525">
            <a:noFill/>
            <a:miter lim="800000"/>
            <a:headEnd/>
            <a:tailEnd/>
          </a:ln>
        </p:spPr>
      </p:pic>
    </p:spTree>
    <p:extLst>
      <p:ext uri="{BB962C8B-B14F-4D97-AF65-F5344CB8AC3E}">
        <p14:creationId xmlns:p14="http://schemas.microsoft.com/office/powerpoint/2010/main" val="2157687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314544" y="160805"/>
            <a:ext cx="6686357" cy="4870564"/>
          </a:xfrm>
          <a:prstGeom prst="rect">
            <a:avLst/>
          </a:prstGeom>
          <a:noFill/>
          <a:ln w="9525">
            <a:noFill/>
            <a:miter lim="800000"/>
            <a:headEnd/>
            <a:tailEnd/>
          </a:ln>
        </p:spPr>
        <p:txBody>
          <a:bodyPr>
            <a:spAutoFit/>
          </a:bodyPr>
          <a:lstStyle/>
          <a:p>
            <a:pPr algn="ctr" defTabSz="685754"/>
            <a:r>
              <a:rPr lang="en-IN" sz="1050" b="1" dirty="0">
                <a:solidFill>
                  <a:prstClr val="black"/>
                </a:solidFill>
                <a:latin typeface="Aparajita" pitchFamily="34" charset="0"/>
              </a:rPr>
              <a:t>	</a:t>
            </a:r>
            <a:r>
              <a:rPr lang="en-IN" sz="3000" b="1" dirty="0" err="1">
                <a:solidFill>
                  <a:prstClr val="black"/>
                </a:solidFill>
                <a:latin typeface="Aparajita" pitchFamily="34" charset="0"/>
              </a:rPr>
              <a:t>तुह्मरे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भजन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पावै</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बिसरावै</a:t>
            </a:r>
            <a:r>
              <a:rPr lang="en-IN" sz="3000" b="1" dirty="0">
                <a:solidFill>
                  <a:prstClr val="black"/>
                </a:solidFill>
                <a:latin typeface="Aparajita" pitchFamily="34" charset="0"/>
              </a:rPr>
              <a:t> ॥३३॥</a:t>
            </a:r>
          </a:p>
          <a:p>
            <a:pPr algn="ctr" defTabSz="685754"/>
            <a:endParaRPr lang="en-IN" sz="3300" b="1" dirty="0">
              <a:solidFill>
                <a:prstClr val="black"/>
              </a:solidFill>
              <a:latin typeface="Aparajita" pitchFamily="34" charset="0"/>
            </a:endParaRPr>
          </a:p>
          <a:p>
            <a:pPr algn="ctr" defTabSz="685754"/>
            <a:r>
              <a:rPr lang="en-US" sz="2100" b="1" dirty="0" err="1">
                <a:solidFill>
                  <a:prstClr val="black"/>
                </a:solidFill>
                <a:latin typeface="URW Palladio IT" pitchFamily="2" charset="0"/>
              </a:rPr>
              <a:t>Tumhare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Bhajana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Räma</a:t>
            </a:r>
            <a:r>
              <a:rPr lang="en-US" sz="2100" b="1" dirty="0">
                <a:solidFill>
                  <a:prstClr val="black"/>
                </a:solidFill>
                <a:latin typeface="URW Palladio IT" pitchFamily="2" charset="0"/>
              </a:rPr>
              <a:t> Ko </a:t>
            </a:r>
            <a:r>
              <a:rPr lang="en-US" sz="2100" b="1" dirty="0" err="1">
                <a:solidFill>
                  <a:prstClr val="black"/>
                </a:solidFill>
                <a:latin typeface="URW Palladio IT" pitchFamily="2" charset="0"/>
              </a:rPr>
              <a:t>Pävai</a:t>
            </a:r>
            <a:r>
              <a:rPr lang="en-US" sz="2100" b="1" dirty="0">
                <a:solidFill>
                  <a:prstClr val="black"/>
                </a:solidFill>
                <a:latin typeface="URW Palladio IT" pitchFamily="2" charset="0"/>
              </a:rPr>
              <a:t> | </a:t>
            </a:r>
          </a:p>
          <a:p>
            <a:pPr algn="ctr" defTabSz="685754"/>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Janama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Ke</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Dukha</a:t>
            </a:r>
            <a:r>
              <a:rPr lang="en-US" sz="2100" b="1" dirty="0">
                <a:solidFill>
                  <a:prstClr val="black"/>
                </a:solidFill>
                <a:latin typeface="URW Palladio IT" pitchFamily="2" charset="0"/>
              </a:rPr>
              <a:t> </a:t>
            </a:r>
            <a:r>
              <a:rPr lang="en-US" sz="2100" b="1" dirty="0" err="1">
                <a:solidFill>
                  <a:prstClr val="black"/>
                </a:solidFill>
                <a:latin typeface="URW Palladio IT" pitchFamily="2" charset="0"/>
              </a:rPr>
              <a:t>Bisarävai</a:t>
            </a:r>
            <a:r>
              <a:rPr lang="en-US" sz="2100" b="1" dirty="0">
                <a:solidFill>
                  <a:prstClr val="black"/>
                </a:solidFill>
                <a:latin typeface="URW Palladio IT" pitchFamily="2" charset="0"/>
              </a:rPr>
              <a:t> || - 33</a:t>
            </a:r>
          </a:p>
          <a:p>
            <a:pPr algn="ctr" defTabSz="685754"/>
            <a:endParaRPr lang="en-US" sz="2100" b="1" dirty="0">
              <a:solidFill>
                <a:prstClr val="black"/>
              </a:solidFill>
              <a:latin typeface="URW Palladio IT" pitchFamily="2" charset="0"/>
            </a:endParaRPr>
          </a:p>
          <a:p>
            <a:pPr algn="ctr" defTabSz="685754"/>
            <a:endParaRPr lang="en-US" sz="105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ತುಮ್ಹರೇ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ಭಜನ</a:t>
            </a:r>
            <a:r>
              <a:rPr lang="en-US" sz="2700" b="1" dirty="0">
                <a:solidFill>
                  <a:prstClr val="black"/>
                </a:solidFill>
                <a:latin typeface="Calibri" pitchFamily="34" charset="0"/>
              </a:rPr>
              <a:t> </a:t>
            </a:r>
            <a:r>
              <a:rPr lang="en-US" sz="2700" b="1" dirty="0" err="1">
                <a:solidFill>
                  <a:prstClr val="black"/>
                </a:solidFill>
                <a:latin typeface="Calibri" pitchFamily="34" charset="0"/>
              </a:rPr>
              <a:t>ರಾಮ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ಪಾವೈ</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ಜನಮ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ದುಖ</a:t>
            </a:r>
            <a:r>
              <a:rPr lang="en-US" sz="2700" b="1" dirty="0">
                <a:solidFill>
                  <a:prstClr val="black"/>
                </a:solidFill>
                <a:latin typeface="Calibri" pitchFamily="34" charset="0"/>
              </a:rPr>
              <a:t> </a:t>
            </a:r>
            <a:r>
              <a:rPr lang="en-US" sz="2700" b="1" dirty="0" err="1">
                <a:solidFill>
                  <a:prstClr val="black"/>
                </a:solidFill>
                <a:latin typeface="Calibri" pitchFamily="34" charset="0"/>
              </a:rPr>
              <a:t>ಬಿಸರಾವೈ</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೩೩</a:t>
            </a:r>
            <a:r>
              <a:rPr lang="en-US" sz="2700" b="1" dirty="0">
                <a:solidFill>
                  <a:prstClr val="black"/>
                </a:solidFill>
                <a:latin typeface="Calibri" pitchFamily="34" charset="0"/>
              </a:rPr>
              <a:t>॥</a:t>
            </a:r>
          </a:p>
          <a:p>
            <a:pPr algn="ctr" defTabSz="685754"/>
            <a:endParaRPr lang="en-US" sz="2700" b="1" dirty="0">
              <a:solidFill>
                <a:prstClr val="black"/>
              </a:solidFill>
              <a:latin typeface="Calibri" pitchFamily="34" charset="0"/>
            </a:endParaRPr>
          </a:p>
          <a:p>
            <a:pPr algn="ctr" defTabSz="685754"/>
            <a:r>
              <a:rPr lang="en-US" b="1" dirty="0">
                <a:solidFill>
                  <a:prstClr val="black"/>
                </a:solidFill>
                <a:latin typeface="Palatino Linotype" pitchFamily="18" charset="0"/>
              </a:rPr>
              <a:t>Oh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through devotion to you, one comes to RAM and becomes free from suffering of several lives.</a:t>
            </a:r>
            <a:endParaRPr lang="en-US" dirty="0">
              <a:solidFill>
                <a:prstClr val="black"/>
              </a:solidFill>
              <a:latin typeface="Calibri" pitchFamily="34" charset="0"/>
            </a:endParaRPr>
          </a:p>
        </p:txBody>
      </p:sp>
    </p:spTree>
    <p:extLst>
      <p:ext uri="{BB962C8B-B14F-4D97-AF65-F5344CB8AC3E}">
        <p14:creationId xmlns:p14="http://schemas.microsoft.com/office/powerpoint/2010/main" val="32045089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314545" y="57223"/>
            <a:ext cx="6514912" cy="537839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अन्त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काल</a:t>
            </a:r>
            <a:r>
              <a:rPr lang="en-IN" sz="3000" b="1" dirty="0">
                <a:solidFill>
                  <a:prstClr val="black"/>
                </a:solidFill>
                <a:latin typeface="Aparajita" pitchFamily="34" charset="0"/>
              </a:rPr>
              <a:t> </a:t>
            </a:r>
            <a:r>
              <a:rPr lang="en-IN" sz="3000" b="1" dirty="0" err="1">
                <a:solidFill>
                  <a:prstClr val="black"/>
                </a:solidFill>
                <a:latin typeface="Aparajita" pitchFamily="34" charset="0"/>
              </a:rPr>
              <a:t>रघुबर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जन्म</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हरिभक्त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कहाई</a:t>
            </a:r>
            <a:r>
              <a:rPr lang="en-IN" sz="3000" b="1" dirty="0">
                <a:solidFill>
                  <a:prstClr val="black"/>
                </a:solidFill>
                <a:latin typeface="Aparajita" pitchFamily="34" charset="0"/>
              </a:rPr>
              <a:t> ॥३४॥</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Anta </a:t>
            </a:r>
            <a:r>
              <a:rPr lang="en-US" sz="2700" b="1" dirty="0" err="1">
                <a:solidFill>
                  <a:prstClr val="black"/>
                </a:solidFill>
                <a:latin typeface="URW Palladio IT" pitchFamily="2" charset="0"/>
              </a:rPr>
              <a:t>Käla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Raghubara</a:t>
            </a:r>
            <a:r>
              <a:rPr lang="en-US" sz="2700" b="1" dirty="0">
                <a:solidFill>
                  <a:prstClr val="black"/>
                </a:solidFill>
                <a:latin typeface="URW Palladio IT" pitchFamily="2" charset="0"/>
              </a:rPr>
              <a:t> Pura </a:t>
            </a:r>
            <a:r>
              <a:rPr lang="en-US" sz="2700" b="1" dirty="0" err="1">
                <a:solidFill>
                  <a:prstClr val="black"/>
                </a:solidFill>
                <a:latin typeface="URW Palladio IT" pitchFamily="2" charset="0"/>
              </a:rPr>
              <a:t>Jäé</a:t>
            </a:r>
            <a:r>
              <a:rPr lang="en-US" sz="2700" b="1" dirty="0">
                <a:solidFill>
                  <a:prstClr val="black"/>
                </a:solidFill>
                <a:latin typeface="URW Palladio IT" pitchFamily="2" charset="0"/>
              </a:rPr>
              <a:t> |</a:t>
            </a:r>
          </a:p>
          <a:p>
            <a:pPr algn="ctr" defTabSz="685754"/>
            <a:r>
              <a:rPr lang="en-US" sz="2700" b="1" dirty="0" err="1">
                <a:solidFill>
                  <a:prstClr val="black"/>
                </a:solidFill>
                <a:latin typeface="URW Palladio IT" pitchFamily="2" charset="0"/>
              </a:rPr>
              <a:t>Jahäð</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Janma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Haribhakta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Kahäé</a:t>
            </a:r>
            <a:r>
              <a:rPr lang="en-US" sz="2700" b="1" dirty="0">
                <a:solidFill>
                  <a:prstClr val="black"/>
                </a:solidFill>
                <a:latin typeface="URW Palladio IT" pitchFamily="2" charset="0"/>
              </a:rPr>
              <a:t> || - 34</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ಅಂತ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ಕಾಲ</a:t>
            </a:r>
            <a:r>
              <a:rPr lang="en-US" sz="2700" b="1" dirty="0">
                <a:solidFill>
                  <a:prstClr val="black"/>
                </a:solidFill>
                <a:latin typeface="Calibri" pitchFamily="34" charset="0"/>
              </a:rPr>
              <a:t> </a:t>
            </a:r>
            <a:r>
              <a:rPr lang="en-US" sz="2700" b="1" dirty="0" err="1">
                <a:solidFill>
                  <a:prstClr val="black"/>
                </a:solidFill>
                <a:latin typeface="Calibri" pitchFamily="34" charset="0"/>
              </a:rPr>
              <a:t>ರಘುಬರ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r>
              <a:rPr lang="en-US" sz="2700" b="1" dirty="0" err="1">
                <a:solidFill>
                  <a:prstClr val="black"/>
                </a:solidFill>
                <a:latin typeface="Calibri" pitchFamily="34" charset="0"/>
              </a:rPr>
              <a:t>ಜಾಈ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ಜಹಾ</a:t>
            </a:r>
            <a:r>
              <a:rPr lang="en-US" sz="2700" b="1" dirty="0">
                <a:solidFill>
                  <a:prstClr val="black"/>
                </a:solidFill>
                <a:latin typeface="Calibri" pitchFamily="34" charset="0"/>
              </a:rPr>
              <a:t> </a:t>
            </a:r>
            <a:r>
              <a:rPr lang="en-US" sz="2700" b="1" dirty="0" err="1">
                <a:solidFill>
                  <a:prstClr val="black"/>
                </a:solidFill>
                <a:latin typeface="Calibri" pitchFamily="34" charset="0"/>
              </a:rPr>
              <a:t>ಜ</a:t>
            </a:r>
            <a:r>
              <a:rPr lang="kn-IN" sz="2700" b="1" dirty="0" err="1">
                <a:solidFill>
                  <a:prstClr val="black"/>
                </a:solidFill>
                <a:latin typeface="Calibri" pitchFamily="34" charset="0"/>
                <a:ea typeface="Tunga" pitchFamily="2"/>
                <a:cs typeface="Tunga" pitchFamily="2"/>
              </a:rPr>
              <a:t>ನ್ಮ</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ಭಕ್ತ</a:t>
            </a:r>
            <a:r>
              <a:rPr lang="en-US" sz="2700" b="1" dirty="0">
                <a:solidFill>
                  <a:prstClr val="black"/>
                </a:solidFill>
                <a:latin typeface="Calibri" pitchFamily="34" charset="0"/>
              </a:rPr>
              <a:t> </a:t>
            </a:r>
            <a:r>
              <a:rPr lang="en-US" sz="2700" b="1" dirty="0" err="1">
                <a:solidFill>
                  <a:prstClr val="black"/>
                </a:solidFill>
                <a:latin typeface="Calibri" pitchFamily="34" charset="0"/>
              </a:rPr>
              <a:t>ಕಹಾಈ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೩೪</a:t>
            </a:r>
            <a:r>
              <a:rPr lang="en-US" sz="2700" b="1" dirty="0">
                <a:solidFill>
                  <a:prstClr val="black"/>
                </a:solidFill>
                <a:latin typeface="Calibri" pitchFamily="34" charset="0"/>
              </a:rPr>
              <a:t>॥</a:t>
            </a:r>
          </a:p>
          <a:p>
            <a:pPr algn="ctr" defTabSz="685754"/>
            <a:endParaRPr lang="en-US" b="1" dirty="0">
              <a:solidFill>
                <a:prstClr val="black"/>
              </a:solidFill>
              <a:latin typeface="Calibri" pitchFamily="34" charset="0"/>
            </a:endParaRPr>
          </a:p>
          <a:p>
            <a:pPr algn="ctr" defTabSz="685754"/>
            <a:r>
              <a:rPr lang="en-US" b="1" dirty="0">
                <a:solidFill>
                  <a:prstClr val="black"/>
                </a:solidFill>
                <a:latin typeface="Palatino Linotype" pitchFamily="18" charset="0"/>
              </a:rPr>
              <a:t>After death he enters the eternal abode of Sri Ram and remains a devotee of him, whenever, taking new birth on earth.</a:t>
            </a:r>
          </a:p>
          <a:p>
            <a:pPr algn="ctr" defTabSz="685754"/>
            <a:endParaRPr lang="en-IN" sz="600" b="1" dirty="0">
              <a:solidFill>
                <a:prstClr val="black"/>
              </a:solidFill>
              <a:latin typeface="Aparajita" pitchFamily="34" charset="0"/>
            </a:endParaRPr>
          </a:p>
          <a:p>
            <a:pPr algn="ctr" defTabSz="685754"/>
            <a:r>
              <a:rPr lang="en-IN" sz="1500" b="1" dirty="0">
                <a:solidFill>
                  <a:srgbClr val="00B050"/>
                </a:solidFill>
                <a:latin typeface="Sanskrit 99" pitchFamily="2"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38273683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314545" y="74"/>
            <a:ext cx="6514912" cy="5932393"/>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और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देवता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चित्त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धरई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सेइ</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सर्ब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करई</a:t>
            </a:r>
            <a:r>
              <a:rPr lang="en-IN" sz="3000" b="1" dirty="0">
                <a:solidFill>
                  <a:prstClr val="black"/>
                </a:solidFill>
                <a:latin typeface="Aparajita" pitchFamily="34" charset="0"/>
              </a:rPr>
              <a:t> ॥३५॥</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Aura </a:t>
            </a:r>
            <a:r>
              <a:rPr lang="en-US" sz="2700" b="1" dirty="0" err="1">
                <a:solidFill>
                  <a:prstClr val="black"/>
                </a:solidFill>
                <a:latin typeface="URW Palladio IT" pitchFamily="2" charset="0"/>
              </a:rPr>
              <a:t>Devatä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Citta</a:t>
            </a:r>
            <a:r>
              <a:rPr lang="en-US" sz="2700" b="1" dirty="0">
                <a:solidFill>
                  <a:prstClr val="black"/>
                </a:solidFill>
                <a:latin typeface="URW Palladio IT" pitchFamily="2" charset="0"/>
              </a:rPr>
              <a:t> Na </a:t>
            </a:r>
            <a:r>
              <a:rPr lang="en-US" sz="2700" b="1" dirty="0" err="1">
                <a:solidFill>
                  <a:prstClr val="black"/>
                </a:solidFill>
                <a:latin typeface="URW Palladio IT" pitchFamily="2" charset="0"/>
              </a:rPr>
              <a:t>Dharaé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Seé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Sarba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Karaé</a:t>
            </a:r>
            <a:r>
              <a:rPr lang="en-US" sz="2700" b="1" dirty="0">
                <a:solidFill>
                  <a:prstClr val="black"/>
                </a:solidFill>
                <a:latin typeface="URW Palladio IT" pitchFamily="2" charset="0"/>
              </a:rPr>
              <a:t> || - 35</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ಔರ</a:t>
            </a:r>
            <a:r>
              <a:rPr lang="en-US" sz="2700" b="1" dirty="0">
                <a:solidFill>
                  <a:prstClr val="black"/>
                </a:solidFill>
                <a:latin typeface="Calibri" pitchFamily="34" charset="0"/>
              </a:rPr>
              <a:t> </a:t>
            </a:r>
            <a:r>
              <a:rPr lang="en-US" sz="2700" b="1" dirty="0" err="1">
                <a:solidFill>
                  <a:prstClr val="black"/>
                </a:solidFill>
                <a:latin typeface="Calibri" pitchFamily="34" charset="0"/>
              </a:rPr>
              <a:t>ದೇವತಾ</a:t>
            </a:r>
            <a:r>
              <a:rPr lang="en-US" sz="2700" b="1" dirty="0">
                <a:solidFill>
                  <a:prstClr val="black"/>
                </a:solidFill>
                <a:latin typeface="Calibri" pitchFamily="34" charset="0"/>
              </a:rPr>
              <a:t> </a:t>
            </a:r>
            <a:r>
              <a:rPr lang="en-US" sz="2700" b="1" dirty="0" err="1">
                <a:solidFill>
                  <a:prstClr val="black"/>
                </a:solidFill>
                <a:latin typeface="Calibri" pitchFamily="34" charset="0"/>
              </a:rPr>
              <a:t>ಚಿತ್ತ</a:t>
            </a:r>
            <a:r>
              <a:rPr lang="en-US" sz="2700" b="1" dirty="0">
                <a:solidFill>
                  <a:prstClr val="black"/>
                </a:solidFill>
                <a:latin typeface="Calibri" pitchFamily="34" charset="0"/>
              </a:rPr>
              <a:t> </a:t>
            </a:r>
            <a:r>
              <a:rPr lang="en-US" sz="2700" b="1" dirty="0" err="1">
                <a:solidFill>
                  <a:prstClr val="black"/>
                </a:solidFill>
                <a:latin typeface="Calibri" pitchFamily="34" charset="0"/>
              </a:rPr>
              <a:t>ನ</a:t>
            </a:r>
            <a:r>
              <a:rPr lang="en-US" sz="2700" b="1" dirty="0">
                <a:solidFill>
                  <a:prstClr val="black"/>
                </a:solidFill>
                <a:latin typeface="Calibri" pitchFamily="34" charset="0"/>
              </a:rPr>
              <a:t> </a:t>
            </a:r>
            <a:r>
              <a:rPr lang="en-US" sz="2700" b="1" dirty="0" err="1">
                <a:solidFill>
                  <a:prstClr val="black"/>
                </a:solidFill>
                <a:latin typeface="Calibri" pitchFamily="34" charset="0"/>
              </a:rPr>
              <a:t>ಧರಈ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ಹನುಮತ</a:t>
            </a:r>
            <a:r>
              <a:rPr lang="en-US" sz="2700" b="1" dirty="0">
                <a:solidFill>
                  <a:prstClr val="black"/>
                </a:solidFill>
                <a:latin typeface="Calibri" pitchFamily="34" charset="0"/>
              </a:rPr>
              <a:t> </a:t>
            </a:r>
            <a:r>
              <a:rPr lang="en-US" sz="2700" b="1" dirty="0" err="1">
                <a:solidFill>
                  <a:prstClr val="black"/>
                </a:solidFill>
                <a:latin typeface="Calibri" pitchFamily="34" charset="0"/>
              </a:rPr>
              <a:t>ಸೇಈ</a:t>
            </a:r>
            <a:r>
              <a:rPr lang="en-US" sz="2700" b="1" dirty="0">
                <a:solidFill>
                  <a:prstClr val="black"/>
                </a:solidFill>
                <a:latin typeface="Calibri" pitchFamily="34" charset="0"/>
              </a:rPr>
              <a:t> </a:t>
            </a:r>
            <a:r>
              <a:rPr lang="en-US" sz="2700" b="1" dirty="0" err="1">
                <a:solidFill>
                  <a:prstClr val="black"/>
                </a:solidFill>
                <a:latin typeface="Calibri" pitchFamily="34" charset="0"/>
              </a:rPr>
              <a:t>ಸರ್ಬ</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ಕರಈ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೩೫</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You need not hold any other demigod in mind.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alone will give all happiness.</a:t>
            </a: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14442282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371693" y="-57074"/>
            <a:ext cx="6457763" cy="577081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सङ्कट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मिटै</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सब</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सुमिरै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बलबीरा</a:t>
            </a:r>
            <a:r>
              <a:rPr lang="en-IN" sz="3000" b="1" dirty="0">
                <a:solidFill>
                  <a:prstClr val="black"/>
                </a:solidFill>
                <a:latin typeface="Aparajita" pitchFamily="34" charset="0"/>
              </a:rPr>
              <a:t> ॥३६॥</a:t>
            </a:r>
          </a:p>
          <a:p>
            <a:pPr algn="ctr" defTabSz="685754"/>
            <a:endParaRPr lang="en-IN" sz="30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Saìkaöa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Kaöai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Miöai</a:t>
            </a:r>
            <a:r>
              <a:rPr lang="en-US" sz="2700" b="1" dirty="0">
                <a:solidFill>
                  <a:prstClr val="black"/>
                </a:solidFill>
                <a:latin typeface="URW Palladio IT" pitchFamily="2" charset="0"/>
              </a:rPr>
              <a:t> Saba </a:t>
            </a:r>
            <a:r>
              <a:rPr lang="en-US" sz="2700" b="1" dirty="0" err="1">
                <a:solidFill>
                  <a:prstClr val="black"/>
                </a:solidFill>
                <a:latin typeface="URW Palladio IT" pitchFamily="2" charset="0"/>
              </a:rPr>
              <a:t>Pérä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Sumirai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Balabérä</a:t>
            </a:r>
            <a:r>
              <a:rPr lang="en-US" sz="2700" b="1" dirty="0">
                <a:solidFill>
                  <a:prstClr val="black"/>
                </a:solidFill>
                <a:latin typeface="URW Palladio IT" pitchFamily="2" charset="0"/>
              </a:rPr>
              <a:t> || - 36</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ಸಂಕಟ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ಕಟೈ</a:t>
            </a:r>
            <a:r>
              <a:rPr lang="en-US" sz="2700" b="1" dirty="0">
                <a:solidFill>
                  <a:prstClr val="black"/>
                </a:solidFill>
                <a:latin typeface="Calibri" pitchFamily="34" charset="0"/>
              </a:rPr>
              <a:t> </a:t>
            </a:r>
            <a:r>
              <a:rPr lang="en-US" sz="2700" b="1" dirty="0" err="1">
                <a:solidFill>
                  <a:prstClr val="black"/>
                </a:solidFill>
                <a:latin typeface="Calibri" pitchFamily="34" charset="0"/>
              </a:rPr>
              <a:t>ಮಿಟೈ</a:t>
            </a:r>
            <a:r>
              <a:rPr lang="en-US" sz="2700" b="1" dirty="0">
                <a:solidFill>
                  <a:prstClr val="black"/>
                </a:solidFill>
                <a:latin typeface="Calibri" pitchFamily="34" charset="0"/>
              </a:rPr>
              <a:t> </a:t>
            </a:r>
            <a:r>
              <a:rPr lang="en-US" sz="2700" b="1" dirty="0" err="1">
                <a:solidFill>
                  <a:prstClr val="black"/>
                </a:solidFill>
                <a:latin typeface="Calibri" pitchFamily="34" charset="0"/>
              </a:rPr>
              <a:t>ಸಬ</a:t>
            </a:r>
            <a:r>
              <a:rPr lang="en-US" sz="2700" b="1" dirty="0">
                <a:solidFill>
                  <a:prstClr val="black"/>
                </a:solidFill>
                <a:latin typeface="Calibri" pitchFamily="34" charset="0"/>
              </a:rPr>
              <a:t> </a:t>
            </a:r>
            <a:r>
              <a:rPr lang="en-US" sz="2700" b="1" dirty="0" err="1">
                <a:solidFill>
                  <a:prstClr val="black"/>
                </a:solidFill>
                <a:latin typeface="Calibri" pitchFamily="34" charset="0"/>
              </a:rPr>
              <a:t>ಪೀರಾ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ಸುಮಿರೈ</a:t>
            </a:r>
            <a:r>
              <a:rPr lang="en-US" sz="2700" b="1" dirty="0">
                <a:solidFill>
                  <a:prstClr val="black"/>
                </a:solidFill>
                <a:latin typeface="Calibri" pitchFamily="34" charset="0"/>
              </a:rPr>
              <a:t> </a:t>
            </a:r>
            <a:r>
              <a:rPr lang="kn-IN" sz="2700" b="1" dirty="0" err="1">
                <a:solidFill>
                  <a:prstClr val="black"/>
                </a:solidFill>
                <a:latin typeface="Calibri" pitchFamily="34" charset="0"/>
                <a:ea typeface="Tunga" pitchFamily="2"/>
                <a:cs typeface="Tunga" pitchFamily="2"/>
              </a:rPr>
              <a:t>ಹನುಮತ್</a:t>
            </a:r>
            <a:r>
              <a:rPr lang="kn-IN" sz="2700" b="1" dirty="0">
                <a:solidFill>
                  <a:prstClr val="black"/>
                </a:solidFill>
                <a:latin typeface="Calibri" pitchFamily="34" charset="0"/>
                <a:ea typeface="Tunga" pitchFamily="2"/>
                <a:cs typeface="Tunga" pitchFamily="2"/>
              </a:rPr>
              <a:t> </a:t>
            </a:r>
            <a:r>
              <a:rPr lang="en-US" sz="2700" b="1" dirty="0" err="1">
                <a:solidFill>
                  <a:prstClr val="black"/>
                </a:solidFill>
                <a:latin typeface="Calibri" pitchFamily="34" charset="0"/>
              </a:rPr>
              <a:t>ಬಲಬೀರಾ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೩೬</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Oh Powerful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You end the sufferings and remove all the pain from those who remember you.</a:t>
            </a:r>
          </a:p>
          <a:p>
            <a:pPr algn="ctr" defTabSz="685754"/>
            <a:br>
              <a:rPr lang="en-US" sz="135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34333286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314545" y="57234"/>
            <a:ext cx="6514912" cy="6301725"/>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जय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गोसाईं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कृपा</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गुरुदेव</a:t>
            </a:r>
            <a:r>
              <a:rPr lang="en-IN" sz="3000" b="1" dirty="0">
                <a:solidFill>
                  <a:prstClr val="black"/>
                </a:solidFill>
                <a:latin typeface="Aparajita" pitchFamily="34" charset="0"/>
              </a:rPr>
              <a:t> </a:t>
            </a:r>
            <a:r>
              <a:rPr lang="en-IN" sz="3000" b="1" dirty="0" err="1">
                <a:solidFill>
                  <a:prstClr val="black"/>
                </a:solidFill>
                <a:latin typeface="Aparajita" pitchFamily="34" charset="0"/>
              </a:rPr>
              <a:t>की</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नाईं</a:t>
            </a:r>
            <a:r>
              <a:rPr lang="en-IN" sz="3000" b="1" dirty="0">
                <a:solidFill>
                  <a:prstClr val="black"/>
                </a:solidFill>
                <a:latin typeface="Aparajita" pitchFamily="34" charset="0"/>
              </a:rPr>
              <a:t> ॥३७॥</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Jaya Jaya Jaya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Gosäéà</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Kåpä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Karahu</a:t>
            </a:r>
            <a:r>
              <a:rPr lang="en-US" sz="2700" b="1" dirty="0">
                <a:solidFill>
                  <a:prstClr val="black"/>
                </a:solidFill>
                <a:latin typeface="URW Palladio IT" pitchFamily="2" charset="0"/>
              </a:rPr>
              <a:t> Guru Deva </a:t>
            </a:r>
            <a:r>
              <a:rPr lang="en-US" sz="2700" b="1" dirty="0" err="1">
                <a:solidFill>
                  <a:prstClr val="black"/>
                </a:solidFill>
                <a:latin typeface="URW Palladio IT" pitchFamily="2" charset="0"/>
              </a:rPr>
              <a:t>Ké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Näéà</a:t>
            </a:r>
            <a:r>
              <a:rPr lang="en-US" sz="2700" b="1" dirty="0">
                <a:solidFill>
                  <a:prstClr val="black"/>
                </a:solidFill>
                <a:latin typeface="URW Palladio IT" pitchFamily="2" charset="0"/>
              </a:rPr>
              <a:t> || - 37</a:t>
            </a:r>
          </a:p>
          <a:p>
            <a:pPr algn="ctr" defTabSz="685754"/>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ಜಯ</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en-US" sz="2700" b="1" dirty="0" err="1">
                <a:solidFill>
                  <a:prstClr val="black"/>
                </a:solidFill>
                <a:latin typeface="Calibri" pitchFamily="34" charset="0"/>
              </a:rPr>
              <a:t>ಗೋಸಾಈ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ಕೃಪಾ</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kn-IN" sz="2700" b="1" dirty="0" err="1">
                <a:solidFill>
                  <a:prstClr val="black"/>
                </a:solidFill>
                <a:latin typeface="Calibri" pitchFamily="34" charset="0"/>
                <a:ea typeface="Tunga" pitchFamily="2"/>
                <a:cs typeface="Tunga" pitchFamily="2"/>
              </a:rPr>
              <a:t>ಹು</a:t>
            </a:r>
            <a:r>
              <a:rPr lang="en-US" sz="2700" b="1" dirty="0">
                <a:solidFill>
                  <a:prstClr val="black"/>
                </a:solidFill>
                <a:latin typeface="Calibri" pitchFamily="34" charset="0"/>
              </a:rPr>
              <a:t> </a:t>
            </a:r>
            <a:r>
              <a:rPr lang="en-US" sz="2700" b="1" dirty="0" err="1">
                <a:solidFill>
                  <a:prstClr val="black"/>
                </a:solidFill>
                <a:latin typeface="Calibri" pitchFamily="34" charset="0"/>
              </a:rPr>
              <a:t>ಗು</a:t>
            </a:r>
            <a:r>
              <a:rPr lang="kn-IN" sz="2700" b="1" dirty="0" err="1">
                <a:solidFill>
                  <a:prstClr val="black"/>
                </a:solidFill>
                <a:latin typeface="Calibri" pitchFamily="34" charset="0"/>
                <a:ea typeface="Tunga" pitchFamily="2"/>
                <a:cs typeface="Tunga" pitchFamily="2"/>
              </a:rPr>
              <a:t>ರು</a:t>
            </a:r>
            <a:r>
              <a:rPr lang="en-US" sz="2700" b="1" dirty="0" err="1">
                <a:solidFill>
                  <a:prstClr val="black"/>
                </a:solidFill>
                <a:latin typeface="Calibri" pitchFamily="34" charset="0"/>
              </a:rPr>
              <a:t>ದೇವ</a:t>
            </a:r>
            <a:r>
              <a:rPr lang="en-US" sz="2700" b="1" dirty="0">
                <a:solidFill>
                  <a:prstClr val="black"/>
                </a:solidFill>
                <a:latin typeface="Calibri" pitchFamily="34" charset="0"/>
              </a:rPr>
              <a:t> </a:t>
            </a:r>
            <a:r>
              <a:rPr lang="en-US" sz="2700" b="1" dirty="0" err="1">
                <a:solidFill>
                  <a:prstClr val="black"/>
                </a:solidFill>
                <a:latin typeface="Calibri" pitchFamily="34" charset="0"/>
              </a:rPr>
              <a:t>ಕೀ</a:t>
            </a:r>
            <a:r>
              <a:rPr lang="en-US" sz="2700" b="1" dirty="0">
                <a:solidFill>
                  <a:prstClr val="black"/>
                </a:solidFill>
                <a:latin typeface="Calibri" pitchFamily="34" charset="0"/>
              </a:rPr>
              <a:t> </a:t>
            </a:r>
            <a:r>
              <a:rPr lang="en-US" sz="2700" b="1" dirty="0" err="1">
                <a:solidFill>
                  <a:prstClr val="black"/>
                </a:solidFill>
                <a:latin typeface="Calibri" pitchFamily="34" charset="0"/>
              </a:rPr>
              <a:t>ನಾಈ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೩೭</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Hail-Hail-Hail-Lord </a:t>
            </a:r>
            <a:r>
              <a:rPr lang="en-US" b="1" dirty="0" err="1">
                <a:solidFill>
                  <a:prstClr val="black"/>
                </a:solidFill>
                <a:latin typeface="Palatino Linotype" pitchFamily="18" charset="0"/>
              </a:rPr>
              <a:t>Hanumanji</a:t>
            </a:r>
            <a:r>
              <a:rPr lang="en-US" b="1" dirty="0">
                <a:solidFill>
                  <a:prstClr val="black"/>
                </a:solidFill>
                <a:latin typeface="Palatino Linotype" pitchFamily="18" charset="0"/>
              </a:rPr>
              <a:t>! I beseech you </a:t>
            </a:r>
            <a:r>
              <a:rPr lang="en-US" b="1" dirty="0" err="1">
                <a:solidFill>
                  <a:prstClr val="black"/>
                </a:solidFill>
                <a:latin typeface="Palatino Linotype" pitchFamily="18" charset="0"/>
              </a:rPr>
              <a:t>Honour</a:t>
            </a:r>
            <a:r>
              <a:rPr lang="en-US" b="1" dirty="0">
                <a:solidFill>
                  <a:prstClr val="black"/>
                </a:solidFill>
                <a:latin typeface="Palatino Linotype" pitchFamily="18" charset="0"/>
              </a:rPr>
              <a:t> to bless me in the capacity of my supreme 'GURU' (teacher).</a:t>
            </a:r>
          </a:p>
          <a:p>
            <a:pPr algn="ctr" defTabSz="685754"/>
            <a:r>
              <a:rPr lang="en-US" sz="2400" b="1" dirty="0">
                <a:solidFill>
                  <a:prstClr val="black"/>
                </a:solidFill>
                <a:latin typeface="Palatino Linotype" pitchFamily="18" charset="0"/>
              </a:rPr>
              <a:t>	</a:t>
            </a:r>
            <a:endParaRPr lang="en-IN" sz="2400" b="1" dirty="0">
              <a:solidFill>
                <a:srgbClr val="00B050"/>
              </a:solidFill>
              <a:latin typeface="Aparajita" pitchFamily="34" charset="0"/>
            </a:endParaRPr>
          </a:p>
          <a:p>
            <a:pPr algn="ctr" defTabSz="685754"/>
            <a:endParaRPr lang="en-US" sz="2400" dirty="0">
              <a:solidFill>
                <a:prstClr val="black"/>
              </a:solidFill>
              <a:latin typeface="Calibri" pitchFamily="34" charset="0"/>
            </a:endParaRPr>
          </a:p>
        </p:txBody>
      </p:sp>
    </p:spTree>
    <p:extLst>
      <p:ext uri="{BB962C8B-B14F-4D97-AF65-F5344CB8AC3E}">
        <p14:creationId xmlns:p14="http://schemas.microsoft.com/office/powerpoint/2010/main" val="2838406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314545" y="-135643"/>
            <a:ext cx="6457763" cy="627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सत</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पाठ</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कोई</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छूटहि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बन्दि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होई</a:t>
            </a:r>
            <a:r>
              <a:rPr lang="en-IN" sz="3000" b="1" dirty="0">
                <a:solidFill>
                  <a:prstClr val="black"/>
                </a:solidFill>
                <a:latin typeface="Aparajita" pitchFamily="34" charset="0"/>
              </a:rPr>
              <a:t> ॥३८॥</a:t>
            </a:r>
          </a:p>
          <a:p>
            <a:pPr algn="ctr" defTabSz="685754"/>
            <a:endParaRPr lang="en-IN" sz="27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Sata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Bära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Päöha</a:t>
            </a:r>
            <a:r>
              <a:rPr lang="en-US" sz="2700" b="1" dirty="0">
                <a:solidFill>
                  <a:prstClr val="black"/>
                </a:solidFill>
                <a:latin typeface="URW Palladio IT" pitchFamily="2" charset="0"/>
              </a:rPr>
              <a:t> Kara </a:t>
            </a:r>
            <a:r>
              <a:rPr lang="en-US" sz="2700" b="1" dirty="0" err="1">
                <a:solidFill>
                  <a:prstClr val="black"/>
                </a:solidFill>
                <a:latin typeface="URW Palladio IT" pitchFamily="2" charset="0"/>
              </a:rPr>
              <a:t>Koé</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Chüöahi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Bandi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Mahä</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Sukha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Hoé</a:t>
            </a:r>
            <a:r>
              <a:rPr lang="en-US" sz="2700" b="1" dirty="0">
                <a:solidFill>
                  <a:prstClr val="black"/>
                </a:solidFill>
                <a:latin typeface="URW Palladio IT" pitchFamily="2" charset="0"/>
              </a:rPr>
              <a:t> || - 38</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ಸತ</a:t>
            </a:r>
            <a:r>
              <a:rPr lang="en-US" sz="2700" b="1" dirty="0">
                <a:solidFill>
                  <a:prstClr val="black"/>
                </a:solidFill>
                <a:latin typeface="Calibri" pitchFamily="34" charset="0"/>
              </a:rPr>
              <a:t> </a:t>
            </a:r>
            <a:r>
              <a:rPr lang="en-US" sz="2700" b="1" dirty="0" err="1">
                <a:solidFill>
                  <a:prstClr val="black"/>
                </a:solidFill>
                <a:latin typeface="Calibri" pitchFamily="34" charset="0"/>
              </a:rPr>
              <a:t>ಬಾರ</a:t>
            </a:r>
            <a:r>
              <a:rPr lang="en-US" sz="2700" b="1" dirty="0">
                <a:solidFill>
                  <a:prstClr val="black"/>
                </a:solidFill>
                <a:latin typeface="Calibri" pitchFamily="34" charset="0"/>
              </a:rPr>
              <a:t> </a:t>
            </a:r>
            <a:r>
              <a:rPr lang="en-US" sz="2700" b="1" dirty="0" err="1">
                <a:solidFill>
                  <a:prstClr val="black"/>
                </a:solidFill>
                <a:latin typeface="Calibri" pitchFamily="34" charset="0"/>
              </a:rPr>
              <a:t>ಪಾಠ</a:t>
            </a:r>
            <a:r>
              <a:rPr lang="en-US" sz="2700" b="1" dirty="0">
                <a:solidFill>
                  <a:prstClr val="black"/>
                </a:solidFill>
                <a:latin typeface="Calibri" pitchFamily="34" charset="0"/>
              </a:rPr>
              <a:t> </a:t>
            </a:r>
            <a:r>
              <a:rPr lang="en-US" sz="2700" b="1" dirty="0" err="1">
                <a:solidFill>
                  <a:prstClr val="black"/>
                </a:solidFill>
                <a:latin typeface="Calibri" pitchFamily="34" charset="0"/>
              </a:rPr>
              <a:t>ಕರ</a:t>
            </a:r>
            <a:r>
              <a:rPr lang="en-US" sz="2700" b="1" dirty="0">
                <a:solidFill>
                  <a:prstClr val="black"/>
                </a:solidFill>
                <a:latin typeface="Calibri" pitchFamily="34" charset="0"/>
              </a:rPr>
              <a:t> </a:t>
            </a:r>
            <a:r>
              <a:rPr lang="en-US" sz="2700" b="1" dirty="0" err="1">
                <a:solidFill>
                  <a:prstClr val="black"/>
                </a:solidFill>
                <a:latin typeface="Calibri" pitchFamily="34" charset="0"/>
              </a:rPr>
              <a:t>ಕೋಈ</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ಛೂಟಹಿ</a:t>
            </a:r>
            <a:r>
              <a:rPr lang="en-US" sz="2700" b="1" dirty="0">
                <a:solidFill>
                  <a:prstClr val="black"/>
                </a:solidFill>
                <a:latin typeface="Calibri" pitchFamily="34" charset="0"/>
              </a:rPr>
              <a:t> </a:t>
            </a:r>
            <a:r>
              <a:rPr lang="en-US" sz="2700" b="1" dirty="0" err="1">
                <a:solidFill>
                  <a:prstClr val="black"/>
                </a:solidFill>
                <a:latin typeface="Calibri" pitchFamily="34" charset="0"/>
              </a:rPr>
              <a:t>ಬಂದಿ</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ಹೋಈ</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೩೮</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One who recites this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one hundred times daily for one hundred days becomes free from the bondage of life and death and enjoys the highest bliss at last.</a:t>
            </a:r>
          </a:p>
          <a:p>
            <a:pPr algn="ctr" defTabSz="685754"/>
            <a:endParaRPr lang="en-IN" sz="750" b="1" dirty="0">
              <a:solidFill>
                <a:prstClr val="black"/>
              </a:solidFill>
              <a:latin typeface="Aparajita" pitchFamily="34" charset="0"/>
            </a:endParaRPr>
          </a:p>
          <a:p>
            <a:pPr algn="ctr" defTabSz="685754"/>
            <a:r>
              <a:rPr lang="en-IN" sz="2400" b="1" dirty="0">
                <a:solidFill>
                  <a:srgbClr val="00B050"/>
                </a:solidFill>
                <a:latin typeface="Sanskrit 99" pitchFamily="2" charset="0"/>
              </a:rPr>
              <a:t>   		</a:t>
            </a:r>
            <a:br>
              <a:rPr lang="en-US" sz="2400" dirty="0">
                <a:solidFill>
                  <a:prstClr val="black"/>
                </a:solidFill>
                <a:latin typeface="Calibri" pitchFamily="34" charset="0"/>
              </a:rPr>
            </a:br>
            <a:br>
              <a:rPr lang="en-US" sz="1350" dirty="0">
                <a:solidFill>
                  <a:prstClr val="black"/>
                </a:solidFill>
                <a:latin typeface="Calibri" pitchFamily="34" charset="0"/>
              </a:rPr>
            </a:br>
            <a:endParaRPr lang="en-US" sz="1350" dirty="0">
              <a:solidFill>
                <a:prstClr val="black"/>
              </a:solidFill>
              <a:latin typeface="Calibri" pitchFamily="34" charset="0"/>
            </a:endParaRPr>
          </a:p>
        </p:txBody>
      </p:sp>
    </p:spTree>
    <p:extLst>
      <p:ext uri="{BB962C8B-B14F-4D97-AF65-F5344CB8AC3E}">
        <p14:creationId xmlns:p14="http://schemas.microsoft.com/office/powerpoint/2010/main" val="29565014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314544" y="76"/>
            <a:ext cx="6572060" cy="5563061"/>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यह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पढ़ै</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हनुमान</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चालीसा</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होय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सिद्धि</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साखी</a:t>
            </a:r>
            <a:r>
              <a:rPr lang="en-IN" sz="3000" b="1" dirty="0">
                <a:solidFill>
                  <a:prstClr val="black"/>
                </a:solidFill>
                <a:latin typeface="Aparajita" pitchFamily="34" charset="0"/>
              </a:rPr>
              <a:t> </a:t>
            </a:r>
            <a:r>
              <a:rPr lang="en-IN" sz="3000" b="1" dirty="0" err="1">
                <a:solidFill>
                  <a:prstClr val="black"/>
                </a:solidFill>
                <a:latin typeface="Aparajita" pitchFamily="34" charset="0"/>
              </a:rPr>
              <a:t>गौरीसा</a:t>
            </a:r>
            <a:r>
              <a:rPr lang="en-IN" sz="3000" b="1" dirty="0">
                <a:solidFill>
                  <a:prstClr val="black"/>
                </a:solidFill>
                <a:latin typeface="Aparajita" pitchFamily="34" charset="0"/>
              </a:rPr>
              <a:t> ॥३९॥</a:t>
            </a:r>
          </a:p>
          <a:p>
            <a:pPr algn="ctr" defTabSz="685754"/>
            <a:endParaRPr lang="en-IN" sz="3000" b="1" dirty="0">
              <a:solidFill>
                <a:prstClr val="black"/>
              </a:solidFill>
              <a:latin typeface="Aparajita" pitchFamily="34" charset="0"/>
            </a:endParaRPr>
          </a:p>
          <a:p>
            <a:pPr algn="ctr" defTabSz="685754"/>
            <a:r>
              <a:rPr lang="en-US" sz="2700" b="1" dirty="0">
                <a:solidFill>
                  <a:prstClr val="black"/>
                </a:solidFill>
                <a:latin typeface="URW Palladio IT" pitchFamily="2" charset="0"/>
              </a:rPr>
              <a:t>Jo </a:t>
            </a:r>
            <a:r>
              <a:rPr lang="en-US" sz="2700" b="1" dirty="0" err="1">
                <a:solidFill>
                  <a:prstClr val="black"/>
                </a:solidFill>
                <a:latin typeface="URW Palladio IT" pitchFamily="2" charset="0"/>
              </a:rPr>
              <a:t>Yaha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Paåhai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Hanumäna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Cälésä</a:t>
            </a:r>
            <a:r>
              <a:rPr lang="en-US" sz="2700" b="1" dirty="0">
                <a:solidFill>
                  <a:prstClr val="black"/>
                </a:solidFill>
                <a:latin typeface="URW Palladio IT" pitchFamily="2" charset="0"/>
              </a:rPr>
              <a:t> | </a:t>
            </a:r>
          </a:p>
          <a:p>
            <a:pPr algn="ctr" defTabSz="685754"/>
            <a:r>
              <a:rPr lang="en-US" sz="2700" b="1" dirty="0">
                <a:solidFill>
                  <a:prstClr val="black"/>
                </a:solidFill>
                <a:latin typeface="URW Palladio IT" pitchFamily="2" charset="0"/>
              </a:rPr>
              <a:t>Hoya Siddhi </a:t>
            </a:r>
            <a:r>
              <a:rPr lang="en-US" sz="2700" b="1" dirty="0" err="1">
                <a:solidFill>
                  <a:prstClr val="black"/>
                </a:solidFill>
                <a:latin typeface="URW Palladio IT" pitchFamily="2" charset="0"/>
              </a:rPr>
              <a:t>Säkhé</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Gaurésä</a:t>
            </a:r>
            <a:r>
              <a:rPr lang="en-US" sz="2700" b="1" dirty="0">
                <a:solidFill>
                  <a:prstClr val="black"/>
                </a:solidFill>
                <a:latin typeface="URW Palladio IT" pitchFamily="2" charset="0"/>
              </a:rPr>
              <a:t> || - 39</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ಜೋ</a:t>
            </a:r>
            <a:r>
              <a:rPr lang="en-US" sz="2700" b="1" dirty="0">
                <a:solidFill>
                  <a:prstClr val="black"/>
                </a:solidFill>
                <a:latin typeface="Calibri" pitchFamily="34" charset="0"/>
              </a:rPr>
              <a:t> </a:t>
            </a:r>
            <a:r>
              <a:rPr lang="en-US" sz="2700" b="1" dirty="0" err="1">
                <a:solidFill>
                  <a:prstClr val="black"/>
                </a:solidFill>
                <a:latin typeface="Calibri" pitchFamily="34" charset="0"/>
              </a:rPr>
              <a:t>ಯಹ</a:t>
            </a:r>
            <a:r>
              <a:rPr lang="en-US" sz="2700" b="1" dirty="0">
                <a:solidFill>
                  <a:prstClr val="black"/>
                </a:solidFill>
                <a:latin typeface="Calibri" pitchFamily="34" charset="0"/>
              </a:rPr>
              <a:t> </a:t>
            </a:r>
            <a:r>
              <a:rPr lang="en-US" sz="2700" b="1" dirty="0" err="1">
                <a:solidFill>
                  <a:prstClr val="black"/>
                </a:solidFill>
                <a:latin typeface="Calibri" pitchFamily="34" charset="0"/>
              </a:rPr>
              <a:t>ಪಢೈ</a:t>
            </a:r>
            <a:r>
              <a:rPr lang="en-US" sz="2700" b="1" dirty="0">
                <a:solidFill>
                  <a:prstClr val="black"/>
                </a:solidFill>
                <a:latin typeface="Calibri" pitchFamily="34" charset="0"/>
              </a:rPr>
              <a:t> </a:t>
            </a:r>
            <a:r>
              <a:rPr lang="en-US" sz="2700" b="1" dirty="0" err="1">
                <a:solidFill>
                  <a:prstClr val="black"/>
                </a:solidFill>
                <a:latin typeface="Calibri" pitchFamily="34" charset="0"/>
              </a:rPr>
              <a:t>ಹನುಮಾನ</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ಚಾ</a:t>
            </a:r>
            <a:r>
              <a:rPr lang="en-US" sz="2700" b="1" dirty="0" err="1">
                <a:solidFill>
                  <a:prstClr val="black"/>
                </a:solidFill>
                <a:latin typeface="Calibri" pitchFamily="34" charset="0"/>
              </a:rPr>
              <a:t>ಲೀಸಾ</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ಹೋಯ</a:t>
            </a:r>
            <a:r>
              <a:rPr lang="en-US" sz="2700" b="1" dirty="0">
                <a:solidFill>
                  <a:prstClr val="black"/>
                </a:solidFill>
                <a:latin typeface="Calibri" pitchFamily="34" charset="0"/>
              </a:rPr>
              <a:t> </a:t>
            </a:r>
            <a:r>
              <a:rPr lang="en-US" sz="2700" b="1" dirty="0" err="1">
                <a:solidFill>
                  <a:prstClr val="black"/>
                </a:solidFill>
                <a:latin typeface="Calibri" pitchFamily="34" charset="0"/>
              </a:rPr>
              <a:t>ಸಿ</a:t>
            </a:r>
            <a:r>
              <a:rPr lang="kn-IN" sz="2700" b="1" dirty="0" err="1">
                <a:solidFill>
                  <a:prstClr val="black"/>
                </a:solidFill>
                <a:latin typeface="Calibri" pitchFamily="34" charset="0"/>
                <a:ea typeface="Tunga" pitchFamily="2"/>
                <a:cs typeface="Tunga" pitchFamily="2"/>
              </a:rPr>
              <a:t>ದ್ಧಿ</a:t>
            </a:r>
            <a:r>
              <a:rPr lang="en-US" sz="2700" b="1" dirty="0">
                <a:solidFill>
                  <a:prstClr val="black"/>
                </a:solidFill>
                <a:latin typeface="Calibri" pitchFamily="34" charset="0"/>
              </a:rPr>
              <a:t> </a:t>
            </a:r>
            <a:r>
              <a:rPr lang="en-US" sz="2700" b="1" dirty="0" err="1">
                <a:solidFill>
                  <a:prstClr val="black"/>
                </a:solidFill>
                <a:latin typeface="Calibri" pitchFamily="34" charset="0"/>
              </a:rPr>
              <a:t>ಸಾಖೀ</a:t>
            </a:r>
            <a:r>
              <a:rPr lang="en-US" sz="2700" b="1" dirty="0">
                <a:solidFill>
                  <a:prstClr val="black"/>
                </a:solidFill>
                <a:latin typeface="Calibri" pitchFamily="34" charset="0"/>
              </a:rPr>
              <a:t> </a:t>
            </a:r>
            <a:r>
              <a:rPr lang="en-US" sz="2700" b="1" dirty="0" err="1">
                <a:solidFill>
                  <a:prstClr val="black"/>
                </a:solidFill>
                <a:latin typeface="Calibri" pitchFamily="34" charset="0"/>
              </a:rPr>
              <a:t>ಗೌರೀಸಾ</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೩೯</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a:solidFill>
                  <a:prstClr val="black"/>
                </a:solidFill>
                <a:latin typeface="Palatino Linotype" pitchFamily="18" charset="0"/>
              </a:rPr>
              <a:t>As Lord Shankar witnesses, all those who recite Hanuman </a:t>
            </a:r>
            <a:r>
              <a:rPr lang="en-US" b="1" dirty="0" err="1">
                <a:solidFill>
                  <a:prstClr val="black"/>
                </a:solidFill>
                <a:latin typeface="Palatino Linotype" pitchFamily="18" charset="0"/>
              </a:rPr>
              <a:t>Chalisa</a:t>
            </a:r>
            <a:r>
              <a:rPr lang="en-US" b="1" dirty="0">
                <a:solidFill>
                  <a:prstClr val="black"/>
                </a:solidFill>
                <a:latin typeface="Palatino Linotype" pitchFamily="18" charset="0"/>
              </a:rPr>
              <a:t> regularly are sure to be </a:t>
            </a:r>
            <a:r>
              <a:rPr lang="en-US" b="1" dirty="0" err="1">
                <a:solidFill>
                  <a:prstClr val="black"/>
                </a:solidFill>
                <a:latin typeface="Palatino Linotype" pitchFamily="18" charset="0"/>
              </a:rPr>
              <a:t>benedicted</a:t>
            </a:r>
            <a:endParaRPr lang="en-US" b="1" dirty="0">
              <a:solidFill>
                <a:prstClr val="black"/>
              </a:solidFill>
              <a:latin typeface="Palatino Linotype" pitchFamily="18" charset="0"/>
            </a:endParaRPr>
          </a:p>
          <a:p>
            <a:pPr algn="ctr" defTabSz="685754"/>
            <a:r>
              <a:rPr lang="en-US" sz="2700" b="1" dirty="0">
                <a:solidFill>
                  <a:prstClr val="black"/>
                </a:solidFill>
                <a:latin typeface="Palatino Linotype" pitchFamily="18" charset="0"/>
              </a:rPr>
              <a:t>		</a:t>
            </a:r>
            <a:endParaRPr lang="en-US" sz="2700" dirty="0">
              <a:solidFill>
                <a:prstClr val="black"/>
              </a:solidFill>
              <a:latin typeface="Calibri" pitchFamily="34" charset="0"/>
            </a:endParaRPr>
          </a:p>
        </p:txBody>
      </p:sp>
    </p:spTree>
    <p:extLst>
      <p:ext uri="{BB962C8B-B14F-4D97-AF65-F5344CB8AC3E}">
        <p14:creationId xmlns:p14="http://schemas.microsoft.com/office/powerpoint/2010/main" val="18504886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257396" y="-114222"/>
            <a:ext cx="6457763" cy="5793894"/>
          </a:xfrm>
          <a:prstGeom prst="rect">
            <a:avLst/>
          </a:prstGeom>
          <a:noFill/>
          <a:ln w="9525">
            <a:noFill/>
            <a:miter lim="800000"/>
            <a:headEnd/>
            <a:tailEnd/>
          </a:ln>
        </p:spPr>
        <p:txBody>
          <a:bodyPr>
            <a:spAutoFit/>
          </a:bodyPr>
          <a:lstStyle/>
          <a:p>
            <a:pPr algn="ctr" defTabSz="685754"/>
            <a:endParaRPr lang="en-IN" sz="1050" b="1" dirty="0">
              <a:solidFill>
                <a:prstClr val="black"/>
              </a:solidFill>
              <a:latin typeface="Aparajita" pitchFamily="34" charset="0"/>
            </a:endParaRPr>
          </a:p>
          <a:p>
            <a:pPr algn="ctr" defTabSz="685754"/>
            <a:r>
              <a:rPr lang="en-IN" sz="3000" b="1" dirty="0" err="1">
                <a:solidFill>
                  <a:prstClr val="black"/>
                </a:solidFill>
                <a:latin typeface="Aparajita" pitchFamily="34" charset="0"/>
              </a:rPr>
              <a:t>तुलसीदास</a:t>
            </a:r>
            <a:r>
              <a:rPr lang="en-IN" sz="3000" b="1" dirty="0">
                <a:solidFill>
                  <a:prstClr val="black"/>
                </a:solidFill>
                <a:latin typeface="Aparajita" pitchFamily="34" charset="0"/>
              </a:rPr>
              <a:t> </a:t>
            </a:r>
            <a:r>
              <a:rPr lang="en-IN" sz="3000" b="1" dirty="0" err="1">
                <a:solidFill>
                  <a:prstClr val="black"/>
                </a:solidFill>
                <a:latin typeface="Aparajita" pitchFamily="34" charset="0"/>
              </a:rPr>
              <a:t>सदा</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हरि</a:t>
            </a:r>
            <a:r>
              <a:rPr lang="en-IN" sz="3000" b="1" dirty="0">
                <a:solidFill>
                  <a:prstClr val="black"/>
                </a:solidFill>
                <a:latin typeface="Aparajita" pitchFamily="34" charset="0"/>
              </a:rPr>
              <a:t> </a:t>
            </a:r>
            <a:r>
              <a:rPr lang="en-IN" sz="3000" b="1" dirty="0" err="1">
                <a:solidFill>
                  <a:prstClr val="black"/>
                </a:solidFill>
                <a:latin typeface="Aparajita" pitchFamily="34" charset="0"/>
              </a:rPr>
              <a:t>चेरा</a:t>
            </a:r>
            <a:r>
              <a:rPr lang="en-IN" sz="3000" b="1" dirty="0">
                <a:solidFill>
                  <a:prstClr val="black"/>
                </a:solidFill>
                <a:latin typeface="Aparajita" pitchFamily="34" charset="0"/>
              </a:rPr>
              <a:t> ।</a:t>
            </a:r>
            <a:br>
              <a:rPr lang="en-IN" sz="3000" b="1" dirty="0">
                <a:solidFill>
                  <a:prstClr val="black"/>
                </a:solidFill>
                <a:latin typeface="Aparajita" pitchFamily="34" charset="0"/>
              </a:rPr>
            </a:br>
            <a:r>
              <a:rPr lang="en-IN" sz="3000" b="1" dirty="0" err="1">
                <a:solidFill>
                  <a:prstClr val="black"/>
                </a:solidFill>
                <a:latin typeface="Aparajita" pitchFamily="34" charset="0"/>
              </a:rPr>
              <a:t>कीजै</a:t>
            </a:r>
            <a:r>
              <a:rPr lang="en-IN" sz="3000" b="1" dirty="0">
                <a:solidFill>
                  <a:prstClr val="black"/>
                </a:solidFill>
                <a:latin typeface="Aparajita" pitchFamily="34" charset="0"/>
              </a:rPr>
              <a:t> </a:t>
            </a:r>
            <a:r>
              <a:rPr lang="en-IN" sz="3000" b="1" dirty="0" err="1">
                <a:solidFill>
                  <a:prstClr val="black"/>
                </a:solidFill>
                <a:latin typeface="Aparajita" pitchFamily="34" charset="0"/>
              </a:rPr>
              <a:t>नाथ</a:t>
            </a:r>
            <a:r>
              <a:rPr lang="en-IN" sz="3000" b="1" dirty="0">
                <a:solidFill>
                  <a:prstClr val="black"/>
                </a:solidFill>
                <a:latin typeface="Aparajita" pitchFamily="34" charset="0"/>
              </a:rPr>
              <a:t> </a:t>
            </a:r>
            <a:r>
              <a:rPr lang="en-IN" sz="3000" b="1" dirty="0" err="1">
                <a:solidFill>
                  <a:prstClr val="black"/>
                </a:solidFill>
                <a:latin typeface="Aparajita" pitchFamily="34" charset="0"/>
              </a:rPr>
              <a:t>हृदय</a:t>
            </a:r>
            <a:r>
              <a:rPr lang="en-IN" sz="3000" b="1" dirty="0">
                <a:solidFill>
                  <a:prstClr val="black"/>
                </a:solidFill>
                <a:latin typeface="Aparajita" pitchFamily="34" charset="0"/>
              </a:rPr>
              <a:t> </a:t>
            </a:r>
            <a:r>
              <a:rPr lang="en-IN" sz="3000" b="1" dirty="0" err="1">
                <a:solidFill>
                  <a:prstClr val="black"/>
                </a:solidFill>
                <a:latin typeface="Aparajita" pitchFamily="34" charset="0"/>
              </a:rPr>
              <a:t>महँ</a:t>
            </a:r>
            <a:r>
              <a:rPr lang="en-IN" sz="3000" b="1" dirty="0">
                <a:solidFill>
                  <a:prstClr val="black"/>
                </a:solidFill>
                <a:latin typeface="Aparajita" pitchFamily="34" charset="0"/>
              </a:rPr>
              <a:t> </a:t>
            </a:r>
            <a:r>
              <a:rPr lang="en-IN" sz="3000" b="1" dirty="0" err="1">
                <a:solidFill>
                  <a:prstClr val="black"/>
                </a:solidFill>
                <a:latin typeface="Aparajita" pitchFamily="34" charset="0"/>
              </a:rPr>
              <a:t>डेरा</a:t>
            </a:r>
            <a:r>
              <a:rPr lang="en-IN" sz="3000" b="1" dirty="0">
                <a:solidFill>
                  <a:prstClr val="black"/>
                </a:solidFill>
                <a:latin typeface="Aparajita" pitchFamily="34" charset="0"/>
              </a:rPr>
              <a:t> ॥४०॥</a:t>
            </a:r>
          </a:p>
          <a:p>
            <a:pPr algn="ctr" defTabSz="685754"/>
            <a:endParaRPr lang="en-IN" sz="2700" b="1" dirty="0">
              <a:solidFill>
                <a:prstClr val="black"/>
              </a:solidFill>
              <a:latin typeface="Aparajita" pitchFamily="34" charset="0"/>
            </a:endParaRPr>
          </a:p>
          <a:p>
            <a:pPr algn="ctr" defTabSz="685754"/>
            <a:r>
              <a:rPr lang="en-US" sz="2700" b="1" dirty="0" err="1">
                <a:solidFill>
                  <a:prstClr val="black"/>
                </a:solidFill>
                <a:latin typeface="URW Palladio IT" pitchFamily="2" charset="0"/>
              </a:rPr>
              <a:t>Tulasédäsa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Sadä</a:t>
            </a:r>
            <a:r>
              <a:rPr lang="en-US" sz="2700" b="1" dirty="0">
                <a:solidFill>
                  <a:prstClr val="black"/>
                </a:solidFill>
                <a:latin typeface="URW Palladio IT" pitchFamily="2" charset="0"/>
              </a:rPr>
              <a:t> Hari </a:t>
            </a:r>
            <a:r>
              <a:rPr lang="en-US" sz="2700" b="1" dirty="0" err="1">
                <a:solidFill>
                  <a:prstClr val="black"/>
                </a:solidFill>
                <a:latin typeface="URW Palladio IT" pitchFamily="2" charset="0"/>
              </a:rPr>
              <a:t>Cerä</a:t>
            </a:r>
            <a:r>
              <a:rPr lang="en-US" sz="2700" b="1" dirty="0">
                <a:solidFill>
                  <a:prstClr val="black"/>
                </a:solidFill>
                <a:latin typeface="URW Palladio IT" pitchFamily="2" charset="0"/>
              </a:rPr>
              <a:t> | </a:t>
            </a:r>
          </a:p>
          <a:p>
            <a:pPr algn="ctr" defTabSz="685754"/>
            <a:r>
              <a:rPr lang="en-US" sz="2700" b="1" dirty="0" err="1">
                <a:solidFill>
                  <a:prstClr val="black"/>
                </a:solidFill>
                <a:latin typeface="URW Palladio IT" pitchFamily="2" charset="0"/>
              </a:rPr>
              <a:t>Kéjai</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Nätha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Hådaya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Maðha</a:t>
            </a:r>
            <a:r>
              <a:rPr lang="en-US" sz="2700" b="1" dirty="0">
                <a:solidFill>
                  <a:prstClr val="black"/>
                </a:solidFill>
                <a:latin typeface="URW Palladio IT" pitchFamily="2" charset="0"/>
              </a:rPr>
              <a:t> </a:t>
            </a:r>
            <a:r>
              <a:rPr lang="en-US" sz="2700" b="1" dirty="0" err="1">
                <a:solidFill>
                  <a:prstClr val="black"/>
                </a:solidFill>
                <a:latin typeface="URW Palladio IT" pitchFamily="2" charset="0"/>
              </a:rPr>
              <a:t>Òerä</a:t>
            </a:r>
            <a:r>
              <a:rPr lang="en-US" sz="2700" b="1" dirty="0">
                <a:solidFill>
                  <a:prstClr val="black"/>
                </a:solidFill>
                <a:latin typeface="URW Palladio IT" pitchFamily="2" charset="0"/>
              </a:rPr>
              <a:t> ||- 40</a:t>
            </a:r>
          </a:p>
          <a:p>
            <a:pPr algn="ctr" defTabSz="685754"/>
            <a:endParaRPr lang="en-US" sz="2700" b="1" dirty="0">
              <a:solidFill>
                <a:prstClr val="black"/>
              </a:solidFill>
              <a:latin typeface="URW Palladio IT" pitchFamily="2" charset="0"/>
            </a:endParaRPr>
          </a:p>
          <a:p>
            <a:pPr algn="ctr" defTabSz="685754"/>
            <a:r>
              <a:rPr lang="en-US" sz="2700" b="1" dirty="0" err="1">
                <a:solidFill>
                  <a:prstClr val="black"/>
                </a:solidFill>
                <a:latin typeface="Calibri" pitchFamily="34" charset="0"/>
              </a:rPr>
              <a:t>ತುಲಸೀದಾಸ</a:t>
            </a:r>
            <a:r>
              <a:rPr lang="en-US" sz="2700" b="1" dirty="0">
                <a:solidFill>
                  <a:prstClr val="black"/>
                </a:solidFill>
                <a:latin typeface="Calibri" pitchFamily="34" charset="0"/>
              </a:rPr>
              <a:t> </a:t>
            </a:r>
            <a:r>
              <a:rPr lang="en-US" sz="2700" b="1" dirty="0" err="1">
                <a:solidFill>
                  <a:prstClr val="black"/>
                </a:solidFill>
                <a:latin typeface="Calibri" pitchFamily="34" charset="0"/>
              </a:rPr>
              <a:t>ಸದಾ</a:t>
            </a:r>
            <a:r>
              <a:rPr lang="en-US" sz="2700" b="1" dirty="0">
                <a:solidFill>
                  <a:prstClr val="black"/>
                </a:solidFill>
                <a:latin typeface="Calibri" pitchFamily="34" charset="0"/>
              </a:rPr>
              <a:t> </a:t>
            </a:r>
            <a:r>
              <a:rPr lang="en-US" sz="2700" b="1" dirty="0" err="1">
                <a:solidFill>
                  <a:prstClr val="black"/>
                </a:solidFill>
                <a:latin typeface="Calibri" pitchFamily="34" charset="0"/>
              </a:rPr>
              <a:t>ಹರಿ</a:t>
            </a:r>
            <a:r>
              <a:rPr lang="en-US" sz="2700" b="1" dirty="0">
                <a:solidFill>
                  <a:prstClr val="black"/>
                </a:solidFill>
                <a:latin typeface="Calibri" pitchFamily="34" charset="0"/>
              </a:rPr>
              <a:t> </a:t>
            </a:r>
            <a:r>
              <a:rPr lang="en-US" sz="2700" b="1" dirty="0" err="1">
                <a:solidFill>
                  <a:prstClr val="black"/>
                </a:solidFill>
                <a:latin typeface="Calibri" pitchFamily="34" charset="0"/>
              </a:rPr>
              <a:t>ಚೇರಾ</a:t>
            </a:r>
            <a:r>
              <a:rPr lang="en-US" sz="2700" b="1" dirty="0">
                <a:solidFill>
                  <a:prstClr val="black"/>
                </a:solidFill>
                <a:latin typeface="Calibri" pitchFamily="34" charset="0"/>
              </a:rPr>
              <a:t> ।</a:t>
            </a:r>
          </a:p>
          <a:p>
            <a:pPr algn="ctr" defTabSz="685754"/>
            <a:r>
              <a:rPr lang="en-US" sz="2700" b="1" dirty="0" err="1">
                <a:solidFill>
                  <a:prstClr val="black"/>
                </a:solidFill>
                <a:latin typeface="Calibri" pitchFamily="34" charset="0"/>
              </a:rPr>
              <a:t>ಕೀಜೈ</a:t>
            </a:r>
            <a:r>
              <a:rPr lang="en-US" sz="2700" b="1" dirty="0">
                <a:solidFill>
                  <a:prstClr val="black"/>
                </a:solidFill>
                <a:latin typeface="Calibri" pitchFamily="34" charset="0"/>
              </a:rPr>
              <a:t> </a:t>
            </a:r>
            <a:r>
              <a:rPr lang="en-US" sz="2700" b="1" dirty="0" err="1">
                <a:solidFill>
                  <a:prstClr val="black"/>
                </a:solidFill>
                <a:latin typeface="Calibri" pitchFamily="34" charset="0"/>
              </a:rPr>
              <a:t>ನಾಥ</a:t>
            </a:r>
            <a:r>
              <a:rPr lang="en-US" sz="2700" b="1" dirty="0">
                <a:solidFill>
                  <a:prstClr val="black"/>
                </a:solidFill>
                <a:latin typeface="Calibri" pitchFamily="34" charset="0"/>
              </a:rPr>
              <a:t> </a:t>
            </a:r>
            <a:r>
              <a:rPr lang="en-US" sz="2700" b="1" dirty="0" err="1">
                <a:solidFill>
                  <a:prstClr val="black"/>
                </a:solidFill>
                <a:latin typeface="Calibri" pitchFamily="34" charset="0"/>
              </a:rPr>
              <a:t>ಹೃದಯ</a:t>
            </a:r>
            <a:r>
              <a:rPr lang="en-US" sz="2700" b="1" dirty="0">
                <a:solidFill>
                  <a:prstClr val="black"/>
                </a:solidFill>
                <a:latin typeface="Calibri" pitchFamily="34" charset="0"/>
              </a:rPr>
              <a:t> </a:t>
            </a:r>
            <a:r>
              <a:rPr lang="en-US" sz="2700" b="1" dirty="0" err="1">
                <a:solidFill>
                  <a:prstClr val="black"/>
                </a:solidFill>
                <a:latin typeface="Calibri" pitchFamily="34" charset="0"/>
              </a:rPr>
              <a:t>ಮಂಹ</a:t>
            </a:r>
            <a:r>
              <a:rPr lang="en-US" sz="2700" b="1" dirty="0">
                <a:solidFill>
                  <a:prstClr val="black"/>
                </a:solidFill>
                <a:latin typeface="Calibri" pitchFamily="34" charset="0"/>
              </a:rPr>
              <a:t> </a:t>
            </a:r>
            <a:r>
              <a:rPr lang="en-US" sz="2700" b="1" dirty="0" err="1">
                <a:solidFill>
                  <a:prstClr val="black"/>
                </a:solidFill>
                <a:latin typeface="Calibri" pitchFamily="34" charset="0"/>
              </a:rPr>
              <a:t>ಡೇರಾ</a:t>
            </a:r>
            <a:r>
              <a:rPr lang="en-US" sz="2700" b="1" dirty="0">
                <a:solidFill>
                  <a:prstClr val="black"/>
                </a:solidFill>
                <a:latin typeface="Calibri" pitchFamily="34" charset="0"/>
              </a:rPr>
              <a:t> ॥</a:t>
            </a:r>
            <a:r>
              <a:rPr lang="kn-IN" sz="2700" b="1" dirty="0">
                <a:solidFill>
                  <a:prstClr val="black"/>
                </a:solidFill>
                <a:latin typeface="Calibri" pitchFamily="34" charset="0"/>
                <a:ea typeface="Tunga" pitchFamily="2"/>
                <a:cs typeface="Tunga" pitchFamily="2"/>
              </a:rPr>
              <a:t>೪೦</a:t>
            </a:r>
            <a:r>
              <a:rPr lang="en-US" sz="2700" b="1" dirty="0">
                <a:solidFill>
                  <a:prstClr val="black"/>
                </a:solidFill>
                <a:latin typeface="Calibri" pitchFamily="34" charset="0"/>
              </a:rPr>
              <a:t>॥</a:t>
            </a:r>
          </a:p>
          <a:p>
            <a:pPr algn="ctr" defTabSz="685754"/>
            <a:endParaRPr lang="en-US" sz="3000" b="1" dirty="0">
              <a:solidFill>
                <a:prstClr val="black"/>
              </a:solidFill>
              <a:latin typeface="Calibri" pitchFamily="34" charset="0"/>
            </a:endParaRPr>
          </a:p>
          <a:p>
            <a:pPr algn="ctr" defTabSz="685754"/>
            <a:r>
              <a:rPr lang="en-US" b="1" dirty="0" err="1">
                <a:solidFill>
                  <a:prstClr val="black"/>
                </a:solidFill>
                <a:latin typeface="Palatino Linotype" pitchFamily="18" charset="0"/>
              </a:rPr>
              <a:t>Tulsidas</a:t>
            </a:r>
            <a:r>
              <a:rPr lang="en-US" b="1" dirty="0">
                <a:solidFill>
                  <a:prstClr val="black"/>
                </a:solidFill>
                <a:latin typeface="Palatino Linotype" pitchFamily="18" charset="0"/>
              </a:rPr>
              <a:t> always the servant of Lord prays. "Oh my Lord! You enshrine within my heart.!</a:t>
            </a:r>
          </a:p>
          <a:p>
            <a:pPr algn="ctr" defTabSz="685754"/>
            <a:r>
              <a:rPr lang="en-US" sz="3000" b="1" dirty="0">
                <a:solidFill>
                  <a:prstClr val="black"/>
                </a:solidFill>
                <a:latin typeface="Palatino Linotype" pitchFamily="18" charset="0"/>
              </a:rPr>
              <a:t>		</a:t>
            </a:r>
            <a:br>
              <a:rPr lang="en-US" sz="1500" dirty="0">
                <a:solidFill>
                  <a:prstClr val="black"/>
                </a:solidFill>
                <a:latin typeface="Calibri" pitchFamily="34" charset="0"/>
              </a:rPr>
            </a:br>
            <a:endParaRPr lang="en-US" sz="1500" dirty="0">
              <a:solidFill>
                <a:prstClr val="black"/>
              </a:solidFill>
              <a:latin typeface="Calibri" pitchFamily="34" charset="0"/>
            </a:endParaRPr>
          </a:p>
        </p:txBody>
      </p:sp>
    </p:spTree>
    <p:extLst>
      <p:ext uri="{BB962C8B-B14F-4D97-AF65-F5344CB8AC3E}">
        <p14:creationId xmlns:p14="http://schemas.microsoft.com/office/powerpoint/2010/main" val="27707925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143100" y="76"/>
            <a:ext cx="6857802" cy="669414"/>
          </a:xfrm>
          <a:prstGeom prst="rect">
            <a:avLst/>
          </a:prstGeom>
          <a:noFill/>
          <a:ln w="9525">
            <a:noFill/>
            <a:miter lim="800000"/>
            <a:headEnd/>
            <a:tailEnd/>
          </a:ln>
        </p:spPr>
        <p:txBody>
          <a:bodyPr>
            <a:spAutoFit/>
          </a:bodyPr>
          <a:lstStyle/>
          <a:p>
            <a:pPr algn="ctr" defTabSz="685754"/>
            <a:r>
              <a:rPr lang="en-IN" sz="1875" b="1">
                <a:solidFill>
                  <a:prstClr val="white"/>
                </a:solidFill>
                <a:latin typeface="Aparajita" pitchFamily="34" charset="0"/>
              </a:rPr>
              <a:t>॥ इति श्रीमद्गोस्वामीतुलसीदासजी अवधी भाषायां विरचितं श्रीहनुमान चालीसा ॥</a:t>
            </a:r>
            <a:endParaRPr lang="en-US" sz="1875" b="1">
              <a:solidFill>
                <a:prstClr val="white"/>
              </a:solidFill>
              <a:latin typeface="Aparajita" pitchFamily="34" charset="0"/>
            </a:endParaRPr>
          </a:p>
        </p:txBody>
      </p:sp>
      <p:sp>
        <p:nvSpPr>
          <p:cNvPr id="73731" name="Rectangle 1"/>
          <p:cNvSpPr>
            <a:spLocks noChangeArrowheads="1"/>
          </p:cNvSpPr>
          <p:nvPr/>
        </p:nvSpPr>
        <p:spPr bwMode="auto">
          <a:xfrm>
            <a:off x="1182390" y="3555190"/>
            <a:ext cx="6857802" cy="1708160"/>
          </a:xfrm>
          <a:prstGeom prst="rect">
            <a:avLst/>
          </a:prstGeom>
          <a:noFill/>
          <a:ln w="9525">
            <a:noFill/>
            <a:miter lim="800000"/>
            <a:headEnd/>
            <a:tailEnd/>
          </a:ln>
        </p:spPr>
        <p:txBody>
          <a:bodyPr>
            <a:spAutoFit/>
          </a:bodyPr>
          <a:lstStyle/>
          <a:p>
            <a:pPr defTabSz="685754"/>
            <a:r>
              <a:rPr lang="en-US" sz="2100" b="1" dirty="0">
                <a:solidFill>
                  <a:prstClr val="black"/>
                </a:solidFill>
                <a:latin typeface="Calibri"/>
              </a:rPr>
              <a:t>	</a:t>
            </a:r>
            <a:r>
              <a:rPr lang="hi-IN" sz="2100" b="1" dirty="0">
                <a:solidFill>
                  <a:prstClr val="black"/>
                </a:solidFill>
                <a:latin typeface="Calibri"/>
              </a:rPr>
              <a:t>राम लक्ष्मण जानकी</a:t>
            </a:r>
            <a:r>
              <a:rPr lang="en-US" sz="2100" b="1" dirty="0">
                <a:solidFill>
                  <a:prstClr val="black"/>
                </a:solidFill>
                <a:latin typeface="Calibri"/>
              </a:rPr>
              <a:t>	</a:t>
            </a:r>
            <a:r>
              <a:rPr lang="en-US" sz="2100" dirty="0" err="1">
                <a:solidFill>
                  <a:prstClr val="black"/>
                </a:solidFill>
                <a:latin typeface="URW Palladio IT" pitchFamily="2" charset="0"/>
              </a:rPr>
              <a:t>Räma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La</a:t>
            </a:r>
            <a:r>
              <a:rPr lang="en-US" altLang="zh-CN" sz="2100" dirty="0" err="1">
                <a:solidFill>
                  <a:prstClr val="black"/>
                </a:solidFill>
                <a:latin typeface="URW Palladio IT" pitchFamily="2" charset="0"/>
                <a:ea typeface="宋体" panose="02010600030101010101" pitchFamily="2" charset="-122"/>
                <a:sym typeface="URW Palladio IT" pitchFamily="2" charset="0"/>
              </a:rPr>
              <a:t>kñ</a:t>
            </a:r>
            <a:r>
              <a:rPr lang="en-US" sz="2100" dirty="0" err="1">
                <a:solidFill>
                  <a:prstClr val="black"/>
                </a:solidFill>
                <a:latin typeface="URW Palladio IT" pitchFamily="2" charset="0"/>
              </a:rPr>
              <a:t>hmaëa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Jänaké</a:t>
            </a:r>
            <a:endParaRPr lang="en-US" sz="2100" dirty="0">
              <a:solidFill>
                <a:prstClr val="black"/>
              </a:solidFill>
              <a:latin typeface="URW Palladio IT" pitchFamily="2" charset="0"/>
            </a:endParaRPr>
          </a:p>
          <a:p>
            <a:pPr defTabSz="685754"/>
            <a:r>
              <a:rPr lang="en-US" sz="2100" b="1" dirty="0">
                <a:solidFill>
                  <a:prstClr val="black"/>
                </a:solidFill>
                <a:latin typeface="Calibri"/>
              </a:rPr>
              <a:t>	</a:t>
            </a:r>
            <a:r>
              <a:rPr lang="hi-IN" sz="2100" b="1" dirty="0">
                <a:solidFill>
                  <a:prstClr val="black"/>
                </a:solidFill>
                <a:latin typeface="Calibri"/>
              </a:rPr>
              <a:t>जय बोलो हनुमान की</a:t>
            </a:r>
            <a:r>
              <a:rPr lang="en-US" sz="2100" b="1" dirty="0">
                <a:solidFill>
                  <a:prstClr val="black"/>
                </a:solidFill>
                <a:latin typeface="Calibri"/>
              </a:rPr>
              <a:t>	</a:t>
            </a:r>
            <a:r>
              <a:rPr lang="en-US" sz="2100" dirty="0">
                <a:solidFill>
                  <a:prstClr val="black"/>
                </a:solidFill>
                <a:latin typeface="URW Palladio IT" pitchFamily="2" charset="0"/>
              </a:rPr>
              <a:t> Jaya Bolo </a:t>
            </a:r>
            <a:r>
              <a:rPr lang="en-US" sz="2100" dirty="0" err="1">
                <a:solidFill>
                  <a:prstClr val="black"/>
                </a:solidFill>
                <a:latin typeface="URW Palladio IT" pitchFamily="2" charset="0"/>
              </a:rPr>
              <a:t>Hanumäna</a:t>
            </a:r>
            <a:r>
              <a:rPr lang="en-US" sz="2100" dirty="0">
                <a:solidFill>
                  <a:prstClr val="black"/>
                </a:solidFill>
                <a:latin typeface="URW Palladio IT" pitchFamily="2" charset="0"/>
              </a:rPr>
              <a:t> </a:t>
            </a:r>
            <a:r>
              <a:rPr lang="en-US" sz="2100" dirty="0" err="1">
                <a:solidFill>
                  <a:prstClr val="black"/>
                </a:solidFill>
                <a:latin typeface="URW Palladio IT" pitchFamily="2" charset="0"/>
              </a:rPr>
              <a:t>Ké</a:t>
            </a:r>
            <a:endParaRPr lang="en-CA" sz="2100" b="1" dirty="0">
              <a:solidFill>
                <a:prstClr val="black"/>
              </a:solidFill>
              <a:latin typeface="Calibri"/>
            </a:endParaRPr>
          </a:p>
          <a:p>
            <a:pPr defTabSz="685754"/>
            <a:r>
              <a:rPr lang="en-CA" sz="2100" b="1" dirty="0">
                <a:solidFill>
                  <a:prstClr val="black"/>
                </a:solidFill>
                <a:latin typeface="Calibri"/>
              </a:rPr>
              <a:t>			  </a:t>
            </a:r>
            <a:r>
              <a:rPr lang="kn-IN" sz="2100" b="1" dirty="0">
                <a:solidFill>
                  <a:prstClr val="black"/>
                </a:solidFill>
                <a:latin typeface="Calibri"/>
              </a:rPr>
              <a:t>ರಾಮ ಲಕ್ಷ್ಮಣ </a:t>
            </a:r>
            <a:r>
              <a:rPr lang="kn-IN" sz="2100" b="1" dirty="0" err="1">
                <a:solidFill>
                  <a:prstClr val="black"/>
                </a:solidFill>
                <a:latin typeface="Calibri"/>
              </a:rPr>
              <a:t>ಜಾನಕೀ</a:t>
            </a:r>
            <a:endParaRPr lang="kn-IN" sz="2100" b="1" dirty="0">
              <a:solidFill>
                <a:prstClr val="black"/>
              </a:solidFill>
              <a:latin typeface="Calibri"/>
            </a:endParaRPr>
          </a:p>
          <a:p>
            <a:pPr algn="ctr" defTabSz="685754"/>
            <a:r>
              <a:rPr lang="kn-IN" sz="2100" b="1" dirty="0">
                <a:solidFill>
                  <a:prstClr val="black"/>
                </a:solidFill>
                <a:latin typeface="Calibri"/>
              </a:rPr>
              <a:t>ಜೈ </a:t>
            </a:r>
            <a:r>
              <a:rPr lang="kn-IN" sz="2100" b="1" dirty="0" err="1">
                <a:solidFill>
                  <a:prstClr val="black"/>
                </a:solidFill>
                <a:latin typeface="Calibri"/>
              </a:rPr>
              <a:t>ಬೋಲೋ</a:t>
            </a:r>
            <a:r>
              <a:rPr lang="kn-IN" sz="2100" b="1" dirty="0">
                <a:solidFill>
                  <a:prstClr val="black"/>
                </a:solidFill>
                <a:latin typeface="Calibri"/>
              </a:rPr>
              <a:t> </a:t>
            </a:r>
            <a:r>
              <a:rPr lang="kn-IN" sz="2100" b="1" dirty="0" err="1">
                <a:solidFill>
                  <a:prstClr val="black"/>
                </a:solidFill>
                <a:latin typeface="Calibri"/>
              </a:rPr>
              <a:t>ಹನುಮಾನ್</a:t>
            </a:r>
            <a:r>
              <a:rPr lang="kn-IN" sz="2100" b="1" dirty="0">
                <a:solidFill>
                  <a:prstClr val="black"/>
                </a:solidFill>
                <a:latin typeface="Calibri"/>
              </a:rPr>
              <a:t> ಕೀ</a:t>
            </a:r>
            <a:endParaRPr lang="en-CA" sz="2100" b="1" dirty="0">
              <a:solidFill>
                <a:prstClr val="black"/>
              </a:solidFill>
              <a:latin typeface="Calibri"/>
            </a:endParaRPr>
          </a:p>
          <a:p>
            <a:pPr defTabSz="685754"/>
            <a:endParaRPr lang="en-IN" sz="2100"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1657434" y="7219"/>
            <a:ext cx="5886280" cy="3593202"/>
          </a:xfrm>
          <a:prstGeom prst="rect">
            <a:avLst/>
          </a:prstGeom>
          <a:noFill/>
          <a:ln w="9525">
            <a:noFill/>
            <a:miter lim="800000"/>
            <a:headEnd/>
            <a:tailEnd/>
          </a:ln>
        </p:spPr>
      </p:pic>
    </p:spTree>
    <p:extLst>
      <p:ext uri="{BB962C8B-B14F-4D97-AF65-F5344CB8AC3E}">
        <p14:creationId xmlns:p14="http://schemas.microsoft.com/office/powerpoint/2010/main" val="15949220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4902091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Rectangle 3"/>
          <p:cNvSpPr>
            <a:spLocks noChangeArrowheads="1"/>
          </p:cNvSpPr>
          <p:nvPr/>
        </p:nvSpPr>
        <p:spPr bwMode="auto">
          <a:xfrm>
            <a:off x="2133600" y="3028950"/>
            <a:ext cx="4495800" cy="1585483"/>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296" tIns="45649" rIns="91296" bIns="45649">
            <a:spAutoFit/>
          </a:bodyPr>
          <a:lstStyle/>
          <a:p>
            <a:pPr algn="ctr" fontAlgn="base">
              <a:lnSpc>
                <a:spcPct val="107000"/>
              </a:lnSpc>
              <a:spcBef>
                <a:spcPct val="0"/>
              </a:spcBef>
              <a:spcAft>
                <a:spcPct val="0"/>
              </a:spcAft>
              <a:buFont typeface="Arial" pitchFamily="34" charset="0"/>
              <a:buNone/>
            </a:pPr>
            <a:r>
              <a:rPr lang="en-US" sz="2400" b="1" dirty="0" err="1">
                <a:solidFill>
                  <a:prstClr val="white"/>
                </a:solidFill>
                <a:latin typeface="URW Palladio IT" pitchFamily="2" charset="0"/>
                <a:ea typeface="Calibri" pitchFamily="34" charset="0"/>
                <a:cs typeface="URW Palladio IT" pitchFamily="2" charset="0"/>
              </a:rPr>
              <a:t>Jïänayoga</a:t>
            </a:r>
            <a:r>
              <a:rPr lang="en-US" sz="2400" b="1" dirty="0">
                <a:solidFill>
                  <a:prstClr val="white"/>
                </a:solidFill>
                <a:latin typeface="URW Palladio IT" pitchFamily="2" charset="0"/>
                <a:ea typeface="Calibri" pitchFamily="34" charset="0"/>
                <a:cs typeface="URW Palladio IT" pitchFamily="2" charset="0"/>
              </a:rPr>
              <a:t> </a:t>
            </a:r>
            <a:r>
              <a:rPr lang="en-US" sz="2400" b="1" dirty="0" err="1">
                <a:solidFill>
                  <a:prstClr val="white"/>
                </a:solidFill>
                <a:latin typeface="URW Palladio IT" pitchFamily="2" charset="0"/>
                <a:ea typeface="Calibri" pitchFamily="34" charset="0"/>
                <a:cs typeface="URW Palladio IT" pitchFamily="2" charset="0"/>
              </a:rPr>
              <a:t>çloka</a:t>
            </a:r>
            <a:r>
              <a:rPr lang="en-US" sz="2400" b="1" dirty="0">
                <a:solidFill>
                  <a:prstClr val="white"/>
                </a:solidFill>
                <a:latin typeface="URW Palladio IT" pitchFamily="2" charset="0"/>
                <a:ea typeface="Calibri" pitchFamily="34" charset="0"/>
                <a:cs typeface="URW Palladio IT" pitchFamily="2" charset="0"/>
              </a:rPr>
              <a:t> </a:t>
            </a:r>
            <a:r>
              <a:rPr lang="en-US" sz="2400" b="1" dirty="0" err="1">
                <a:solidFill>
                  <a:prstClr val="white"/>
                </a:solidFill>
                <a:latin typeface="URW Palladio IT" pitchFamily="2" charset="0"/>
                <a:ea typeface="Calibri" pitchFamily="34" charset="0"/>
                <a:cs typeface="URW Palladio IT" pitchFamily="2" charset="0"/>
              </a:rPr>
              <a:t>saìgrahaù</a:t>
            </a:r>
            <a:endParaRPr lang="en-US" sz="2400" b="1" dirty="0">
              <a:solidFill>
                <a:prstClr val="white"/>
              </a:solidFill>
              <a:latin typeface="URW Palladio IT" pitchFamily="2" charset="0"/>
              <a:ea typeface="Calibri" pitchFamily="34" charset="0"/>
              <a:cs typeface="URW Palladio IT" pitchFamily="2" charset="0"/>
            </a:endParaRPr>
          </a:p>
          <a:p>
            <a:pPr algn="ctr" fontAlgn="base">
              <a:lnSpc>
                <a:spcPct val="107000"/>
              </a:lnSpc>
              <a:spcBef>
                <a:spcPts val="1200"/>
              </a:spcBef>
              <a:spcAft>
                <a:spcPct val="0"/>
              </a:spcAft>
            </a:pPr>
            <a:r>
              <a:rPr lang="kn-IN" sz="2400" b="1" dirty="0">
                <a:solidFill>
                  <a:prstClr val="white"/>
                </a:solidFill>
                <a:latin typeface="Arial" pitchFamily="34" charset="0"/>
                <a:ea typeface="Calibri" pitchFamily="34" charset="0"/>
                <a:cs typeface="URW Palladio IT" pitchFamily="2" charset="0"/>
              </a:rPr>
              <a:t>ಜ್ಞಾನಯೋಗ ಶ್ಲೋಕ ಸಂಗ್ರಹಃ</a:t>
            </a:r>
            <a:endParaRPr lang="en-CA" sz="2400" b="1" dirty="0">
              <a:solidFill>
                <a:prstClr val="white"/>
              </a:solidFill>
              <a:latin typeface="Arial" pitchFamily="34" charset="0"/>
              <a:ea typeface="Calibri" pitchFamily="34" charset="0"/>
              <a:cs typeface="URW Palladio IT" pitchFamily="2" charset="0"/>
            </a:endParaRPr>
          </a:p>
          <a:p>
            <a:pPr algn="ctr" fontAlgn="base">
              <a:lnSpc>
                <a:spcPct val="107000"/>
              </a:lnSpc>
              <a:spcBef>
                <a:spcPts val="1200"/>
              </a:spcBef>
              <a:spcAft>
                <a:spcPct val="0"/>
              </a:spcAft>
            </a:pPr>
            <a:r>
              <a:rPr lang="en-US" sz="2400" b="1" dirty="0">
                <a:solidFill>
                  <a:prstClr val="white"/>
                </a:solidFill>
                <a:latin typeface="Sanskrit 99" pitchFamily="2" charset="0"/>
                <a:ea typeface="Calibri" pitchFamily="34" charset="0"/>
                <a:cs typeface="Sanskrit 99" pitchFamily="2" charset="0"/>
              </a:rPr>
              <a:t>}</a:t>
            </a:r>
            <a:r>
              <a:rPr lang="en-US" sz="2400" b="1" dirty="0" err="1">
                <a:solidFill>
                  <a:prstClr val="white"/>
                </a:solidFill>
                <a:latin typeface="Sanskrit 99" pitchFamily="2" charset="0"/>
                <a:ea typeface="Calibri" pitchFamily="34" charset="0"/>
                <a:cs typeface="Sanskrit 99" pitchFamily="2" charset="0"/>
              </a:rPr>
              <a:t>anyaegðaeks'œ¢h</a:t>
            </a:r>
            <a:r>
              <a:rPr lang="en-US" sz="2400" b="1" dirty="0">
                <a:solidFill>
                  <a:prstClr val="white"/>
                </a:solidFill>
                <a:latin typeface="Sanskrit 99" pitchFamily="2" charset="0"/>
                <a:ea typeface="Calibri" pitchFamily="34" charset="0"/>
                <a:cs typeface="Sanskrit 99" pitchFamily="2" charset="0"/>
              </a:rPr>
              <a:t>&gt;</a:t>
            </a:r>
            <a:endParaRPr lang="en-US" b="1" dirty="0">
              <a:solidFill>
                <a:prstClr val="white"/>
              </a:solidFill>
              <a:latin typeface="Arial" pitchFamily="34" charset="0"/>
              <a:ea typeface="Calibri" pitchFamily="34" charset="0"/>
              <a:cs typeface="Times New Roman" pitchFamily="18" charset="0"/>
            </a:endParaRPr>
          </a:p>
        </p:txBody>
      </p:sp>
    </p:spTree>
    <p:extLst>
      <p:ext uri="{BB962C8B-B14F-4D97-AF65-F5344CB8AC3E}">
        <p14:creationId xmlns:p14="http://schemas.microsoft.com/office/powerpoint/2010/main" val="34053984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Rectangle 4"/>
          <p:cNvSpPr>
            <a:spLocks noChangeArrowheads="1"/>
          </p:cNvSpPr>
          <p:nvPr/>
        </p:nvSpPr>
        <p:spPr bwMode="auto">
          <a:xfrm>
            <a:off x="304800" y="1059582"/>
            <a:ext cx="8534400" cy="27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algn="ctr">
              <a:lnSpc>
                <a:spcPct val="150000"/>
              </a:lnSpc>
            </a:pPr>
            <a:r>
              <a:rPr lang="hi-IN" sz="4000" b="1" dirty="0">
                <a:solidFill>
                  <a:schemeClr val="tx1"/>
                </a:solidFill>
                <a:latin typeface="Sanskrit 2003" pitchFamily="2" charset="-78"/>
                <a:cs typeface="Sanskrit 2003" pitchFamily="2" charset="-78"/>
              </a:rPr>
              <a:t>ध्यानश्लोकः</a:t>
            </a:r>
          </a:p>
          <a:p>
            <a:pPr algn="ctr">
              <a:lnSpc>
                <a:spcPct val="150000"/>
              </a:lnSpc>
            </a:pPr>
            <a:r>
              <a:rPr lang="en-US" sz="4000" b="1" dirty="0" err="1">
                <a:solidFill>
                  <a:schemeClr val="tx1"/>
                </a:solidFill>
                <a:latin typeface="URW Palladio IT" pitchFamily="2" charset="0"/>
              </a:rPr>
              <a:t>Dhyānaślo</a:t>
            </a:r>
            <a:r>
              <a:rPr lang="en-US" sz="4000" b="1" dirty="0" err="1">
                <a:solidFill>
                  <a:schemeClr val="tx1"/>
                </a:solidFill>
                <a:latin typeface="URW Palladio IT" pitchFamily="2" charset="0"/>
                <a:cs typeface="Sanskrit 2003" pitchFamily="2" charset="-78"/>
              </a:rPr>
              <a:t>kaḥ</a:t>
            </a:r>
            <a:endParaRPr lang="en-US" sz="4000" b="1" dirty="0">
              <a:solidFill>
                <a:schemeClr val="tx1"/>
              </a:solidFill>
              <a:latin typeface="URW Palladio IT" pitchFamily="2" charset="0"/>
              <a:cs typeface="Sanskrit 2003" pitchFamily="2" charset="-78"/>
            </a:endParaRPr>
          </a:p>
          <a:p>
            <a:pPr algn="ctr">
              <a:lnSpc>
                <a:spcPct val="150000"/>
              </a:lnSpc>
            </a:pPr>
            <a:r>
              <a:rPr lang="en-IN" sz="4000" b="1" dirty="0" err="1">
                <a:solidFill>
                  <a:schemeClr val="tx1"/>
                </a:solidFill>
              </a:rPr>
              <a:t>ಧ್ಯಾನಶ್ಲೋಕಃ</a:t>
            </a:r>
            <a:endParaRPr lang="en-US" sz="4000" b="1" dirty="0">
              <a:solidFill>
                <a:schemeClr val="tx1"/>
              </a:solidFill>
            </a:endParaRPr>
          </a:p>
        </p:txBody>
      </p:sp>
    </p:spTree>
    <p:extLst>
      <p:ext uri="{BB962C8B-B14F-4D97-AF65-F5344CB8AC3E}">
        <p14:creationId xmlns:p14="http://schemas.microsoft.com/office/powerpoint/2010/main" val="24494253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41275" y="0"/>
            <a:ext cx="9144000" cy="5143500"/>
          </a:xfrm>
        </p:spPr>
        <p:txBody>
          <a:bodyPr rtlCol="0">
            <a:noAutofit/>
          </a:bodyPr>
          <a:lstStyle/>
          <a:p>
            <a:pPr marL="0" indent="0" algn="ctr" eaLnBrk="1" fontAlgn="auto" hangingPunct="1">
              <a:lnSpc>
                <a:spcPct val="150000"/>
              </a:lnSpc>
              <a:spcBef>
                <a:spcPct val="0"/>
              </a:spcBef>
              <a:spcAft>
                <a:spcPts val="600"/>
              </a:spcAft>
              <a:buFont typeface="Arial" pitchFamily="34" charset="0"/>
              <a:buNone/>
              <a:defRPr/>
            </a:pPr>
            <a:r>
              <a:rPr lang="en-US" sz="2200" dirty="0">
                <a:solidFill>
                  <a:srgbClr val="000000"/>
                </a:solidFill>
                <a:latin typeface="Sanskrit 99" pitchFamily="2" charset="0"/>
              </a:rPr>
              <a:t>` </a:t>
            </a:r>
            <a:r>
              <a:rPr lang="en-US" sz="2200" dirty="0" err="1">
                <a:solidFill>
                  <a:srgbClr val="000000"/>
                </a:solidFill>
                <a:latin typeface="Sanskrit 99" pitchFamily="2" charset="0"/>
              </a:rPr>
              <a:t>pawaRy</a:t>
            </a:r>
            <a:r>
              <a:rPr lang="en-US" sz="2200" dirty="0">
                <a:solidFill>
                  <a:srgbClr val="000000"/>
                </a:solidFill>
                <a:latin typeface="Sanskrit 99" pitchFamily="2" charset="0"/>
              </a:rPr>
              <a:t> </a:t>
            </a:r>
            <a:r>
              <a:rPr lang="en-US" sz="2200" dirty="0" err="1">
                <a:solidFill>
                  <a:srgbClr val="000000"/>
                </a:solidFill>
                <a:latin typeface="Sanskrit 99" pitchFamily="2" charset="0"/>
              </a:rPr>
              <a:t>àitbaeixta</a:t>
            </a:r>
            <a:r>
              <a:rPr lang="en-US" sz="2200" dirty="0">
                <a:solidFill>
                  <a:srgbClr val="000000"/>
                </a:solidFill>
                <a:latin typeface="Sanskrit 99" pitchFamily="2" charset="0"/>
              </a:rPr>
              <a:t>&lt; </a:t>
            </a:r>
            <a:r>
              <a:rPr lang="en-US" sz="2200" dirty="0" err="1">
                <a:solidFill>
                  <a:srgbClr val="000000"/>
                </a:solidFill>
                <a:latin typeface="Sanskrit 99" pitchFamily="2" charset="0"/>
              </a:rPr>
              <a:t>Égvta</a:t>
            </a:r>
            <a:r>
              <a:rPr lang="en-US" sz="2200" dirty="0">
                <a:solidFill>
                  <a:srgbClr val="000000"/>
                </a:solidFill>
                <a:latin typeface="Sanskrit 99" pitchFamily="2" charset="0"/>
              </a:rPr>
              <a:t> </a:t>
            </a:r>
            <a:r>
              <a:rPr lang="en-US" sz="2200" dirty="0" err="1">
                <a:solidFill>
                  <a:srgbClr val="000000"/>
                </a:solidFill>
                <a:latin typeface="Sanskrit 99" pitchFamily="2" charset="0"/>
              </a:rPr>
              <a:t>naray</a:t>
            </a:r>
            <a:r>
              <a:rPr lang="en-US" sz="2200" dirty="0">
                <a:solidFill>
                  <a:srgbClr val="000000"/>
                </a:solidFill>
                <a:latin typeface="Sanskrit 99" pitchFamily="2" charset="0"/>
              </a:rPr>
              <a:t>[en </a:t>
            </a:r>
            <a:r>
              <a:rPr lang="en-US" sz="2200" dirty="0" err="1">
                <a:solidFill>
                  <a:srgbClr val="000000"/>
                </a:solidFill>
                <a:latin typeface="Sanskrit 99" pitchFamily="2" charset="0"/>
              </a:rPr>
              <a:t>Svym</a:t>
            </a:r>
            <a:r>
              <a:rPr lang="en-US" sz="2200" dirty="0">
                <a:solidFill>
                  <a:srgbClr val="000000"/>
                </a:solidFill>
                <a:latin typeface="Sanskrit 99" pitchFamily="2" charset="0"/>
              </a:rPr>
              <a:t>!</a:t>
            </a:r>
          </a:p>
          <a:p>
            <a:pPr marL="0" indent="0" algn="ctr" eaLnBrk="1" fontAlgn="auto" hangingPunct="1">
              <a:lnSpc>
                <a:spcPct val="150000"/>
              </a:lnSpc>
              <a:spcBef>
                <a:spcPct val="0"/>
              </a:spcBef>
              <a:spcAft>
                <a:spcPts val="600"/>
              </a:spcAft>
              <a:buFont typeface="Arial" pitchFamily="34" charset="0"/>
              <a:buNone/>
              <a:defRPr/>
            </a:pPr>
            <a:r>
              <a:rPr lang="en-US" sz="2200" dirty="0" err="1">
                <a:solidFill>
                  <a:srgbClr val="000000"/>
                </a:solidFill>
                <a:latin typeface="Sanskrit 99" pitchFamily="2" charset="0"/>
              </a:rPr>
              <a:t>Vyasen</a:t>
            </a:r>
            <a:r>
              <a:rPr lang="en-US" sz="2200" dirty="0">
                <a:solidFill>
                  <a:srgbClr val="000000"/>
                </a:solidFill>
                <a:latin typeface="Sanskrit 99" pitchFamily="2" charset="0"/>
              </a:rPr>
              <a:t> ¢</a:t>
            </a:r>
            <a:r>
              <a:rPr lang="en-US" sz="2200" dirty="0" err="1">
                <a:solidFill>
                  <a:srgbClr val="000000"/>
                </a:solidFill>
                <a:latin typeface="Sanskrit 99" pitchFamily="2" charset="0"/>
              </a:rPr>
              <a:t>iwta</a:t>
            </a:r>
            <a:r>
              <a:rPr lang="en-US" sz="2200" dirty="0">
                <a:solidFill>
                  <a:srgbClr val="000000"/>
                </a:solidFill>
                <a:latin typeface="Sanskrit 99" pitchFamily="2" charset="0"/>
              </a:rPr>
              <a:t>&lt; </a:t>
            </a:r>
            <a:r>
              <a:rPr lang="en-US" sz="2200" dirty="0" err="1">
                <a:solidFill>
                  <a:srgbClr val="000000"/>
                </a:solidFill>
                <a:latin typeface="Sanskrit 99" pitchFamily="2" charset="0"/>
              </a:rPr>
              <a:t>pura</a:t>
            </a:r>
            <a:r>
              <a:rPr lang="en-US" sz="2200" dirty="0">
                <a:solidFill>
                  <a:srgbClr val="000000"/>
                </a:solidFill>
                <a:latin typeface="Sanskrit 99" pitchFamily="2" charset="0"/>
              </a:rPr>
              <a:t>[</a:t>
            </a:r>
            <a:r>
              <a:rPr lang="en-US" sz="2200" dirty="0" err="1">
                <a:solidFill>
                  <a:srgbClr val="000000"/>
                </a:solidFill>
                <a:latin typeface="Sanskrit 99" pitchFamily="2" charset="0"/>
              </a:rPr>
              <a:t>muinna</a:t>
            </a:r>
            <a:r>
              <a:rPr lang="en-US" sz="2200" dirty="0">
                <a:solidFill>
                  <a:srgbClr val="000000"/>
                </a:solidFill>
                <a:latin typeface="Sanskrit 99" pitchFamily="2" charset="0"/>
              </a:rPr>
              <a:t> </a:t>
            </a:r>
            <a:r>
              <a:rPr lang="en-US" sz="2200" dirty="0" err="1">
                <a:solidFill>
                  <a:srgbClr val="000000"/>
                </a:solidFill>
                <a:latin typeface="Sanskrit 99" pitchFamily="2" charset="0"/>
              </a:rPr>
              <a:t>mXye</a:t>
            </a:r>
            <a:r>
              <a:rPr lang="en-US" sz="2200" dirty="0">
                <a:solidFill>
                  <a:srgbClr val="000000"/>
                </a:solidFill>
                <a:latin typeface="Sanskrit 99" pitchFamily="2" charset="0"/>
              </a:rPr>
              <a:t> </a:t>
            </a:r>
            <a:r>
              <a:rPr lang="en-US" sz="2200" dirty="0" err="1">
                <a:solidFill>
                  <a:srgbClr val="000000"/>
                </a:solidFill>
                <a:latin typeface="Sanskrit 99" pitchFamily="2" charset="0"/>
              </a:rPr>
              <a:t>mhaÉartm</a:t>
            </a:r>
            <a:r>
              <a:rPr lang="en-US" sz="2200" dirty="0">
                <a:solidFill>
                  <a:srgbClr val="000000"/>
                </a:solidFill>
                <a:latin typeface="Sanskrit 99" pitchFamily="2" charset="0"/>
              </a:rPr>
              <a:t>!,</a:t>
            </a:r>
            <a:endParaRPr lang="en-US" sz="2200" dirty="0">
              <a:solidFill>
                <a:srgbClr val="000000"/>
              </a:solidFill>
              <a:latin typeface="URW Palladio IT"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dirty="0">
                <a:solidFill>
                  <a:srgbClr val="000000"/>
                </a:solidFill>
                <a:latin typeface="URW Palladio IT" pitchFamily="2" charset="0"/>
              </a:rPr>
              <a:t>Om </a:t>
            </a:r>
            <a:r>
              <a:rPr lang="en-US" sz="2200" dirty="0" err="1">
                <a:solidFill>
                  <a:srgbClr val="000000"/>
                </a:solidFill>
                <a:latin typeface="URW Palladio IT" pitchFamily="2" charset="0"/>
              </a:rPr>
              <a:t>pärthäya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pratibodhitäm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bhagavatä</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näräyaëena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svayaà</a:t>
            </a:r>
            <a:endParaRPr lang="en-US" sz="2200" dirty="0">
              <a:solidFill>
                <a:srgbClr val="000000"/>
              </a:solidFill>
              <a:latin typeface="URW Palladio IT" pitchFamily="2" charset="0"/>
            </a:endParaRPr>
          </a:p>
          <a:p>
            <a:pPr marL="0" indent="0" algn="ctr" eaLnBrk="1" fontAlgn="auto" hangingPunct="1">
              <a:lnSpc>
                <a:spcPct val="150000"/>
              </a:lnSpc>
              <a:spcBef>
                <a:spcPct val="0"/>
              </a:spcBef>
              <a:spcAft>
                <a:spcPts val="0"/>
              </a:spcAft>
              <a:buFont typeface="Arial" pitchFamily="34" charset="0"/>
              <a:buNone/>
              <a:defRPr/>
            </a:pPr>
            <a:r>
              <a:rPr lang="en-US" sz="2200" dirty="0" err="1">
                <a:solidFill>
                  <a:srgbClr val="000000"/>
                </a:solidFill>
                <a:latin typeface="URW Palladio IT" pitchFamily="2" charset="0"/>
              </a:rPr>
              <a:t>Vyäsena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grathitäm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puräëamuninä</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madhye</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mahäbhärataà</a:t>
            </a:r>
            <a:r>
              <a:rPr lang="en-US" sz="2200" dirty="0">
                <a:solidFill>
                  <a:srgbClr val="000000"/>
                </a:solidFill>
                <a:latin typeface="URW Palladio IT" pitchFamily="2" charset="0"/>
              </a:rPr>
              <a:t> |</a:t>
            </a:r>
            <a:endParaRPr lang="en-US" sz="2200" b="1" dirty="0">
              <a:solidFill>
                <a:srgbClr val="000000"/>
              </a:solidFill>
              <a:latin typeface="URW Palladio IT" pitchFamily="2" charset="0"/>
            </a:endParaRPr>
          </a:p>
          <a:p>
            <a:pPr marL="0" indent="0" algn="ctr" eaLnBrk="1" fontAlgn="auto" hangingPunct="1">
              <a:lnSpc>
                <a:spcPct val="150000"/>
              </a:lnSpc>
              <a:spcBef>
                <a:spcPct val="0"/>
              </a:spcBef>
              <a:spcAft>
                <a:spcPts val="0"/>
              </a:spcAft>
              <a:buNone/>
              <a:defRPr/>
            </a:pPr>
            <a:r>
              <a:rPr lang="kn-IN" sz="2400" b="1" dirty="0"/>
              <a:t>ಓಂ ಪಾರ್ಥಾಯ ಪ್ರತಿಬೋಧಿತಾಂ ಭಗವತಾ ನಾರಾಯಣೇನ ಸ್ವಯಂ ।</a:t>
            </a:r>
            <a:br>
              <a:rPr lang="kn-IN" sz="2400" dirty="0"/>
            </a:br>
            <a:r>
              <a:rPr lang="kn-IN" sz="2400" b="1" dirty="0"/>
              <a:t>ವ್ಯಾಸೇನ ಗ್ರಥಿತಾಂ ಪುರಾಣಮುನಿನಾ ಮಧ್ಯೇ ಮಹಾಭಾರತಂ ॥</a:t>
            </a:r>
            <a:endParaRPr lang="en-CA" sz="2000" dirty="0"/>
          </a:p>
        </p:txBody>
      </p:sp>
    </p:spTree>
    <p:extLst>
      <p:ext uri="{BB962C8B-B14F-4D97-AF65-F5344CB8AC3E}">
        <p14:creationId xmlns:p14="http://schemas.microsoft.com/office/powerpoint/2010/main" val="4258103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31531" y="0"/>
            <a:ext cx="9144000" cy="4743450"/>
          </a:xfrm>
        </p:spPr>
        <p:txBody>
          <a:bodyPr/>
          <a:lstStyle/>
          <a:p>
            <a:pPr marL="0" indent="0" algn="ctr" eaLnBrk="1" hangingPunct="1">
              <a:lnSpc>
                <a:spcPct val="150000"/>
              </a:lnSpc>
              <a:spcBef>
                <a:spcPct val="0"/>
              </a:spcBef>
              <a:spcAft>
                <a:spcPts val="600"/>
              </a:spcAft>
              <a:buFont typeface="Arial" pitchFamily="34" charset="0"/>
              <a:buNone/>
            </a:pPr>
            <a:r>
              <a:rPr lang="en-US" sz="2200" dirty="0" err="1">
                <a:solidFill>
                  <a:srgbClr val="000000"/>
                </a:solidFill>
                <a:latin typeface="Sanskrit 99" pitchFamily="2" charset="0"/>
              </a:rPr>
              <a:t>AÖEtam&amp;tvi;R</a:t>
            </a:r>
            <a:r>
              <a:rPr lang="en-US" sz="2200" dirty="0">
                <a:solidFill>
                  <a:srgbClr val="000000"/>
                </a:solidFill>
                <a:latin typeface="Sanskrit 99" pitchFamily="2" charset="0"/>
              </a:rPr>
              <a:t>[I&lt; </a:t>
            </a:r>
            <a:r>
              <a:rPr lang="en-US" sz="2200" dirty="0" err="1">
                <a:solidFill>
                  <a:srgbClr val="000000"/>
                </a:solidFill>
                <a:latin typeface="Sanskrit 99" pitchFamily="2" charset="0"/>
              </a:rPr>
              <a:t>ÉgvtI</a:t>
            </a:r>
            <a:r>
              <a:rPr lang="en-US" sz="2200" dirty="0">
                <a:solidFill>
                  <a:srgbClr val="000000"/>
                </a:solidFill>
                <a:latin typeface="Sanskrit 99" pitchFamily="2" charset="0"/>
              </a:rPr>
              <a:t>&lt; </a:t>
            </a:r>
            <a:r>
              <a:rPr lang="en-US" sz="2200" dirty="0" err="1">
                <a:solidFill>
                  <a:srgbClr val="000000"/>
                </a:solidFill>
                <a:latin typeface="Sanskrit 99" pitchFamily="2" charset="0"/>
              </a:rPr>
              <a:t>AòadzaXyaiynIm</a:t>
            </a:r>
            <a:r>
              <a:rPr lang="en-US" sz="2200" dirty="0">
                <a:solidFill>
                  <a:srgbClr val="000000"/>
                </a:solidFill>
                <a:latin typeface="Sanskrit 99" pitchFamily="2" charset="0"/>
              </a:rPr>
              <a:t>! </a:t>
            </a:r>
          </a:p>
          <a:p>
            <a:pPr marL="0" indent="0" algn="ctr" eaLnBrk="1" hangingPunct="1">
              <a:lnSpc>
                <a:spcPct val="150000"/>
              </a:lnSpc>
              <a:spcBef>
                <a:spcPct val="0"/>
              </a:spcBef>
              <a:spcAft>
                <a:spcPts val="600"/>
              </a:spcAft>
              <a:buFont typeface="Arial" pitchFamily="34" charset="0"/>
              <a:buNone/>
            </a:pPr>
            <a:r>
              <a:rPr lang="en-US" sz="2200" dirty="0" err="1">
                <a:solidFill>
                  <a:srgbClr val="000000"/>
                </a:solidFill>
                <a:latin typeface="Sanskrit 99" pitchFamily="2" charset="0"/>
              </a:rPr>
              <a:t>AMb</a:t>
            </a:r>
            <a:r>
              <a:rPr lang="en-US" sz="2200" dirty="0">
                <a:solidFill>
                  <a:srgbClr val="000000"/>
                </a:solidFill>
                <a:latin typeface="Sanskrit 99" pitchFamily="2" charset="0"/>
              </a:rPr>
              <a:t> </a:t>
            </a:r>
            <a:r>
              <a:rPr lang="en-US" sz="2200" dirty="0" err="1">
                <a:solidFill>
                  <a:srgbClr val="000000"/>
                </a:solidFill>
                <a:latin typeface="Sanskrit 99" pitchFamily="2" charset="0"/>
              </a:rPr>
              <a:t>Tvam</a:t>
            </a:r>
            <a:r>
              <a:rPr lang="en-US" sz="2200" dirty="0">
                <a:solidFill>
                  <a:srgbClr val="000000"/>
                </a:solidFill>
                <a:latin typeface="Sanskrit 99" pitchFamily="2" charset="0"/>
              </a:rPr>
              <a:t>! </a:t>
            </a:r>
            <a:r>
              <a:rPr lang="en-US" sz="2200" dirty="0" err="1">
                <a:solidFill>
                  <a:srgbClr val="000000"/>
                </a:solidFill>
                <a:latin typeface="Sanskrit 99" pitchFamily="2" charset="0"/>
              </a:rPr>
              <a:t>AnusNdxaim</a:t>
            </a:r>
            <a:r>
              <a:rPr lang="en-US" sz="2200" dirty="0">
                <a:solidFill>
                  <a:srgbClr val="000000"/>
                </a:solidFill>
                <a:latin typeface="Sanskrit 99" pitchFamily="2" charset="0"/>
              </a:rPr>
              <a:t> </a:t>
            </a:r>
            <a:r>
              <a:rPr lang="en-US" sz="2200" dirty="0" err="1">
                <a:solidFill>
                  <a:srgbClr val="000000"/>
                </a:solidFill>
                <a:latin typeface="Sanskrit 99" pitchFamily="2" charset="0"/>
              </a:rPr>
              <a:t>ÉgvÌIte</a:t>
            </a:r>
            <a:r>
              <a:rPr lang="en-US" sz="2200" dirty="0">
                <a:solidFill>
                  <a:srgbClr val="000000"/>
                </a:solidFill>
                <a:latin typeface="Sanskrit 99" pitchFamily="2" charset="0"/>
              </a:rPr>
              <a:t> </a:t>
            </a:r>
            <a:r>
              <a:rPr lang="en-US" sz="2200" dirty="0" err="1">
                <a:solidFill>
                  <a:srgbClr val="000000"/>
                </a:solidFill>
                <a:latin typeface="Sanskrit 99" pitchFamily="2" charset="0"/>
              </a:rPr>
              <a:t>ÉvÖei</a:t>
            </a:r>
            <a:r>
              <a:rPr lang="en-US" sz="2200" dirty="0">
                <a:solidFill>
                  <a:srgbClr val="000000"/>
                </a:solidFill>
                <a:latin typeface="Sanskrit 99" pitchFamily="2" charset="0"/>
              </a:rPr>
              <a:t>;[</a:t>
            </a:r>
            <a:r>
              <a:rPr lang="en-US" sz="2200" dirty="0" err="1">
                <a:solidFill>
                  <a:srgbClr val="000000"/>
                </a:solidFill>
                <a:latin typeface="Sanskrit 99" pitchFamily="2" charset="0"/>
              </a:rPr>
              <a:t>Im</a:t>
            </a:r>
            <a:r>
              <a:rPr lang="en-US" sz="2200" dirty="0">
                <a:solidFill>
                  <a:srgbClr val="000000"/>
                </a:solidFill>
                <a:latin typeface="Sanskrit 99" pitchFamily="2" charset="0"/>
              </a:rPr>
              <a:t>!,</a:t>
            </a:r>
            <a:endParaRPr lang="en-US" sz="2200" dirty="0">
              <a:solidFill>
                <a:srgbClr val="000000"/>
              </a:solidFill>
              <a:latin typeface="URW Palladio IT" pitchFamily="2" charset="0"/>
            </a:endParaRPr>
          </a:p>
          <a:p>
            <a:pPr marL="0" indent="0" algn="ctr" eaLnBrk="1" hangingPunct="1">
              <a:lnSpc>
                <a:spcPct val="150000"/>
              </a:lnSpc>
              <a:spcBef>
                <a:spcPct val="0"/>
              </a:spcBef>
              <a:buFont typeface="Arial" pitchFamily="34" charset="0"/>
              <a:buNone/>
            </a:pPr>
            <a:r>
              <a:rPr lang="en-US" sz="2200" dirty="0" err="1">
                <a:solidFill>
                  <a:srgbClr val="000000"/>
                </a:solidFill>
                <a:latin typeface="URW Palladio IT" pitchFamily="2" charset="0"/>
              </a:rPr>
              <a:t>Advaitämåtavarñiëém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bhagavatém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añöädaçädhyäyiném</a:t>
            </a:r>
            <a:r>
              <a:rPr lang="en-US" sz="2200" dirty="0">
                <a:solidFill>
                  <a:srgbClr val="000000"/>
                </a:solidFill>
                <a:latin typeface="URW Palladio IT" pitchFamily="2" charset="0"/>
              </a:rPr>
              <a:t> </a:t>
            </a:r>
          </a:p>
          <a:p>
            <a:pPr marL="0" indent="0" algn="ctr" eaLnBrk="1" hangingPunct="1">
              <a:lnSpc>
                <a:spcPct val="150000"/>
              </a:lnSpc>
              <a:spcBef>
                <a:spcPct val="0"/>
              </a:spcBef>
              <a:buFont typeface="Arial" pitchFamily="34" charset="0"/>
              <a:buNone/>
            </a:pPr>
            <a:r>
              <a:rPr lang="en-US" sz="2200" dirty="0" err="1">
                <a:solidFill>
                  <a:srgbClr val="000000"/>
                </a:solidFill>
                <a:latin typeface="URW Palladio IT" pitchFamily="2" charset="0"/>
              </a:rPr>
              <a:t>Amba</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tväm</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anusandadhämi</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bhagavadgéte</a:t>
            </a:r>
            <a:r>
              <a:rPr lang="en-US" sz="2200" dirty="0">
                <a:solidFill>
                  <a:srgbClr val="000000"/>
                </a:solidFill>
                <a:latin typeface="URW Palladio IT" pitchFamily="2" charset="0"/>
              </a:rPr>
              <a:t> </a:t>
            </a:r>
            <a:r>
              <a:rPr lang="en-US" sz="2200" dirty="0" err="1">
                <a:solidFill>
                  <a:srgbClr val="000000"/>
                </a:solidFill>
                <a:latin typeface="URW Palladio IT" pitchFamily="2" charset="0"/>
              </a:rPr>
              <a:t>bhavadveñiëéà</a:t>
            </a:r>
            <a:r>
              <a:rPr lang="en-US" sz="2200" dirty="0">
                <a:solidFill>
                  <a:srgbClr val="000000"/>
                </a:solidFill>
                <a:latin typeface="URW Palladio IT" pitchFamily="2" charset="0"/>
              </a:rPr>
              <a:t> |</a:t>
            </a:r>
            <a:endParaRPr lang="en-US" sz="2200" b="1" dirty="0">
              <a:solidFill>
                <a:srgbClr val="000000"/>
              </a:solidFill>
              <a:latin typeface="URW Palladio IT" pitchFamily="2" charset="0"/>
            </a:endParaRPr>
          </a:p>
          <a:p>
            <a:pPr marL="0" indent="0" algn="ctr" eaLnBrk="1" hangingPunct="1">
              <a:lnSpc>
                <a:spcPct val="150000"/>
              </a:lnSpc>
              <a:spcBef>
                <a:spcPct val="0"/>
              </a:spcBef>
              <a:buNone/>
            </a:pPr>
            <a:r>
              <a:rPr lang="kn-IN" sz="2400" b="1" dirty="0"/>
              <a:t>ಅದ್ವೈತಾಮೃತವರ್ಷಿಣೀಂ ಭಗವತೀಂ ಅಷ್ಟಾದಶಾಧ್ಯಾಯಿನೀಂ ।</a:t>
            </a:r>
            <a:br>
              <a:rPr lang="kn-IN" sz="2400" dirty="0"/>
            </a:br>
            <a:r>
              <a:rPr lang="kn-IN" sz="2400" b="1" dirty="0"/>
              <a:t>ಅಂಬ ತ್ವಾಂ ಅನುಸಂದಧಾಮಿ ಭಗವದ್ಗೀತೇ ಭವದ್ವೇಷಿಣೀಂ ॥</a:t>
            </a:r>
            <a:endParaRPr lang="en-US" sz="2200" b="1" dirty="0">
              <a:solidFill>
                <a:srgbClr val="000000"/>
              </a:solidFill>
              <a:latin typeface="BRH Kannada" pitchFamily="2" charset="0"/>
            </a:endParaRPr>
          </a:p>
        </p:txBody>
      </p:sp>
    </p:spTree>
    <p:extLst>
      <p:ext uri="{BB962C8B-B14F-4D97-AF65-F5344CB8AC3E}">
        <p14:creationId xmlns:p14="http://schemas.microsoft.com/office/powerpoint/2010/main" val="3309337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149225" y="819150"/>
            <a:ext cx="8763000" cy="3352800"/>
          </a:xfrm>
        </p:spPr>
        <p:txBody>
          <a:bodyPr/>
          <a:lstStyle/>
          <a:p>
            <a:pPr marL="0" indent="0" algn="ctr" eaLnBrk="1" hangingPunct="1">
              <a:lnSpc>
                <a:spcPct val="150000"/>
              </a:lnSpc>
              <a:spcBef>
                <a:spcPct val="0"/>
              </a:spcBef>
              <a:buFont typeface="Arial" pitchFamily="34" charset="0"/>
              <a:buNone/>
            </a:pPr>
            <a:r>
              <a:rPr lang="en-US" dirty="0">
                <a:solidFill>
                  <a:srgbClr val="000000"/>
                </a:solidFill>
                <a:latin typeface="Sanskrit 99" pitchFamily="2" charset="0"/>
              </a:rPr>
              <a:t>Aw </a:t>
            </a:r>
            <a:r>
              <a:rPr lang="en-US" dirty="0" err="1">
                <a:solidFill>
                  <a:srgbClr val="000000"/>
                </a:solidFill>
                <a:latin typeface="Sanskrit 99" pitchFamily="2" charset="0"/>
              </a:rPr>
              <a:t>ïImÑgvÌItasu</a:t>
            </a:r>
            <a:r>
              <a:rPr lang="en-US" dirty="0">
                <a:solidFill>
                  <a:srgbClr val="000000"/>
                </a:solidFill>
                <a:latin typeface="Sanskrit 99" pitchFamily="2" charset="0"/>
              </a:rPr>
              <a:t> }</a:t>
            </a:r>
            <a:r>
              <a:rPr lang="en-US" dirty="0" err="1">
                <a:solidFill>
                  <a:srgbClr val="000000"/>
                </a:solidFill>
                <a:latin typeface="Sanskrit 99" pitchFamily="2" charset="0"/>
              </a:rPr>
              <a:t>anyaeg</a:t>
            </a:r>
            <a:r>
              <a:rPr lang="en-US" dirty="0">
                <a:solidFill>
                  <a:srgbClr val="000000"/>
                </a:solidFill>
                <a:latin typeface="Sanskrit 99" pitchFamily="2" charset="0"/>
              </a:rPr>
              <a:t> </a:t>
            </a:r>
            <a:r>
              <a:rPr lang="en-US" dirty="0" err="1">
                <a:solidFill>
                  <a:srgbClr val="000000"/>
                </a:solidFill>
                <a:latin typeface="Sanskrit 99" pitchFamily="2" charset="0"/>
              </a:rPr>
              <a:t>ðaek</a:t>
            </a:r>
            <a:r>
              <a:rPr lang="en-US" dirty="0">
                <a:solidFill>
                  <a:srgbClr val="000000"/>
                </a:solidFill>
                <a:latin typeface="Sanskrit 99" pitchFamily="2" charset="0"/>
              </a:rPr>
              <a:t> </a:t>
            </a:r>
            <a:r>
              <a:rPr lang="en-US" dirty="0" err="1">
                <a:solidFill>
                  <a:srgbClr val="000000"/>
                </a:solidFill>
                <a:latin typeface="Sanskrit 99" pitchFamily="2" charset="0"/>
              </a:rPr>
              <a:t>s'œ¢h</a:t>
            </a:r>
            <a:r>
              <a:rPr lang="en-US" dirty="0">
                <a:solidFill>
                  <a:srgbClr val="000000"/>
                </a:solidFill>
                <a:latin typeface="Sanskrit 99" pitchFamily="2" charset="0"/>
              </a:rPr>
              <a:t>&gt;,</a:t>
            </a:r>
          </a:p>
          <a:p>
            <a:pPr marL="0" indent="0" algn="ctr" eaLnBrk="1" hangingPunct="1">
              <a:lnSpc>
                <a:spcPct val="150000"/>
              </a:lnSpc>
              <a:spcBef>
                <a:spcPct val="0"/>
              </a:spcBef>
              <a:buFont typeface="Arial" pitchFamily="34" charset="0"/>
              <a:buNone/>
            </a:pPr>
            <a:r>
              <a:rPr lang="en-US" dirty="0" err="1">
                <a:solidFill>
                  <a:srgbClr val="000000"/>
                </a:solidFill>
                <a:latin typeface="URW Palladio IT" pitchFamily="2" charset="0"/>
              </a:rPr>
              <a:t>Atha</a:t>
            </a:r>
            <a:r>
              <a:rPr lang="en-US" dirty="0">
                <a:solidFill>
                  <a:srgbClr val="000000"/>
                </a:solidFill>
                <a:latin typeface="URW Palladio IT" pitchFamily="2" charset="0"/>
              </a:rPr>
              <a:t> </a:t>
            </a:r>
            <a:r>
              <a:rPr lang="en-US" dirty="0" err="1">
                <a:solidFill>
                  <a:srgbClr val="000000"/>
                </a:solidFill>
                <a:latin typeface="URW Palladio IT" pitchFamily="2" charset="0"/>
              </a:rPr>
              <a:t>çrémadbhagavadgétäsu</a:t>
            </a:r>
            <a:r>
              <a:rPr lang="en-US" dirty="0">
                <a:solidFill>
                  <a:srgbClr val="000000"/>
                </a:solidFill>
                <a:latin typeface="URW Palladio IT" pitchFamily="2" charset="0"/>
              </a:rPr>
              <a:t> </a:t>
            </a:r>
          </a:p>
          <a:p>
            <a:pPr marL="0" indent="0" algn="ctr" eaLnBrk="1" hangingPunct="1">
              <a:lnSpc>
                <a:spcPct val="150000"/>
              </a:lnSpc>
              <a:spcBef>
                <a:spcPct val="0"/>
              </a:spcBef>
              <a:buFont typeface="Arial" pitchFamily="34" charset="0"/>
              <a:buNone/>
            </a:pPr>
            <a:r>
              <a:rPr lang="en-US" dirty="0" err="1">
                <a:solidFill>
                  <a:srgbClr val="000000"/>
                </a:solidFill>
                <a:latin typeface="URW Palladio IT" pitchFamily="2" charset="0"/>
              </a:rPr>
              <a:t>jïänayoga</a:t>
            </a:r>
            <a:r>
              <a:rPr lang="en-US" dirty="0">
                <a:solidFill>
                  <a:srgbClr val="000000"/>
                </a:solidFill>
                <a:latin typeface="URW Palladio IT" pitchFamily="2" charset="0"/>
              </a:rPr>
              <a:t> </a:t>
            </a:r>
            <a:r>
              <a:rPr lang="en-US" dirty="0" err="1">
                <a:solidFill>
                  <a:srgbClr val="000000"/>
                </a:solidFill>
                <a:latin typeface="URW Palladio IT" pitchFamily="2" charset="0"/>
              </a:rPr>
              <a:t>çloka</a:t>
            </a:r>
            <a:r>
              <a:rPr lang="en-US" dirty="0">
                <a:solidFill>
                  <a:srgbClr val="000000"/>
                </a:solidFill>
                <a:latin typeface="URW Palladio IT" pitchFamily="2" charset="0"/>
              </a:rPr>
              <a:t> </a:t>
            </a:r>
            <a:r>
              <a:rPr lang="en-US" dirty="0" err="1">
                <a:solidFill>
                  <a:srgbClr val="000000"/>
                </a:solidFill>
                <a:latin typeface="URW Palladio IT" pitchFamily="2" charset="0"/>
              </a:rPr>
              <a:t>saìgrahaù</a:t>
            </a:r>
            <a:endParaRPr lang="en-US" b="1" dirty="0">
              <a:solidFill>
                <a:srgbClr val="000000"/>
              </a:solidFill>
              <a:latin typeface="URW Palladio IT" pitchFamily="2" charset="0"/>
            </a:endParaRPr>
          </a:p>
          <a:p>
            <a:pPr marL="0" indent="0">
              <a:buNone/>
            </a:pPr>
            <a:r>
              <a:rPr lang="en-IN" b="1"/>
              <a:t>	</a:t>
            </a:r>
            <a:r>
              <a:rPr lang="kn-IN" b="1"/>
              <a:t>ಅಥ </a:t>
            </a:r>
            <a:r>
              <a:rPr lang="kn-IN" b="1" dirty="0"/>
              <a:t>ಶ್ರೀಮದ್ಭಗವದ್ಗೀತಾಸು</a:t>
            </a:r>
          </a:p>
          <a:p>
            <a:pPr marL="0" indent="0">
              <a:buNone/>
            </a:pPr>
            <a:r>
              <a:rPr lang="en-IN" b="1" dirty="0"/>
              <a:t>	</a:t>
            </a:r>
            <a:r>
              <a:rPr lang="kn-IN" b="1" dirty="0"/>
              <a:t>ಜ್ಞಾನಯೋಗ ಶ್ಲೋಕ ಸಂಗ್ರಹಃ</a:t>
            </a:r>
            <a:endParaRPr lang="kn-IN" dirty="0"/>
          </a:p>
        </p:txBody>
      </p:sp>
    </p:spTree>
    <p:extLst>
      <p:ext uri="{BB962C8B-B14F-4D97-AF65-F5344CB8AC3E}">
        <p14:creationId xmlns:p14="http://schemas.microsoft.com/office/powerpoint/2010/main" val="653449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Content Placeholder 2"/>
          <p:cNvSpPr txBox="1">
            <a:spLocks/>
          </p:cNvSpPr>
          <p:nvPr/>
        </p:nvSpPr>
        <p:spPr>
          <a:xfrm>
            <a:off x="0" y="0"/>
            <a:ext cx="9144000" cy="5143500"/>
          </a:xfrm>
          <a:prstGeom prst="rect">
            <a:avLst/>
          </a:prstGeom>
        </p:spPr>
        <p:txBody>
          <a:bodyPr>
            <a:normAutofit/>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endParaRPr lang="en-US" sz="4000" b="1">
              <a:latin typeface="Sanskrit 2003" pitchFamily="2" charset="-78"/>
              <a:cs typeface="Sanskrit 2003" pitchFamily="2" charset="-78"/>
            </a:endParaRPr>
          </a:p>
          <a:p>
            <a:pPr algn="ctr">
              <a:buFont typeface="Arial" pitchFamily="34" charset="0"/>
              <a:buNone/>
            </a:pPr>
            <a:endParaRPr lang="en-US" sz="4000" b="1">
              <a:latin typeface="Sanskrit 2003" pitchFamily="2" charset="-78"/>
              <a:cs typeface="Sanskrit 2003" pitchFamily="2" charset="-78"/>
            </a:endParaRPr>
          </a:p>
          <a:p>
            <a:pPr algn="ctr">
              <a:buFont typeface="Arial" pitchFamily="34" charset="0"/>
              <a:buNone/>
            </a:pPr>
            <a:r>
              <a:rPr lang="hi-IN" sz="4000" b="1">
                <a:latin typeface="Sanskrit 2003" pitchFamily="2" charset="-78"/>
                <a:cs typeface="Sanskrit 2003" pitchFamily="2" charset="-78"/>
              </a:rPr>
              <a:t>अर्जुन उवाच</a:t>
            </a:r>
          </a:p>
          <a:p>
            <a:pPr algn="ctr">
              <a:buFont typeface="Arial" pitchFamily="34" charset="0"/>
              <a:buNone/>
            </a:pPr>
            <a:r>
              <a:rPr lang="en-US" sz="4000" b="1">
                <a:latin typeface="URW Palladio IT" pitchFamily="2" charset="0"/>
                <a:cs typeface="Sanskrit 2003" pitchFamily="2" charset="-78"/>
              </a:rPr>
              <a:t>Arjuna uvāca</a:t>
            </a:r>
            <a:endParaRPr lang="en-US" sz="4000" b="1">
              <a:latin typeface="URW Palladio ITU" pitchFamily="2" charset="0"/>
              <a:cs typeface="Sanskrit 2003" pitchFamily="2" charset="-78"/>
            </a:endParaRPr>
          </a:p>
          <a:p>
            <a:pPr algn="ctr">
              <a:buFont typeface="Arial" pitchFamily="34" charset="0"/>
              <a:buNone/>
            </a:pPr>
            <a:r>
              <a:rPr lang="kn-IN" sz="4000" b="1">
                <a:latin typeface="Arial" pitchFamily="34" charset="0"/>
                <a:cs typeface="Arial" pitchFamily="34" charset="0"/>
              </a:rPr>
              <a:t>ಅರ್ಜುನ ಉವಾಚ</a:t>
            </a:r>
            <a:endParaRPr lang="en-US" sz="4000" dirty="0"/>
          </a:p>
        </p:txBody>
      </p:sp>
    </p:spTree>
    <p:extLst>
      <p:ext uri="{BB962C8B-B14F-4D97-AF65-F5344CB8AC3E}">
        <p14:creationId xmlns:p14="http://schemas.microsoft.com/office/powerpoint/2010/main" val="10436076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a:spLocks noGrp="1"/>
          </p:cNvSpPr>
          <p:nvPr>
            <p:ph idx="1"/>
          </p:nvPr>
        </p:nvSpPr>
        <p:spPr>
          <a:xfrm>
            <a:off x="0" y="0"/>
            <a:ext cx="9144000" cy="3943350"/>
          </a:xfrm>
        </p:spPr>
        <p:txBody>
          <a:bodyPr rtlCol="0">
            <a:noAutofit/>
          </a:bodyPr>
          <a:lstStyle/>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Sanskrit 99"/>
                <a:ea typeface="Calibri"/>
                <a:cs typeface="Sanskrit 99"/>
              </a:rPr>
              <a:t>1, 	</a:t>
            </a:r>
            <a:r>
              <a:rPr lang="en-US" sz="2200" dirty="0" err="1">
                <a:solidFill>
                  <a:srgbClr val="000000"/>
                </a:solidFill>
                <a:latin typeface="Sanskrit 99"/>
                <a:ea typeface="Calibri"/>
                <a:cs typeface="Sanskrit 99"/>
              </a:rPr>
              <a:t>Ahae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bt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mhTpap</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ktu</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Vyvista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vym</a:t>
            </a:r>
            <a:r>
              <a:rPr lang="en-US" sz="2200" dirty="0">
                <a:solidFill>
                  <a:srgbClr val="000000"/>
                </a:solidFill>
                <a:latin typeface="Sanskrit 99"/>
                <a:ea typeface="Calibri"/>
                <a:cs typeface="Sanskrit 99"/>
              </a:rPr>
              <a:t>!,</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yÔaJysuolaeÉen</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hNtu</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Svjnmu</a:t>
            </a:r>
            <a:r>
              <a:rPr lang="en-US" sz="2200" dirty="0">
                <a:solidFill>
                  <a:srgbClr val="000000"/>
                </a:solidFill>
                <a:latin typeface="Sanskrit 99"/>
                <a:ea typeface="Calibri"/>
                <a:cs typeface="Sanskrit 99"/>
              </a:rPr>
              <a:t>*</a:t>
            </a:r>
            <a:r>
              <a:rPr lang="en-US" sz="2200" dirty="0" err="1">
                <a:solidFill>
                  <a:srgbClr val="000000"/>
                </a:solidFill>
                <a:latin typeface="Sanskrit 99"/>
                <a:ea typeface="Calibri"/>
                <a:cs typeface="Sanskrit 99"/>
              </a:rPr>
              <a:t>ta</a:t>
            </a:r>
            <a:r>
              <a:rPr lang="en-US" sz="2200" dirty="0">
                <a:solidFill>
                  <a:srgbClr val="000000"/>
                </a:solidFill>
                <a:latin typeface="Sanskrit 99"/>
                <a:ea typeface="Calibri"/>
                <a:cs typeface="Sanskrit 99"/>
              </a:rPr>
              <a:t>&gt;. 1</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45.</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URW Palladio IT"/>
                <a:ea typeface="Calibri"/>
                <a:cs typeface="URW Palladio IT"/>
              </a:rPr>
              <a:t>1| 	</a:t>
            </a:r>
            <a:r>
              <a:rPr lang="en-US" sz="2200" dirty="0" err="1">
                <a:solidFill>
                  <a:srgbClr val="000000"/>
                </a:solidFill>
                <a:latin typeface="URW Palladio IT"/>
                <a:ea typeface="Calibri"/>
                <a:cs typeface="URW Palladio IT"/>
              </a:rPr>
              <a:t>Aho</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bata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mahatpäpaà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Kartuà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vyavasitä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vayam</a:t>
            </a:r>
            <a:r>
              <a:rPr lang="en-US" sz="2200" dirty="0">
                <a:solidFill>
                  <a:srgbClr val="000000"/>
                </a:solidFill>
                <a:latin typeface="URW Palladio IT"/>
                <a:ea typeface="Calibri"/>
                <a:cs typeface="URW Palladio IT"/>
              </a:rPr>
              <a:t> |</a:t>
            </a:r>
            <a:endParaRPr lang="en-US" sz="2200" dirty="0">
              <a:ea typeface="Calibri"/>
              <a:cs typeface="Times New Roman"/>
            </a:endParaRPr>
          </a:p>
          <a:p>
            <a:pPr marL="0" indent="-342357" algn="ctr" eaLnBrk="1" fontAlgn="auto" hangingPunct="1">
              <a:lnSpc>
                <a:spcPct val="170000"/>
              </a:lnSpc>
              <a:spcBef>
                <a:spcPts val="0"/>
              </a:spcBef>
              <a:spcAft>
                <a:spcPts val="0"/>
              </a:spcAft>
              <a:buFont typeface="Arial" pitchFamily="34" charset="0"/>
              <a:buNone/>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Yadräjyasukhalobhena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Hantuà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svajanamudyatäù</a:t>
            </a:r>
            <a:r>
              <a:rPr lang="en-US" sz="2200" dirty="0">
                <a:solidFill>
                  <a:srgbClr val="000000"/>
                </a:solidFill>
                <a:latin typeface="URW Palladio IT"/>
                <a:ea typeface="Calibri"/>
                <a:cs typeface="URW Palladio IT"/>
              </a:rPr>
              <a:t> ||1</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45||</a:t>
            </a:r>
          </a:p>
          <a:p>
            <a:pPr marL="0" indent="0" algn="ctr" eaLnBrk="1" fontAlgn="auto" hangingPunct="1">
              <a:lnSpc>
                <a:spcPct val="170000"/>
              </a:lnSpc>
              <a:spcBef>
                <a:spcPct val="0"/>
              </a:spcBef>
              <a:spcAft>
                <a:spcPts val="0"/>
              </a:spcAft>
              <a:buFont typeface="Arial" pitchFamily="34" charset="0"/>
              <a:buNone/>
              <a:defRPr/>
            </a:pPr>
            <a:r>
              <a:rPr lang="en-US" sz="2200" b="1" dirty="0">
                <a:solidFill>
                  <a:srgbClr val="000000"/>
                </a:solidFill>
                <a:latin typeface="BRH Kannada" pitchFamily="2" charset="0"/>
              </a:rPr>
              <a:t>1. 	CºÉÆÃ §</a:t>
            </a:r>
            <a:r>
              <a:rPr lang="en-US" sz="2200" b="1" dirty="0" err="1">
                <a:solidFill>
                  <a:srgbClr val="000000"/>
                </a:solidFill>
                <a:latin typeface="BRH Kannada" pitchFamily="2" charset="0"/>
              </a:rPr>
              <a:t>vÀ</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ÀÄºÀvï</a:t>
            </a:r>
            <a:r>
              <a:rPr lang="en-US" sz="2200" b="1" dirty="0">
                <a:solidFill>
                  <a:srgbClr val="000000"/>
                </a:solidFill>
                <a:latin typeface="BRH Kannada" pitchFamily="2" charset="0"/>
              </a:rPr>
              <a:t> ¥Á¥ÀA </a:t>
            </a:r>
            <a:r>
              <a:rPr lang="en-US" sz="2200" b="1" dirty="0" err="1">
                <a:solidFill>
                  <a:srgbClr val="000000"/>
                </a:solidFill>
                <a:latin typeface="BRH Kannada" pitchFamily="2" charset="0"/>
              </a:rPr>
              <a:t>PÀvÀÄðA</a:t>
            </a:r>
            <a:r>
              <a:rPr lang="en-US" sz="2200" b="1" dirty="0">
                <a:solidFill>
                  <a:srgbClr val="000000"/>
                </a:solidFill>
                <a:latin typeface="BRH Kannada" pitchFamily="2" charset="0"/>
              </a:rPr>
              <a:t> ªÀåªÀ¹vÁ ª</a:t>
            </a:r>
            <a:r>
              <a:rPr lang="en-US" sz="2200" b="1" dirty="0" err="1">
                <a:solidFill>
                  <a:srgbClr val="000000"/>
                </a:solidFill>
                <a:latin typeface="BRH Kannada" pitchFamily="2" charset="0"/>
              </a:rPr>
              <a:t>ÀAiÀÄA</a:t>
            </a:r>
            <a:endParaRPr lang="en-US" sz="2200" b="1" dirty="0">
              <a:solidFill>
                <a:srgbClr val="000000"/>
              </a:solidFill>
              <a:latin typeface="BRH Kannada" pitchFamily="2" charset="0"/>
            </a:endParaRPr>
          </a:p>
          <a:p>
            <a:pPr marL="0" indent="0" algn="ctr" eaLnBrk="1" fontAlgn="auto" hangingPunct="1">
              <a:lnSpc>
                <a:spcPct val="170000"/>
              </a:lnSpc>
              <a:spcBef>
                <a:spcPct val="0"/>
              </a:spcBef>
              <a:spcAft>
                <a:spcPts val="0"/>
              </a:spcAft>
              <a:buFont typeface="Arial" pitchFamily="34" charset="0"/>
              <a:buNone/>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AiÀÄzÁædå</a:t>
            </a:r>
            <a:r>
              <a:rPr lang="en-US" sz="2200" b="1" dirty="0">
                <a:solidFill>
                  <a:srgbClr val="000000"/>
                </a:solidFill>
                <a:latin typeface="BRH Kannada" pitchFamily="2" charset="0"/>
              </a:rPr>
              <a:t> ¸ÀÄR ¯</a:t>
            </a:r>
            <a:r>
              <a:rPr lang="en-US" sz="2200" b="1" dirty="0" err="1">
                <a:solidFill>
                  <a:srgbClr val="000000"/>
                </a:solidFill>
                <a:latin typeface="BRH Kannada" pitchFamily="2" charset="0"/>
              </a:rPr>
              <a:t>ÉÆÃ¨sÉÃ£À</a:t>
            </a:r>
            <a:r>
              <a:rPr lang="en-US" sz="2200" b="1" dirty="0">
                <a:solidFill>
                  <a:srgbClr val="000000"/>
                </a:solidFill>
                <a:latin typeface="BRH Kannada" pitchFamily="2" charset="0"/>
              </a:rPr>
              <a:t> º</a:t>
            </a:r>
            <a:r>
              <a:rPr lang="en-US" sz="2200" b="1" dirty="0" err="1">
                <a:solidFill>
                  <a:srgbClr val="000000"/>
                </a:solidFill>
                <a:latin typeface="BRH Kannada" pitchFamily="2" charset="0"/>
              </a:rPr>
              <a:t>ÀAvÀÄªÀiï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Àéd£ÀªÀÄÄzÀåvÁB</a:t>
            </a:r>
            <a:r>
              <a:rPr lang="en-US" sz="2200" b="1" dirty="0">
                <a:solidFill>
                  <a:srgbClr val="000000"/>
                </a:solidFill>
                <a:latin typeface="BRH Kannada" pitchFamily="2" charset="0"/>
              </a:rPr>
              <a:t> ||1.45 ||</a:t>
            </a:r>
            <a:endParaRPr lang="en-US" sz="2200" b="1" dirty="0">
              <a:ea typeface="Calibri"/>
              <a:cs typeface="Times New Roman"/>
            </a:endParaRPr>
          </a:p>
          <a:p>
            <a:pPr marL="342357" indent="-342357" algn="ctr" eaLnBrk="1" fontAlgn="auto" hangingPunct="1">
              <a:lnSpc>
                <a:spcPct val="170000"/>
              </a:lnSpc>
              <a:spcAft>
                <a:spcPts val="0"/>
              </a:spcAft>
              <a:buFont typeface="Arial" pitchFamily="34" charset="0"/>
              <a:buNone/>
              <a:defRPr/>
            </a:pPr>
            <a:endParaRPr lang="en-US" sz="2200" dirty="0"/>
          </a:p>
        </p:txBody>
      </p:sp>
      <p:sp>
        <p:nvSpPr>
          <p:cNvPr id="4" name="Rectangle 3"/>
          <p:cNvSpPr/>
          <p:nvPr/>
        </p:nvSpPr>
        <p:spPr>
          <a:xfrm>
            <a:off x="0" y="3851673"/>
            <a:ext cx="9144000" cy="923186"/>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Alas! We are involved in a great sin in that we are prepared to kill our kinsmen through greed for the pleasures of a kingdom.</a:t>
            </a:r>
          </a:p>
        </p:txBody>
      </p:sp>
    </p:spTree>
    <p:extLst>
      <p:ext uri="{BB962C8B-B14F-4D97-AF65-F5344CB8AC3E}">
        <p14:creationId xmlns:p14="http://schemas.microsoft.com/office/powerpoint/2010/main" val="8246104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4" name="Content Placeholder 2"/>
          <p:cNvSpPr txBox="1">
            <a:spLocks/>
          </p:cNvSpPr>
          <p:nvPr/>
        </p:nvSpPr>
        <p:spPr bwMode="auto">
          <a:xfrm>
            <a:off x="-2628"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marL="342900" indent="-342900">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algn="ctr">
              <a:spcBef>
                <a:spcPct val="20000"/>
              </a:spcBef>
            </a:pPr>
            <a:endParaRPr lang="en-US" sz="4000" b="1" dirty="0">
              <a:solidFill>
                <a:schemeClr val="tx1"/>
              </a:solidFill>
              <a:latin typeface="Sanskrit 2003" pitchFamily="2" charset="-78"/>
              <a:cs typeface="Sanskrit 2003" pitchFamily="2" charset="-78"/>
            </a:endParaRPr>
          </a:p>
          <a:p>
            <a:pPr algn="ctr">
              <a:spcBef>
                <a:spcPct val="20000"/>
              </a:spcBef>
            </a:pPr>
            <a:r>
              <a:rPr lang="en-US" sz="4000" b="1" dirty="0">
                <a:solidFill>
                  <a:schemeClr val="tx1"/>
                </a:solidFill>
                <a:latin typeface="Sanskrit 2003" pitchFamily="2" charset="-78"/>
                <a:cs typeface="Sanskrit 2003" pitchFamily="2" charset="-78"/>
              </a:rPr>
              <a:t>   </a:t>
            </a:r>
            <a:r>
              <a:rPr lang="hi-IN" sz="4000" b="1" dirty="0">
                <a:solidFill>
                  <a:schemeClr val="tx1"/>
                </a:solidFill>
                <a:latin typeface="Sanskrit 2003" pitchFamily="2" charset="-78"/>
                <a:cs typeface="Sanskrit 2003" pitchFamily="2" charset="-78"/>
              </a:rPr>
              <a:t>श्रीभगवानुवाच</a:t>
            </a:r>
          </a:p>
          <a:p>
            <a:pPr algn="ctr">
              <a:lnSpc>
                <a:spcPct val="150000"/>
              </a:lnSpc>
              <a:spcBef>
                <a:spcPts val="600"/>
              </a:spcBef>
            </a:pPr>
            <a:r>
              <a:rPr lang="en-US" sz="4000" b="1" dirty="0" err="1">
                <a:solidFill>
                  <a:schemeClr val="tx1"/>
                </a:solidFill>
                <a:latin typeface="URW Palladio IT" pitchFamily="2" charset="0"/>
              </a:rPr>
              <a:t>Śrībhagavānuvāca</a:t>
            </a:r>
            <a:endParaRPr lang="kn-IN" sz="4000" b="1" dirty="0">
              <a:solidFill>
                <a:schemeClr val="tx1"/>
              </a:solidFill>
              <a:latin typeface="URW Palladio IT" pitchFamily="2" charset="0"/>
            </a:endParaRPr>
          </a:p>
          <a:p>
            <a:pPr algn="ctr">
              <a:lnSpc>
                <a:spcPct val="150000"/>
              </a:lnSpc>
              <a:spcBef>
                <a:spcPts val="600"/>
              </a:spcBef>
            </a:pPr>
            <a:r>
              <a:rPr lang="kn-IN" sz="4000" b="1" dirty="0">
                <a:solidFill>
                  <a:schemeClr val="tx1"/>
                </a:solidFill>
                <a:latin typeface="Calibri" pitchFamily="34" charset="0"/>
              </a:rPr>
              <a:t>ಶ್ರೀಭಗವಾನ್ಉವಾಚ</a:t>
            </a:r>
          </a:p>
        </p:txBody>
      </p:sp>
    </p:spTree>
    <p:extLst>
      <p:ext uri="{BB962C8B-B14F-4D97-AF65-F5344CB8AC3E}">
        <p14:creationId xmlns:p14="http://schemas.microsoft.com/office/powerpoint/2010/main" val="21720877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76200" y="402866"/>
            <a:ext cx="9144000" cy="3829050"/>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2, 	</a:t>
            </a:r>
            <a:r>
              <a:rPr lang="en-US" sz="2200" dirty="0" err="1">
                <a:solidFill>
                  <a:srgbClr val="000000"/>
                </a:solidFill>
                <a:latin typeface="Sanskrit 99"/>
                <a:ea typeface="Calibri"/>
                <a:cs typeface="Sanskrit 99"/>
              </a:rPr>
              <a:t>Aip</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cedis</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pape_y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sveR_y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papk«Äm</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sv</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anPlvenEv</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v&amp;ijn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sNtir:yis</a:t>
            </a:r>
            <a:r>
              <a:rPr lang="en-US" sz="2200" dirty="0">
                <a:solidFill>
                  <a:srgbClr val="000000"/>
                </a:solidFill>
                <a:latin typeface="Sanskrit 99"/>
                <a:ea typeface="Calibri"/>
                <a:cs typeface="Sanskrit 99"/>
              </a:rPr>
              <a:t>. 4</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36.</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2| 	</a:t>
            </a:r>
            <a:r>
              <a:rPr lang="en-US" sz="2200" dirty="0" err="1">
                <a:solidFill>
                  <a:srgbClr val="000000"/>
                </a:solidFill>
                <a:latin typeface="URW Palladio IT"/>
                <a:ea typeface="Calibri"/>
                <a:cs typeface="URW Palladio IT"/>
              </a:rPr>
              <a:t>Api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cedasi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päpebhyaù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Sarvebhyaù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päpakåttamaù</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Sarvaà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jïänaplavenaiva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Våjinaà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santariñyasi</a:t>
            </a:r>
            <a:r>
              <a:rPr lang="en-US" sz="2200" dirty="0">
                <a:solidFill>
                  <a:srgbClr val="000000"/>
                </a:solidFill>
                <a:latin typeface="URW Palladio IT"/>
                <a:ea typeface="Calibri"/>
                <a:cs typeface="URW Palladio IT"/>
              </a:rPr>
              <a:t> ||4</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36||</a:t>
            </a:r>
          </a:p>
          <a:p>
            <a:pPr algn="ctr">
              <a:lnSpc>
                <a:spcPct val="150000"/>
              </a:lnSpc>
              <a:defRPr/>
            </a:pPr>
            <a:r>
              <a:rPr lang="en-US" sz="2200" b="1" dirty="0">
                <a:solidFill>
                  <a:srgbClr val="000000"/>
                </a:solidFill>
                <a:latin typeface="BRH Kannada"/>
              </a:rPr>
              <a:t>2.	C¦ ZÉÃzÀ¹ ¥Á¥ÉÃ</a:t>
            </a:r>
            <a:r>
              <a:rPr lang="kn-IN" sz="2200" b="1" dirty="0">
                <a:latin typeface="Arial" charset="0"/>
                <a:cs typeface="Arial" charset="0"/>
              </a:rPr>
              <a:t>ಭ್ಯಃ</a:t>
            </a:r>
            <a:r>
              <a:rPr lang="en-CA" sz="2200" b="1" dirty="0">
                <a:latin typeface="Arial" charset="0"/>
                <a:cs typeface="Arial" charset="0"/>
              </a:rPr>
              <a:t> </a:t>
            </a:r>
            <a:r>
              <a:rPr lang="en-US" sz="2200" b="1" dirty="0">
                <a:solidFill>
                  <a:srgbClr val="000000"/>
                </a:solidFill>
                <a:latin typeface="BRH Kannada"/>
              </a:rPr>
              <a:t>¸</a:t>
            </a:r>
            <a:r>
              <a:rPr lang="en-US" sz="2200" b="1" dirty="0" err="1">
                <a:solidFill>
                  <a:srgbClr val="000000"/>
                </a:solidFill>
                <a:latin typeface="BRH Kannada"/>
              </a:rPr>
              <a:t>ÀªÉÃð</a:t>
            </a:r>
            <a:r>
              <a:rPr lang="kn-IN" sz="2200" b="1" dirty="0">
                <a:latin typeface="Arial" charset="0"/>
                <a:cs typeface="Arial" charset="0"/>
              </a:rPr>
              <a:t>ಭ್ಯಃ</a:t>
            </a:r>
            <a:r>
              <a:rPr lang="en-US" sz="2200" b="1" dirty="0">
                <a:solidFill>
                  <a:srgbClr val="000000"/>
                </a:solidFill>
                <a:latin typeface="BRH Kannada"/>
              </a:rPr>
              <a:t> ¥</a:t>
            </a:r>
            <a:r>
              <a:rPr lang="en-US" sz="2200" b="1" dirty="0" err="1">
                <a:solidFill>
                  <a:srgbClr val="000000"/>
                </a:solidFill>
                <a:latin typeface="BRH Kannada"/>
              </a:rPr>
              <a:t>Á¥ÀPÀÈvÀÛªÀÄB</a:t>
            </a:r>
            <a:r>
              <a:rPr lang="en-US" sz="2200" b="1" dirty="0">
                <a:solidFill>
                  <a:srgbClr val="000000"/>
                </a:solidFill>
                <a:latin typeface="BRH Kannada"/>
              </a:rPr>
              <a:t> |</a:t>
            </a:r>
          </a:p>
          <a:p>
            <a:pPr algn="ctr">
              <a:lnSpc>
                <a:spcPct val="150000"/>
              </a:lnSpc>
              <a:defRPr/>
            </a:pPr>
            <a:r>
              <a:rPr lang="en-US" sz="2200" b="1" dirty="0">
                <a:solidFill>
                  <a:srgbClr val="000000"/>
                </a:solidFill>
                <a:latin typeface="BRH Kannada"/>
              </a:rPr>
              <a:t>	¸</a:t>
            </a:r>
            <a:r>
              <a:rPr lang="en-US" sz="2200" b="1" dirty="0" err="1">
                <a:solidFill>
                  <a:srgbClr val="000000"/>
                </a:solidFill>
                <a:latin typeface="BRH Kannada"/>
              </a:rPr>
              <a:t>ÀªÀðA</a:t>
            </a:r>
            <a:r>
              <a:rPr lang="en-US" sz="2200" b="1" dirty="0">
                <a:solidFill>
                  <a:srgbClr val="000000"/>
                </a:solidFill>
                <a:latin typeface="BRH Kannada"/>
              </a:rPr>
              <a:t> </a:t>
            </a:r>
            <a:r>
              <a:rPr lang="en-US" sz="2200" b="1" dirty="0" err="1">
                <a:solidFill>
                  <a:srgbClr val="000000"/>
                </a:solidFill>
                <a:latin typeface="BRH Kannada"/>
              </a:rPr>
              <a:t>eÁÕ£À¥ÀèªÉÃ£ÉÊªÀ</a:t>
            </a:r>
            <a:r>
              <a:rPr lang="en-US" sz="2200" b="1" dirty="0">
                <a:solidFill>
                  <a:srgbClr val="000000"/>
                </a:solidFill>
                <a:latin typeface="BRH Kannada"/>
              </a:rPr>
              <a:t> ª</a:t>
            </a:r>
            <a:r>
              <a:rPr lang="en-US" sz="2200" b="1" dirty="0" err="1">
                <a:solidFill>
                  <a:srgbClr val="000000"/>
                </a:solidFill>
                <a:latin typeface="BRH Kannada"/>
              </a:rPr>
              <a:t>ÀÈf£ÀA</a:t>
            </a:r>
            <a:r>
              <a:rPr lang="en-US" sz="2200" b="1" dirty="0">
                <a:solidFill>
                  <a:srgbClr val="000000"/>
                </a:solidFill>
                <a:latin typeface="BRH Kannada"/>
              </a:rPr>
              <a:t> ¸ÀAvÀjµÀå¹ ||4.36||</a:t>
            </a:r>
            <a:endParaRPr lang="en-US" sz="2200" b="1" dirty="0">
              <a:ea typeface="Calibri"/>
              <a:cs typeface="Times New Roman"/>
            </a:endParaRPr>
          </a:p>
        </p:txBody>
      </p:sp>
      <p:sp>
        <p:nvSpPr>
          <p:cNvPr id="4" name="Rectangle 3"/>
          <p:cNvSpPr/>
          <p:nvPr/>
        </p:nvSpPr>
        <p:spPr>
          <a:xfrm>
            <a:off x="0" y="3908823"/>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Even if thou art the most sinful of all sinners, yet thou shalt verily cross all sins by the raft of knowledge.</a:t>
            </a:r>
          </a:p>
        </p:txBody>
      </p:sp>
    </p:spTree>
    <p:extLst>
      <p:ext uri="{BB962C8B-B14F-4D97-AF65-F5344CB8AC3E}">
        <p14:creationId xmlns:p14="http://schemas.microsoft.com/office/powerpoint/2010/main" val="12688411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543300"/>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3, 	</a:t>
            </a:r>
            <a:r>
              <a:rPr lang="en-US" sz="2200" dirty="0" err="1">
                <a:solidFill>
                  <a:srgbClr val="000000"/>
                </a:solidFill>
                <a:latin typeface="Sanskrit 99"/>
                <a:ea typeface="Calibri"/>
                <a:cs typeface="Sanskrit 99"/>
              </a:rPr>
              <a:t>tiÖiÏ</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ài</a:t>
            </a:r>
            <a:r>
              <a:rPr lang="en-US" sz="2200" dirty="0">
                <a:solidFill>
                  <a:srgbClr val="000000"/>
                </a:solidFill>
                <a:latin typeface="Sanskrit 99"/>
                <a:ea typeface="Calibri"/>
                <a:cs typeface="Sanskrit 99"/>
              </a:rPr>
              <a:t>[paten </a:t>
            </a:r>
            <a:r>
              <a:rPr lang="en-US" sz="2200" dirty="0" err="1">
                <a:solidFill>
                  <a:srgbClr val="000000"/>
                </a:solidFill>
                <a:latin typeface="Sanskrit 99"/>
                <a:ea typeface="Calibri"/>
                <a:cs typeface="Sanskrit 99"/>
              </a:rPr>
              <a:t>piràîen</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sevya</a:t>
            </a:r>
            <a:r>
              <a:rPr lang="en-US" sz="2200" dirty="0">
                <a:solidFill>
                  <a:srgbClr val="000000"/>
                </a:solidFill>
                <a:latin typeface="Sanskrit 99"/>
                <a:ea typeface="Calibri"/>
                <a:cs typeface="Sanskrit 99"/>
              </a:rPr>
              <a:t>,</a:t>
            </a:r>
            <a:endParaRPr lang="en-US" sz="2200" dirty="0">
              <a:ea typeface="Calibri"/>
              <a:cs typeface="Times New Roman"/>
            </a:endParaRPr>
          </a:p>
          <a:p>
            <a:pPr algn="ctr" eaLnBrk="1" fontAlgn="auto" hangingPunct="1">
              <a:lnSpc>
                <a:spcPct val="150000"/>
              </a:lnSpc>
              <a:spcBef>
                <a:spcPts val="0"/>
              </a:spcBef>
              <a:spcAft>
                <a:spcPts val="120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pdeúyiNt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te</a:t>
            </a:r>
            <a:r>
              <a:rPr lang="en-US" sz="2200" dirty="0">
                <a:solidFill>
                  <a:srgbClr val="000000"/>
                </a:solidFill>
                <a:latin typeface="Sanskrit 99"/>
                <a:ea typeface="Calibri"/>
                <a:cs typeface="Sanskrit 99"/>
              </a:rPr>
              <a:t> }an&lt; }</a:t>
            </a:r>
            <a:r>
              <a:rPr lang="en-US" sz="2200" dirty="0" err="1">
                <a:solidFill>
                  <a:srgbClr val="000000"/>
                </a:solidFill>
                <a:latin typeface="Sanskrit 99"/>
                <a:ea typeface="Calibri"/>
                <a:cs typeface="Sanskrit 99"/>
              </a:rPr>
              <a:t>ainnStÅvdizRn</a:t>
            </a:r>
            <a:r>
              <a:rPr lang="en-US" sz="2200" dirty="0">
                <a:solidFill>
                  <a:srgbClr val="000000"/>
                </a:solidFill>
                <a:latin typeface="Sanskrit 99"/>
                <a:ea typeface="Calibri"/>
                <a:cs typeface="Sanskrit 99"/>
              </a:rPr>
              <a:t>&gt;.4</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34.</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3| 	</a:t>
            </a:r>
            <a:r>
              <a:rPr lang="en-US" sz="2200" dirty="0" err="1">
                <a:solidFill>
                  <a:srgbClr val="000000"/>
                </a:solidFill>
                <a:latin typeface="URW Palladio IT"/>
                <a:ea typeface="Calibri"/>
                <a:cs typeface="URW Palladio IT"/>
              </a:rPr>
              <a:t>Tadviddhi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praëipätena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Paripraçnena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sevayä</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180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Upadekñyanti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Jïäninastattvadarçinaù</a:t>
            </a:r>
            <a:r>
              <a:rPr lang="en-US" sz="2200" dirty="0">
                <a:solidFill>
                  <a:srgbClr val="000000"/>
                </a:solidFill>
                <a:latin typeface="URW Palladio IT"/>
                <a:ea typeface="Calibri"/>
                <a:cs typeface="URW Palladio IT"/>
              </a:rPr>
              <a:t> ||4</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34||</a:t>
            </a:r>
          </a:p>
          <a:p>
            <a:pPr algn="ctr">
              <a:lnSpc>
                <a:spcPct val="150000"/>
              </a:lnSpc>
              <a:defRPr/>
            </a:pPr>
            <a:r>
              <a:rPr lang="pt-BR" sz="2200" b="1" dirty="0">
                <a:solidFill>
                  <a:srgbClr val="000000"/>
                </a:solidFill>
                <a:latin typeface="BRH Kannada" pitchFamily="2" charset="0"/>
              </a:rPr>
              <a:t>3.	vÀ¢é¢Þ ¥ÀætÂ¥ÁvÉÃ£À ¥Àj¥Àæ</a:t>
            </a:r>
            <a:r>
              <a:rPr lang="kn-IN" sz="2200" b="1" dirty="0">
                <a:latin typeface="Arial" charset="0"/>
                <a:cs typeface="Arial" charset="0"/>
              </a:rPr>
              <a:t>ಶ್ನೇ</a:t>
            </a:r>
            <a:r>
              <a:rPr lang="pt-BR" sz="2200" b="1" dirty="0">
                <a:solidFill>
                  <a:srgbClr val="000000"/>
                </a:solidFill>
                <a:latin typeface="BRH Kannada" pitchFamily="2" charset="0"/>
              </a:rPr>
              <a:t>£À ¸ÉÃªÀAiÀiÁ |</a:t>
            </a:r>
          </a:p>
          <a:p>
            <a:pPr algn="ctr">
              <a:lnSpc>
                <a:spcPct val="150000"/>
              </a:lnSpc>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G¥ÀzÉÃ</a:t>
            </a:r>
            <a:r>
              <a:rPr lang="kn-IN" sz="2200" b="1" dirty="0">
                <a:latin typeface="Arial" charset="0"/>
                <a:cs typeface="Arial" charset="0"/>
              </a:rPr>
              <a:t>ಕ್ಷ್ಯ</a:t>
            </a:r>
            <a:r>
              <a:rPr lang="en-US" sz="2200" b="1" dirty="0">
                <a:solidFill>
                  <a:srgbClr val="000000"/>
                </a:solidFill>
                <a:latin typeface="BRH Kannada" pitchFamily="2" charset="0"/>
              </a:rPr>
              <a:t>Aw </a:t>
            </a:r>
            <a:r>
              <a:rPr lang="en-US" sz="2200" b="1" dirty="0" err="1">
                <a:solidFill>
                  <a:srgbClr val="000000"/>
                </a:solidFill>
                <a:latin typeface="BRH Kannada" pitchFamily="2" charset="0"/>
              </a:rPr>
              <a:t>vÉÃ</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eÁÕ£ÀªÀiï</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eÁÕ</a:t>
            </a:r>
            <a:r>
              <a:rPr lang="en-US" sz="2200" b="1" dirty="0">
                <a:solidFill>
                  <a:srgbClr val="000000"/>
                </a:solidFill>
                <a:latin typeface="BRH Kannada" pitchFamily="2" charset="0"/>
              </a:rPr>
              <a:t>¤£À¸ÀÛvÀÛézÀ²ð£ÀB ||4.34||</a:t>
            </a:r>
            <a:endParaRPr lang="en-US" sz="2200" b="1" dirty="0">
              <a:ea typeface="Calibri"/>
              <a:cs typeface="Times New Roman"/>
            </a:endParaRPr>
          </a:p>
        </p:txBody>
      </p:sp>
      <p:sp>
        <p:nvSpPr>
          <p:cNvPr id="4" name="Rectangle 3"/>
          <p:cNvSpPr/>
          <p:nvPr/>
        </p:nvSpPr>
        <p:spPr>
          <a:xfrm>
            <a:off x="0" y="4089223"/>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Know that by long prostration, by question and by service, the wise who have realised</a:t>
            </a:r>
          </a:p>
          <a:p>
            <a:pPr algn="ctr" eaLnBrk="1" hangingPunct="1">
              <a:lnSpc>
                <a:spcPct val="150000"/>
              </a:lnSpc>
              <a:defRPr/>
            </a:pPr>
            <a:r>
              <a:rPr lang="en-IN" b="1" i="1" dirty="0">
                <a:latin typeface="Palatino Linotype" panose="02040502050505030304" pitchFamily="18" charset="0"/>
              </a:rPr>
              <a:t>the Truth will instruct thee in (that) knowledge.</a:t>
            </a:r>
          </a:p>
        </p:txBody>
      </p:sp>
    </p:spTree>
    <p:extLst>
      <p:ext uri="{BB962C8B-B14F-4D97-AF65-F5344CB8AC3E}">
        <p14:creationId xmlns:p14="http://schemas.microsoft.com/office/powerpoint/2010/main" val="5915493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48828"/>
            <a:ext cx="9144000" cy="3394472"/>
          </a:xfrm>
          <a:prstGeom prst="rect">
            <a:avLst/>
          </a:prstGeom>
        </p:spPr>
        <p:txBody>
          <a:bodyPr lIns="91296" tIns="45649" rIns="91296" bIns="45649">
            <a:normAutofit lnSpcReduction="10000"/>
          </a:bodyPr>
          <a:lstStyle/>
          <a:p>
            <a:pPr algn="ctr" eaLnBrk="1" fontAlgn="auto" hangingPunct="1">
              <a:lnSpc>
                <a:spcPct val="170000"/>
              </a:lnSpc>
              <a:spcBef>
                <a:spcPts val="0"/>
              </a:spcBef>
              <a:spcAft>
                <a:spcPts val="0"/>
              </a:spcAft>
              <a:defRPr/>
            </a:pPr>
            <a:r>
              <a:rPr lang="en-US" sz="2200" dirty="0">
                <a:solidFill>
                  <a:srgbClr val="000000"/>
                </a:solidFill>
                <a:latin typeface="Sanskrit 99"/>
                <a:ea typeface="Calibri"/>
                <a:cs typeface="Sanskrit 99"/>
              </a:rPr>
              <a:t>4,	n </a:t>
            </a:r>
            <a:r>
              <a:rPr lang="en-US" sz="2200" dirty="0" err="1">
                <a:solidFill>
                  <a:srgbClr val="000000"/>
                </a:solidFill>
                <a:latin typeface="Sanskrit 99"/>
                <a:ea typeface="Calibri"/>
                <a:cs typeface="Sanskrit 99"/>
              </a:rPr>
              <a:t>jayte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ièyte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kdaict</a:t>
            </a:r>
            <a:r>
              <a:rPr lang="en-US" sz="2200" dirty="0">
                <a:solidFill>
                  <a:srgbClr val="000000"/>
                </a:solidFill>
                <a:latin typeface="Sanskrit 99"/>
                <a:ea typeface="Calibri"/>
                <a:cs typeface="Sanskrit 99"/>
              </a:rPr>
              <a:t>!</a:t>
            </a:r>
          </a:p>
          <a:p>
            <a:pPr algn="ctr" eaLnBrk="1" fontAlgn="auto" hangingPunct="1">
              <a:lnSpc>
                <a:spcPct val="170000"/>
              </a:lnSpc>
              <a:spcBef>
                <a:spcPts val="0"/>
              </a:spcBef>
              <a:spcAft>
                <a:spcPts val="0"/>
              </a:spcAft>
              <a:defRPr/>
            </a:pPr>
            <a:r>
              <a:rPr lang="en-US" sz="2200" dirty="0">
                <a:solidFill>
                  <a:srgbClr val="000000"/>
                </a:solidFill>
                <a:latin typeface="Sanskrit 99"/>
                <a:ea typeface="Calibri"/>
                <a:cs typeface="Sanskrit 99"/>
              </a:rPr>
              <a:t>	nay&lt; </a:t>
            </a:r>
            <a:r>
              <a:rPr lang="en-US" sz="2200" dirty="0" err="1">
                <a:solidFill>
                  <a:srgbClr val="000000"/>
                </a:solidFill>
                <a:latin typeface="Sanskrit 99"/>
                <a:ea typeface="Calibri"/>
                <a:cs typeface="Sanskrit 99"/>
              </a:rPr>
              <a:t>ÉUTva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Éivta</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va</a:t>
            </a: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ÉUy</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70000"/>
              </a:lnSpc>
              <a:spcBef>
                <a:spcPts val="0"/>
              </a:spcBef>
              <a:spcAft>
                <a:spcPts val="0"/>
              </a:spcAft>
              <a:defRPr/>
            </a:pPr>
            <a:r>
              <a:rPr lang="en-US" sz="2200" dirty="0">
                <a:solidFill>
                  <a:srgbClr val="000000"/>
                </a:solidFill>
                <a:latin typeface="URW Palladio IT"/>
                <a:ea typeface="Calibri"/>
                <a:cs typeface="URW Palladio IT"/>
              </a:rPr>
              <a:t>4| 	Na </a:t>
            </a:r>
            <a:r>
              <a:rPr lang="en-US" sz="2200" dirty="0" err="1">
                <a:solidFill>
                  <a:srgbClr val="000000"/>
                </a:solidFill>
                <a:latin typeface="URW Palladio IT"/>
                <a:ea typeface="Calibri"/>
                <a:cs typeface="URW Palladio IT"/>
              </a:rPr>
              <a:t>jäyate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mriyate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kadäcit</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7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Näyaà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bhütvä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bhavitä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vä</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bhüyaù</a:t>
            </a:r>
            <a:r>
              <a:rPr lang="en-US" sz="2200" dirty="0">
                <a:solidFill>
                  <a:srgbClr val="000000"/>
                </a:solidFill>
                <a:latin typeface="URW Palladio IT"/>
                <a:ea typeface="Calibri"/>
                <a:cs typeface="URW Palladio IT"/>
              </a:rPr>
              <a:t> |</a:t>
            </a:r>
          </a:p>
          <a:p>
            <a:pPr algn="ctr">
              <a:lnSpc>
                <a:spcPct val="170000"/>
              </a:lnSpc>
              <a:defRPr/>
            </a:pPr>
            <a:r>
              <a:rPr lang="en-US" sz="2200" b="1" dirty="0">
                <a:solidFill>
                  <a:srgbClr val="000000"/>
                </a:solidFill>
                <a:latin typeface="BRH Kannada" pitchFamily="2" charset="0"/>
                <a:cs typeface="Arial" charset="0"/>
              </a:rPr>
              <a:t>4.	£À </a:t>
            </a:r>
            <a:r>
              <a:rPr lang="en-US" sz="2200" b="1" dirty="0" err="1">
                <a:solidFill>
                  <a:srgbClr val="000000"/>
                </a:solidFill>
                <a:latin typeface="BRH Kannada" pitchFamily="2" charset="0"/>
                <a:cs typeface="Arial" charset="0"/>
              </a:rPr>
              <a:t>eÁAiÀÄvÉÃ</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ÄæAiÀÄvÉÃ</a:t>
            </a:r>
            <a:r>
              <a:rPr lang="en-US" sz="2200" b="1" dirty="0">
                <a:solidFill>
                  <a:srgbClr val="000000"/>
                </a:solidFill>
                <a:latin typeface="BRH Kannada" pitchFamily="2" charset="0"/>
                <a:cs typeface="Arial" charset="0"/>
              </a:rPr>
              <a:t> ªÁ </a:t>
            </a:r>
            <a:r>
              <a:rPr lang="en-US" sz="2200" b="1" dirty="0" err="1">
                <a:solidFill>
                  <a:srgbClr val="000000"/>
                </a:solidFill>
                <a:latin typeface="BRH Kannada" pitchFamily="2" charset="0"/>
                <a:cs typeface="Arial" charset="0"/>
              </a:rPr>
              <a:t>PÀzÁavï</a:t>
            </a:r>
            <a:r>
              <a:rPr lang="en-US" sz="2200" b="1" dirty="0">
                <a:solidFill>
                  <a:srgbClr val="000000"/>
                </a:solidFill>
                <a:latin typeface="BRH Kannada" pitchFamily="2" charset="0"/>
                <a:cs typeface="Arial" charset="0"/>
              </a:rPr>
              <a:t> </a:t>
            </a:r>
          </a:p>
          <a:p>
            <a:pPr algn="ctr">
              <a:lnSpc>
                <a:spcPct val="170000"/>
              </a:lnSpc>
              <a:defRPr/>
            </a:pP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Á„AiÀÄªÀiï</a:t>
            </a:r>
            <a:r>
              <a:rPr lang="en-US" sz="2200" b="1" dirty="0">
                <a:solidFill>
                  <a:srgbClr val="000000"/>
                </a:solidFill>
                <a:latin typeface="BRH Kannada" pitchFamily="2" charset="0"/>
                <a:cs typeface="Arial" charset="0"/>
              </a:rPr>
              <a:t> </a:t>
            </a:r>
            <a:r>
              <a:rPr lang="kn-IN" sz="2200" b="1" dirty="0">
                <a:solidFill>
                  <a:srgbClr val="000000"/>
                </a:solidFill>
                <a:latin typeface="BRH Kannada" pitchFamily="2" charset="0"/>
                <a:cs typeface="Arial" charset="0"/>
              </a:rPr>
              <a:t>ಭೂ</a:t>
            </a:r>
            <a:r>
              <a:rPr lang="en-US" sz="2200" b="1" dirty="0" err="1">
                <a:solidFill>
                  <a:srgbClr val="000000"/>
                </a:solidFill>
                <a:latin typeface="BRH Kannada" pitchFamily="2" charset="0"/>
                <a:cs typeface="Arial" charset="0"/>
              </a:rPr>
              <a:t>vÁé</a:t>
            </a:r>
            <a:r>
              <a:rPr lang="en-US" sz="2200" b="1" dirty="0">
                <a:solidFill>
                  <a:srgbClr val="000000"/>
                </a:solidFill>
                <a:latin typeface="BRH Kannada" pitchFamily="2" charset="0"/>
                <a:cs typeface="Arial" charset="0"/>
              </a:rPr>
              <a:t> </a:t>
            </a:r>
            <a:r>
              <a:rPr lang="kn-IN" sz="2200" b="1" dirty="0">
                <a:solidFill>
                  <a:srgbClr val="000000"/>
                </a:solidFill>
                <a:latin typeface="BRH Kannada" pitchFamily="2" charset="0"/>
                <a:cs typeface="Arial" charset="0"/>
              </a:rPr>
              <a:t>ಭ</a:t>
            </a:r>
            <a:r>
              <a:rPr lang="en-US" sz="2200" b="1" dirty="0">
                <a:solidFill>
                  <a:srgbClr val="000000"/>
                </a:solidFill>
                <a:latin typeface="BRH Kannada" pitchFamily="2" charset="0"/>
                <a:cs typeface="Arial" charset="0"/>
              </a:rPr>
              <a:t>«</a:t>
            </a:r>
            <a:r>
              <a:rPr lang="en-US" sz="2200" b="1" dirty="0" err="1">
                <a:solidFill>
                  <a:srgbClr val="000000"/>
                </a:solidFill>
                <a:latin typeface="BRH Kannada" pitchFamily="2" charset="0"/>
                <a:cs typeface="Arial" charset="0"/>
              </a:rPr>
              <a:t>vÁ</a:t>
            </a:r>
            <a:r>
              <a:rPr lang="en-US" sz="2200" b="1" dirty="0">
                <a:solidFill>
                  <a:srgbClr val="000000"/>
                </a:solidFill>
                <a:latin typeface="BRH Kannada" pitchFamily="2" charset="0"/>
                <a:cs typeface="Arial" charset="0"/>
              </a:rPr>
              <a:t> ªÁ £À </a:t>
            </a:r>
            <a:r>
              <a:rPr lang="kn-IN" sz="2200" b="1" dirty="0">
                <a:solidFill>
                  <a:srgbClr val="000000"/>
                </a:solidFill>
                <a:latin typeface="BRH Kannada" pitchFamily="2" charset="0"/>
                <a:cs typeface="Arial" charset="0"/>
              </a:rPr>
              <a:t>ಭೂ</a:t>
            </a:r>
            <a:r>
              <a:rPr lang="en-US" sz="2200" b="1" dirty="0" err="1">
                <a:solidFill>
                  <a:srgbClr val="000000"/>
                </a:solidFill>
                <a:latin typeface="BRH Kannada" pitchFamily="2" charset="0"/>
                <a:cs typeface="Arial" charset="0"/>
              </a:rPr>
              <a:t>AiÀÄB</a:t>
            </a:r>
            <a:r>
              <a:rPr lang="en-US" sz="2200" b="1" dirty="0">
                <a:solidFill>
                  <a:srgbClr val="000000"/>
                </a:solidFill>
                <a:latin typeface="BRH Kannada" pitchFamily="2" charset="0"/>
                <a:cs typeface="Arial" charset="0"/>
              </a:rPr>
              <a:t> |</a:t>
            </a:r>
            <a:endParaRPr lang="en-US" sz="2200" b="1" dirty="0">
              <a:ea typeface="Calibri"/>
              <a:cs typeface="Times New Roman"/>
            </a:endParaRPr>
          </a:p>
        </p:txBody>
      </p:sp>
      <p:sp>
        <p:nvSpPr>
          <p:cNvPr id="4" name="Rectangle 3"/>
          <p:cNvSpPr/>
          <p:nvPr/>
        </p:nvSpPr>
        <p:spPr>
          <a:xfrm>
            <a:off x="-41275" y="3943350"/>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He is not born nor does He ever die; after having been, He again ceases not to be.</a:t>
            </a:r>
          </a:p>
          <a:p>
            <a:pPr algn="ctr" eaLnBrk="1" hangingPunct="1">
              <a:lnSpc>
                <a:spcPct val="150000"/>
              </a:lnSpc>
              <a:defRPr/>
            </a:pPr>
            <a:r>
              <a:rPr lang="en-IN" b="1" i="1" dirty="0">
                <a:latin typeface="Palatino Linotype" panose="02040502050505030304" pitchFamily="18" charset="0"/>
              </a:rPr>
              <a:t>Unborn, eternal, changeless and ancient, He is not killed when the body is killed</a:t>
            </a:r>
          </a:p>
        </p:txBody>
      </p:sp>
    </p:spTree>
    <p:extLst>
      <p:ext uri="{BB962C8B-B14F-4D97-AF65-F5344CB8AC3E}">
        <p14:creationId xmlns:p14="http://schemas.microsoft.com/office/powerpoint/2010/main" val="30660353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1"/>
            <a:ext cx="9144000" cy="3394472"/>
          </a:xfrm>
          <a:prstGeom prst="rect">
            <a:avLst/>
          </a:prstGeom>
        </p:spPr>
        <p:txBody>
          <a:bodyPr lIns="91296" tIns="45649" rIns="91296" bIns="45649">
            <a:no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Ajae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inTy</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zañtae</a:t>
            </a:r>
            <a:r>
              <a:rPr lang="en-US" sz="2200" dirty="0">
                <a:solidFill>
                  <a:srgbClr val="000000"/>
                </a:solidFill>
                <a:latin typeface="Sanskrit 99"/>
                <a:ea typeface="Calibri"/>
                <a:cs typeface="Sanskrit 99"/>
              </a:rPr>
              <a:t>=y&lt; </a:t>
            </a:r>
            <a:r>
              <a:rPr lang="en-US" sz="2200" dirty="0" err="1">
                <a:solidFill>
                  <a:srgbClr val="000000"/>
                </a:solidFill>
                <a:latin typeface="Sanskrit 99"/>
                <a:ea typeface="Calibri"/>
                <a:cs typeface="Sanskrit 99"/>
              </a:rPr>
              <a:t>pura</a:t>
            </a:r>
            <a:r>
              <a:rPr lang="en-US" sz="2200" dirty="0">
                <a:solidFill>
                  <a:srgbClr val="000000"/>
                </a:solidFill>
                <a:latin typeface="Sanskrit 99"/>
                <a:ea typeface="Calibri"/>
                <a:cs typeface="Sanskrit 99"/>
              </a:rPr>
              <a:t>[&gt;</a:t>
            </a: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hNyte</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hNymane</a:t>
            </a:r>
            <a:r>
              <a:rPr lang="en-US" sz="2200" dirty="0">
                <a:solidFill>
                  <a:srgbClr val="000000"/>
                </a:solidFill>
                <a:latin typeface="Sanskrit 99"/>
                <a:ea typeface="Calibri"/>
                <a:cs typeface="Sanskrit 99"/>
              </a:rPr>
              <a:t> zrIre.2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20.</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Ajo</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nityaù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çäçvato'yaà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puräëaù</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hanyate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hanyamäne</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çarére</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20||</a:t>
            </a:r>
          </a:p>
          <a:p>
            <a:pPr algn="ctr">
              <a:lnSpc>
                <a:spcPct val="150000"/>
              </a:lnSpc>
              <a:defRPr/>
            </a:pP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CeÉÆÃ</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vÀåB</a:t>
            </a:r>
            <a:r>
              <a:rPr lang="en-US" sz="2200" b="1" dirty="0">
                <a:solidFill>
                  <a:srgbClr val="000000"/>
                </a:solidFill>
                <a:latin typeface="BRH Kannada" pitchFamily="2" charset="0"/>
                <a:cs typeface="Arial" charset="0"/>
              </a:rPr>
              <a:t> </a:t>
            </a:r>
            <a:r>
              <a:rPr lang="kn-IN" sz="2200" b="1" dirty="0">
                <a:solidFill>
                  <a:srgbClr val="000000"/>
                </a:solidFill>
                <a:latin typeface="Tunga"/>
                <a:cs typeface="Arial" charset="0"/>
              </a:rPr>
              <a:t>ಶಾ</a:t>
            </a:r>
            <a:r>
              <a:rPr lang="kn-IN" sz="2200" b="1" dirty="0">
                <a:latin typeface="Arial" charset="0"/>
                <a:cs typeface="Arial" charset="0"/>
              </a:rPr>
              <a:t>ಶ</a:t>
            </a:r>
            <a:r>
              <a:rPr lang="en-US" sz="2200" b="1" dirty="0" err="1">
                <a:solidFill>
                  <a:srgbClr val="000000"/>
                </a:solidFill>
                <a:latin typeface="BRH Kannada" pitchFamily="2" charset="0"/>
                <a:cs typeface="Arial" charset="0"/>
              </a:rPr>
              <a:t>évÉÆÃ„AiÀÄªÀiï</a:t>
            </a:r>
            <a:r>
              <a:rPr lang="en-US" sz="2200" b="1" dirty="0">
                <a:solidFill>
                  <a:srgbClr val="000000"/>
                </a:solidFill>
                <a:latin typeface="BRH Kannada" pitchFamily="2" charset="0"/>
                <a:cs typeface="Arial" charset="0"/>
              </a:rPr>
              <a:t> ¥</a:t>
            </a:r>
            <a:r>
              <a:rPr lang="en-US" sz="2200" b="1" dirty="0" err="1">
                <a:solidFill>
                  <a:srgbClr val="000000"/>
                </a:solidFill>
                <a:latin typeface="BRH Kannada" pitchFamily="2" charset="0"/>
                <a:cs typeface="Arial" charset="0"/>
              </a:rPr>
              <a:t>ÀÅgÁtB</a:t>
            </a:r>
            <a:endParaRPr lang="en-US" sz="2200" b="1" dirty="0">
              <a:solidFill>
                <a:srgbClr val="000000"/>
              </a:solidFill>
              <a:latin typeface="BRH Kannada" pitchFamily="2" charset="0"/>
              <a:cs typeface="Arial" charset="0"/>
            </a:endParaRPr>
          </a:p>
          <a:p>
            <a:pPr algn="ctr">
              <a:lnSpc>
                <a:spcPct val="150000"/>
              </a:lnSpc>
              <a:defRPr/>
            </a:pPr>
            <a:r>
              <a:rPr lang="en-US" sz="2200" b="1" dirty="0">
                <a:solidFill>
                  <a:srgbClr val="000000"/>
                </a:solidFill>
                <a:latin typeface="BRH Kannada" pitchFamily="2" charset="0"/>
                <a:cs typeface="Arial" charset="0"/>
              </a:rPr>
              <a:t>	£À º</a:t>
            </a:r>
            <a:r>
              <a:rPr lang="en-US" sz="2200" b="1" dirty="0" err="1">
                <a:solidFill>
                  <a:srgbClr val="000000"/>
                </a:solidFill>
                <a:latin typeface="BRH Kannada" pitchFamily="2" charset="0"/>
                <a:cs typeface="Arial" charset="0"/>
              </a:rPr>
              <a:t>À£ÀåvÉÃ</a:t>
            </a:r>
            <a:r>
              <a:rPr lang="en-US" sz="2200" b="1" dirty="0">
                <a:solidFill>
                  <a:srgbClr val="000000"/>
                </a:solidFill>
                <a:latin typeface="BRH Kannada" pitchFamily="2" charset="0"/>
                <a:cs typeface="Arial" charset="0"/>
              </a:rPr>
              <a:t> º</a:t>
            </a:r>
            <a:r>
              <a:rPr lang="en-US" sz="2200" b="1" dirty="0" err="1">
                <a:solidFill>
                  <a:srgbClr val="000000"/>
                </a:solidFill>
                <a:latin typeface="BRH Kannada" pitchFamily="2" charset="0"/>
                <a:cs typeface="Arial" charset="0"/>
              </a:rPr>
              <a:t>À£ÀåªÀiÁ£ÉÃ</a:t>
            </a:r>
            <a:r>
              <a:rPr lang="en-US" sz="2200" b="1" dirty="0">
                <a:solidFill>
                  <a:srgbClr val="000000"/>
                </a:solidFill>
                <a:latin typeface="BRH Kannada" pitchFamily="2" charset="0"/>
                <a:cs typeface="Arial" charset="0"/>
              </a:rPr>
              <a:t> </a:t>
            </a:r>
            <a:r>
              <a:rPr lang="kn-IN" sz="2200" b="1" dirty="0">
                <a:latin typeface="Arial" charset="0"/>
                <a:cs typeface="Arial" charset="0"/>
              </a:rPr>
              <a:t>ಶ</a:t>
            </a:r>
            <a:r>
              <a:rPr lang="en-US" sz="2200" b="1" dirty="0" err="1">
                <a:solidFill>
                  <a:srgbClr val="000000"/>
                </a:solidFill>
                <a:latin typeface="BRH Kannada" pitchFamily="2" charset="0"/>
                <a:cs typeface="Arial" charset="0"/>
              </a:rPr>
              <a:t>jÃgÉÃ</a:t>
            </a:r>
            <a:r>
              <a:rPr lang="en-US" sz="2200" b="1" dirty="0">
                <a:solidFill>
                  <a:srgbClr val="000000"/>
                </a:solidFill>
                <a:latin typeface="BRH Kannada" pitchFamily="2" charset="0"/>
                <a:cs typeface="Arial" charset="0"/>
              </a:rPr>
              <a:t> ||2.20||</a:t>
            </a:r>
            <a:endParaRPr lang="en-US" sz="2200" b="1" dirty="0">
              <a:ea typeface="Calibri"/>
              <a:cs typeface="Times New Roman"/>
            </a:endParaRPr>
          </a:p>
        </p:txBody>
      </p:sp>
      <p:sp>
        <p:nvSpPr>
          <p:cNvPr id="4" name="Rectangle 3"/>
          <p:cNvSpPr/>
          <p:nvPr/>
        </p:nvSpPr>
        <p:spPr>
          <a:xfrm>
            <a:off x="28903" y="3854034"/>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He is not born nor does He ever die; after having been, He again ceases not to be.</a:t>
            </a:r>
          </a:p>
          <a:p>
            <a:pPr algn="ctr" eaLnBrk="1" hangingPunct="1">
              <a:lnSpc>
                <a:spcPct val="150000"/>
              </a:lnSpc>
              <a:defRPr/>
            </a:pPr>
            <a:r>
              <a:rPr lang="en-IN" b="1" i="1" dirty="0">
                <a:latin typeface="Palatino Linotype" panose="02040502050505030304" pitchFamily="18" charset="0"/>
              </a:rPr>
              <a:t>Unborn, eternal, changeless and ancient, He is not killed when the body is killed</a:t>
            </a:r>
          </a:p>
        </p:txBody>
      </p:sp>
    </p:spTree>
    <p:extLst>
      <p:ext uri="{BB962C8B-B14F-4D97-AF65-F5344CB8AC3E}">
        <p14:creationId xmlns:p14="http://schemas.microsoft.com/office/powerpoint/2010/main" val="4818203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285750"/>
            <a:ext cx="9144000" cy="3829050"/>
          </a:xfrm>
          <a:prstGeom prst="rect">
            <a:avLst/>
          </a:prstGeom>
        </p:spPr>
        <p:txBody>
          <a:bodyPr lIns="91296" tIns="45649" rIns="91296" bIns="45649">
            <a:norm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5, 	</a:t>
            </a:r>
            <a:r>
              <a:rPr lang="en-US" sz="2200" dirty="0" err="1">
                <a:solidFill>
                  <a:srgbClr val="000000"/>
                </a:solidFill>
                <a:latin typeface="Sanskrit 99"/>
                <a:ea typeface="Calibri"/>
                <a:cs typeface="Sanskrit 99"/>
              </a:rPr>
              <a:t>vedaivnaizn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inTy</a:t>
            </a:r>
            <a:r>
              <a:rPr lang="en-US" sz="2200" dirty="0">
                <a:solidFill>
                  <a:srgbClr val="000000"/>
                </a:solidFill>
                <a:latin typeface="Sanskrit 99"/>
                <a:ea typeface="Calibri"/>
                <a:cs typeface="Sanskrit 99"/>
              </a:rPr>
              <a:t>&lt; y @</a:t>
            </a:r>
            <a:r>
              <a:rPr lang="en-US" sz="2200" dirty="0" err="1">
                <a:solidFill>
                  <a:srgbClr val="000000"/>
                </a:solidFill>
                <a:latin typeface="Sanskrit 99"/>
                <a:ea typeface="Calibri"/>
                <a:cs typeface="Sanskrit 99"/>
              </a:rPr>
              <a:t>nmjmVyym</a:t>
            </a:r>
            <a:r>
              <a:rPr lang="en-US" sz="2200" dirty="0">
                <a:solidFill>
                  <a:srgbClr val="000000"/>
                </a:solidFill>
                <a:latin typeface="Sanskrit 99"/>
                <a:ea typeface="Calibri"/>
                <a:cs typeface="Sanskrit 99"/>
              </a:rPr>
              <a: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kw</a:t>
            </a:r>
            <a:r>
              <a:rPr lang="en-US" sz="2200" dirty="0">
                <a:solidFill>
                  <a:srgbClr val="000000"/>
                </a:solidFill>
                <a:latin typeface="Sanskrit 99"/>
                <a:ea typeface="Calibri"/>
                <a:cs typeface="Sanskrit 99"/>
              </a:rPr>
              <a:t>&lt; s </a:t>
            </a:r>
            <a:r>
              <a:rPr lang="en-US" sz="2200" dirty="0" err="1">
                <a:solidFill>
                  <a:srgbClr val="000000"/>
                </a:solidFill>
                <a:latin typeface="Sanskrit 99"/>
                <a:ea typeface="Calibri"/>
                <a:cs typeface="Sanskrit 99"/>
              </a:rPr>
              <a:t>pué</a:t>
            </a:r>
            <a:r>
              <a:rPr lang="en-US" sz="2200" dirty="0">
                <a:solidFill>
                  <a:srgbClr val="000000"/>
                </a:solidFill>
                <a:latin typeface="Sanskrit 99"/>
                <a:ea typeface="Calibri"/>
                <a:cs typeface="Sanskrit 99"/>
              </a:rPr>
              <a:t>;&gt; </a:t>
            </a:r>
            <a:r>
              <a:rPr lang="en-US" sz="2200" dirty="0" err="1">
                <a:solidFill>
                  <a:srgbClr val="000000"/>
                </a:solidFill>
                <a:latin typeface="Sanskrit 99"/>
                <a:ea typeface="Calibri"/>
                <a:cs typeface="Sanskrit 99"/>
              </a:rPr>
              <a:t>pawR</a:t>
            </a:r>
            <a:r>
              <a:rPr lang="en-US" sz="2200" dirty="0">
                <a:solidFill>
                  <a:srgbClr val="000000"/>
                </a:solidFill>
                <a:latin typeface="Sanskrit 99"/>
                <a:ea typeface="Calibri"/>
                <a:cs typeface="Sanskrit 99"/>
              </a:rPr>
              <a:t> k&lt; "</a:t>
            </a:r>
            <a:r>
              <a:rPr lang="en-US" sz="2200" dirty="0" err="1">
                <a:solidFill>
                  <a:srgbClr val="000000"/>
                </a:solidFill>
                <a:latin typeface="Sanskrit 99"/>
                <a:ea typeface="Calibri"/>
                <a:cs typeface="Sanskrit 99"/>
              </a:rPr>
              <a:t>atyit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hiNt</a:t>
            </a:r>
            <a:r>
              <a:rPr lang="en-US" sz="2200" dirty="0">
                <a:solidFill>
                  <a:srgbClr val="000000"/>
                </a:solidFill>
                <a:latin typeface="Sanskrit 99"/>
                <a:ea typeface="Calibri"/>
                <a:cs typeface="Sanskrit 99"/>
              </a:rPr>
              <a:t> km!.2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21.</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5| 	</a:t>
            </a:r>
            <a:r>
              <a:rPr lang="en-US" sz="2200" dirty="0" err="1">
                <a:solidFill>
                  <a:srgbClr val="000000"/>
                </a:solidFill>
                <a:latin typeface="URW Palladio IT"/>
                <a:ea typeface="Calibri"/>
                <a:cs typeface="URW Palladio IT"/>
              </a:rPr>
              <a:t>Vedävinäçinaà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nityaà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Ya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enamajamavyayam</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Kathaà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sa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puruñaù</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pärtha</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ghätayati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hanti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kam</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21||</a:t>
            </a:r>
          </a:p>
          <a:p>
            <a:pPr algn="ctr">
              <a:lnSpc>
                <a:spcPct val="150000"/>
              </a:lnSpc>
              <a:defRPr/>
            </a:pPr>
            <a:r>
              <a:rPr lang="en-US" sz="2200" b="1" dirty="0">
                <a:solidFill>
                  <a:srgbClr val="000000"/>
                </a:solidFill>
                <a:latin typeface="BRH Kannada" pitchFamily="2" charset="0"/>
              </a:rPr>
              <a:t>5. 	ª</a:t>
            </a:r>
            <a:r>
              <a:rPr lang="en-US" sz="2200" b="1" dirty="0" err="1">
                <a:solidFill>
                  <a:srgbClr val="000000"/>
                </a:solidFill>
                <a:latin typeface="BRH Kannada" pitchFamily="2" charset="0"/>
              </a:rPr>
              <a:t>ÉÃzÁ</a:t>
            </a:r>
            <a:r>
              <a:rPr lang="en-US" sz="2200" b="1" dirty="0">
                <a:solidFill>
                  <a:srgbClr val="000000"/>
                </a:solidFill>
                <a:latin typeface="BRH Kannada" pitchFamily="2" charset="0"/>
              </a:rPr>
              <a:t>«£Á²£ÀA ¤</a:t>
            </a:r>
            <a:r>
              <a:rPr lang="en-US" sz="2200" b="1" dirty="0" err="1">
                <a:solidFill>
                  <a:srgbClr val="000000"/>
                </a:solidFill>
                <a:latin typeface="BRH Kannada" pitchFamily="2" charset="0"/>
              </a:rPr>
              <a:t>vÀåA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AiÀÄ</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K£ÀªÀÄdªÀÄªÀåAiÀÄA</a:t>
            </a:r>
            <a:r>
              <a:rPr lang="en-US" sz="2200" b="1" dirty="0">
                <a:solidFill>
                  <a:srgbClr val="000000"/>
                </a:solidFill>
                <a:latin typeface="BRH Kannada" pitchFamily="2" charset="0"/>
              </a:rPr>
              <a:t> |</a:t>
            </a:r>
          </a:p>
          <a:p>
            <a:pPr algn="ctr">
              <a:lnSpc>
                <a:spcPct val="150000"/>
              </a:lnSpc>
              <a:defRPr/>
            </a:pPr>
            <a:r>
              <a:rPr lang="en-US" sz="2200" b="1" dirty="0">
                <a:solidFill>
                  <a:srgbClr val="000000"/>
                </a:solidFill>
                <a:latin typeface="BRH Kannada" pitchFamily="2" charset="0"/>
              </a:rPr>
              <a:t>	</a:t>
            </a:r>
            <a:r>
              <a:rPr lang="en-US" sz="2200" b="1" dirty="0" err="1">
                <a:solidFill>
                  <a:srgbClr val="000000"/>
                </a:solidFill>
                <a:latin typeface="BRH Kannada" pitchFamily="2" charset="0"/>
              </a:rPr>
              <a:t>PÀxÀA</a:t>
            </a:r>
            <a:r>
              <a:rPr lang="en-US" sz="2200" b="1" dirty="0">
                <a:solidFill>
                  <a:srgbClr val="000000"/>
                </a:solidFill>
                <a:latin typeface="BRH Kannada" pitchFamily="2" charset="0"/>
              </a:rPr>
              <a:t> ¸À ¥</a:t>
            </a:r>
            <a:r>
              <a:rPr lang="en-US" sz="2200" b="1" dirty="0" err="1">
                <a:solidFill>
                  <a:srgbClr val="000000"/>
                </a:solidFill>
                <a:latin typeface="BRH Kannada" pitchFamily="2" charset="0"/>
              </a:rPr>
              <a:t>ÀÅgÀÄµÀB</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ÁxÀðPÀA</a:t>
            </a:r>
            <a:r>
              <a:rPr lang="en-US" sz="2200" b="1" dirty="0">
                <a:solidFill>
                  <a:srgbClr val="000000"/>
                </a:solidFill>
                <a:latin typeface="BRH Kannada" pitchFamily="2" charset="0"/>
              </a:rPr>
              <a:t> </a:t>
            </a:r>
            <a:r>
              <a:rPr lang="en-US" sz="2200" b="1" dirty="0" err="1">
                <a:solidFill>
                  <a:srgbClr val="000000"/>
                </a:solidFill>
                <a:latin typeface="BRH Kannada" pitchFamily="2" charset="0"/>
              </a:rPr>
              <a:t>WÁvÀAiÀÄw</a:t>
            </a:r>
            <a:r>
              <a:rPr lang="en-US" sz="2200" b="1" dirty="0">
                <a:solidFill>
                  <a:srgbClr val="000000"/>
                </a:solidFill>
                <a:latin typeface="BRH Kannada" pitchFamily="2" charset="0"/>
              </a:rPr>
              <a:t> ºÀ¤Û </a:t>
            </a:r>
            <a:r>
              <a:rPr lang="en-US" sz="2200" b="1" dirty="0" err="1">
                <a:solidFill>
                  <a:srgbClr val="000000"/>
                </a:solidFill>
                <a:latin typeface="BRH Kannada" pitchFamily="2" charset="0"/>
              </a:rPr>
              <a:t>PÀªÀiï</a:t>
            </a:r>
            <a:r>
              <a:rPr lang="en-US" sz="2200" b="1" dirty="0">
                <a:solidFill>
                  <a:srgbClr val="000000"/>
                </a:solidFill>
                <a:latin typeface="BRH Kannada" pitchFamily="2" charset="0"/>
              </a:rPr>
              <a:t> ||2.21||</a:t>
            </a:r>
            <a:endParaRPr lang="en-US" sz="2200" b="1" dirty="0">
              <a:ea typeface="Calibri"/>
              <a:cs typeface="Times New Roman"/>
            </a:endParaRPr>
          </a:p>
        </p:txBody>
      </p:sp>
      <p:sp>
        <p:nvSpPr>
          <p:cNvPr id="4" name="Rectangle 3"/>
          <p:cNvSpPr/>
          <p:nvPr/>
        </p:nvSpPr>
        <p:spPr>
          <a:xfrm>
            <a:off x="36786" y="4063604"/>
            <a:ext cx="9144000" cy="880803"/>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Whosoever knows Him to be indestructible, eternal, unborn and inexhaustible, how can</a:t>
            </a:r>
          </a:p>
          <a:p>
            <a:pPr algn="ctr" eaLnBrk="1" hangingPunct="1">
              <a:lnSpc>
                <a:spcPct val="150000"/>
              </a:lnSpc>
              <a:defRPr/>
            </a:pPr>
            <a:r>
              <a:rPr lang="en-IN" b="1" i="1" dirty="0">
                <a:latin typeface="Palatino Linotype" panose="02040502050505030304" pitchFamily="18" charset="0"/>
              </a:rPr>
              <a:t>that man slay, O </a:t>
            </a:r>
            <a:r>
              <a:rPr lang="en-IN" b="1" i="1" dirty="0" err="1">
                <a:latin typeface="Palatino Linotype" panose="02040502050505030304" pitchFamily="18" charset="0"/>
              </a:rPr>
              <a:t>Arjuna</a:t>
            </a:r>
            <a:r>
              <a:rPr lang="en-IN" b="1" i="1" dirty="0">
                <a:latin typeface="Palatino Linotype" panose="02040502050505030304" pitchFamily="18" charset="0"/>
              </a:rPr>
              <a:t>, or cause to be slain?</a:t>
            </a:r>
          </a:p>
        </p:txBody>
      </p:sp>
    </p:spTree>
    <p:extLst>
      <p:ext uri="{BB962C8B-B14F-4D97-AF65-F5344CB8AC3E}">
        <p14:creationId xmlns:p14="http://schemas.microsoft.com/office/powerpoint/2010/main" val="17608592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0"/>
            <a:ext cx="9144000" cy="4171950"/>
          </a:xfrm>
          <a:prstGeom prst="rect">
            <a:avLst/>
          </a:prstGeom>
        </p:spPr>
        <p:txBody>
          <a:bodyPr lIns="91296" tIns="45649" rIns="91296" bIns="45649">
            <a:normAutofit/>
          </a:bodyPr>
          <a:lstStyle/>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6, 	</a:t>
            </a:r>
            <a:r>
              <a:rPr lang="en-US" sz="2200" dirty="0" err="1">
                <a:solidFill>
                  <a:srgbClr val="000000"/>
                </a:solidFill>
                <a:latin typeface="Sanskrit 99"/>
                <a:ea typeface="Calibri"/>
                <a:cs typeface="Sanskrit 99"/>
              </a:rPr>
              <a:t>nEn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iDNdiNt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zôai</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nEn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dhit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pavk</a:t>
            </a:r>
            <a:r>
              <a:rPr lang="en-US" sz="2200" dirty="0">
                <a:solidFill>
                  <a:srgbClr val="000000"/>
                </a:solidFill>
                <a:latin typeface="Sanskrit 99"/>
                <a:ea typeface="Calibri"/>
                <a:cs typeface="Sanskrit 99"/>
              </a:rPr>
              <a:t>&gt;,</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Sanskrit 99"/>
                <a:ea typeface="Calibri"/>
                <a:cs typeface="Sanskrit 99"/>
              </a:rPr>
              <a:t>	n </a:t>
            </a:r>
            <a:r>
              <a:rPr lang="en-US" sz="2200" dirty="0" err="1">
                <a:solidFill>
                  <a:srgbClr val="000000"/>
                </a:solidFill>
                <a:latin typeface="Sanskrit 99"/>
                <a:ea typeface="Calibri"/>
                <a:cs typeface="Sanskrit 99"/>
              </a:rPr>
              <a:t>cEn</a:t>
            </a:r>
            <a:r>
              <a:rPr lang="en-US" sz="2200" dirty="0">
                <a:solidFill>
                  <a:srgbClr val="000000"/>
                </a:solidFill>
                <a:latin typeface="Sanskrit 99"/>
                <a:ea typeface="Calibri"/>
                <a:cs typeface="Sanskrit 99"/>
              </a:rPr>
              <a:t>&lt; ¬</a:t>
            </a:r>
            <a:r>
              <a:rPr lang="en-US" sz="2200" dirty="0" err="1">
                <a:solidFill>
                  <a:srgbClr val="000000"/>
                </a:solidFill>
                <a:latin typeface="Sanskrit 99"/>
                <a:ea typeface="Calibri"/>
                <a:cs typeface="Sanskrit 99"/>
              </a:rPr>
              <a:t>edyNTyap</a:t>
            </a:r>
            <a:r>
              <a:rPr lang="en-US" sz="2200" dirty="0">
                <a:solidFill>
                  <a:srgbClr val="000000"/>
                </a:solidFill>
                <a:latin typeface="Sanskrit 99"/>
                <a:ea typeface="Calibri"/>
                <a:cs typeface="Sanskrit 99"/>
              </a:rPr>
              <a:t>&gt; n </a:t>
            </a:r>
            <a:r>
              <a:rPr lang="en-US" sz="2200" dirty="0" err="1">
                <a:solidFill>
                  <a:srgbClr val="000000"/>
                </a:solidFill>
                <a:latin typeface="Sanskrit 99"/>
                <a:ea typeface="Calibri"/>
                <a:cs typeface="Sanskrit 99"/>
              </a:rPr>
              <a:t>zae;yit</a:t>
            </a:r>
            <a:r>
              <a:rPr lang="en-US" sz="2200" dirty="0">
                <a:solidFill>
                  <a:srgbClr val="000000"/>
                </a:solidFill>
                <a:latin typeface="Sanskrit 99"/>
                <a:ea typeface="Calibri"/>
                <a:cs typeface="Sanskrit 99"/>
              </a:rPr>
              <a:t> </a:t>
            </a:r>
            <a:r>
              <a:rPr lang="en-US" sz="2200" dirty="0" err="1">
                <a:solidFill>
                  <a:srgbClr val="000000"/>
                </a:solidFill>
                <a:latin typeface="Sanskrit 99"/>
                <a:ea typeface="Calibri"/>
                <a:cs typeface="Sanskrit 99"/>
              </a:rPr>
              <a:t>maét</a:t>
            </a:r>
            <a:r>
              <a:rPr lang="en-US" sz="2200" dirty="0">
                <a:solidFill>
                  <a:srgbClr val="000000"/>
                </a:solidFill>
                <a:latin typeface="Sanskrit 99"/>
                <a:ea typeface="Calibri"/>
                <a:cs typeface="Sanskrit 99"/>
              </a:rPr>
              <a:t>&gt;.2</a:t>
            </a:r>
            <a:r>
              <a:rPr lang="en-US" sz="2200" dirty="0">
                <a:solidFill>
                  <a:srgbClr val="000000"/>
                </a:solidFill>
                <a:latin typeface="Times New Roman"/>
                <a:ea typeface="Calibri"/>
                <a:cs typeface="Times New Roman"/>
              </a:rPr>
              <a:t>-</a:t>
            </a:r>
            <a:r>
              <a:rPr lang="en-US" sz="2200" dirty="0">
                <a:solidFill>
                  <a:srgbClr val="000000"/>
                </a:solidFill>
                <a:latin typeface="Sanskrit 99"/>
                <a:ea typeface="Calibri"/>
                <a:cs typeface="Sanskrit 99"/>
              </a:rPr>
              <a:t>23.</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6| 	</a:t>
            </a:r>
            <a:r>
              <a:rPr lang="en-US" sz="2200" dirty="0" err="1">
                <a:solidFill>
                  <a:srgbClr val="000000"/>
                </a:solidFill>
                <a:latin typeface="URW Palladio IT"/>
                <a:ea typeface="Calibri"/>
                <a:cs typeface="URW Palladio IT"/>
              </a:rPr>
              <a:t>Nainaà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chindanti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çasträëi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Nainaà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dahati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pävakaù</a:t>
            </a:r>
            <a:r>
              <a:rPr lang="en-US" sz="2200" dirty="0">
                <a:solidFill>
                  <a:srgbClr val="000000"/>
                </a:solidFill>
                <a:latin typeface="URW Palladio IT"/>
                <a:ea typeface="Calibri"/>
                <a:cs typeface="URW Palladio IT"/>
              </a:rPr>
              <a:t> |</a:t>
            </a:r>
            <a:endParaRPr lang="en-US" sz="2200" dirty="0">
              <a:ea typeface="Calibri"/>
              <a:cs typeface="Times New Roman"/>
            </a:endParaRPr>
          </a:p>
          <a:p>
            <a:pPr algn="ctr" eaLnBrk="1" fontAlgn="auto" hangingPunct="1">
              <a:lnSpc>
                <a:spcPct val="150000"/>
              </a:lnSpc>
              <a:spcBef>
                <a:spcPts val="0"/>
              </a:spcBef>
              <a:spcAft>
                <a:spcPts val="0"/>
              </a:spcAft>
              <a:defRPr/>
            </a:pP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cainaà</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kledayantyäpaù</a:t>
            </a:r>
            <a:r>
              <a:rPr lang="en-US" sz="2200" dirty="0">
                <a:solidFill>
                  <a:srgbClr val="000000"/>
                </a:solidFill>
                <a:latin typeface="URW Palladio IT"/>
                <a:ea typeface="Calibri"/>
                <a:cs typeface="URW Palladio IT"/>
              </a:rPr>
              <a:t> Na </a:t>
            </a:r>
            <a:r>
              <a:rPr lang="en-US" sz="2200" dirty="0" err="1">
                <a:solidFill>
                  <a:srgbClr val="000000"/>
                </a:solidFill>
                <a:latin typeface="URW Palladio IT"/>
                <a:ea typeface="Calibri"/>
                <a:cs typeface="URW Palladio IT"/>
              </a:rPr>
              <a:t>çoñayati</a:t>
            </a:r>
            <a:r>
              <a:rPr lang="en-US" sz="2200" dirty="0">
                <a:solidFill>
                  <a:srgbClr val="000000"/>
                </a:solidFill>
                <a:latin typeface="URW Palladio IT"/>
                <a:ea typeface="Calibri"/>
                <a:cs typeface="URW Palladio IT"/>
              </a:rPr>
              <a:t> </a:t>
            </a:r>
            <a:r>
              <a:rPr lang="en-US" sz="2200" dirty="0" err="1">
                <a:solidFill>
                  <a:srgbClr val="000000"/>
                </a:solidFill>
                <a:latin typeface="URW Palladio IT"/>
                <a:ea typeface="Calibri"/>
                <a:cs typeface="URW Palladio IT"/>
              </a:rPr>
              <a:t>märutaù</a:t>
            </a:r>
            <a:r>
              <a:rPr lang="en-US" sz="2200" dirty="0">
                <a:solidFill>
                  <a:srgbClr val="000000"/>
                </a:solidFill>
                <a:latin typeface="URW Palladio IT"/>
                <a:ea typeface="Calibri"/>
                <a:cs typeface="URW Palladio IT"/>
              </a:rPr>
              <a:t> ||2</a:t>
            </a:r>
            <a:r>
              <a:rPr lang="en-US" sz="2200" dirty="0">
                <a:solidFill>
                  <a:srgbClr val="000000"/>
                </a:solidFill>
                <a:latin typeface="Times New Roman"/>
                <a:ea typeface="Calibri"/>
                <a:cs typeface="Times New Roman"/>
              </a:rPr>
              <a:t>-</a:t>
            </a:r>
            <a:r>
              <a:rPr lang="en-US" sz="2200" dirty="0">
                <a:solidFill>
                  <a:srgbClr val="000000"/>
                </a:solidFill>
                <a:latin typeface="URW Palladio IT"/>
                <a:ea typeface="Calibri"/>
                <a:cs typeface="URW Palladio IT"/>
              </a:rPr>
              <a:t>23||</a:t>
            </a:r>
          </a:p>
          <a:p>
            <a:pPr algn="ctr">
              <a:lnSpc>
                <a:spcPct val="150000"/>
              </a:lnSpc>
              <a:defRPr/>
            </a:pPr>
            <a:r>
              <a:rPr lang="en-US" sz="2200" b="1" dirty="0">
                <a:solidFill>
                  <a:srgbClr val="000000"/>
                </a:solidFill>
                <a:latin typeface="BRH Kannada" pitchFamily="2" charset="0"/>
              </a:rPr>
              <a:t>6.	£ÉÊ£ÀA </a:t>
            </a:r>
            <a:r>
              <a:rPr lang="en-US" sz="2200" b="1" dirty="0" err="1">
                <a:solidFill>
                  <a:srgbClr val="000000"/>
                </a:solidFill>
                <a:latin typeface="BRH Kannada" pitchFamily="2" charset="0"/>
              </a:rPr>
              <a:t>cAzÀAw</a:t>
            </a:r>
            <a:r>
              <a:rPr lang="en-US" sz="2200" b="1" dirty="0">
                <a:solidFill>
                  <a:srgbClr val="000000"/>
                </a:solidFill>
                <a:latin typeface="BRH Kannada" pitchFamily="2" charset="0"/>
              </a:rPr>
              <a:t> </a:t>
            </a:r>
            <a:r>
              <a:rPr lang="kn-IN" sz="2200" b="1" dirty="0">
                <a:latin typeface="Arial" charset="0"/>
                <a:cs typeface="Arial" charset="0"/>
              </a:rPr>
              <a:t>ಶ</a:t>
            </a:r>
            <a:r>
              <a:rPr lang="en-US" sz="2200" b="1" dirty="0">
                <a:solidFill>
                  <a:srgbClr val="000000"/>
                </a:solidFill>
                <a:latin typeface="BRH Kannada" pitchFamily="2" charset="0"/>
              </a:rPr>
              <a:t>¸</a:t>
            </a:r>
            <a:r>
              <a:rPr lang="en-US" sz="2200" b="1" dirty="0" err="1">
                <a:solidFill>
                  <a:srgbClr val="000000"/>
                </a:solidFill>
                <a:latin typeface="BRH Kannada" pitchFamily="2" charset="0"/>
              </a:rPr>
              <a:t>ÁÛçtÂ</a:t>
            </a:r>
            <a:r>
              <a:rPr lang="en-US" sz="2200" b="1" dirty="0">
                <a:solidFill>
                  <a:srgbClr val="000000"/>
                </a:solidFill>
                <a:latin typeface="BRH Kannada" pitchFamily="2" charset="0"/>
              </a:rPr>
              <a:t> £ÉÊ£ÀA </a:t>
            </a:r>
            <a:r>
              <a:rPr lang="en-US" sz="2200" b="1" dirty="0" err="1">
                <a:solidFill>
                  <a:srgbClr val="000000"/>
                </a:solidFill>
                <a:latin typeface="BRH Kannada" pitchFamily="2" charset="0"/>
              </a:rPr>
              <a:t>zÀºÀw</a:t>
            </a:r>
            <a:r>
              <a:rPr lang="en-US" sz="2200" b="1" dirty="0">
                <a:solidFill>
                  <a:srgbClr val="000000"/>
                </a:solidFill>
                <a:latin typeface="BRH Kannada" pitchFamily="2" charset="0"/>
              </a:rPr>
              <a:t> ¥ÁªÀPÀB |</a:t>
            </a:r>
          </a:p>
          <a:p>
            <a:pPr algn="ctr">
              <a:lnSpc>
                <a:spcPct val="150000"/>
              </a:lnSpc>
              <a:defRPr/>
            </a:pPr>
            <a:r>
              <a:rPr lang="en-US" sz="2200" b="1" dirty="0">
                <a:solidFill>
                  <a:srgbClr val="000000"/>
                </a:solidFill>
                <a:latin typeface="BRH Kannada" pitchFamily="2" charset="0"/>
              </a:rPr>
              <a:t>	£À ZÉÊ£ÀA </a:t>
            </a:r>
            <a:r>
              <a:rPr lang="en-US" sz="2200" b="1" dirty="0" err="1">
                <a:solidFill>
                  <a:srgbClr val="000000"/>
                </a:solidFill>
                <a:latin typeface="BRH Kannada" pitchFamily="2" charset="0"/>
              </a:rPr>
              <a:t>PÉèÃzÀAiÀÄAvÁå¥ÀB</a:t>
            </a:r>
            <a:r>
              <a:rPr lang="en-US" sz="2200" b="1" dirty="0">
                <a:solidFill>
                  <a:srgbClr val="000000"/>
                </a:solidFill>
                <a:latin typeface="BRH Kannada" pitchFamily="2" charset="0"/>
              </a:rPr>
              <a:t> £À </a:t>
            </a:r>
            <a:r>
              <a:rPr lang="kn-IN" sz="2200" b="1" dirty="0">
                <a:latin typeface="Arial" charset="0"/>
                <a:cs typeface="Arial" charset="0"/>
              </a:rPr>
              <a:t>ಶೋ</a:t>
            </a:r>
            <a:r>
              <a:rPr lang="en-US" sz="2200" b="1" dirty="0">
                <a:solidFill>
                  <a:srgbClr val="000000"/>
                </a:solidFill>
                <a:latin typeface="BRH Kannada" pitchFamily="2" charset="0"/>
              </a:rPr>
              <a:t>µ</a:t>
            </a:r>
            <a:r>
              <a:rPr lang="en-US" sz="2200" b="1" dirty="0" err="1">
                <a:solidFill>
                  <a:srgbClr val="000000"/>
                </a:solidFill>
                <a:latin typeface="BRH Kannada" pitchFamily="2" charset="0"/>
              </a:rPr>
              <a:t>ÀAiÀÄw</a:t>
            </a:r>
            <a:r>
              <a:rPr lang="en-US" sz="2200" b="1" dirty="0">
                <a:solidFill>
                  <a:srgbClr val="000000"/>
                </a:solidFill>
                <a:latin typeface="BRH Kannada" pitchFamily="2" charset="0"/>
              </a:rPr>
              <a:t> ª</a:t>
            </a:r>
            <a:r>
              <a:rPr lang="en-US" sz="2200" b="1" dirty="0" err="1">
                <a:solidFill>
                  <a:srgbClr val="000000"/>
                </a:solidFill>
                <a:latin typeface="BRH Kannada" pitchFamily="2" charset="0"/>
              </a:rPr>
              <a:t>ÀiÁgÀÄvÀB</a:t>
            </a:r>
            <a:r>
              <a:rPr lang="en-US" sz="2200" b="1" dirty="0">
                <a:solidFill>
                  <a:srgbClr val="000000"/>
                </a:solidFill>
                <a:latin typeface="BRH Kannada" pitchFamily="2" charset="0"/>
              </a:rPr>
              <a:t> ||2.23||</a:t>
            </a:r>
            <a:endParaRPr lang="en-US" sz="2200" b="1" dirty="0">
              <a:ea typeface="Calibri"/>
              <a:cs typeface="Times New Roman"/>
            </a:endParaRPr>
          </a:p>
        </p:txBody>
      </p:sp>
      <p:sp>
        <p:nvSpPr>
          <p:cNvPr id="4" name="Rectangle 3"/>
          <p:cNvSpPr/>
          <p:nvPr/>
        </p:nvSpPr>
        <p:spPr>
          <a:xfrm>
            <a:off x="0" y="4301662"/>
            <a:ext cx="9144000" cy="507688"/>
          </a:xfrm>
          <a:prstGeom prst="rect">
            <a:avLst/>
          </a:prstGeom>
        </p:spPr>
        <p:txBody>
          <a:bodyPr wrap="square" lIns="91296" tIns="45649" rIns="91296" bIns="45649">
            <a:spAutoFit/>
          </a:bodyPr>
          <a:lstStyle/>
          <a:p>
            <a:pPr algn="ctr" eaLnBrk="1" hangingPunct="1">
              <a:lnSpc>
                <a:spcPct val="150000"/>
              </a:lnSpc>
              <a:defRPr/>
            </a:pPr>
            <a:r>
              <a:rPr lang="en-IN" b="1" i="1" dirty="0">
                <a:latin typeface="Palatino Linotype" panose="02040502050505030304" pitchFamily="18" charset="0"/>
              </a:rPr>
              <a:t>Weapons cut It not, fire burns It not, water wets It not, wind dries It not.</a:t>
            </a:r>
          </a:p>
        </p:txBody>
      </p:sp>
    </p:spTree>
    <p:extLst>
      <p:ext uri="{BB962C8B-B14F-4D97-AF65-F5344CB8AC3E}">
        <p14:creationId xmlns:p14="http://schemas.microsoft.com/office/powerpoint/2010/main" val="5004814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4000500"/>
          </a:xfrm>
          <a:prstGeom prst="rect">
            <a:avLst/>
          </a:prstGeom>
        </p:spPr>
        <p:txBody>
          <a:bodyPr lIns="91296" tIns="45649" rIns="91296" bIns="45649">
            <a:no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7, 	</a:t>
            </a:r>
            <a:r>
              <a:rPr lang="en-US" sz="2400" dirty="0" err="1">
                <a:solidFill>
                  <a:srgbClr val="000000"/>
                </a:solidFill>
                <a:latin typeface="Sanskrit 99"/>
                <a:ea typeface="Calibri"/>
                <a:cs typeface="Sanskrit 99"/>
              </a:rPr>
              <a:t>ACDe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ymdaýae</a:t>
            </a:r>
            <a:r>
              <a:rPr lang="en-US" sz="2400" dirty="0">
                <a:solidFill>
                  <a:srgbClr val="000000"/>
                </a:solidFill>
                <a:latin typeface="Sanskrit 99"/>
                <a:ea typeface="Calibri"/>
                <a:cs typeface="Sanskrit 99"/>
              </a:rPr>
              <a:t>=y&lt; </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ae</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zae:y</a:t>
            </a:r>
            <a:r>
              <a:rPr lang="en-US" sz="2400" dirty="0">
                <a:solidFill>
                  <a:srgbClr val="000000"/>
                </a:solidFill>
                <a:latin typeface="Sanskrit 99"/>
                <a:ea typeface="Calibri"/>
                <a:cs typeface="Sanskrit 99"/>
              </a:rPr>
              <a:t> @v c,</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inTy</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svRgt</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Swa</a:t>
            </a:r>
            <a:r>
              <a:rPr lang="en-US" sz="2400" dirty="0">
                <a:solidFill>
                  <a:srgbClr val="000000"/>
                </a:solidFill>
                <a:latin typeface="Sanskrit 99"/>
                <a:ea typeface="Calibri"/>
                <a:cs typeface="Sanskrit 99"/>
              </a:rPr>
              <a:t>[u&gt; </a:t>
            </a:r>
            <a:r>
              <a:rPr lang="en-US" sz="2400" dirty="0" err="1">
                <a:solidFill>
                  <a:srgbClr val="000000"/>
                </a:solidFill>
                <a:latin typeface="Sanskrit 99"/>
                <a:ea typeface="Calibri"/>
                <a:cs typeface="Sanskrit 99"/>
              </a:rPr>
              <a:t>Aclae</a:t>
            </a:r>
            <a:r>
              <a:rPr lang="en-US" sz="2400" dirty="0">
                <a:solidFill>
                  <a:srgbClr val="000000"/>
                </a:solidFill>
                <a:latin typeface="Sanskrit 99"/>
                <a:ea typeface="Calibri"/>
                <a:cs typeface="Sanskrit 99"/>
              </a:rPr>
              <a:t>=y&lt; </a:t>
            </a:r>
            <a:r>
              <a:rPr lang="en-US" sz="2400" dirty="0" err="1">
                <a:solidFill>
                  <a:srgbClr val="000000"/>
                </a:solidFill>
                <a:latin typeface="Sanskrit 99"/>
                <a:ea typeface="Calibri"/>
                <a:cs typeface="Sanskrit 99"/>
              </a:rPr>
              <a:t>snatn</a:t>
            </a:r>
            <a:r>
              <a:rPr lang="en-US" sz="2400" dirty="0">
                <a:solidFill>
                  <a:srgbClr val="000000"/>
                </a:solidFill>
                <a:latin typeface="Sanskrit 99"/>
                <a:ea typeface="Calibri"/>
                <a:cs typeface="Sanskrit 99"/>
              </a:rPr>
              <a:t>&gt;</a:t>
            </a:r>
            <a:r>
              <a:rPr lang="en-US" sz="2000" dirty="0">
                <a:solidFill>
                  <a:srgbClr val="000000"/>
                </a:solidFill>
                <a:latin typeface="Sanskrit 99"/>
                <a:ea typeface="Calibri"/>
                <a:cs typeface="Sanskrit 99"/>
              </a:rPr>
              <a:t>.2</a:t>
            </a:r>
            <a:r>
              <a:rPr lang="en-US" sz="2000" dirty="0">
                <a:solidFill>
                  <a:srgbClr val="000000"/>
                </a:solidFill>
                <a:latin typeface="Times New Roman"/>
                <a:ea typeface="Calibri"/>
                <a:cs typeface="Times New Roman"/>
              </a:rPr>
              <a:t>-</a:t>
            </a:r>
            <a:r>
              <a:rPr lang="en-US" sz="2000" dirty="0">
                <a:solidFill>
                  <a:srgbClr val="000000"/>
                </a:solidFill>
                <a:latin typeface="Sanskrit 99"/>
                <a:ea typeface="Calibri"/>
                <a:cs typeface="Sanskrit 99"/>
              </a:rPr>
              <a:t>24.</a:t>
            </a:r>
            <a:endParaRPr lang="en-US" sz="32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7| 	</a:t>
            </a:r>
            <a:r>
              <a:rPr lang="en-US" sz="2400" dirty="0" err="1">
                <a:solidFill>
                  <a:srgbClr val="000000"/>
                </a:solidFill>
                <a:latin typeface="URW Palladio IT"/>
                <a:ea typeface="Calibri"/>
                <a:cs typeface="URW Palladio IT"/>
              </a:rPr>
              <a:t>Acchedyo'yamadähyo'yaà</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Akledyo'çoñya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eva</a:t>
            </a:r>
            <a:r>
              <a:rPr lang="en-US" sz="2400" dirty="0">
                <a:solidFill>
                  <a:srgbClr val="000000"/>
                </a:solidFill>
                <a:latin typeface="URW Palladio IT"/>
                <a:ea typeface="Calibri"/>
                <a:cs typeface="URW Palladio IT"/>
              </a:rPr>
              <a:t> ca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Nityaù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sarvagataù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sthäëuù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Acalo'yaà</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sanätanaù</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24||</a:t>
            </a:r>
          </a:p>
          <a:p>
            <a:pPr>
              <a:defRPr/>
            </a:pPr>
            <a:r>
              <a:rPr lang="en-US" sz="2400" b="1" dirty="0">
                <a:solidFill>
                  <a:srgbClr val="000000"/>
                </a:solidFill>
                <a:latin typeface="BRH Kannada" pitchFamily="2" charset="0"/>
                <a:cs typeface="+mn-cs"/>
              </a:rPr>
              <a:t>7.	</a:t>
            </a:r>
            <a:r>
              <a:rPr lang="en-US" sz="2400" b="1" dirty="0" err="1">
                <a:solidFill>
                  <a:srgbClr val="000000"/>
                </a:solidFill>
                <a:latin typeface="BRH Kannada" pitchFamily="2" charset="0"/>
                <a:cs typeface="+mn-cs"/>
              </a:rPr>
              <a:t>CZÉÒÃzÉÆåÃ</a:t>
            </a:r>
            <a:r>
              <a:rPr lang="en-US" sz="2800" b="1" dirty="0" err="1">
                <a:solidFill>
                  <a:srgbClr val="000000"/>
                </a:solidFill>
                <a:latin typeface="BRH Kannada" pitchFamily="2" charset="0"/>
                <a:cs typeface="+mn-cs"/>
              </a:rPr>
              <a:t>„</a:t>
            </a:r>
            <a:r>
              <a:rPr lang="en-US" sz="2400" b="1" dirty="0" err="1">
                <a:solidFill>
                  <a:srgbClr val="000000"/>
                </a:solidFill>
                <a:latin typeface="BRH Kannada" pitchFamily="2" charset="0"/>
                <a:cs typeface="+mn-cs"/>
              </a:rPr>
              <a:t>AiÀÄªÀÄzÁºÉÆåÃAiÀÄªÀiï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CPÉèÃzÉÆåÃ</a:t>
            </a:r>
            <a:r>
              <a:rPr lang="en-US" sz="2800" b="1" dirty="0">
                <a:solidFill>
                  <a:srgbClr val="000000"/>
                </a:solidFill>
                <a:latin typeface="BRH Kannada" pitchFamily="2" charset="0"/>
                <a:cs typeface="+mn-cs"/>
              </a:rPr>
              <a:t>„</a:t>
            </a:r>
            <a:r>
              <a:rPr lang="kn-IN" sz="2000" b="1" dirty="0">
                <a:latin typeface="Arial" charset="0"/>
                <a:cs typeface="Arial" charset="0"/>
              </a:rPr>
              <a:t>ಶೋ</a:t>
            </a:r>
            <a:r>
              <a:rPr lang="en-US" sz="2400" b="1" dirty="0">
                <a:solidFill>
                  <a:srgbClr val="000000"/>
                </a:solidFill>
                <a:latin typeface="BRH Kannada" pitchFamily="2" charset="0"/>
                <a:cs typeface="+mn-cs"/>
              </a:rPr>
              <a:t>µ</a:t>
            </a:r>
            <a:r>
              <a:rPr lang="en-US" sz="2400" b="1" dirty="0" err="1">
                <a:solidFill>
                  <a:srgbClr val="000000"/>
                </a:solidFill>
                <a:latin typeface="BRH Kannada" pitchFamily="2" charset="0"/>
                <a:cs typeface="+mn-cs"/>
              </a:rPr>
              <a:t>Àå</a:t>
            </a:r>
            <a:r>
              <a:rPr lang="en-US" sz="2400" b="1" dirty="0">
                <a:solidFill>
                  <a:srgbClr val="000000"/>
                </a:solidFill>
                <a:latin typeface="BRH Kannada" pitchFamily="2" charset="0"/>
                <a:cs typeface="+mn-cs"/>
              </a:rPr>
              <a:t> KªÀ ZÀ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vÀåB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ÀªÀðUÀvÀB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ÁÜtÄB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CZÀ¯ÉÆÃ</a:t>
            </a:r>
            <a:r>
              <a:rPr lang="en-US" sz="2800" b="1" dirty="0" err="1">
                <a:solidFill>
                  <a:srgbClr val="000000"/>
                </a:solidFill>
                <a:latin typeface="BRH Kannada" pitchFamily="2" charset="0"/>
                <a:cs typeface="+mn-cs"/>
              </a:rPr>
              <a:t>„</a:t>
            </a:r>
            <a:r>
              <a:rPr lang="en-US" sz="2400" b="1" dirty="0" err="1">
                <a:solidFill>
                  <a:srgbClr val="000000"/>
                </a:solidFill>
                <a:latin typeface="BRH Kannada" pitchFamily="2" charset="0"/>
                <a:cs typeface="+mn-cs"/>
              </a:rPr>
              <a:t>AiÀÄA</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À£ÁvÀ£ÀB</a:t>
            </a:r>
            <a:r>
              <a:rPr lang="en-US" sz="2400" b="1" dirty="0">
                <a:solidFill>
                  <a:srgbClr val="000000"/>
                </a:solidFill>
                <a:latin typeface="BRH Kannada" pitchFamily="2" charset="0"/>
                <a:cs typeface="+mn-cs"/>
              </a:rPr>
              <a:t> </a:t>
            </a:r>
            <a:r>
              <a:rPr lang="en-US" sz="1600" b="1" dirty="0">
                <a:solidFill>
                  <a:srgbClr val="000000"/>
                </a:solidFill>
                <a:latin typeface="BRH Kannada" pitchFamily="2" charset="0"/>
                <a:cs typeface="+mn-cs"/>
              </a:rPr>
              <a:t>||2.24||</a:t>
            </a:r>
            <a:endParaRPr lang="en-US" sz="2400" b="1" dirty="0">
              <a:latin typeface="+mn-lt"/>
              <a:ea typeface="Calibri"/>
              <a:cs typeface="Times New Roman"/>
            </a:endParaRPr>
          </a:p>
        </p:txBody>
      </p:sp>
      <p:sp>
        <p:nvSpPr>
          <p:cNvPr id="4" name="Rectangle 3"/>
          <p:cNvSpPr/>
          <p:nvPr/>
        </p:nvSpPr>
        <p:spPr>
          <a:xfrm>
            <a:off x="609600" y="3943350"/>
            <a:ext cx="8077200" cy="830853"/>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This Self cannot be cut, burnt, wet nor dried up. It is eternal, all-pervading, </a:t>
            </a:r>
            <a:r>
              <a:rPr lang="en-IN" sz="2400" b="1" i="1" dirty="0" err="1">
                <a:latin typeface="Palatino Linotype" panose="02040502050505030304" pitchFamily="18" charset="0"/>
              </a:rPr>
              <a:t>stable,ancient</a:t>
            </a:r>
            <a:r>
              <a:rPr lang="en-IN" sz="2400" b="1" i="1" dirty="0">
                <a:latin typeface="Palatino Linotype" panose="02040502050505030304" pitchFamily="18" charset="0"/>
              </a:rPr>
              <a:t> and immovable.</a:t>
            </a:r>
          </a:p>
        </p:txBody>
      </p:sp>
    </p:spTree>
    <p:extLst>
      <p:ext uri="{BB962C8B-B14F-4D97-AF65-F5344CB8AC3E}">
        <p14:creationId xmlns:p14="http://schemas.microsoft.com/office/powerpoint/2010/main" val="576515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3600450"/>
          </a:xfrm>
          <a:prstGeom prst="rect">
            <a:avLst/>
          </a:prstGeom>
        </p:spPr>
        <p:txBody>
          <a:bodyPr lIns="91296" tIns="45649" rIns="91296" bIns="45649">
            <a:no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8, 	</a:t>
            </a:r>
            <a:r>
              <a:rPr lang="en-US" sz="2400" dirty="0" err="1">
                <a:solidFill>
                  <a:srgbClr val="000000"/>
                </a:solidFill>
                <a:latin typeface="Sanskrit 99"/>
                <a:ea typeface="Calibri"/>
                <a:cs typeface="Sanskrit 99"/>
              </a:rPr>
              <a:t>ÇEgu</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yiv;ya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veda</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inôEgu</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yae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ÉvajuRn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inÖRNÖae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inTysÅvSw</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inyaeRg</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em</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AaTmvan</a:t>
            </a:r>
            <a:r>
              <a:rPr lang="en-US" sz="2400" dirty="0">
                <a:solidFill>
                  <a:srgbClr val="000000"/>
                </a:solidFill>
                <a:latin typeface="Sanskrit 99"/>
                <a:ea typeface="Calibri"/>
                <a:cs typeface="Sanskrit 99"/>
              </a:rPr>
              <a:t>!.2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45.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8| 	</a:t>
            </a:r>
            <a:r>
              <a:rPr lang="en-US" sz="2400" dirty="0" err="1">
                <a:solidFill>
                  <a:srgbClr val="000000"/>
                </a:solidFill>
                <a:latin typeface="URW Palladio IT"/>
                <a:ea typeface="Calibri"/>
                <a:cs typeface="URW Palladio IT"/>
              </a:rPr>
              <a:t>Traiguëyaviñayä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vedäù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Nistraiguëyo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bhavärjuna</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Nirdvandvo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nityasattvasthaù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Niryogakñema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ätmavän</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45||</a:t>
            </a:r>
          </a:p>
          <a:p>
            <a:pPr>
              <a:defRPr/>
            </a:pPr>
            <a:r>
              <a:rPr lang="en-US" sz="2400" b="1" dirty="0">
                <a:solidFill>
                  <a:srgbClr val="000000"/>
                </a:solidFill>
                <a:latin typeface="BRH Kannada" pitchFamily="2" charset="0"/>
                <a:cs typeface="+mn-cs"/>
              </a:rPr>
              <a:t>8.	</a:t>
            </a:r>
            <a:r>
              <a:rPr lang="en-US" sz="2400" b="1" dirty="0" err="1">
                <a:solidFill>
                  <a:srgbClr val="000000"/>
                </a:solidFill>
                <a:latin typeface="BRH Kannada" pitchFamily="2" charset="0"/>
                <a:cs typeface="+mn-cs"/>
              </a:rPr>
              <a:t>vÉæöÊUÀÄtå</a:t>
            </a:r>
            <a:r>
              <a:rPr lang="en-US" sz="2400" b="1" dirty="0">
                <a:solidFill>
                  <a:srgbClr val="000000"/>
                </a:solidFill>
                <a:latin typeface="BRH Kannada" pitchFamily="2" charset="0"/>
                <a:cs typeface="+mn-cs"/>
              </a:rPr>
              <a:t>«µ</a:t>
            </a:r>
            <a:r>
              <a:rPr lang="en-US" sz="2400" b="1" dirty="0" err="1">
                <a:solidFill>
                  <a:srgbClr val="000000"/>
                </a:solidFill>
                <a:latin typeface="BRH Kannada" pitchFamily="2" charset="0"/>
                <a:cs typeface="+mn-cs"/>
              </a:rPr>
              <a:t>ÀAiÀiÁ</a:t>
            </a:r>
            <a:r>
              <a:rPr lang="en-US" sz="2400" b="1" dirty="0">
                <a:solidFill>
                  <a:srgbClr val="000000"/>
                </a:solidFill>
                <a:latin typeface="BRH Kannada" pitchFamily="2" charset="0"/>
                <a:cs typeface="+mn-cs"/>
              </a:rPr>
              <a:t> ª</a:t>
            </a:r>
            <a:r>
              <a:rPr lang="en-US" sz="2400" b="1" dirty="0" err="1">
                <a:solidFill>
                  <a:srgbClr val="000000"/>
                </a:solidFill>
                <a:latin typeface="BRH Kannada" pitchFamily="2" charset="0"/>
                <a:cs typeface="+mn-cs"/>
              </a:rPr>
              <a:t>ÉÃzÁB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ÉÛçöÊUÀÄuÉÆåÃ</a:t>
            </a:r>
            <a:r>
              <a:rPr lang="en-US" sz="2400" b="1" dirty="0">
                <a:solidFill>
                  <a:srgbClr val="000000"/>
                </a:solidFill>
                <a:latin typeface="BRH Kannada" pitchFamily="2" charset="0"/>
                <a:cs typeface="+mn-cs"/>
              </a:rPr>
              <a:t> </a:t>
            </a:r>
            <a:r>
              <a:rPr lang="kn-IN" sz="2400" b="1" dirty="0">
                <a:solidFill>
                  <a:srgbClr val="000000"/>
                </a:solidFill>
                <a:latin typeface="BRH Kannada" pitchFamily="2" charset="0"/>
                <a:cs typeface="Arial" charset="0"/>
              </a:rPr>
              <a:t>ಭ</a:t>
            </a:r>
            <a:r>
              <a:rPr lang="en-US" sz="2400" b="1" dirty="0">
                <a:solidFill>
                  <a:srgbClr val="000000"/>
                </a:solidFill>
                <a:latin typeface="BRH Kannada" pitchFamily="2" charset="0"/>
                <a:cs typeface="+mn-cs"/>
              </a:rPr>
              <a:t>ª</a:t>
            </a:r>
            <a:r>
              <a:rPr lang="en-US" sz="2400" b="1" dirty="0" err="1">
                <a:solidFill>
                  <a:srgbClr val="000000"/>
                </a:solidFill>
                <a:latin typeface="BRH Kannada" pitchFamily="2" charset="0"/>
                <a:cs typeface="+mn-cs"/>
              </a:rPr>
              <a:t>ÁdÄð£À</a:t>
            </a:r>
            <a:r>
              <a:rPr lang="en-US" sz="2400" b="1" dirty="0">
                <a:solidFill>
                  <a:srgbClr val="000000"/>
                </a:solidFill>
                <a:latin typeface="BRH Kannada" pitchFamily="2" charset="0"/>
                <a:cs typeface="+mn-cs"/>
              </a:rPr>
              <a:t>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zÀéðAzÉÆéÃ</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vÀå¸ÀvÀÛé¸ÀÜB</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AiÉÆÃðUÀPÉëÃªÀÄ</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DvÀäªÁ£ï</a:t>
            </a:r>
            <a:r>
              <a:rPr lang="en-US" sz="2400" b="1" dirty="0">
                <a:solidFill>
                  <a:srgbClr val="000000"/>
                </a:solidFill>
                <a:latin typeface="BRH Kannada" pitchFamily="2" charset="0"/>
                <a:cs typeface="+mn-cs"/>
              </a:rPr>
              <a:t> ||2.45||</a:t>
            </a:r>
            <a:endParaRPr lang="en-US" sz="2400" b="1" dirty="0">
              <a:latin typeface="+mn-lt"/>
              <a:ea typeface="Calibri"/>
              <a:cs typeface="Times New Roman"/>
            </a:endParaRPr>
          </a:p>
        </p:txBody>
      </p:sp>
      <p:sp>
        <p:nvSpPr>
          <p:cNvPr id="4" name="Rectangle 3"/>
          <p:cNvSpPr/>
          <p:nvPr/>
        </p:nvSpPr>
        <p:spPr>
          <a:xfrm>
            <a:off x="228600" y="3429000"/>
            <a:ext cx="8610600" cy="1323296"/>
          </a:xfrm>
          <a:prstGeom prst="rect">
            <a:avLst/>
          </a:prstGeom>
        </p:spPr>
        <p:txBody>
          <a:bodyPr lIns="91296" tIns="45649" rIns="91296" bIns="45649">
            <a:spAutoFit/>
          </a:bodyPr>
          <a:lstStyle/>
          <a:p>
            <a:pPr algn="ctr" eaLnBrk="1" hangingPunct="1">
              <a:defRPr/>
            </a:pPr>
            <a:r>
              <a:rPr lang="en-IN" sz="2000" b="1" i="1" dirty="0">
                <a:latin typeface="Palatino Linotype" panose="02040502050505030304" pitchFamily="18" charset="0"/>
              </a:rPr>
              <a:t>The Vedas deal with the three attributes (of Nature); be thou above these three attributes, O </a:t>
            </a:r>
            <a:r>
              <a:rPr lang="en-IN" sz="2000" b="1" i="1" dirty="0" err="1">
                <a:latin typeface="Palatino Linotype" panose="02040502050505030304" pitchFamily="18" charset="0"/>
              </a:rPr>
              <a:t>Arjuna</a:t>
            </a:r>
            <a:r>
              <a:rPr lang="en-IN" sz="2000" b="1" i="1" dirty="0">
                <a:latin typeface="Palatino Linotype" panose="02040502050505030304" pitchFamily="18" charset="0"/>
              </a:rPr>
              <a:t>! Free yourself from the pairs of opposites and ever remain in the quality of </a:t>
            </a:r>
            <a:r>
              <a:rPr lang="en-IN" sz="2000" b="1" i="1" dirty="0" err="1">
                <a:latin typeface="Palatino Linotype" panose="02040502050505030304" pitchFamily="18" charset="0"/>
              </a:rPr>
              <a:t>Sattva</a:t>
            </a:r>
            <a:r>
              <a:rPr lang="en-IN" sz="2000" b="1" i="1" dirty="0">
                <a:latin typeface="Palatino Linotype" panose="02040502050505030304" pitchFamily="18" charset="0"/>
              </a:rPr>
              <a:t> (goodness), freed from the thought of acquisition and preservation, and be established in the Self</a:t>
            </a:r>
          </a:p>
        </p:txBody>
      </p:sp>
    </p:spTree>
    <p:extLst>
      <p:ext uri="{BB962C8B-B14F-4D97-AF65-F5344CB8AC3E}">
        <p14:creationId xmlns:p14="http://schemas.microsoft.com/office/powerpoint/2010/main" val="19303350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57150"/>
            <a:ext cx="9144000" cy="4114800"/>
          </a:xfrm>
          <a:prstGeom prst="rect">
            <a:avLst/>
          </a:prstGeom>
        </p:spPr>
        <p:txBody>
          <a:bodyPr lIns="91296" tIns="45649" rIns="91296" bIns="45649">
            <a:norm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9, 	</a:t>
            </a:r>
            <a:r>
              <a:rPr lang="en-US" sz="2400" dirty="0" err="1">
                <a:solidFill>
                  <a:srgbClr val="000000"/>
                </a:solidFill>
                <a:latin typeface="Sanskrit 99"/>
                <a:ea typeface="Calibri"/>
                <a:cs typeface="Sanskrit 99"/>
              </a:rPr>
              <a:t>àjhait</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yda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kaman</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svaRNpawR</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mnaegtan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AaTmNyevaTmna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tuò</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iSwtà</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StdaeCyte</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55.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9| 	</a:t>
            </a:r>
            <a:r>
              <a:rPr lang="en-US" sz="2400" dirty="0" err="1">
                <a:solidFill>
                  <a:srgbClr val="000000"/>
                </a:solidFill>
                <a:latin typeface="URW Palladio IT"/>
                <a:ea typeface="Calibri"/>
                <a:cs typeface="URW Palladio IT"/>
              </a:rPr>
              <a:t>Prajahäti</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yadä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kämän</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Sarvänpärtha</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manogatän</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Ätmanyevätmanä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tuñöaù</a:t>
            </a:r>
            <a:endParaRPr lang="en-US" sz="2400" dirty="0">
              <a:solidFill>
                <a:srgbClr val="000000"/>
              </a:solidFill>
              <a:latin typeface="URW Palladio IT"/>
              <a:ea typeface="Calibri"/>
              <a:cs typeface="URW Palladio IT"/>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Sthitaprajïastadocyate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55||</a:t>
            </a:r>
          </a:p>
          <a:p>
            <a:pPr>
              <a:defRPr/>
            </a:pPr>
            <a:r>
              <a:rPr lang="en-US" sz="2400" b="1" dirty="0">
                <a:solidFill>
                  <a:srgbClr val="000000"/>
                </a:solidFill>
                <a:latin typeface="BRH Kannada" pitchFamily="2" charset="0"/>
                <a:cs typeface="+mn-cs"/>
              </a:rPr>
              <a:t>9.	¥</a:t>
            </a:r>
            <a:r>
              <a:rPr lang="en-US" sz="2400" b="1" dirty="0" err="1">
                <a:solidFill>
                  <a:srgbClr val="000000"/>
                </a:solidFill>
                <a:latin typeface="BRH Kannada" pitchFamily="2" charset="0"/>
                <a:cs typeface="+mn-cs"/>
              </a:rPr>
              <a:t>ÀædºÁw</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AiÀÄzÁ</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PÁªÀiÁ£ï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ÀªÁð£ï</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ÁxÀð</a:t>
            </a:r>
            <a:r>
              <a:rPr lang="en-US" sz="2400" b="1" dirty="0">
                <a:solidFill>
                  <a:srgbClr val="000000"/>
                </a:solidFill>
                <a:latin typeface="BRH Kannada" pitchFamily="2" charset="0"/>
                <a:cs typeface="+mn-cs"/>
              </a:rPr>
              <a:t> ª</a:t>
            </a:r>
            <a:r>
              <a:rPr lang="en-US" sz="2400" b="1" dirty="0" err="1">
                <a:solidFill>
                  <a:srgbClr val="000000"/>
                </a:solidFill>
                <a:latin typeface="BRH Kannada" pitchFamily="2" charset="0"/>
                <a:cs typeface="+mn-cs"/>
              </a:rPr>
              <a:t>ÀÄ£ÉÆÃUÀvÁ£ï</a:t>
            </a:r>
            <a:endParaRPr lang="en-US" sz="2400" b="1" dirty="0">
              <a:solidFill>
                <a:srgbClr val="000000"/>
              </a:solidFill>
              <a:latin typeface="BRH Kannada" pitchFamily="2" charset="0"/>
              <a:cs typeface="+mn-cs"/>
            </a:endParaRP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DvÀä£ÉåÃªÁvÀä£Á</a:t>
            </a: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vÀÄµÀÖB</a:t>
            </a:r>
            <a:r>
              <a:rPr lang="en-US" sz="2400" b="1" dirty="0">
                <a:solidFill>
                  <a:srgbClr val="000000"/>
                </a:solidFill>
                <a:latin typeface="BRH Kannada" pitchFamily="2" charset="0"/>
                <a:cs typeface="+mn-cs"/>
              </a:rPr>
              <a:t> ¹ÜvÀ¥ÀædÕ¸ÀÛzÉÆÃZÀåvÉÃ ||2.55||</a:t>
            </a:r>
            <a:endParaRPr lang="en-US" sz="2400" b="1" dirty="0">
              <a:latin typeface="+mn-lt"/>
              <a:ea typeface="Calibri"/>
              <a:cs typeface="Times New Roman"/>
            </a:endParaRPr>
          </a:p>
        </p:txBody>
      </p:sp>
      <p:sp>
        <p:nvSpPr>
          <p:cNvPr id="4" name="Rectangle 3"/>
          <p:cNvSpPr/>
          <p:nvPr/>
        </p:nvSpPr>
        <p:spPr>
          <a:xfrm>
            <a:off x="228600" y="36385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When a man completely casts off, O </a:t>
            </a:r>
            <a:r>
              <a:rPr lang="en-IN" sz="2800" b="1" i="1" dirty="0" err="1">
                <a:latin typeface="Palatino Linotype" panose="02040502050505030304" pitchFamily="18" charset="0"/>
              </a:rPr>
              <a:t>Arjuna</a:t>
            </a:r>
            <a:r>
              <a:rPr lang="en-IN" sz="2800" b="1" i="1" dirty="0">
                <a:latin typeface="Palatino Linotype" panose="02040502050505030304" pitchFamily="18" charset="0"/>
              </a:rPr>
              <a:t>, all the desires of the mind and is satisfied in the Self by the Self, then is he said to be one of steady wisdom!</a:t>
            </a:r>
          </a:p>
        </p:txBody>
      </p:sp>
    </p:spTree>
    <p:extLst>
      <p:ext uri="{BB962C8B-B14F-4D97-AF65-F5344CB8AC3E}">
        <p14:creationId xmlns:p14="http://schemas.microsoft.com/office/powerpoint/2010/main" val="13355544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886200"/>
          </a:xfrm>
          <a:prstGeom prst="rect">
            <a:avLst/>
          </a:prstGeom>
        </p:spPr>
        <p:txBody>
          <a:bodyPr lIns="91296" tIns="45649" rIns="91296" bIns="45649">
            <a:norm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10, 	</a:t>
            </a:r>
            <a:r>
              <a:rPr lang="en-US" sz="2400" dirty="0" err="1">
                <a:solidFill>
                  <a:srgbClr val="000000"/>
                </a:solidFill>
                <a:latin typeface="Sanskrit 99"/>
                <a:ea typeface="Calibri"/>
                <a:cs typeface="Sanskrit 99"/>
              </a:rPr>
              <a:t>Xyaytae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iv;yaNpu</a:t>
            </a:r>
            <a:r>
              <a:rPr lang="en-US" sz="2400" dirty="0">
                <a:solidFill>
                  <a:srgbClr val="000000"/>
                </a:solidFill>
                <a:latin typeface="Sanskrit 99"/>
                <a:ea typeface="Calibri"/>
                <a:cs typeface="Sanskrit 99"/>
              </a:rPr>
              <a:t>&lt;s&gt; s¼Ste;Upjayte,</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s¼aTsÃayte </a:t>
            </a:r>
            <a:r>
              <a:rPr lang="en-US" sz="2400" dirty="0" err="1">
                <a:solidFill>
                  <a:srgbClr val="000000"/>
                </a:solidFill>
                <a:latin typeface="Sanskrit 99"/>
                <a:ea typeface="Calibri"/>
                <a:cs typeface="Sanskrit 99"/>
              </a:rPr>
              <a:t>kam</a:t>
            </a:r>
            <a:r>
              <a:rPr lang="en-US" sz="2400" dirty="0">
                <a:solidFill>
                  <a:srgbClr val="000000"/>
                </a:solidFill>
                <a:latin typeface="Sanskrit 99"/>
                <a:ea typeface="Calibri"/>
                <a:cs typeface="Sanskrit 99"/>
              </a:rPr>
              <a:t>&gt; kamaT³aexae=iÉjayte.2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62.</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10| 	</a:t>
            </a:r>
            <a:r>
              <a:rPr lang="en-US" sz="2400" dirty="0" err="1">
                <a:solidFill>
                  <a:srgbClr val="000000"/>
                </a:solidFill>
                <a:latin typeface="URW Palladio IT"/>
                <a:ea typeface="Calibri"/>
                <a:cs typeface="URW Palladio IT"/>
              </a:rPr>
              <a:t>Dhyäyato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viñayänpuàsaù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Saìgasteñüpajäyate</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Saìgätsaïjäyate</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Kämätkrodho'bhijäyate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62||</a:t>
            </a:r>
          </a:p>
          <a:p>
            <a:pPr>
              <a:spcBef>
                <a:spcPts val="0"/>
              </a:spcBef>
              <a:spcAft>
                <a:spcPts val="0"/>
              </a:spcAft>
              <a:defRPr/>
            </a:pPr>
            <a:r>
              <a:rPr lang="en-US" sz="2400" b="1" dirty="0">
                <a:solidFill>
                  <a:srgbClr val="000000"/>
                </a:solidFill>
                <a:latin typeface="BRH Kannada"/>
                <a:ea typeface="Times New Roman"/>
                <a:cs typeface="BRH Kannada"/>
              </a:rPr>
              <a:t>10.	</a:t>
            </a:r>
            <a:r>
              <a:rPr lang="en-US" sz="2400" b="1" dirty="0" err="1">
                <a:solidFill>
                  <a:srgbClr val="000000"/>
                </a:solidFill>
                <a:latin typeface="BRH Kannada"/>
                <a:ea typeface="Times New Roman"/>
                <a:cs typeface="BRH Kannada"/>
              </a:rPr>
              <a:t>zsÁåAiÀÄvÉÆÃ</a:t>
            </a:r>
            <a:r>
              <a:rPr lang="en-US" sz="2400" b="1" dirty="0">
                <a:solidFill>
                  <a:srgbClr val="000000"/>
                </a:solidFill>
                <a:latin typeface="BRH Kannada"/>
                <a:ea typeface="Times New Roman"/>
                <a:cs typeface="BRH Kannada"/>
              </a:rPr>
              <a:t> «µ</a:t>
            </a:r>
            <a:r>
              <a:rPr lang="en-US" sz="2400" b="1" dirty="0" err="1">
                <a:solidFill>
                  <a:srgbClr val="000000"/>
                </a:solidFill>
                <a:latin typeface="BRH Kannada"/>
                <a:ea typeface="Times New Roman"/>
                <a:cs typeface="BRH Kannada"/>
              </a:rPr>
              <a:t>ÀAiÀiÁ£ï</a:t>
            </a:r>
            <a:r>
              <a:rPr lang="en-US" sz="2400" b="1" dirty="0">
                <a:solidFill>
                  <a:srgbClr val="000000"/>
                </a:solidFill>
                <a:latin typeface="BRH Kannada"/>
                <a:ea typeface="Times New Roman"/>
                <a:cs typeface="BRH Kannada"/>
              </a:rPr>
              <a:t> ¥ÀÅA¸ÀB 				¸</a:t>
            </a:r>
            <a:r>
              <a:rPr lang="en-US" sz="2400" b="1" dirty="0" err="1">
                <a:solidFill>
                  <a:srgbClr val="000000"/>
                </a:solidFill>
                <a:latin typeface="BRH Kannada"/>
                <a:ea typeface="Times New Roman"/>
                <a:cs typeface="BRH Kannada"/>
              </a:rPr>
              <a:t>ÀAUÀ¸ÉÛÃµÀÆ¥ÀeÁAiÀÄvÉÃ</a:t>
            </a:r>
            <a:r>
              <a:rPr lang="en-US" sz="2400" b="1" dirty="0">
                <a:solidFill>
                  <a:srgbClr val="000000"/>
                </a:solidFill>
                <a:latin typeface="BRH Kannada"/>
                <a:ea typeface="Times New Roman"/>
                <a:cs typeface="BRH Kannada"/>
              </a:rPr>
              <a:t> |</a:t>
            </a:r>
            <a:endParaRPr lang="en-US" sz="2400" b="1" dirty="0">
              <a:solidFill>
                <a:srgbClr val="000000"/>
              </a:solidFill>
              <a:latin typeface="Calibri"/>
              <a:ea typeface="Times New Roman"/>
              <a:cs typeface="Times New Roman"/>
            </a:endParaRPr>
          </a:p>
          <a:p>
            <a:pPr>
              <a:spcBef>
                <a:spcPts val="0"/>
              </a:spcBef>
              <a:spcAft>
                <a:spcPts val="0"/>
              </a:spcAft>
              <a:defRPr/>
            </a:pP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ÀAUÁvï</a:t>
            </a: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ÀAeÁAiÀÄvÉÃ</a:t>
            </a:r>
            <a:r>
              <a:rPr lang="en-US" sz="2400" b="1" dirty="0">
                <a:solidFill>
                  <a:srgbClr val="000000"/>
                </a:solidFill>
                <a:latin typeface="BRH Kannada"/>
                <a:ea typeface="Times New Roman"/>
                <a:cs typeface="BRH Kannada"/>
              </a:rPr>
              <a:t> PÁªÀÄB </a:t>
            </a:r>
          </a:p>
          <a:p>
            <a:pPr>
              <a:spcBef>
                <a:spcPts val="0"/>
              </a:spcBef>
              <a:spcAft>
                <a:spcPts val="0"/>
              </a:spcAft>
              <a:defRPr/>
            </a:pP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PÁªÀiÁvï</a:t>
            </a:r>
            <a:r>
              <a:rPr lang="en-US" sz="2400" b="1" dirty="0">
                <a:solidFill>
                  <a:srgbClr val="000000"/>
                </a:solidFill>
                <a:latin typeface="BRH Kannada"/>
                <a:ea typeface="Times New Roman"/>
                <a:cs typeface="BRH Kannada"/>
              </a:rPr>
              <a:t> </a:t>
            </a:r>
            <a:r>
              <a:rPr lang="en-US" sz="2400" b="1" dirty="0" err="1">
                <a:solidFill>
                  <a:srgbClr val="000000"/>
                </a:solidFill>
                <a:latin typeface="BRH Kannada"/>
                <a:ea typeface="Times New Roman"/>
                <a:cs typeface="BRH Kannada"/>
              </a:rPr>
              <a:t>PÉÆæÃzsÉÆÃ</a:t>
            </a:r>
            <a:r>
              <a:rPr lang="en-US" sz="2400" b="1" dirty="0">
                <a:solidFill>
                  <a:srgbClr val="000000"/>
                </a:solidFill>
                <a:latin typeface="BRH Kannada" pitchFamily="2" charset="0"/>
                <a:cs typeface="+mn-cs"/>
              </a:rPr>
              <a:t>„</a:t>
            </a:r>
            <a:r>
              <a:rPr lang="en-US" sz="2400" b="1" dirty="0">
                <a:solidFill>
                  <a:srgbClr val="000000"/>
                </a:solidFill>
                <a:latin typeface="BRH Kannada"/>
                <a:ea typeface="Times New Roman"/>
                <a:cs typeface="BRH Kannada"/>
              </a:rPr>
              <a:t>©</a:t>
            </a:r>
            <a:r>
              <a:rPr lang="en-US" sz="2400" b="1" dirty="0" err="1">
                <a:solidFill>
                  <a:srgbClr val="000000"/>
                </a:solidFill>
                <a:latin typeface="BRH Kannada"/>
                <a:ea typeface="Times New Roman"/>
                <a:cs typeface="BRH Kannada"/>
              </a:rPr>
              <a:t>üeÁAiÀÄvÉÃ</a:t>
            </a:r>
            <a:r>
              <a:rPr lang="en-US" sz="2400" b="1" dirty="0">
                <a:solidFill>
                  <a:srgbClr val="000000"/>
                </a:solidFill>
                <a:latin typeface="BRH Kannada"/>
                <a:ea typeface="Times New Roman"/>
                <a:cs typeface="BRH Kannada"/>
              </a:rPr>
              <a:t> ||</a:t>
            </a:r>
            <a:endParaRPr lang="en-US" sz="2400" b="1" dirty="0">
              <a:latin typeface="+mn-lt"/>
              <a:ea typeface="Calibri"/>
              <a:cs typeface="Times New Roman"/>
            </a:endParaRPr>
          </a:p>
        </p:txBody>
      </p:sp>
      <p:sp>
        <p:nvSpPr>
          <p:cNvPr id="4" name="Rectangle 3"/>
          <p:cNvSpPr/>
          <p:nvPr/>
        </p:nvSpPr>
        <p:spPr>
          <a:xfrm>
            <a:off x="228600" y="36385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When a man thinks of the objects, attachment to them arises; from attachment desire is</a:t>
            </a:r>
          </a:p>
          <a:p>
            <a:pPr algn="ctr" eaLnBrk="1" hangingPunct="1">
              <a:defRPr/>
            </a:pPr>
            <a:r>
              <a:rPr lang="en-IN" sz="2800" b="1" i="1" dirty="0">
                <a:latin typeface="Palatino Linotype" panose="02040502050505030304" pitchFamily="18" charset="0"/>
              </a:rPr>
              <a:t>born; from desire anger arises.</a:t>
            </a:r>
          </a:p>
        </p:txBody>
      </p:sp>
    </p:spTree>
    <p:extLst>
      <p:ext uri="{BB962C8B-B14F-4D97-AF65-F5344CB8AC3E}">
        <p14:creationId xmlns:p14="http://schemas.microsoft.com/office/powerpoint/2010/main" val="38168604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0" y="114300"/>
            <a:ext cx="9144000" cy="3829050"/>
          </a:xfrm>
          <a:prstGeom prst="rect">
            <a:avLst/>
          </a:prstGeom>
        </p:spPr>
        <p:txBody>
          <a:bodyPr lIns="91296" tIns="45649" rIns="91296" bIns="45649">
            <a:noAutofit/>
          </a:bodyPr>
          <a:lstStyle/>
          <a:p>
            <a:pPr marL="456475" lvl="1" indent="0"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³aexaÑvit </a:t>
            </a:r>
            <a:r>
              <a:rPr lang="en-US" sz="2400" dirty="0" err="1">
                <a:solidFill>
                  <a:srgbClr val="000000"/>
                </a:solidFill>
                <a:latin typeface="Sanskrit 99"/>
                <a:ea typeface="Calibri"/>
                <a:cs typeface="Sanskrit 99"/>
              </a:rPr>
              <a:t>sMmaeh</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sMmaehaTSm&amp;itivæm</a:t>
            </a:r>
            <a:r>
              <a:rPr lang="en-US" sz="2400" dirty="0">
                <a:solidFill>
                  <a:srgbClr val="000000"/>
                </a:solidFill>
                <a:latin typeface="Sanskrit 99"/>
                <a:ea typeface="Calibri"/>
                <a:cs typeface="Sanskrit 99"/>
              </a:rPr>
              <a:t>&gt;,</a:t>
            </a:r>
            <a:endParaRPr lang="en-US" sz="2400" dirty="0">
              <a:latin typeface="+mn-lt"/>
              <a:ea typeface="Calibri"/>
              <a:cs typeface="Times New Roman"/>
            </a:endParaRPr>
          </a:p>
          <a:p>
            <a:pPr marL="456475" lvl="1" indent="0" eaLnBrk="1" fontAlgn="auto" hangingPunct="1">
              <a:lnSpc>
                <a:spcPct val="110000"/>
              </a:lnSpc>
              <a:spcBef>
                <a:spcPts val="0"/>
              </a:spcBef>
              <a:spcAft>
                <a:spcPts val="0"/>
              </a:spcAft>
              <a:defRPr/>
            </a:pPr>
            <a:r>
              <a:rPr lang="en-US" sz="2400" dirty="0" err="1">
                <a:solidFill>
                  <a:srgbClr val="000000"/>
                </a:solidFill>
                <a:latin typeface="Sanskrit 99"/>
                <a:ea typeface="Calibri"/>
                <a:cs typeface="Sanskrit 99"/>
              </a:rPr>
              <a:t>Sm&amp;itæ</a:t>
            </a:r>
            <a:r>
              <a:rPr lang="en-US" sz="2400" dirty="0">
                <a:solidFill>
                  <a:srgbClr val="000000"/>
                </a:solidFill>
                <a:latin typeface="Sanskrit 99"/>
                <a:ea typeface="Calibri"/>
                <a:cs typeface="Sanskrit 99"/>
              </a:rPr>
              <a:t>&lt;</a:t>
            </a:r>
            <a:r>
              <a:rPr lang="en-US" sz="2400" dirty="0" err="1">
                <a:solidFill>
                  <a:srgbClr val="000000"/>
                </a:solidFill>
                <a:latin typeface="Sanskrit 99"/>
                <a:ea typeface="Calibri"/>
                <a:cs typeface="Sanskrit 99"/>
              </a:rPr>
              <a:t>zadœ</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buiÏnaz</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buiÏnazaTà</a:t>
            </a:r>
            <a:r>
              <a:rPr lang="en-US" sz="2400" dirty="0">
                <a:solidFill>
                  <a:srgbClr val="000000"/>
                </a:solidFill>
                <a:latin typeface="Sanskrit 99"/>
                <a:ea typeface="Calibri"/>
                <a:cs typeface="Sanskrit 99"/>
              </a:rPr>
              <a:t>[</a:t>
            </a:r>
            <a:r>
              <a:rPr lang="en-US" sz="2400" dirty="0" err="1">
                <a:solidFill>
                  <a:srgbClr val="000000"/>
                </a:solidFill>
                <a:latin typeface="Sanskrit 99"/>
                <a:ea typeface="Calibri"/>
                <a:cs typeface="Sanskrit 99"/>
              </a:rPr>
              <a:t>Zyit</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63.</a:t>
            </a:r>
            <a:endParaRPr lang="en-US" sz="2400" dirty="0">
              <a:latin typeface="+mn-lt"/>
              <a:ea typeface="Calibri"/>
              <a:cs typeface="Times New Roman"/>
            </a:endParaRPr>
          </a:p>
          <a:p>
            <a:pPr marL="450136" eaLnBrk="1" fontAlgn="auto" hangingPunct="1">
              <a:lnSpc>
                <a:spcPct val="107000"/>
              </a:lnSpc>
              <a:spcBef>
                <a:spcPts val="0"/>
              </a:spcBef>
              <a:spcAft>
                <a:spcPts val="0"/>
              </a:spcAft>
              <a:defRPr/>
            </a:pPr>
            <a:r>
              <a:rPr lang="en-US" sz="2400" dirty="0" err="1">
                <a:solidFill>
                  <a:srgbClr val="000000"/>
                </a:solidFill>
                <a:latin typeface="URW Palladio IT"/>
                <a:ea typeface="Calibri"/>
                <a:cs typeface="URW Palladio IT"/>
              </a:rPr>
              <a:t>Krodhädbhavati</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sammohaù</a:t>
            </a:r>
            <a:endParaRPr lang="en-US" sz="2400" dirty="0">
              <a:solidFill>
                <a:srgbClr val="000000"/>
              </a:solidFill>
              <a:latin typeface="URW Palladio IT"/>
              <a:ea typeface="Calibri"/>
              <a:cs typeface="URW Palladio IT"/>
            </a:endParaRPr>
          </a:p>
          <a:p>
            <a:pPr marL="450136"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Sammohätsmåtivibhramaù</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marL="450136" eaLnBrk="1" fontAlgn="auto" hangingPunct="1">
              <a:lnSpc>
                <a:spcPct val="107000"/>
              </a:lnSpc>
              <a:spcBef>
                <a:spcPts val="0"/>
              </a:spcBef>
              <a:spcAft>
                <a:spcPts val="1200"/>
              </a:spcAft>
              <a:defRPr/>
            </a:pPr>
            <a:r>
              <a:rPr lang="en-US" sz="2400" dirty="0" err="1">
                <a:solidFill>
                  <a:srgbClr val="000000"/>
                </a:solidFill>
                <a:latin typeface="URW Palladio IT"/>
                <a:ea typeface="Calibri"/>
                <a:cs typeface="URW Palladio IT"/>
              </a:rPr>
              <a:t>Småtibhraàçäd</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buddhinäçaù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Buddhinäçätpraëaçyati</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63||</a:t>
            </a:r>
          </a:p>
          <a:p>
            <a:pPr marL="450136">
              <a:defRPr/>
            </a:pPr>
            <a:r>
              <a:rPr lang="kn-IN" sz="2400" b="1" dirty="0">
                <a:solidFill>
                  <a:srgbClr val="000000"/>
                </a:solidFill>
                <a:latin typeface="Tunga"/>
                <a:cs typeface="Arial" charset="0"/>
              </a:rPr>
              <a:t>ಕ್ರೋಧಾದ್ಭವತಿ ಸಮ್ಮೋಹಃ ಸಮ್ಮೋಹಾತ್ ಸ್ಮೃತಿವಿಭ್ರಮಃ</a:t>
            </a:r>
          </a:p>
          <a:p>
            <a:pPr marL="450136">
              <a:defRPr/>
            </a:pPr>
            <a:r>
              <a:rPr lang="kn-IN" sz="2400" b="1" dirty="0">
                <a:solidFill>
                  <a:srgbClr val="000000"/>
                </a:solidFill>
                <a:latin typeface="Tunga"/>
                <a:cs typeface="Arial" charset="0"/>
              </a:rPr>
              <a:t>ಸ್ಮೃತಿಭ್ರಂಶಾದ್ ಬುದ್ಧಿನಾಶಃ</a:t>
            </a:r>
            <a:r>
              <a:rPr lang="en-CA" sz="2400" b="1" dirty="0">
                <a:solidFill>
                  <a:srgbClr val="000000"/>
                </a:solidFill>
                <a:latin typeface="Tunga"/>
                <a:cs typeface="Arial" charset="0"/>
              </a:rPr>
              <a:t> </a:t>
            </a:r>
            <a:r>
              <a:rPr lang="kn-IN" sz="2400" b="1" dirty="0">
                <a:solidFill>
                  <a:srgbClr val="000000"/>
                </a:solidFill>
                <a:latin typeface="Tunga"/>
                <a:cs typeface="Arial" charset="0"/>
              </a:rPr>
              <a:t>ಬುದ್ಧಿನಾಶಾದ್ ಪ್ರಣಶ್ಯತಿ</a:t>
            </a:r>
            <a:r>
              <a:rPr lang="en-CA" sz="2400" b="1" dirty="0">
                <a:solidFill>
                  <a:srgbClr val="000000"/>
                </a:solidFill>
                <a:latin typeface="Tunga"/>
                <a:cs typeface="Arial" charset="0"/>
              </a:rPr>
              <a:t> </a:t>
            </a:r>
            <a:r>
              <a:rPr lang="en-US" sz="2400" b="1" dirty="0">
                <a:solidFill>
                  <a:srgbClr val="000000"/>
                </a:solidFill>
                <a:latin typeface="BRH Kannada" pitchFamily="2" charset="0"/>
                <a:cs typeface="+mn-cs"/>
              </a:rPr>
              <a:t>||2.62-63||</a:t>
            </a:r>
            <a:endParaRPr lang="en-US" sz="2400" b="1" dirty="0">
              <a:latin typeface="+mn-lt"/>
              <a:ea typeface="Calibri"/>
              <a:cs typeface="Times New Roman"/>
            </a:endParaRPr>
          </a:p>
        </p:txBody>
      </p:sp>
      <p:sp>
        <p:nvSpPr>
          <p:cNvPr id="4" name="Rectangle 3"/>
          <p:cNvSpPr/>
          <p:nvPr/>
        </p:nvSpPr>
        <p:spPr>
          <a:xfrm>
            <a:off x="304800" y="3581365"/>
            <a:ext cx="86106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From anger comes delusion; from delusion the loss of memory; from loss of memory the destruction of discrimination; from the destruction of discrimination he perishes.</a:t>
            </a:r>
          </a:p>
        </p:txBody>
      </p:sp>
    </p:spTree>
    <p:extLst>
      <p:ext uri="{BB962C8B-B14F-4D97-AF65-F5344CB8AC3E}">
        <p14:creationId xmlns:p14="http://schemas.microsoft.com/office/powerpoint/2010/main" val="3759138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76200" y="114300"/>
            <a:ext cx="9144000" cy="3714750"/>
          </a:xfrm>
          <a:prstGeom prst="rect">
            <a:avLst/>
          </a:prstGeom>
        </p:spPr>
        <p:txBody>
          <a:bodyPr lIns="91296" tIns="45649" rIns="91296" bIns="45649">
            <a:normAutofit/>
          </a:bodyPr>
          <a:lstStyle/>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11, 	</a:t>
            </a:r>
            <a:r>
              <a:rPr lang="en-US" sz="2400" dirty="0" err="1">
                <a:solidFill>
                  <a:srgbClr val="000000"/>
                </a:solidFill>
                <a:latin typeface="Sanskrit 99"/>
                <a:ea typeface="Calibri"/>
                <a:cs typeface="Sanskrit 99"/>
              </a:rPr>
              <a:t>ragÖe;iv</a:t>
            </a:r>
            <a:r>
              <a:rPr lang="en-US" sz="2400" dirty="0" err="1">
                <a:solidFill>
                  <a:srgbClr val="000000"/>
                </a:solidFill>
                <a:latin typeface="Sanskrit 2003" pitchFamily="2" charset="-78"/>
                <a:ea typeface="Calibri"/>
                <a:cs typeface="Sanskrit 2003" pitchFamily="2" charset="-78"/>
              </a:rPr>
              <a:t>युक्तै</a:t>
            </a:r>
            <a:r>
              <a:rPr lang="en-US" sz="2400" dirty="0" err="1">
                <a:solidFill>
                  <a:srgbClr val="000000"/>
                </a:solidFill>
                <a:latin typeface="Sanskrit 99"/>
                <a:ea typeface="Calibri"/>
                <a:cs typeface="Sanskrit 99"/>
              </a:rPr>
              <a:t>Stu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iv;yainiNÔyEírn</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10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AaTmvZyEivRxeyaTma</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àsadmixgCDit</a:t>
            </a:r>
            <a:r>
              <a:rPr lang="en-US" sz="2400" dirty="0">
                <a:solidFill>
                  <a:srgbClr val="000000"/>
                </a:solidFill>
                <a:latin typeface="Sanskrit 99"/>
                <a:ea typeface="Calibri"/>
                <a:cs typeface="Sanskrit 99"/>
              </a:rPr>
              <a:t>. 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64.</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11| 	</a:t>
            </a:r>
            <a:r>
              <a:rPr lang="en-US" sz="2400" dirty="0" err="1">
                <a:solidFill>
                  <a:srgbClr val="000000"/>
                </a:solidFill>
                <a:latin typeface="URW Palladio IT"/>
                <a:ea typeface="Calibri"/>
                <a:cs typeface="URW Palladio IT"/>
              </a:rPr>
              <a:t>Rägadveñaviyuktaistu</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Viñayänindriyaiçcaran</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2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Ätmavaçyairvidheyätmä</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Prasädamadhigacchati</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64||</a:t>
            </a:r>
          </a:p>
          <a:p>
            <a:pPr>
              <a:defRPr/>
            </a:pPr>
            <a:r>
              <a:rPr lang="en-US" sz="2400" b="1" dirty="0">
                <a:latin typeface="BRH Kannada" pitchFamily="2" charset="0"/>
                <a:ea typeface="Times New Roman" pitchFamily="18" charset="0"/>
                <a:cs typeface="Sanskrit 99" pitchFamily="2" charset="0"/>
              </a:rPr>
              <a:t>11.	</a:t>
            </a:r>
            <a:r>
              <a:rPr lang="en-US" sz="2400" b="1" dirty="0" err="1">
                <a:latin typeface="BRH Kannada" pitchFamily="2" charset="0"/>
                <a:ea typeface="Times New Roman" pitchFamily="18" charset="0"/>
                <a:cs typeface="Sanskrit 99" pitchFamily="2" charset="0"/>
              </a:rPr>
              <a:t>gÁUÀzÉéÃµÀ«AiÀÄÄPÉÛöÊ¸ÀÄÛ</a:t>
            </a:r>
            <a:r>
              <a:rPr lang="en-US" sz="2400" b="1" dirty="0">
                <a:latin typeface="BRH Kannada" pitchFamily="2" charset="0"/>
                <a:ea typeface="Times New Roman" pitchFamily="18" charset="0"/>
                <a:cs typeface="Sanskrit 99" pitchFamily="2" charset="0"/>
              </a:rPr>
              <a:t> </a:t>
            </a:r>
            <a:r>
              <a:rPr lang="en-US" sz="2400" b="1" dirty="0">
                <a:solidFill>
                  <a:srgbClr val="000000"/>
                </a:solidFill>
                <a:latin typeface="BRH Kannada"/>
                <a:cs typeface="Arial" charset="0"/>
              </a:rPr>
              <a:t>«µ</a:t>
            </a:r>
            <a:r>
              <a:rPr lang="en-US" sz="2400" b="1" dirty="0" err="1">
                <a:solidFill>
                  <a:srgbClr val="000000"/>
                </a:solidFill>
                <a:latin typeface="BRH Kannada"/>
                <a:cs typeface="Arial" charset="0"/>
              </a:rPr>
              <a:t>ÀAiÀiÁ¤A¢æAiÉÄÊ</a:t>
            </a:r>
            <a:r>
              <a:rPr lang="kn-IN" sz="2400" b="1" dirty="0">
                <a:solidFill>
                  <a:srgbClr val="000000"/>
                </a:solidFill>
                <a:latin typeface="Tunga"/>
                <a:cs typeface="Arial" charset="0"/>
              </a:rPr>
              <a:t>ಶ್ಚ</a:t>
            </a:r>
            <a:r>
              <a:rPr lang="en-US" sz="2400" b="1" dirty="0" err="1">
                <a:solidFill>
                  <a:srgbClr val="000000"/>
                </a:solidFill>
                <a:latin typeface="BRH Kannada"/>
                <a:cs typeface="Arial" charset="0"/>
              </a:rPr>
              <a:t>gÀ£ï</a:t>
            </a:r>
            <a:r>
              <a:rPr lang="en-US" sz="2400" b="1" dirty="0">
                <a:solidFill>
                  <a:srgbClr val="000000"/>
                </a:solidFill>
                <a:latin typeface="BRH Kannada"/>
                <a:cs typeface="Arial" charset="0"/>
              </a:rPr>
              <a:t> |</a:t>
            </a:r>
            <a:endParaRPr lang="en-US" sz="2400" b="1" dirty="0">
              <a:solidFill>
                <a:srgbClr val="000000"/>
              </a:solidFill>
              <a:latin typeface="System"/>
              <a:cs typeface="Arial" charset="0"/>
            </a:endParaRPr>
          </a:p>
          <a:p>
            <a:pPr>
              <a:defRPr/>
            </a:pPr>
            <a:r>
              <a:rPr lang="en-US" sz="2400" b="1" dirty="0">
                <a:latin typeface="BRH Kannada" pitchFamily="2" charset="0"/>
                <a:ea typeface="Times New Roman" pitchFamily="18" charset="0"/>
                <a:cs typeface="Sanskrit 99" pitchFamily="2" charset="0"/>
              </a:rPr>
              <a:t>	</a:t>
            </a:r>
            <a:r>
              <a:rPr lang="en-US" sz="2400" b="1" dirty="0" err="1">
                <a:latin typeface="BRH Kannada" pitchFamily="2" charset="0"/>
                <a:ea typeface="Times New Roman" pitchFamily="18" charset="0"/>
                <a:cs typeface="Sanskrit 99" pitchFamily="2" charset="0"/>
              </a:rPr>
              <a:t>DvÀäªÀ</a:t>
            </a:r>
            <a:r>
              <a:rPr lang="kn-IN" sz="2400" b="1" dirty="0">
                <a:latin typeface="Arial" charset="0"/>
                <a:cs typeface="Arial" charset="0"/>
              </a:rPr>
              <a:t>ಶ್ಯೈ</a:t>
            </a:r>
            <a:r>
              <a:rPr lang="en-US" sz="2400" b="1" dirty="0">
                <a:latin typeface="BRH Kannada" pitchFamily="2" charset="0"/>
                <a:ea typeface="Sanskrit 99" pitchFamily="2" charset="0"/>
                <a:cs typeface="Sanskrit 99" pitchFamily="2" charset="0"/>
              </a:rPr>
              <a:t>«</a:t>
            </a:r>
            <a:r>
              <a:rPr lang="en-US" sz="2400" b="1" dirty="0" err="1">
                <a:latin typeface="BRH Kannada" pitchFamily="2" charset="0"/>
                <a:ea typeface="Sanskrit 99" pitchFamily="2" charset="0"/>
                <a:cs typeface="Sanskrit 99" pitchFamily="2" charset="0"/>
              </a:rPr>
              <a:t>ðzsÉÃAiÀiÁvÁä</a:t>
            </a:r>
            <a:r>
              <a:rPr lang="en-US" sz="2400" b="1" dirty="0">
                <a:latin typeface="BRH Kannada" pitchFamily="2" charset="0"/>
                <a:ea typeface="Sanskrit 99" pitchFamily="2" charset="0"/>
                <a:cs typeface="Sanskrit 99" pitchFamily="2" charset="0"/>
              </a:rPr>
              <a:t> ¥</a:t>
            </a:r>
            <a:r>
              <a:rPr lang="en-US" sz="2400" b="1" dirty="0" err="1">
                <a:latin typeface="BRH Kannada" pitchFamily="2" charset="0"/>
                <a:ea typeface="Sanskrit 99" pitchFamily="2" charset="0"/>
                <a:cs typeface="Sanskrit 99" pitchFamily="2" charset="0"/>
              </a:rPr>
              <a:t>Àæ¸ÁzÀªÀÄ¢üUÀZÀÒw</a:t>
            </a:r>
            <a:r>
              <a:rPr lang="en-US" sz="2400" b="1" dirty="0">
                <a:latin typeface="BRH Kannada" pitchFamily="2" charset="0"/>
                <a:ea typeface="Sanskrit 99" pitchFamily="2" charset="0"/>
                <a:cs typeface="Sanskrit 99" pitchFamily="2" charset="0"/>
              </a:rPr>
              <a:t> ||2.64||</a:t>
            </a:r>
            <a:endParaRPr lang="en-US" sz="2400" b="1" dirty="0">
              <a:latin typeface="+mn-lt"/>
              <a:ea typeface="Calibri"/>
              <a:cs typeface="Times New Roman"/>
            </a:endParaRPr>
          </a:p>
        </p:txBody>
      </p:sp>
      <p:sp>
        <p:nvSpPr>
          <p:cNvPr id="4" name="Rectangle 3"/>
          <p:cNvSpPr/>
          <p:nvPr/>
        </p:nvSpPr>
        <p:spPr>
          <a:xfrm>
            <a:off x="228600" y="362307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But the self-controlled man, moving amongst objects with the senses under restraint, and free from attraction and repulsion, attains to peace.</a:t>
            </a:r>
          </a:p>
        </p:txBody>
      </p:sp>
    </p:spTree>
    <p:extLst>
      <p:ext uri="{BB962C8B-B14F-4D97-AF65-F5344CB8AC3E}">
        <p14:creationId xmlns:p14="http://schemas.microsoft.com/office/powerpoint/2010/main" val="16416846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152400" y="320278"/>
            <a:ext cx="8991600" cy="3394472"/>
          </a:xfrm>
          <a:prstGeom prst="rect">
            <a:avLst/>
          </a:prstGeom>
        </p:spPr>
        <p:txBody>
          <a:bodyPr lIns="91296" tIns="45649" rIns="91296" bIns="45649">
            <a:no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12, 	Ê&gt;</a:t>
            </a:r>
            <a:r>
              <a:rPr lang="en-US" sz="2400" dirty="0" err="1">
                <a:solidFill>
                  <a:srgbClr val="000000"/>
                </a:solidFill>
                <a:latin typeface="Sanskrit 99"/>
                <a:ea typeface="Calibri"/>
                <a:cs typeface="Sanskrit 99"/>
              </a:rPr>
              <a:t>oe:vnuiÖ¶mna</a:t>
            </a:r>
            <a:r>
              <a:rPr lang="en-US" sz="2400" dirty="0">
                <a:solidFill>
                  <a:srgbClr val="000000"/>
                </a:solidFill>
                <a:latin typeface="Sanskrit 99"/>
                <a:ea typeface="Calibri"/>
                <a:cs typeface="Sanskrit 99"/>
              </a:rPr>
              <a:t>&gt; </a:t>
            </a:r>
            <a:r>
              <a:rPr lang="en-US" sz="2400" dirty="0" err="1">
                <a:solidFill>
                  <a:srgbClr val="000000"/>
                </a:solidFill>
                <a:latin typeface="Sanskrit 99"/>
                <a:ea typeface="Calibri"/>
                <a:cs typeface="Sanskrit 99"/>
              </a:rPr>
              <a:t>suoe;u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ivgtSp&amp;h</a:t>
            </a:r>
            <a:r>
              <a:rPr lang="en-US" sz="2400" dirty="0">
                <a:solidFill>
                  <a:srgbClr val="000000"/>
                </a:solidFill>
                <a:latin typeface="Sanskrit 99"/>
                <a:ea typeface="Calibri"/>
                <a:cs typeface="Sanskrit 99"/>
              </a:rPr>
              <a:t>&gt;,</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vItragÉy³aex&gt; iSwtxImuRinéCyte.2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56.</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12| 	</a:t>
            </a:r>
            <a:r>
              <a:rPr lang="en-US" sz="2400" dirty="0" err="1">
                <a:solidFill>
                  <a:srgbClr val="000000"/>
                </a:solidFill>
                <a:latin typeface="URW Palladio IT"/>
                <a:ea typeface="Calibri"/>
                <a:cs typeface="URW Palladio IT"/>
              </a:rPr>
              <a:t>Duùkheñvanudvignamanäù</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Sukheñu</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vigataspåhaù</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18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Vétarägabhayakrodhaù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Sthitadhérmunirucyate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56||</a:t>
            </a:r>
          </a:p>
          <a:p>
            <a:pPr>
              <a:defRPr/>
            </a:pPr>
            <a:r>
              <a:rPr lang="en-US" sz="2400" b="1" dirty="0">
                <a:solidFill>
                  <a:srgbClr val="000000"/>
                </a:solidFill>
                <a:latin typeface="BRH Kannada" pitchFamily="2" charset="0"/>
                <a:cs typeface="+mn-cs"/>
              </a:rPr>
              <a:t>12.	</a:t>
            </a:r>
            <a:r>
              <a:rPr lang="en-US" sz="2400" b="1" dirty="0" err="1">
                <a:solidFill>
                  <a:srgbClr val="000000"/>
                </a:solidFill>
                <a:latin typeface="BRH Kannada" pitchFamily="2" charset="0"/>
                <a:cs typeface="+mn-cs"/>
              </a:rPr>
              <a:t>zÀÄBSÉÃµÀé£ÀÄ¢éUÀßªÀÄ£ÁB</a:t>
            </a:r>
            <a:r>
              <a:rPr lang="en-US" sz="2400" b="1" dirty="0">
                <a:solidFill>
                  <a:srgbClr val="000000"/>
                </a:solidFill>
                <a:latin typeface="BRH Kannada" pitchFamily="2" charset="0"/>
                <a:cs typeface="+mn-cs"/>
              </a:rPr>
              <a:t> ¸ÀÄSÉÃµÀÄ «</a:t>
            </a:r>
            <a:r>
              <a:rPr lang="en-US" sz="2400" b="1" dirty="0" err="1">
                <a:solidFill>
                  <a:srgbClr val="000000"/>
                </a:solidFill>
                <a:latin typeface="BRH Kannada" pitchFamily="2" charset="0"/>
                <a:cs typeface="+mn-cs"/>
              </a:rPr>
              <a:t>UÀvÀ¸ÀàöÈºÀB</a:t>
            </a:r>
            <a:r>
              <a:rPr lang="en-US" sz="2400" b="1" dirty="0">
                <a:solidFill>
                  <a:srgbClr val="000000"/>
                </a:solidFill>
                <a:latin typeface="BRH Kannada" pitchFamily="2" charset="0"/>
                <a:cs typeface="+mn-cs"/>
              </a:rPr>
              <a:t> |</a:t>
            </a:r>
          </a:p>
          <a:p>
            <a:pPr>
              <a:defRPr/>
            </a:pPr>
            <a:r>
              <a:rPr lang="en-US" sz="2400" b="1" dirty="0">
                <a:solidFill>
                  <a:srgbClr val="000000"/>
                </a:solidFill>
                <a:latin typeface="BRH Kannada" pitchFamily="2" charset="0"/>
                <a:cs typeface="+mn-cs"/>
              </a:rPr>
              <a:t>	«</a:t>
            </a:r>
            <a:r>
              <a:rPr lang="en-US" sz="2400" b="1" dirty="0" err="1">
                <a:solidFill>
                  <a:srgbClr val="000000"/>
                </a:solidFill>
                <a:latin typeface="BRH Kannada" pitchFamily="2" charset="0"/>
                <a:cs typeface="+mn-cs"/>
              </a:rPr>
              <a:t>ÃvÀgÁUÀ</a:t>
            </a:r>
            <a:r>
              <a:rPr lang="kn-IN" sz="2400" b="1" dirty="0">
                <a:solidFill>
                  <a:srgbClr val="000000"/>
                </a:solidFill>
                <a:latin typeface="BRH Kannada" pitchFamily="2" charset="0"/>
                <a:cs typeface="Arial" charset="0"/>
              </a:rPr>
              <a:t>ಭ</a:t>
            </a:r>
            <a:r>
              <a:rPr lang="en-US" sz="2400" b="1" dirty="0" err="1">
                <a:solidFill>
                  <a:srgbClr val="000000"/>
                </a:solidFill>
                <a:latin typeface="BRH Kannada" pitchFamily="2" charset="0"/>
                <a:cs typeface="+mn-cs"/>
              </a:rPr>
              <a:t>AiÀÄPÉÆæÃzsÀB</a:t>
            </a:r>
            <a:r>
              <a:rPr lang="en-US" sz="2400" b="1" dirty="0">
                <a:solidFill>
                  <a:srgbClr val="000000"/>
                </a:solidFill>
                <a:latin typeface="BRH Kannada" pitchFamily="2" charset="0"/>
                <a:cs typeface="+mn-cs"/>
              </a:rPr>
              <a:t> ¹ÜvÀ¢üÃªÀÄÄð¤gÀÄZÀåvÉÃ ||2.56||</a:t>
            </a:r>
            <a:endParaRPr lang="en-US" sz="2400" b="1" dirty="0">
              <a:latin typeface="+mn-lt"/>
              <a:ea typeface="Calibri"/>
              <a:cs typeface="Times New Roman"/>
            </a:endParaRPr>
          </a:p>
        </p:txBody>
      </p:sp>
      <p:sp>
        <p:nvSpPr>
          <p:cNvPr id="4" name="Rectangle 3"/>
          <p:cNvSpPr/>
          <p:nvPr/>
        </p:nvSpPr>
        <p:spPr>
          <a:xfrm>
            <a:off x="152400" y="3771901"/>
            <a:ext cx="89154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He whose mind is not shaken by adversity, who does not hanker after pleasures, and who is free from attachment, fear and anger, is called a sage of steady wisdom.</a:t>
            </a:r>
          </a:p>
        </p:txBody>
      </p:sp>
    </p:spTree>
    <p:extLst>
      <p:ext uri="{BB962C8B-B14F-4D97-AF65-F5344CB8AC3E}">
        <p14:creationId xmlns:p14="http://schemas.microsoft.com/office/powerpoint/2010/main" val="14999719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a:xfrm>
            <a:off x="152400" y="285750"/>
            <a:ext cx="8991600" cy="3771900"/>
          </a:xfrm>
          <a:prstGeom prst="rect">
            <a:avLst/>
          </a:prstGeom>
        </p:spPr>
        <p:txBody>
          <a:bodyPr lIns="91296" tIns="45649" rIns="91296" bIns="45649">
            <a:noAutofit/>
          </a:bodyPr>
          <a:lstStyle/>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13, 	</a:t>
            </a:r>
            <a:r>
              <a:rPr lang="en-US" sz="2400" dirty="0" err="1">
                <a:solidFill>
                  <a:srgbClr val="000000"/>
                </a:solidFill>
                <a:latin typeface="Sanskrit 99"/>
                <a:ea typeface="Calibri"/>
                <a:cs typeface="Sanskrit 99"/>
              </a:rPr>
              <a:t>àsade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svRÊ</a:t>
            </a:r>
            <a:r>
              <a:rPr lang="en-US" sz="2400" dirty="0">
                <a:solidFill>
                  <a:srgbClr val="000000"/>
                </a:solidFill>
                <a:latin typeface="Sanskrit 99"/>
                <a:ea typeface="Calibri"/>
                <a:cs typeface="Sanskrit 99"/>
              </a:rPr>
              <a:t>&gt;</a:t>
            </a:r>
            <a:r>
              <a:rPr lang="en-US" sz="2400" dirty="0" err="1">
                <a:solidFill>
                  <a:srgbClr val="000000"/>
                </a:solidFill>
                <a:latin typeface="Sanskrit 99"/>
                <a:ea typeface="Calibri"/>
                <a:cs typeface="Sanskrit 99"/>
              </a:rPr>
              <a:t>oana</a:t>
            </a:r>
            <a:r>
              <a:rPr lang="en-US" sz="2400" dirty="0">
                <a:solidFill>
                  <a:srgbClr val="000000"/>
                </a:solidFill>
                <a:latin typeface="Sanskrit 99"/>
                <a:ea typeface="Calibri"/>
                <a:cs typeface="Sanskrit 99"/>
              </a:rPr>
              <a:t>&lt; </a:t>
            </a:r>
            <a:r>
              <a:rPr lang="en-US" sz="2400" dirty="0" err="1">
                <a:solidFill>
                  <a:srgbClr val="000000"/>
                </a:solidFill>
                <a:latin typeface="Sanskrit 99"/>
                <a:ea typeface="Calibri"/>
                <a:cs typeface="Sanskrit 99"/>
              </a:rPr>
              <a:t>hainrSyaepjayte</a:t>
            </a:r>
            <a:r>
              <a:rPr lang="en-US" sz="2400" dirty="0">
                <a:solidFill>
                  <a:srgbClr val="000000"/>
                </a:solidFill>
                <a:latin typeface="Sanskrit 99"/>
                <a:ea typeface="Calibri"/>
                <a:cs typeface="Sanskrit 99"/>
              </a:rPr>
              <a:t>,</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àsÚcetsae</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ýazu</a:t>
            </a:r>
            <a:r>
              <a:rPr lang="en-US" sz="2400" dirty="0">
                <a:solidFill>
                  <a:srgbClr val="000000"/>
                </a:solidFill>
                <a:latin typeface="Sanskrit 99"/>
                <a:ea typeface="Calibri"/>
                <a:cs typeface="Sanskrit 99"/>
              </a:rPr>
              <a:t> </a:t>
            </a:r>
            <a:r>
              <a:rPr lang="en-US" sz="2400" dirty="0" err="1">
                <a:solidFill>
                  <a:srgbClr val="000000"/>
                </a:solidFill>
                <a:latin typeface="Sanskrit 99"/>
                <a:ea typeface="Calibri"/>
                <a:cs typeface="Sanskrit 99"/>
              </a:rPr>
              <a:t>buiÏ</a:t>
            </a:r>
            <a:r>
              <a:rPr lang="en-US" sz="2400" dirty="0">
                <a:solidFill>
                  <a:srgbClr val="000000"/>
                </a:solidFill>
                <a:latin typeface="Sanskrit 99"/>
                <a:ea typeface="Calibri"/>
                <a:cs typeface="Sanskrit 99"/>
              </a:rPr>
              <a:t>&gt; pyRvitóte.2</a:t>
            </a:r>
            <a:r>
              <a:rPr lang="en-US" sz="2400" dirty="0">
                <a:solidFill>
                  <a:srgbClr val="000000"/>
                </a:solidFill>
                <a:latin typeface="Times New Roman"/>
                <a:ea typeface="Calibri"/>
                <a:cs typeface="Times New Roman"/>
              </a:rPr>
              <a:t>-</a:t>
            </a:r>
            <a:r>
              <a:rPr lang="en-US" sz="2400" dirty="0">
                <a:solidFill>
                  <a:srgbClr val="000000"/>
                </a:solidFill>
                <a:latin typeface="Sanskrit 99"/>
                <a:ea typeface="Calibri"/>
                <a:cs typeface="Sanskrit 99"/>
              </a:rPr>
              <a:t>65.</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13| 	</a:t>
            </a:r>
            <a:r>
              <a:rPr lang="en-US" sz="2400" dirty="0" err="1">
                <a:solidFill>
                  <a:srgbClr val="000000"/>
                </a:solidFill>
                <a:latin typeface="URW Palladio IT"/>
                <a:ea typeface="Calibri"/>
                <a:cs typeface="URW Palladio IT"/>
              </a:rPr>
              <a:t>Prasäde</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sarvaduùkhänäà</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Hänirasyopajäyate</a:t>
            </a:r>
            <a:r>
              <a:rPr lang="en-US" sz="2400" dirty="0">
                <a:solidFill>
                  <a:srgbClr val="000000"/>
                </a:solidFill>
                <a:latin typeface="URW Palladio IT"/>
                <a:ea typeface="Calibri"/>
                <a:cs typeface="URW Palladio IT"/>
              </a:rPr>
              <a:t> |</a:t>
            </a:r>
            <a:endParaRPr lang="en-US" sz="2400" dirty="0">
              <a:latin typeface="+mn-lt"/>
              <a:ea typeface="Calibri"/>
              <a:cs typeface="Times New Roman"/>
            </a:endParaRPr>
          </a:p>
          <a:p>
            <a:pPr eaLnBrk="1" fontAlgn="auto" hangingPunct="1">
              <a:lnSpc>
                <a:spcPct val="107000"/>
              </a:lnSpc>
              <a:spcBef>
                <a:spcPts val="0"/>
              </a:spcBef>
              <a:spcAft>
                <a:spcPts val="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Prasannacetaso</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hyäçu</a:t>
            </a:r>
            <a:r>
              <a:rPr lang="en-US" sz="2400" dirty="0">
                <a:solidFill>
                  <a:srgbClr val="000000"/>
                </a:solidFill>
                <a:latin typeface="URW Palladio IT"/>
                <a:ea typeface="Calibri"/>
                <a:cs typeface="URW Palladio IT"/>
              </a:rPr>
              <a:t> </a:t>
            </a:r>
          </a:p>
          <a:p>
            <a:pPr eaLnBrk="1" fontAlgn="auto" hangingPunct="1">
              <a:lnSpc>
                <a:spcPct val="107000"/>
              </a:lnSpc>
              <a:spcBef>
                <a:spcPts val="0"/>
              </a:spcBef>
              <a:spcAft>
                <a:spcPts val="1800"/>
              </a:spcAft>
              <a:defRPr/>
            </a:pP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Buddhiù</a:t>
            </a:r>
            <a:r>
              <a:rPr lang="en-US" sz="2400" dirty="0">
                <a:solidFill>
                  <a:srgbClr val="000000"/>
                </a:solidFill>
                <a:latin typeface="URW Palladio IT"/>
                <a:ea typeface="Calibri"/>
                <a:cs typeface="URW Palladio IT"/>
              </a:rPr>
              <a:t> </a:t>
            </a:r>
            <a:r>
              <a:rPr lang="en-US" sz="2400" dirty="0" err="1">
                <a:solidFill>
                  <a:srgbClr val="000000"/>
                </a:solidFill>
                <a:latin typeface="URW Palladio IT"/>
                <a:ea typeface="Calibri"/>
                <a:cs typeface="URW Palladio IT"/>
              </a:rPr>
              <a:t>paryavatiñöhate</a:t>
            </a:r>
            <a:r>
              <a:rPr lang="en-US" sz="2400" dirty="0">
                <a:solidFill>
                  <a:srgbClr val="000000"/>
                </a:solidFill>
                <a:latin typeface="URW Palladio IT"/>
                <a:ea typeface="Calibri"/>
                <a:cs typeface="URW Palladio IT"/>
              </a:rPr>
              <a:t> ||2</a:t>
            </a:r>
            <a:r>
              <a:rPr lang="en-US" sz="2400" dirty="0">
                <a:solidFill>
                  <a:srgbClr val="000000"/>
                </a:solidFill>
                <a:latin typeface="Times New Roman"/>
                <a:ea typeface="Calibri"/>
                <a:cs typeface="Times New Roman"/>
              </a:rPr>
              <a:t>-</a:t>
            </a:r>
            <a:r>
              <a:rPr lang="en-US" sz="2400" dirty="0">
                <a:solidFill>
                  <a:srgbClr val="000000"/>
                </a:solidFill>
                <a:latin typeface="URW Palladio IT"/>
                <a:ea typeface="Calibri"/>
                <a:cs typeface="URW Palladio IT"/>
              </a:rPr>
              <a:t>65||</a:t>
            </a:r>
          </a:p>
          <a:p>
            <a:pPr>
              <a:defRPr/>
            </a:pPr>
            <a:r>
              <a:rPr lang="kn-IN" sz="2400" b="1" dirty="0">
                <a:solidFill>
                  <a:srgbClr val="000000"/>
                </a:solidFill>
                <a:latin typeface="Tunga"/>
              </a:rPr>
              <a:t>೧೩</a:t>
            </a:r>
            <a:r>
              <a:rPr lang="en-CA" sz="2400" b="1" dirty="0">
                <a:solidFill>
                  <a:srgbClr val="000000"/>
                </a:solidFill>
                <a:latin typeface="Tunga"/>
              </a:rPr>
              <a:t>.	</a:t>
            </a:r>
            <a:r>
              <a:rPr lang="kn-IN" sz="2400" b="1" dirty="0">
                <a:solidFill>
                  <a:srgbClr val="000000"/>
                </a:solidFill>
                <a:latin typeface="Tunga"/>
              </a:rPr>
              <a:t>ಪ್ರಸಾದೇ ಸರ್ವದುಃಖಾನಾಂ ಹಾನಿರಸ್ಯೋಪಜಾಯತೇ</a:t>
            </a:r>
            <a:r>
              <a:rPr lang="en-CA" sz="2400" b="1" dirty="0">
                <a:solidFill>
                  <a:srgbClr val="000000"/>
                </a:solidFill>
                <a:latin typeface="Tunga"/>
              </a:rPr>
              <a:t> </a:t>
            </a:r>
            <a:r>
              <a:rPr lang="en-US" sz="2400" dirty="0">
                <a:solidFill>
                  <a:srgbClr val="000000"/>
                </a:solidFill>
                <a:latin typeface="BRH Kannada" pitchFamily="2" charset="0"/>
              </a:rPr>
              <a:t>|</a:t>
            </a:r>
            <a:endParaRPr lang="kn-IN" sz="2400" b="1" dirty="0">
              <a:solidFill>
                <a:srgbClr val="000000"/>
              </a:solidFill>
              <a:latin typeface="Tunga"/>
            </a:endParaRPr>
          </a:p>
          <a:p>
            <a:pPr>
              <a:defRPr/>
            </a:pPr>
            <a:r>
              <a:rPr lang="en-CA" sz="2400" b="1" dirty="0">
                <a:solidFill>
                  <a:srgbClr val="000000"/>
                </a:solidFill>
                <a:latin typeface="Tunga"/>
              </a:rPr>
              <a:t>	</a:t>
            </a:r>
            <a:r>
              <a:rPr lang="kn-IN" sz="2400" b="1" dirty="0">
                <a:solidFill>
                  <a:srgbClr val="000000"/>
                </a:solidFill>
                <a:latin typeface="Tunga"/>
              </a:rPr>
              <a:t>ಪ್ರಸನ್ನಚೇತಸೋ ಹ್ಯಾಶು ಬುದ್ಧಿಃ ಪರ್ಯವತಿಷ್ಠತೇ</a:t>
            </a:r>
            <a:r>
              <a:rPr lang="en-US" sz="2400" b="1" dirty="0">
                <a:solidFill>
                  <a:srgbClr val="000000"/>
                </a:solidFill>
                <a:latin typeface="Tunga"/>
              </a:rPr>
              <a:t> </a:t>
            </a:r>
            <a:r>
              <a:rPr lang="en-US" sz="2400" dirty="0">
                <a:solidFill>
                  <a:srgbClr val="000000"/>
                </a:solidFill>
                <a:latin typeface="BRH Kannada" pitchFamily="2" charset="0"/>
              </a:rPr>
              <a:t>||</a:t>
            </a:r>
            <a:r>
              <a:rPr lang="kn-IN" sz="2400" b="1" dirty="0">
                <a:solidFill>
                  <a:srgbClr val="000000"/>
                </a:solidFill>
                <a:latin typeface="Tunga"/>
              </a:rPr>
              <a:t>೨.೬೫</a:t>
            </a:r>
            <a:r>
              <a:rPr lang="en-US" sz="2400" dirty="0">
                <a:solidFill>
                  <a:srgbClr val="000000"/>
                </a:solidFill>
                <a:latin typeface="BRH Kannada" pitchFamily="2" charset="0"/>
              </a:rPr>
              <a:t>||</a:t>
            </a:r>
            <a:endParaRPr lang="en-CA" sz="2400" b="1" dirty="0">
              <a:solidFill>
                <a:srgbClr val="000000"/>
              </a:solidFill>
              <a:latin typeface="Segoe UI"/>
            </a:endParaRPr>
          </a:p>
        </p:txBody>
      </p:sp>
      <p:sp>
        <p:nvSpPr>
          <p:cNvPr id="4" name="Rectangle 3"/>
          <p:cNvSpPr/>
          <p:nvPr/>
        </p:nvSpPr>
        <p:spPr>
          <a:xfrm>
            <a:off x="228600" y="3992166"/>
            <a:ext cx="8763000" cy="953964"/>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In that peace all pains are destroyed, for the intellect of the tranquil-minded soon becomes steady.</a:t>
            </a:r>
          </a:p>
        </p:txBody>
      </p:sp>
    </p:spTree>
    <p:extLst>
      <p:ext uri="{BB962C8B-B14F-4D97-AF65-F5344CB8AC3E}">
        <p14:creationId xmlns:p14="http://schemas.microsoft.com/office/powerpoint/2010/main" val="3203557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152400" y="171451"/>
            <a:ext cx="8839200" cy="345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dirty="0">
                <a:solidFill>
                  <a:srgbClr val="000000"/>
                </a:solidFill>
                <a:latin typeface="Sanskrit 99" pitchFamily="2" charset="0"/>
                <a:ea typeface="Calibri" pitchFamily="34" charset="0"/>
                <a:cs typeface="Sanskrit 99" pitchFamily="2" charset="0"/>
              </a:rPr>
              <a:t>14, 	y&gt; </a:t>
            </a:r>
            <a:r>
              <a:rPr lang="en-US" sz="2400" dirty="0" err="1">
                <a:solidFill>
                  <a:srgbClr val="000000"/>
                </a:solidFill>
                <a:latin typeface="Sanskrit 99" pitchFamily="2" charset="0"/>
                <a:ea typeface="Calibri" pitchFamily="34" charset="0"/>
                <a:cs typeface="Sanskrit 99" pitchFamily="2" charset="0"/>
              </a:rPr>
              <a:t>svRÇaniÉõeh</a:t>
            </a:r>
            <a:r>
              <a:rPr lang="en-US" sz="2400" dirty="0">
                <a:solidFill>
                  <a:srgbClr val="000000"/>
                </a:solidFill>
                <a:latin typeface="Sanskrit 99" pitchFamily="2" charset="0"/>
                <a:ea typeface="Calibri" pitchFamily="34" charset="0"/>
                <a:cs typeface="Sanskrit 99" pitchFamily="2" charset="0"/>
              </a:rPr>
              <a:t>&gt; </a:t>
            </a:r>
            <a:r>
              <a:rPr lang="en-US" sz="2400" dirty="0" err="1">
                <a:solidFill>
                  <a:srgbClr val="000000"/>
                </a:solidFill>
                <a:latin typeface="Sanskrit 99" pitchFamily="2" charset="0"/>
                <a:ea typeface="Calibri" pitchFamily="34" charset="0"/>
                <a:cs typeface="Sanskrit 99" pitchFamily="2" charset="0"/>
              </a:rPr>
              <a:t>tÄTàaPy</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zuÉazuÉm</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naiÉnNdit</a:t>
            </a:r>
            <a:r>
              <a:rPr lang="en-US" sz="2400" dirty="0">
                <a:solidFill>
                  <a:srgbClr val="000000"/>
                </a:solidFill>
                <a:latin typeface="Sanskrit 99" pitchFamily="2" charset="0"/>
                <a:ea typeface="Calibri" pitchFamily="34" charset="0"/>
                <a:cs typeface="Sanskrit 99" pitchFamily="2" charset="0"/>
              </a:rPr>
              <a:t> n </a:t>
            </a:r>
            <a:r>
              <a:rPr lang="en-US" sz="2400" dirty="0" err="1">
                <a:solidFill>
                  <a:srgbClr val="000000"/>
                </a:solidFill>
                <a:latin typeface="Sanskrit 99" pitchFamily="2" charset="0"/>
                <a:ea typeface="Calibri" pitchFamily="34" charset="0"/>
                <a:cs typeface="Sanskrit 99" pitchFamily="2" charset="0"/>
              </a:rPr>
              <a:t>Öeiò</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tSy</a:t>
            </a:r>
            <a:r>
              <a:rPr lang="en-US" sz="2400" dirty="0">
                <a:solidFill>
                  <a:srgbClr val="000000"/>
                </a:solidFill>
                <a:latin typeface="Sanskrit 99" pitchFamily="2" charset="0"/>
                <a:ea typeface="Calibri" pitchFamily="34" charset="0"/>
                <a:cs typeface="Sanskrit 99" pitchFamily="2" charset="0"/>
              </a:rPr>
              <a:t> à}a àitióta.2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57.</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14| 	</a:t>
            </a:r>
            <a:r>
              <a:rPr lang="en-US" sz="2400" dirty="0" err="1">
                <a:solidFill>
                  <a:srgbClr val="000000"/>
                </a:solidFill>
                <a:latin typeface="URW Palladio IT" pitchFamily="2" charset="0"/>
                <a:ea typeface="Calibri" pitchFamily="34" charset="0"/>
                <a:cs typeface="URW Palladio IT" pitchFamily="2" charset="0"/>
              </a:rPr>
              <a:t>Yaù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sarvatränabhisnehaù</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Tattatpräpya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çubhäçubham</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Näbhinandati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dveñöi</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Tasya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prajïä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pratiñöhitä</a:t>
            </a:r>
            <a:r>
              <a:rPr lang="en-US" sz="2400" dirty="0">
                <a:solidFill>
                  <a:srgbClr val="000000"/>
                </a:solidFill>
                <a:latin typeface="URW Palladio IT" pitchFamily="2" charset="0"/>
                <a:ea typeface="Calibri" pitchFamily="34" charset="0"/>
                <a:cs typeface="URW Palladio IT" pitchFamily="2" charset="0"/>
              </a:rPr>
              <a:t> ||2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57||</a:t>
            </a:r>
          </a:p>
          <a:p>
            <a:r>
              <a:rPr lang="kn-IN" sz="2400" b="1" dirty="0"/>
              <a:t>೧೪</a:t>
            </a:r>
            <a:r>
              <a:rPr lang="en-CA" sz="2400" b="1" dirty="0"/>
              <a:t>. 	</a:t>
            </a:r>
            <a:r>
              <a:rPr lang="kn-IN" sz="2400" b="1" dirty="0"/>
              <a:t>ಯಃ ಸರ್ವತ್ರಾನಭಿಸ್ನೇಹಃ ತತ್ತತ್ ಪ್ರಾಪ್ಯ ಶುಭಾಶುಭಂ |</a:t>
            </a:r>
          </a:p>
          <a:p>
            <a:r>
              <a:rPr lang="en-CA" sz="2400" b="1" dirty="0"/>
              <a:t>	</a:t>
            </a:r>
            <a:r>
              <a:rPr lang="kn-IN" sz="2400" b="1" dirty="0"/>
              <a:t>ನಾಭಿನಂದತಿ ನ ದ್ವೇಷ್ಟಿ ತಸ್ಯ ಪ್ರಜ್ಞಾ ಪ್ರತಿಷ್ಠಿತಾ ೨.೫೭||</a:t>
            </a:r>
            <a:endParaRPr lang="en-CA" sz="2400" b="1" dirty="0"/>
          </a:p>
        </p:txBody>
      </p:sp>
      <p:sp>
        <p:nvSpPr>
          <p:cNvPr id="4" name="Rectangle 3"/>
          <p:cNvSpPr/>
          <p:nvPr/>
        </p:nvSpPr>
        <p:spPr>
          <a:xfrm>
            <a:off x="228600" y="356592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He who is everywhere without attachment, on meeting with anything good or bad, who neither rejoices nor hates, his wisdom is fixed.</a:t>
            </a:r>
          </a:p>
        </p:txBody>
      </p:sp>
    </p:spTree>
    <p:extLst>
      <p:ext uri="{BB962C8B-B14F-4D97-AF65-F5344CB8AC3E}">
        <p14:creationId xmlns:p14="http://schemas.microsoft.com/office/powerpoint/2010/main" val="34777736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114301"/>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15, 	</a:t>
            </a:r>
            <a:r>
              <a:rPr lang="en-US" sz="2400" dirty="0" err="1">
                <a:solidFill>
                  <a:srgbClr val="000000"/>
                </a:solidFill>
                <a:latin typeface="Sanskrit 99" pitchFamily="2" charset="0"/>
                <a:ea typeface="Calibri" pitchFamily="34" charset="0"/>
                <a:cs typeface="Sanskrit 99" pitchFamily="2" charset="0"/>
              </a:rPr>
              <a:t>ya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inza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svRÉUtana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tSya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jagitR</a:t>
            </a:r>
            <a:r>
              <a:rPr lang="en-US" sz="2400" dirty="0">
                <a:solidFill>
                  <a:srgbClr val="000000"/>
                </a:solidFill>
                <a:latin typeface="Sanskrit 99" pitchFamily="2" charset="0"/>
                <a:ea typeface="Calibri" pitchFamily="34" charset="0"/>
                <a:cs typeface="Sanskrit 99" pitchFamily="2" charset="0"/>
              </a:rPr>
              <a:t> s&lt;</a:t>
            </a:r>
            <a:r>
              <a:rPr lang="en-US" sz="2400" dirty="0" err="1">
                <a:solidFill>
                  <a:srgbClr val="000000"/>
                </a:solidFill>
                <a:latin typeface="Sanskrit 99" pitchFamily="2" charset="0"/>
                <a:ea typeface="Calibri" pitchFamily="34" charset="0"/>
                <a:cs typeface="Sanskrit 99" pitchFamily="2" charset="0"/>
              </a:rPr>
              <a:t>ymI</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ySya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ja¢it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ÉUtain</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sa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inza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pZytae</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mune</a:t>
            </a:r>
            <a:r>
              <a:rPr lang="en-US" sz="2400" dirty="0">
                <a:solidFill>
                  <a:srgbClr val="000000"/>
                </a:solidFill>
                <a:latin typeface="Sanskrit 99" pitchFamily="2" charset="0"/>
                <a:ea typeface="Calibri" pitchFamily="34" charset="0"/>
                <a:cs typeface="Sanskrit 99" pitchFamily="2" charset="0"/>
              </a:rPr>
              <a:t>&gt;.2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69.</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15| 	</a:t>
            </a:r>
            <a:r>
              <a:rPr lang="en-US" sz="2400" dirty="0" err="1">
                <a:solidFill>
                  <a:srgbClr val="000000"/>
                </a:solidFill>
                <a:latin typeface="URW Palladio IT" pitchFamily="2" charset="0"/>
                <a:ea typeface="Calibri" pitchFamily="34" charset="0"/>
                <a:cs typeface="URW Palladio IT" pitchFamily="2" charset="0"/>
              </a:rPr>
              <a:t>Yä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niçä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sarvabhütänäà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Tasyäà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jägarti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saàyamé</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Yasyäà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jägrati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bhütäni</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niçä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paçyato</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muneù</a:t>
            </a:r>
            <a:r>
              <a:rPr lang="en-US" sz="2400" dirty="0">
                <a:solidFill>
                  <a:srgbClr val="000000"/>
                </a:solidFill>
                <a:latin typeface="URW Palladio IT" pitchFamily="2" charset="0"/>
                <a:ea typeface="Calibri" pitchFamily="34" charset="0"/>
                <a:cs typeface="URW Palladio IT" pitchFamily="2" charset="0"/>
              </a:rPr>
              <a:t> || 2</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69||</a:t>
            </a:r>
          </a:p>
          <a:p>
            <a:r>
              <a:rPr lang="kn-IN" sz="2400" b="1" dirty="0"/>
              <a:t>೧೫</a:t>
            </a:r>
            <a:r>
              <a:rPr lang="en-CA" sz="2400" b="1" dirty="0"/>
              <a:t>.	</a:t>
            </a:r>
            <a:r>
              <a:rPr lang="kn-IN" sz="2400" b="1" dirty="0"/>
              <a:t>ಯಾ ನಿಶಾ ಸರ್ವಭೂತಾನಾಂ ತಸ್ಯಾಂ ಜಾಗರ್ತಿ ಸಂಯಮೀ |</a:t>
            </a:r>
          </a:p>
          <a:p>
            <a:r>
              <a:rPr lang="en-CA" sz="2400" b="1" dirty="0"/>
              <a:t>	</a:t>
            </a:r>
            <a:r>
              <a:rPr lang="kn-IN" sz="2400" b="1" dirty="0"/>
              <a:t>ಯಸ್ಯಾಂ ಜಾಗ್ರತಿ ಭೂತಾನಿ ಸಾ ನಿಶಾ ಪಶ್ಯತೋ ಮುನೇಃ ||೨.೬೯||</a:t>
            </a:r>
            <a:endParaRPr lang="en-CA" sz="2400" b="1" dirty="0"/>
          </a:p>
        </p:txBody>
      </p:sp>
      <p:sp>
        <p:nvSpPr>
          <p:cNvPr id="4" name="Rectangle 3"/>
          <p:cNvSpPr/>
          <p:nvPr/>
        </p:nvSpPr>
        <p:spPr>
          <a:xfrm>
            <a:off x="228600" y="3565923"/>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That which is night to all beings, then the self-controlled man is awake; when all beings</a:t>
            </a:r>
          </a:p>
          <a:p>
            <a:pPr algn="ctr" eaLnBrk="1" hangingPunct="1">
              <a:defRPr/>
            </a:pPr>
            <a:r>
              <a:rPr lang="en-IN" sz="2800" b="1" i="1" dirty="0">
                <a:latin typeface="Palatino Linotype" panose="02040502050505030304" pitchFamily="18" charset="0"/>
              </a:rPr>
              <a:t>are awake, that is night for the sage who sees.</a:t>
            </a:r>
          </a:p>
        </p:txBody>
      </p:sp>
    </p:spTree>
    <p:extLst>
      <p:ext uri="{BB962C8B-B14F-4D97-AF65-F5344CB8AC3E}">
        <p14:creationId xmlns:p14="http://schemas.microsoft.com/office/powerpoint/2010/main" val="3534950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228600" y="114300"/>
            <a:ext cx="89154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16, 	</a:t>
            </a:r>
            <a:r>
              <a:rPr lang="en-US" sz="2400" dirty="0" err="1">
                <a:solidFill>
                  <a:srgbClr val="000000"/>
                </a:solidFill>
                <a:latin typeface="Sanskrit 99" pitchFamily="2" charset="0"/>
                <a:ea typeface="Calibri" pitchFamily="34" charset="0"/>
                <a:cs typeface="Sanskrit 99" pitchFamily="2" charset="0"/>
              </a:rPr>
              <a:t>AaeimTyeka</a:t>
            </a:r>
            <a:r>
              <a:rPr lang="en-US" sz="2400" dirty="0">
                <a:solidFill>
                  <a:srgbClr val="000000"/>
                </a:solidFill>
                <a:latin typeface="Sanskrit 99" pitchFamily="2" charset="0"/>
                <a:ea typeface="Calibri" pitchFamily="34" charset="0"/>
                <a:cs typeface="Sanskrit 99" pitchFamily="2" charset="0"/>
              </a:rPr>
              <a:t>]r&lt; </a:t>
            </a:r>
            <a:r>
              <a:rPr lang="en-US" sz="2400" dirty="0" err="1">
                <a:solidFill>
                  <a:srgbClr val="000000"/>
                </a:solidFill>
                <a:latin typeface="Sanskrit 99" pitchFamily="2" charset="0"/>
                <a:ea typeface="Calibri" pitchFamily="34" charset="0"/>
                <a:cs typeface="Sanskrit 99" pitchFamily="2" charset="0"/>
              </a:rPr>
              <a:t>äü</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VyahrNmamnuSmrn</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y&gt; </a:t>
            </a:r>
            <a:r>
              <a:rPr lang="en-US" sz="2400" dirty="0" err="1">
                <a:solidFill>
                  <a:srgbClr val="000000"/>
                </a:solidFill>
                <a:latin typeface="Sanskrit 99" pitchFamily="2" charset="0"/>
                <a:ea typeface="Calibri" pitchFamily="34" charset="0"/>
                <a:cs typeface="Sanskrit 99" pitchFamily="2" charset="0"/>
              </a:rPr>
              <a:t>àyait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TyjNdeh</a:t>
            </a:r>
            <a:r>
              <a:rPr lang="en-US" sz="2400" dirty="0">
                <a:solidFill>
                  <a:srgbClr val="000000"/>
                </a:solidFill>
                <a:latin typeface="Sanskrit 99" pitchFamily="2" charset="0"/>
                <a:ea typeface="Calibri" pitchFamily="34" charset="0"/>
                <a:cs typeface="Sanskrit 99" pitchFamily="2" charset="0"/>
              </a:rPr>
              <a:t>&lt; s </a:t>
            </a:r>
            <a:r>
              <a:rPr lang="en-US" sz="2400" dirty="0" err="1">
                <a:solidFill>
                  <a:srgbClr val="000000"/>
                </a:solidFill>
                <a:latin typeface="Sanskrit 99" pitchFamily="2" charset="0"/>
                <a:ea typeface="Calibri" pitchFamily="34" charset="0"/>
                <a:cs typeface="Sanskrit 99" pitchFamily="2" charset="0"/>
              </a:rPr>
              <a:t>yait</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prma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gitm</a:t>
            </a:r>
            <a:r>
              <a:rPr lang="en-US" sz="2400" dirty="0">
                <a:solidFill>
                  <a:srgbClr val="000000"/>
                </a:solidFill>
                <a:latin typeface="Sanskrit 99" pitchFamily="2" charset="0"/>
                <a:ea typeface="Calibri" pitchFamily="34" charset="0"/>
                <a:cs typeface="Sanskrit 99" pitchFamily="2" charset="0"/>
              </a:rPr>
              <a:t>!.8</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13.</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16| 	</a:t>
            </a:r>
            <a:r>
              <a:rPr lang="en-US" sz="2400" dirty="0" err="1">
                <a:solidFill>
                  <a:srgbClr val="000000"/>
                </a:solidFill>
                <a:latin typeface="URW Palladio IT" pitchFamily="2" charset="0"/>
                <a:ea typeface="Calibri" pitchFamily="34" charset="0"/>
                <a:cs typeface="URW Palladio IT" pitchFamily="2" charset="0"/>
              </a:rPr>
              <a:t>Omityekäkñaraà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brahma</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Vyäharanmämanusmaran</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Yaù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prayäti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tyajandehaà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Sa </a:t>
            </a:r>
            <a:r>
              <a:rPr lang="en-US" sz="2400" dirty="0" err="1">
                <a:solidFill>
                  <a:srgbClr val="000000"/>
                </a:solidFill>
                <a:latin typeface="URW Palladio IT" pitchFamily="2" charset="0"/>
                <a:ea typeface="Calibri" pitchFamily="34" charset="0"/>
                <a:cs typeface="URW Palladio IT" pitchFamily="2" charset="0"/>
              </a:rPr>
              <a:t>yäti</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paramäà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gatim</a:t>
            </a:r>
            <a:r>
              <a:rPr lang="en-US" sz="2400" dirty="0">
                <a:solidFill>
                  <a:srgbClr val="000000"/>
                </a:solidFill>
                <a:latin typeface="URW Palladio IT" pitchFamily="2" charset="0"/>
                <a:ea typeface="Calibri" pitchFamily="34" charset="0"/>
                <a:cs typeface="URW Palladio IT" pitchFamily="2" charset="0"/>
              </a:rPr>
              <a:t> || 8</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13||</a:t>
            </a:r>
          </a:p>
          <a:p>
            <a:r>
              <a:rPr lang="kn-IN" sz="2400" b="1" dirty="0"/>
              <a:t>೧೬</a:t>
            </a:r>
            <a:r>
              <a:rPr lang="en-CA" sz="2400" b="1" dirty="0"/>
              <a:t>.	</a:t>
            </a:r>
            <a:r>
              <a:rPr lang="kn-IN" sz="2400" b="1" dirty="0"/>
              <a:t>ಓಮಿತ್ಯೇಕಾಕ್ಷರಂ ಬ್ರಹ್ಮ ವ್ಯಾಹರನ್ಮಾಮನುಸ್ಮರನ್ |</a:t>
            </a:r>
          </a:p>
          <a:p>
            <a:r>
              <a:rPr lang="kn-IN" sz="2400" b="1" dirty="0"/>
              <a:t>ಯಃ ಪ್ರಯಾತಿ ತ್ಯಜನ್ ದೇಹಂ ಸ ಯಾತಿ ಪರಮಾಂ ಗತಿಂ ||೮.೧೩||</a:t>
            </a:r>
            <a:endParaRPr lang="en-CA" sz="2400" b="1" dirty="0"/>
          </a:p>
        </p:txBody>
      </p:sp>
      <p:sp>
        <p:nvSpPr>
          <p:cNvPr id="4" name="Rectangle 3"/>
          <p:cNvSpPr/>
          <p:nvPr/>
        </p:nvSpPr>
        <p:spPr>
          <a:xfrm>
            <a:off x="228600" y="3486150"/>
            <a:ext cx="8610600" cy="1384851"/>
          </a:xfrm>
          <a:prstGeom prst="rect">
            <a:avLst/>
          </a:prstGeom>
        </p:spPr>
        <p:txBody>
          <a:bodyPr lIns="91296" tIns="45649" rIns="91296" bIns="45649">
            <a:spAutoFit/>
          </a:bodyPr>
          <a:lstStyle/>
          <a:p>
            <a:pPr algn="ctr" eaLnBrk="1" hangingPunct="1">
              <a:defRPr/>
            </a:pPr>
            <a:r>
              <a:rPr lang="en-IN" sz="2800" b="1" i="1" dirty="0">
                <a:latin typeface="Palatino Linotype" panose="02040502050505030304" pitchFamily="18" charset="0"/>
              </a:rPr>
              <a:t>Uttering the monosyllable Om—the Brahman—remembering Me always, he who departs thus, leaving the body, attains the supreme goal.</a:t>
            </a:r>
          </a:p>
        </p:txBody>
      </p:sp>
    </p:spTree>
    <p:extLst>
      <p:ext uri="{BB962C8B-B14F-4D97-AF65-F5344CB8AC3E}">
        <p14:creationId xmlns:p14="http://schemas.microsoft.com/office/powerpoint/2010/main" val="1988386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114301"/>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17, 	</a:t>
            </a:r>
            <a:r>
              <a:rPr lang="en-US" sz="2400" dirty="0" err="1">
                <a:solidFill>
                  <a:srgbClr val="000000"/>
                </a:solidFill>
                <a:latin typeface="Sanskrit 99" pitchFamily="2" charset="0"/>
                <a:ea typeface="Calibri" pitchFamily="34" charset="0"/>
                <a:cs typeface="Sanskrit 99" pitchFamily="2" charset="0"/>
              </a:rPr>
              <a:t>ïÏava~‘Éte</a:t>
            </a:r>
            <a:r>
              <a:rPr lang="en-US" sz="2400" dirty="0">
                <a:solidFill>
                  <a:srgbClr val="000000"/>
                </a:solidFill>
                <a:latin typeface="Sanskrit 99" pitchFamily="2" charset="0"/>
                <a:ea typeface="Calibri" pitchFamily="34" charset="0"/>
                <a:cs typeface="Sanskrit 99" pitchFamily="2" charset="0"/>
              </a:rPr>
              <a:t> }an&lt; </a:t>
            </a:r>
            <a:r>
              <a:rPr lang="en-US" sz="2400" dirty="0" err="1">
                <a:solidFill>
                  <a:srgbClr val="000000"/>
                </a:solidFill>
                <a:latin typeface="Sanskrit 99" pitchFamily="2" charset="0"/>
                <a:ea typeface="Calibri" pitchFamily="34" charset="0"/>
                <a:cs typeface="Sanskrit 99" pitchFamily="2" charset="0"/>
              </a:rPr>
              <a:t>tTpr</a:t>
            </a:r>
            <a:r>
              <a:rPr lang="en-US" sz="2400" dirty="0">
                <a:solidFill>
                  <a:srgbClr val="000000"/>
                </a:solidFill>
                <a:latin typeface="Sanskrit 99" pitchFamily="2" charset="0"/>
                <a:ea typeface="Calibri" pitchFamily="34" charset="0"/>
                <a:cs typeface="Sanskrit 99" pitchFamily="2" charset="0"/>
              </a:rPr>
              <a:t>&gt; s&lt;</a:t>
            </a:r>
            <a:r>
              <a:rPr lang="en-US" sz="2400" dirty="0" err="1">
                <a:solidFill>
                  <a:srgbClr val="000000"/>
                </a:solidFill>
                <a:latin typeface="Sanskrit 99" pitchFamily="2" charset="0"/>
                <a:ea typeface="Calibri" pitchFamily="34" charset="0"/>
                <a:cs typeface="Sanskrit 99" pitchFamily="2" charset="0"/>
              </a:rPr>
              <a:t>yteiNÔy</a:t>
            </a:r>
            <a:r>
              <a:rPr lang="en-US" sz="2400" dirty="0">
                <a:solidFill>
                  <a:srgbClr val="000000"/>
                </a:solidFill>
                <a:latin typeface="Sanskrit 99" pitchFamily="2" charset="0"/>
                <a:ea typeface="Calibri" pitchFamily="34" charset="0"/>
                <a:cs typeface="Sanskrit 99" pitchFamily="2" charset="0"/>
              </a:rPr>
              <a:t>&gt;,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}an&lt; </a:t>
            </a:r>
            <a:r>
              <a:rPr lang="en-US" sz="2400" dirty="0" err="1">
                <a:solidFill>
                  <a:srgbClr val="000000"/>
                </a:solidFill>
                <a:latin typeface="Sanskrit 99" pitchFamily="2" charset="0"/>
                <a:ea typeface="Calibri" pitchFamily="34" charset="0"/>
                <a:cs typeface="Sanskrit 99" pitchFamily="2" charset="0"/>
              </a:rPr>
              <a:t>lBXva</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pra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zaiNtm</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Aicre</a:t>
            </a:r>
            <a:r>
              <a:rPr lang="en-US" sz="2400" dirty="0">
                <a:solidFill>
                  <a:srgbClr val="000000"/>
                </a:solidFill>
                <a:latin typeface="Sanskrit 99" pitchFamily="2" charset="0"/>
                <a:ea typeface="Calibri" pitchFamily="34" charset="0"/>
                <a:cs typeface="Sanskrit 99" pitchFamily="2" charset="0"/>
              </a:rPr>
              <a:t>[aixgCDit.4</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Sanskrit 99" pitchFamily="2" charset="0"/>
                <a:ea typeface="Calibri" pitchFamily="34" charset="0"/>
                <a:cs typeface="Sanskrit 99" pitchFamily="2" charset="0"/>
              </a:rPr>
              <a:t>39.</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17| 	</a:t>
            </a:r>
            <a:r>
              <a:rPr lang="en-US" sz="2400" dirty="0" err="1">
                <a:solidFill>
                  <a:srgbClr val="000000"/>
                </a:solidFill>
                <a:latin typeface="URW Palladio IT" pitchFamily="2" charset="0"/>
                <a:ea typeface="Calibri" pitchFamily="34" charset="0"/>
                <a:cs typeface="URW Palladio IT" pitchFamily="2" charset="0"/>
              </a:rPr>
              <a:t>Çraddhäväðllabhate</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jïänaà</a:t>
            </a:r>
            <a:r>
              <a:rPr lang="en-US" sz="2400" dirty="0">
                <a:solidFill>
                  <a:srgbClr val="000000"/>
                </a:solidFill>
                <a:latin typeface="URW Palladio IT" pitchFamily="2" charset="0"/>
                <a:ea typeface="Calibri" pitchFamily="34" charset="0"/>
                <a:cs typeface="URW Palladio IT" pitchFamily="2" charset="0"/>
              </a:rPr>
              <a:t> 	</a:t>
            </a:r>
          </a:p>
          <a:p>
            <a:pPr eaLnBrk="1" hangingPunct="1">
              <a:lnSpc>
                <a:spcPct val="107000"/>
              </a:lnSpc>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Tatparaù</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saàyatendriyaù</a:t>
            </a:r>
            <a:r>
              <a:rPr lang="en-US" sz="2400" dirty="0">
                <a:solidFill>
                  <a:srgbClr val="000000"/>
                </a:solidFill>
                <a:latin typeface="URW Palladio IT" pitchFamily="2" charset="0"/>
                <a:ea typeface="Calibri" pitchFamily="34" charset="0"/>
                <a:cs typeface="URW Palladio IT" pitchFamily="2" charset="0"/>
              </a:rPr>
              <a:t> |</a:t>
            </a:r>
            <a:endParaRPr lang="en-US" sz="2400" dirty="0">
              <a:latin typeface="Calibri" pitchFamily="34" charset="0"/>
              <a:ea typeface="Calibri" pitchFamily="34" charset="0"/>
              <a:cs typeface="Times New Roman" pitchFamily="18" charset="0"/>
            </a:endParaRPr>
          </a:p>
          <a:p>
            <a:pPr eaLnBrk="1" hangingPunct="1">
              <a:lnSpc>
                <a:spcPct val="107000"/>
              </a:lnSpc>
              <a:spcAft>
                <a:spcPts val="1800"/>
              </a:spcAft>
            </a:pP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Jïänaà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labdhvä</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paräà</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çäntim</a:t>
            </a:r>
            <a:r>
              <a:rPr lang="en-US" sz="2400" dirty="0">
                <a:solidFill>
                  <a:srgbClr val="000000"/>
                </a:solidFill>
                <a:latin typeface="URW Palladio IT" pitchFamily="2" charset="0"/>
                <a:ea typeface="Calibri" pitchFamily="34" charset="0"/>
                <a:cs typeface="URW Palladio IT" pitchFamily="2" charset="0"/>
              </a:rPr>
              <a:t> 		</a:t>
            </a:r>
            <a:r>
              <a:rPr lang="en-US" sz="2400" dirty="0" err="1">
                <a:solidFill>
                  <a:srgbClr val="000000"/>
                </a:solidFill>
                <a:latin typeface="URW Palladio IT" pitchFamily="2" charset="0"/>
                <a:ea typeface="Calibri" pitchFamily="34" charset="0"/>
                <a:cs typeface="URW Palladio IT" pitchFamily="2" charset="0"/>
              </a:rPr>
              <a:t>Acireëädhigacchati</a:t>
            </a:r>
            <a:r>
              <a:rPr lang="en-US" sz="2400" dirty="0">
                <a:solidFill>
                  <a:srgbClr val="000000"/>
                </a:solidFill>
                <a:latin typeface="URW Palladio IT" pitchFamily="2" charset="0"/>
                <a:ea typeface="Calibri" pitchFamily="34" charset="0"/>
                <a:cs typeface="URW Palladio IT" pitchFamily="2" charset="0"/>
              </a:rPr>
              <a:t> || 4</a:t>
            </a:r>
            <a:r>
              <a:rPr lang="en-US" sz="2400" dirty="0">
                <a:solidFill>
                  <a:srgbClr val="000000"/>
                </a:solidFill>
                <a:latin typeface="Times New Roman" pitchFamily="18" charset="0"/>
                <a:ea typeface="Calibri" pitchFamily="34" charset="0"/>
                <a:cs typeface="Times New Roman" pitchFamily="18" charset="0"/>
              </a:rPr>
              <a:t>-</a:t>
            </a:r>
            <a:r>
              <a:rPr lang="en-US" sz="2400" dirty="0">
                <a:solidFill>
                  <a:srgbClr val="000000"/>
                </a:solidFill>
                <a:latin typeface="URW Palladio IT" pitchFamily="2" charset="0"/>
                <a:ea typeface="Calibri" pitchFamily="34" charset="0"/>
                <a:cs typeface="URW Palladio IT" pitchFamily="2" charset="0"/>
              </a:rPr>
              <a:t>39||</a:t>
            </a:r>
          </a:p>
          <a:p>
            <a:r>
              <a:rPr lang="kn-IN" sz="2400" b="1" dirty="0"/>
              <a:t>೧೭</a:t>
            </a:r>
            <a:r>
              <a:rPr lang="en-CA" sz="2400" b="1" dirty="0"/>
              <a:t>.	</a:t>
            </a:r>
            <a:r>
              <a:rPr lang="kn-IN" sz="2400" b="1" dirty="0"/>
              <a:t>ಶ್ರದ್ಧಾವಾನ್ ಲಭತೇ ಜ್ಞಾನಂ ತತ್ಪರಃ ಸಂಯತೇಂದ್ರಿಯಃ</a:t>
            </a:r>
            <a:r>
              <a:rPr lang="en-CA" sz="2400" b="1" dirty="0"/>
              <a:t> </a:t>
            </a:r>
            <a:r>
              <a:rPr lang="kn-IN" sz="2400" b="1" dirty="0"/>
              <a:t>|</a:t>
            </a:r>
          </a:p>
          <a:p>
            <a:r>
              <a:rPr lang="en-CA" sz="2400" b="1" dirty="0"/>
              <a:t>	</a:t>
            </a:r>
            <a:r>
              <a:rPr lang="kn-IN" sz="2400" b="1" dirty="0"/>
              <a:t>ಜ್ಞಾನಂ ಲಬ್ಧ್ವಾ ಪರಾಂ ಶಾಂತಿಂ ಅಚಿರೇಣಾಧಿಗಚ್ಛತಿ ||೪.೩೯||</a:t>
            </a:r>
            <a:endParaRPr lang="en-CA" sz="2400" b="1" dirty="0"/>
          </a:p>
        </p:txBody>
      </p:sp>
      <p:sp>
        <p:nvSpPr>
          <p:cNvPr id="4" name="Rectangle 3"/>
          <p:cNvSpPr/>
          <p:nvPr/>
        </p:nvSpPr>
        <p:spPr>
          <a:xfrm>
            <a:off x="266700" y="3518297"/>
            <a:ext cx="8610600" cy="1569517"/>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The man who is full of faith, who is devoted to it, and who has subdued all the senses, obtains (this) knowledge; and, having obtained the knowledge, he goes at once to the supreme peace.</a:t>
            </a:r>
          </a:p>
        </p:txBody>
      </p:sp>
    </p:spTree>
    <p:extLst>
      <p:ext uri="{BB962C8B-B14F-4D97-AF65-F5344CB8AC3E}">
        <p14:creationId xmlns:p14="http://schemas.microsoft.com/office/powerpoint/2010/main" val="93973731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205978"/>
            <a:ext cx="91440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18, 	@;a </a:t>
            </a:r>
            <a:r>
              <a:rPr lang="en-US" sz="2400" dirty="0" err="1">
                <a:solidFill>
                  <a:srgbClr val="000000"/>
                </a:solidFill>
                <a:latin typeface="Sanskrit 99" pitchFamily="2" charset="0"/>
                <a:ea typeface="Calibri" pitchFamily="34" charset="0"/>
                <a:cs typeface="Sanskrit 99" pitchFamily="2" charset="0"/>
              </a:rPr>
              <a:t>äaüI</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iSwit</a:t>
            </a:r>
            <a:r>
              <a:rPr lang="en-US" sz="2400" dirty="0">
                <a:solidFill>
                  <a:srgbClr val="000000"/>
                </a:solidFill>
                <a:latin typeface="Sanskrit 99" pitchFamily="2" charset="0"/>
                <a:ea typeface="Calibri" pitchFamily="34" charset="0"/>
                <a:cs typeface="Sanskrit 99" pitchFamily="2" charset="0"/>
              </a:rPr>
              <a:t>&gt; </a:t>
            </a:r>
            <a:r>
              <a:rPr lang="en-US" sz="2400" dirty="0" err="1">
                <a:solidFill>
                  <a:srgbClr val="000000"/>
                </a:solidFill>
                <a:latin typeface="Sanskrit 99" pitchFamily="2" charset="0"/>
                <a:ea typeface="Calibri" pitchFamily="34" charset="0"/>
                <a:cs typeface="Sanskrit 99" pitchFamily="2" charset="0"/>
              </a:rPr>
              <a:t>pawR</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nEna</a:t>
            </a:r>
            <a:r>
              <a:rPr lang="en-US" sz="2400" dirty="0">
                <a:solidFill>
                  <a:srgbClr val="000000"/>
                </a:solidFill>
                <a:latin typeface="Sanskrit 99" pitchFamily="2" charset="0"/>
                <a:ea typeface="Calibri" pitchFamily="34" charset="0"/>
                <a:cs typeface="Sanskrit 99" pitchFamily="2" charset="0"/>
              </a:rPr>
              <a:t>&lt; </a:t>
            </a:r>
            <a:r>
              <a:rPr lang="en-US" sz="2400" dirty="0" err="1">
                <a:solidFill>
                  <a:srgbClr val="000000"/>
                </a:solidFill>
                <a:latin typeface="Sanskrit 99" pitchFamily="2" charset="0"/>
                <a:ea typeface="Calibri" pitchFamily="34" charset="0"/>
                <a:cs typeface="Sanskrit 99" pitchFamily="2" charset="0"/>
              </a:rPr>
              <a:t>àaPy</a:t>
            </a:r>
            <a:r>
              <a:rPr lang="en-US" sz="2400" dirty="0">
                <a:solidFill>
                  <a:srgbClr val="000000"/>
                </a:solidFill>
                <a:latin typeface="Sanskrit 99" pitchFamily="2" charset="0"/>
                <a:ea typeface="Calibri" pitchFamily="34" charset="0"/>
                <a:cs typeface="Sanskrit 99" pitchFamily="2" charset="0"/>
              </a:rPr>
              <a:t> </a:t>
            </a:r>
            <a:r>
              <a:rPr lang="en-US" sz="2400" dirty="0" err="1">
                <a:solidFill>
                  <a:srgbClr val="000000"/>
                </a:solidFill>
                <a:latin typeface="Sanskrit 99" pitchFamily="2" charset="0"/>
                <a:ea typeface="Calibri" pitchFamily="34" charset="0"/>
                <a:cs typeface="Sanskrit 99" pitchFamily="2" charset="0"/>
              </a:rPr>
              <a:t>ivmuýit</a:t>
            </a:r>
            <a:r>
              <a:rPr lang="en-US" sz="2400" dirty="0">
                <a:solidFill>
                  <a:srgbClr val="000000"/>
                </a:solidFill>
                <a:latin typeface="Sanskrit 99" pitchFamily="2" charset="0"/>
                <a:ea typeface="Calibri" pitchFamily="34" charset="0"/>
                <a:cs typeface="Sanskrit 99" pitchFamily="2" charset="0"/>
              </a:rPr>
              <a:t>,</a:t>
            </a:r>
            <a:endParaRPr lang="en-US" sz="2400" dirty="0">
              <a:latin typeface="Calibri" pitchFamily="34" charset="0"/>
              <a:ea typeface="Calibri" pitchFamily="34" charset="0"/>
              <a:cs typeface="Times New Roman" pitchFamily="18" charset="0"/>
            </a:endParaRPr>
          </a:p>
          <a:p>
            <a:pPr eaLnBrk="1" hangingPunct="1">
              <a:lnSpc>
                <a:spcPct val="107000"/>
              </a:lnSpc>
            </a:pPr>
            <a:r>
              <a:rPr lang="en-US" sz="2400" dirty="0">
                <a:solidFill>
                  <a:srgbClr val="000000"/>
                </a:solidFill>
                <a:latin typeface="Sanskrit 99" pitchFamily="2" charset="0"/>
                <a:ea typeface="Calibri" pitchFamily="34" charset="0"/>
                <a:cs typeface="Sanskrit 99" pitchFamily="2" charset="0"/>
              </a:rPr>
              <a:t>	</a:t>
            </a:r>
            <a:r>
              <a:rPr lang="en-US" sz="2400" dirty="0" err="1">
                <a:latin typeface="Sanskrit 99" pitchFamily="2" charset="0"/>
                <a:ea typeface="Calibri" pitchFamily="34" charset="0"/>
                <a:cs typeface="Sanskrit 99" pitchFamily="2" charset="0"/>
              </a:rPr>
              <a:t>iSwTva</a:t>
            </a:r>
            <a:r>
              <a:rPr lang="en-IN" sz="2400" dirty="0" err="1">
                <a:solidFill>
                  <a:srgbClr val="000000"/>
                </a:solidFill>
                <a:latin typeface="Sanskrit 99" pitchFamily="2" charset="0"/>
              </a:rPr>
              <a:t>Syam</a:t>
            </a:r>
            <a:r>
              <a:rPr lang="en-IN" sz="2400" dirty="0">
                <a:solidFill>
                  <a:srgbClr val="000000"/>
                </a:solidFill>
                <a:latin typeface="Sanskrit 99" pitchFamily="2" charset="0"/>
              </a:rPr>
              <a:t>!</a:t>
            </a:r>
            <a:r>
              <a:rPr lang="en-US" sz="2400" dirty="0">
                <a:solidFill>
                  <a:srgbClr val="FF0000"/>
                </a:solidFill>
                <a:latin typeface="Sanskrit 99" pitchFamily="2" charset="0"/>
              </a:rPr>
              <a:t> </a:t>
            </a:r>
            <a:r>
              <a:rPr lang="en-IN" sz="2400" dirty="0">
                <a:solidFill>
                  <a:srgbClr val="000000"/>
                </a:solidFill>
                <a:latin typeface="Sanskrit 99" pitchFamily="2" charset="0"/>
              </a:rPr>
              <a:t>A</a:t>
            </a:r>
            <a:r>
              <a:rPr lang="en-US" sz="2400" dirty="0" err="1">
                <a:latin typeface="Sanskrit 99" pitchFamily="2" charset="0"/>
              </a:rPr>
              <a:t>Ntkale</a:t>
            </a:r>
            <a:r>
              <a:rPr lang="en-US" sz="2400" dirty="0">
                <a:latin typeface="Sanskrit 99" pitchFamily="2" charset="0"/>
              </a:rPr>
              <a:t>=</a:t>
            </a:r>
            <a:r>
              <a:rPr lang="en-US" sz="2400" dirty="0" err="1">
                <a:latin typeface="Sanskrit 99" pitchFamily="2" charset="0"/>
              </a:rPr>
              <a:t>ip</a:t>
            </a:r>
            <a:r>
              <a:rPr lang="en-US" sz="2400" dirty="0">
                <a:solidFill>
                  <a:srgbClr val="FF0000"/>
                </a:solidFill>
                <a:latin typeface="Sanskrit 99" pitchFamily="2" charset="0"/>
              </a:rPr>
              <a:t> </a:t>
            </a:r>
            <a:r>
              <a:rPr lang="en-US" sz="2400" dirty="0" err="1">
                <a:solidFill>
                  <a:srgbClr val="000000"/>
                </a:solidFill>
                <a:latin typeface="Sanskrit 99" pitchFamily="2" charset="0"/>
              </a:rPr>
              <a:t>äüinvaR</a:t>
            </a:r>
            <a:r>
              <a:rPr lang="en-US" sz="2400" dirty="0">
                <a:solidFill>
                  <a:srgbClr val="000000"/>
                </a:solidFill>
                <a:latin typeface="Sanskrit 99" pitchFamily="2" charset="0"/>
              </a:rPr>
              <a:t>[m&amp;CDit.2</a:t>
            </a:r>
            <a:r>
              <a:rPr lang="en-US" sz="2400" dirty="0">
                <a:solidFill>
                  <a:srgbClr val="000000"/>
                </a:solidFill>
                <a:latin typeface="Times New Roman" pitchFamily="18" charset="0"/>
              </a:rPr>
              <a:t>-</a:t>
            </a:r>
            <a:r>
              <a:rPr lang="en-US" sz="2400" dirty="0">
                <a:solidFill>
                  <a:srgbClr val="000000"/>
                </a:solidFill>
                <a:latin typeface="Sanskrit 99" pitchFamily="2" charset="0"/>
              </a:rPr>
              <a:t>72.</a:t>
            </a:r>
            <a:endParaRPr lang="en-US" sz="2400" dirty="0">
              <a:latin typeface="Calibri" pitchFamily="34" charset="0"/>
            </a:endParaRPr>
          </a:p>
          <a:p>
            <a:pPr eaLnBrk="1" hangingPunct="1">
              <a:lnSpc>
                <a:spcPct val="107000"/>
              </a:lnSpc>
            </a:pPr>
            <a:r>
              <a:rPr lang="en-US" sz="2400" dirty="0">
                <a:solidFill>
                  <a:srgbClr val="000000"/>
                </a:solidFill>
                <a:latin typeface="URW Palladio IT" pitchFamily="2" charset="0"/>
              </a:rPr>
              <a:t>18| 	</a:t>
            </a:r>
            <a:r>
              <a:rPr lang="en-US" sz="2400" dirty="0" err="1">
                <a:solidFill>
                  <a:srgbClr val="000000"/>
                </a:solidFill>
                <a:latin typeface="URW Palladio IT" pitchFamily="2" charset="0"/>
              </a:rPr>
              <a:t>Eñä</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brähmé</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sthitiù</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pärtha</a:t>
            </a:r>
            <a:r>
              <a:rPr lang="en-US" sz="2400" dirty="0">
                <a:solidFill>
                  <a:srgbClr val="000000"/>
                </a:solidFill>
                <a:latin typeface="URW Palladio IT" pitchFamily="2" charset="0"/>
              </a:rPr>
              <a:t> </a:t>
            </a:r>
          </a:p>
          <a:p>
            <a:pPr eaLnBrk="1" hangingPunct="1">
              <a:lnSpc>
                <a:spcPct val="107000"/>
              </a:lnSpc>
            </a:pPr>
            <a:r>
              <a:rPr lang="en-US" sz="2400" dirty="0">
                <a:solidFill>
                  <a:srgbClr val="000000"/>
                </a:solidFill>
                <a:latin typeface="URW Palladio IT" pitchFamily="2" charset="0"/>
              </a:rPr>
              <a:t>	</a:t>
            </a:r>
            <a:r>
              <a:rPr lang="en-US" sz="2400" dirty="0" err="1">
                <a:solidFill>
                  <a:srgbClr val="000000"/>
                </a:solidFill>
                <a:latin typeface="URW Palladio IT" pitchFamily="2" charset="0"/>
              </a:rPr>
              <a:t>Nainäà</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präpya</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vimuhyati</a:t>
            </a:r>
            <a:r>
              <a:rPr lang="en-US" sz="2400" dirty="0">
                <a:solidFill>
                  <a:srgbClr val="000000"/>
                </a:solidFill>
                <a:latin typeface="URW Palladio IT" pitchFamily="2" charset="0"/>
              </a:rPr>
              <a:t> |</a:t>
            </a:r>
            <a:endParaRPr lang="en-US" sz="2400" dirty="0">
              <a:latin typeface="Calibri" pitchFamily="34" charset="0"/>
            </a:endParaRPr>
          </a:p>
          <a:p>
            <a:pPr eaLnBrk="1" hangingPunct="1">
              <a:lnSpc>
                <a:spcPct val="107000"/>
              </a:lnSpc>
              <a:spcAft>
                <a:spcPts val="1800"/>
              </a:spcAft>
            </a:pPr>
            <a:r>
              <a:rPr lang="en-US" sz="2400" dirty="0">
                <a:solidFill>
                  <a:srgbClr val="000000"/>
                </a:solidFill>
                <a:latin typeface="URW Palladio IT" pitchFamily="2" charset="0"/>
              </a:rPr>
              <a:t>	</a:t>
            </a:r>
            <a:r>
              <a:rPr lang="en-US" sz="2400" dirty="0" err="1">
                <a:solidFill>
                  <a:srgbClr val="000000"/>
                </a:solidFill>
                <a:latin typeface="URW Palladio IT" pitchFamily="2" charset="0"/>
              </a:rPr>
              <a:t>Sthitväsyämantakäle'pi</a:t>
            </a:r>
            <a:r>
              <a:rPr lang="en-US" sz="2400" dirty="0">
                <a:solidFill>
                  <a:srgbClr val="000000"/>
                </a:solidFill>
                <a:latin typeface="URW Palladio IT" pitchFamily="2" charset="0"/>
              </a:rPr>
              <a:t> 			</a:t>
            </a:r>
            <a:r>
              <a:rPr lang="en-US" sz="2400" dirty="0" err="1">
                <a:solidFill>
                  <a:srgbClr val="000000"/>
                </a:solidFill>
                <a:latin typeface="URW Palladio IT" pitchFamily="2" charset="0"/>
              </a:rPr>
              <a:t>Brahmanirväëamåcchati</a:t>
            </a:r>
            <a:r>
              <a:rPr lang="en-US" sz="2400" dirty="0">
                <a:solidFill>
                  <a:srgbClr val="000000"/>
                </a:solidFill>
                <a:latin typeface="URW Palladio IT" pitchFamily="2" charset="0"/>
              </a:rPr>
              <a:t> || 2</a:t>
            </a:r>
            <a:r>
              <a:rPr lang="en-US" sz="2400" dirty="0">
                <a:solidFill>
                  <a:srgbClr val="000000"/>
                </a:solidFill>
                <a:latin typeface="Times New Roman" pitchFamily="18" charset="0"/>
              </a:rPr>
              <a:t>-</a:t>
            </a:r>
            <a:r>
              <a:rPr lang="en-US" sz="2400" dirty="0">
                <a:solidFill>
                  <a:srgbClr val="000000"/>
                </a:solidFill>
                <a:latin typeface="URW Palladio IT" pitchFamily="2" charset="0"/>
              </a:rPr>
              <a:t>72||</a:t>
            </a:r>
          </a:p>
          <a:p>
            <a:r>
              <a:rPr lang="kn-IN" sz="2400" b="1" dirty="0"/>
              <a:t>೧೮</a:t>
            </a:r>
            <a:r>
              <a:rPr lang="en-CA" sz="2400" b="1" dirty="0"/>
              <a:t>.	</a:t>
            </a:r>
            <a:r>
              <a:rPr lang="kn-IN" sz="2400" b="1" dirty="0"/>
              <a:t>ಏಷಾ ಬ್ರಾಹ್ಮೀ ಸ್ಥಿತಿಃ ಪಾರ್ಥ ನೈನಾಂ ಪ್ರಾಪ್ಯ ವಿಮುಹ್ಯತಿ|</a:t>
            </a:r>
          </a:p>
          <a:p>
            <a:r>
              <a:rPr lang="en-CA" sz="2400" b="1" dirty="0"/>
              <a:t>	</a:t>
            </a:r>
            <a:r>
              <a:rPr lang="kn-IN" sz="2400" b="1" dirty="0"/>
              <a:t>ಸ್ಥಿತ್ವಾಸ್ಯಾಮ್ ಅಂತಕಾಲೇಽಪಿ ಬ್ರಹ್ಮನಿರ್ವಾಣಮೃಚ್ಛತಿ ||೨.೭೨||</a:t>
            </a:r>
            <a:endParaRPr lang="en-CA" sz="2400" b="1" dirty="0"/>
          </a:p>
        </p:txBody>
      </p:sp>
      <p:sp>
        <p:nvSpPr>
          <p:cNvPr id="4" name="Rectangle 3"/>
          <p:cNvSpPr/>
          <p:nvPr/>
        </p:nvSpPr>
        <p:spPr>
          <a:xfrm>
            <a:off x="228600" y="3733765"/>
            <a:ext cx="8610600" cy="1200185"/>
          </a:xfrm>
          <a:prstGeom prst="rect">
            <a:avLst/>
          </a:prstGeom>
        </p:spPr>
        <p:txBody>
          <a:bodyPr lIns="91296" tIns="45649" rIns="91296" bIns="45649">
            <a:spAutoFit/>
          </a:bodyPr>
          <a:lstStyle/>
          <a:p>
            <a:pPr algn="ctr" eaLnBrk="1" hangingPunct="1">
              <a:defRPr/>
            </a:pPr>
            <a:r>
              <a:rPr lang="en-IN" sz="2400" b="1" i="1" dirty="0">
                <a:latin typeface="Palatino Linotype" panose="02040502050505030304" pitchFamily="18" charset="0"/>
              </a:rPr>
              <a:t>This is the </a:t>
            </a:r>
            <a:r>
              <a:rPr lang="en-IN" sz="2400" b="1" i="1" dirty="0" err="1">
                <a:latin typeface="Palatino Linotype" panose="02040502050505030304" pitchFamily="18" charset="0"/>
              </a:rPr>
              <a:t>Brahmic</a:t>
            </a:r>
            <a:r>
              <a:rPr lang="en-IN" sz="2400" b="1" i="1" dirty="0">
                <a:latin typeface="Palatino Linotype" panose="02040502050505030304" pitchFamily="18" charset="0"/>
              </a:rPr>
              <a:t> seat (eternal state), O son of </a:t>
            </a:r>
            <a:r>
              <a:rPr lang="en-IN" sz="2400" b="1" i="1" dirty="0" err="1">
                <a:latin typeface="Palatino Linotype" panose="02040502050505030304" pitchFamily="18" charset="0"/>
              </a:rPr>
              <a:t>Pritha</a:t>
            </a:r>
            <a:r>
              <a:rPr lang="en-IN" sz="2400" b="1" i="1" dirty="0">
                <a:latin typeface="Palatino Linotype" panose="02040502050505030304" pitchFamily="18" charset="0"/>
              </a:rPr>
              <a:t>! Attaining this, none is deluded. Being established therein, even at the end of life one attains oneness with Brahman.</a:t>
            </a:r>
          </a:p>
        </p:txBody>
      </p:sp>
    </p:spTree>
    <p:extLst>
      <p:ext uri="{BB962C8B-B14F-4D97-AF65-F5344CB8AC3E}">
        <p14:creationId xmlns:p14="http://schemas.microsoft.com/office/powerpoint/2010/main" val="23201139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4" name="Content Placeholder 2"/>
          <p:cNvSpPr txBox="1">
            <a:spLocks/>
          </p:cNvSpPr>
          <p:nvPr/>
        </p:nvSpPr>
        <p:spPr bwMode="auto">
          <a:xfrm>
            <a:off x="0" y="228600"/>
            <a:ext cx="8915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lstStyle>
            <a:lvl1pPr>
              <a:defRPr sz="3200">
                <a:solidFill>
                  <a:srgbClr val="00FF00"/>
                </a:solidFill>
                <a:latin typeface="Times New Roman" pitchFamily="18" charset="0"/>
              </a:defRPr>
            </a:lvl1pPr>
            <a:lvl2pPr marL="742950" indent="-285750">
              <a:defRPr sz="3200">
                <a:solidFill>
                  <a:srgbClr val="00FF00"/>
                </a:solidFill>
                <a:latin typeface="Times New Roman" pitchFamily="18" charset="0"/>
              </a:defRPr>
            </a:lvl2pPr>
            <a:lvl3pPr marL="1143000" indent="-228600">
              <a:defRPr sz="3200">
                <a:solidFill>
                  <a:srgbClr val="00FF00"/>
                </a:solidFill>
                <a:latin typeface="Times New Roman" pitchFamily="18" charset="0"/>
              </a:defRPr>
            </a:lvl3pPr>
            <a:lvl4pPr marL="1600200" indent="-228600">
              <a:defRPr sz="3200">
                <a:solidFill>
                  <a:srgbClr val="00FF00"/>
                </a:solidFill>
                <a:latin typeface="Times New Roman" pitchFamily="18" charset="0"/>
              </a:defRPr>
            </a:lvl4pPr>
            <a:lvl5pPr marL="2057400" indent="-228600">
              <a:defRPr sz="3200">
                <a:solidFill>
                  <a:srgbClr val="00FF00"/>
                </a:solidFill>
                <a:latin typeface="Times New Roman" pitchFamily="18" charset="0"/>
              </a:defRPr>
            </a:lvl5pPr>
            <a:lvl6pPr marL="2514600" indent="-228600" algn="ctr" eaLnBrk="0" fontAlgn="base" hangingPunct="0">
              <a:spcBef>
                <a:spcPct val="50000"/>
              </a:spcBef>
              <a:spcAft>
                <a:spcPct val="0"/>
              </a:spcAft>
              <a:defRPr sz="3200">
                <a:solidFill>
                  <a:srgbClr val="00FF00"/>
                </a:solidFill>
                <a:latin typeface="Times New Roman" pitchFamily="18" charset="0"/>
              </a:defRPr>
            </a:lvl6pPr>
            <a:lvl7pPr marL="2971800" indent="-228600" algn="ctr" eaLnBrk="0" fontAlgn="base" hangingPunct="0">
              <a:spcBef>
                <a:spcPct val="50000"/>
              </a:spcBef>
              <a:spcAft>
                <a:spcPct val="0"/>
              </a:spcAft>
              <a:defRPr sz="3200">
                <a:solidFill>
                  <a:srgbClr val="00FF00"/>
                </a:solidFill>
                <a:latin typeface="Times New Roman" pitchFamily="18" charset="0"/>
              </a:defRPr>
            </a:lvl7pPr>
            <a:lvl8pPr marL="3429000" indent="-228600" algn="ctr" eaLnBrk="0" fontAlgn="base" hangingPunct="0">
              <a:spcBef>
                <a:spcPct val="50000"/>
              </a:spcBef>
              <a:spcAft>
                <a:spcPct val="0"/>
              </a:spcAft>
              <a:defRPr sz="3200">
                <a:solidFill>
                  <a:srgbClr val="00FF00"/>
                </a:solidFill>
                <a:latin typeface="Times New Roman" pitchFamily="18" charset="0"/>
              </a:defRPr>
            </a:lvl8pPr>
            <a:lvl9pPr marL="3886200" indent="-228600" algn="ctr" eaLnBrk="0" fontAlgn="base" hangingPunct="0">
              <a:spcBef>
                <a:spcPct val="50000"/>
              </a:spcBef>
              <a:spcAft>
                <a:spcPct val="0"/>
              </a:spcAft>
              <a:defRPr sz="3200">
                <a:solidFill>
                  <a:srgbClr val="00FF00"/>
                </a:solidFill>
                <a:latin typeface="Times New Roman" pitchFamily="18"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ॐतत्सदिति श्रीमद्भगवद्गीतासूपनिषत्सु</a:t>
            </a:r>
            <a:endPar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ब्रह्मविद्यायां</a:t>
            </a:r>
            <a:r>
              <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 </a:t>
            </a:r>
            <a:r>
              <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यॊगशास्त्रॆ श्रीकृष्णार्जुनसंवादॆ</a:t>
            </a:r>
            <a:endParaRPr kumimoji="0" lang="en-US"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hi-IN" sz="28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Ōm</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tatsaditi</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Śrīmadbhagavadgītāsu</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Upaniṣatsu</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brahmavidyāyāṁ</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Yogaśāstre</a:t>
            </a:r>
            <a:r>
              <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rPr>
              <a:t> </a:t>
            </a:r>
            <a:r>
              <a:rPr kumimoji="0" lang="en-US" sz="2800" b="1" i="0" u="none" strike="noStrike" kern="1200" cap="none" spc="0" normalizeH="0" baseline="0" noProof="0" dirty="0" err="1">
                <a:ln>
                  <a:noFill/>
                </a:ln>
                <a:solidFill>
                  <a:prstClr val="black"/>
                </a:solidFill>
                <a:effectLst/>
                <a:uLnTx/>
                <a:uFillTx/>
                <a:latin typeface="URW Palladio IT" pitchFamily="2" charset="0"/>
                <a:ea typeface="+mn-ea"/>
                <a:cs typeface="+mn-cs"/>
              </a:rPr>
              <a:t>śrīkr̥ṣṇārjunasaṁvāde</a:t>
            </a:r>
            <a:endParaRPr kumimoji="0" lang="en-US" sz="2800" b="1" i="0" u="none" strike="noStrike" kern="1200" cap="none" spc="0" normalizeH="0" baseline="0" noProof="0" dirty="0">
              <a:ln>
                <a:noFill/>
              </a:ln>
              <a:solidFill>
                <a:prstClr val="black"/>
              </a:solidFill>
              <a:effectLst/>
              <a:uLnTx/>
              <a:uFillTx/>
              <a:latin typeface="URW Palladio IT" pitchFamily="2" charset="0"/>
              <a:ea typeface="+mn-ea"/>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ಓಂತತ್ಸದಿತಿ</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ಶ್ರೀಮದ್ಭಗವದ್ಗೀತಾಸು</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ಉಪನಿಷತ್ಸು</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ಬ್ರಹ್ಮವಿದ್ಯಾಯಾಂ</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ಯೋಗಶಾಸ್ತ್ರೇ</a:t>
            </a:r>
            <a:r>
              <a:rPr kumimoji="0" lang="en-US"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kn-IN" sz="28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ಶ್ರೀಕೃಷ್ಣಾರ್ಜುನಸಂವಾದೇ</a:t>
            </a:r>
          </a:p>
        </p:txBody>
      </p:sp>
    </p:spTree>
    <p:extLst>
      <p:ext uri="{BB962C8B-B14F-4D97-AF65-F5344CB8AC3E}">
        <p14:creationId xmlns:p14="http://schemas.microsoft.com/office/powerpoint/2010/main" val="3617837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3" name="Content Placeholder 2"/>
          <p:cNvSpPr txBox="1">
            <a:spLocks/>
          </p:cNvSpPr>
          <p:nvPr/>
        </p:nvSpPr>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96" tIns="45649" rIns="91296" bIns="45649"/>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lnSpc>
                <a:spcPct val="150000"/>
              </a:lnSpc>
            </a:pPr>
            <a:r>
              <a:rPr lang="en-US" sz="3600" b="1" dirty="0">
                <a:solidFill>
                  <a:srgbClr val="000000"/>
                </a:solidFill>
                <a:latin typeface="Sanskrit 99" pitchFamily="2" charset="0"/>
              </a:rPr>
              <a:t>}an</a:t>
            </a:r>
            <a:r>
              <a:rPr lang="hi-IN" sz="3600" b="1" dirty="0">
                <a:latin typeface="Sanskrit 2003" pitchFamily="2" charset="-78"/>
                <a:cs typeface="Sanskrit 2003" pitchFamily="2" charset="-78"/>
              </a:rPr>
              <a:t>यॊगश्लॊकसङ्ग्रहः॥</a:t>
            </a:r>
            <a:endParaRPr lang="en-US" sz="3600" b="1" dirty="0">
              <a:latin typeface="Sanskrit 2003" pitchFamily="2" charset="-78"/>
              <a:cs typeface="Sanskrit 2003" pitchFamily="2" charset="-78"/>
            </a:endParaRPr>
          </a:p>
          <a:p>
            <a:pPr algn="ctr" eaLnBrk="1" hangingPunct="1">
              <a:lnSpc>
                <a:spcPct val="150000"/>
              </a:lnSpc>
            </a:pPr>
            <a:r>
              <a:rPr lang="hi-IN" sz="3600" b="1" dirty="0">
                <a:latin typeface="Sanskrit 2003" pitchFamily="2" charset="-78"/>
                <a:cs typeface="Sanskrit 2003" pitchFamily="2" charset="-78"/>
              </a:rPr>
              <a:t>।हरिः ॐ तत्सत्।</a:t>
            </a:r>
            <a:endParaRPr lang="en-US" sz="3600" b="1" dirty="0">
              <a:latin typeface="Sanskrit 2003" pitchFamily="2" charset="-78"/>
              <a:cs typeface="Sanskrit 2003" pitchFamily="2" charset="-78"/>
            </a:endParaRPr>
          </a:p>
          <a:p>
            <a:pPr algn="ctr" eaLnBrk="1" hangingPunct="1">
              <a:spcBef>
                <a:spcPts val="1800"/>
              </a:spcBef>
            </a:pPr>
            <a:r>
              <a:rPr lang="en-US" sz="2800" b="1" dirty="0" err="1">
                <a:solidFill>
                  <a:srgbClr val="000000"/>
                </a:solidFill>
                <a:latin typeface="URW Palladio IT" pitchFamily="2" charset="0"/>
              </a:rPr>
              <a:t>Jïäna</a:t>
            </a:r>
            <a:r>
              <a:rPr lang="en-US" sz="2800" b="1" dirty="0" err="1">
                <a:latin typeface="URW Palladio IT" pitchFamily="2" charset="0"/>
              </a:rPr>
              <a:t>yogaślokasaṅgrahaḥ</a:t>
            </a:r>
            <a:r>
              <a:rPr lang="en-US" sz="2800" b="1" dirty="0">
                <a:latin typeface="URW Palladio IT" pitchFamily="2" charset="0"/>
              </a:rPr>
              <a:t> ||</a:t>
            </a:r>
          </a:p>
          <a:p>
            <a:pPr algn="ctr" eaLnBrk="1" hangingPunct="1"/>
            <a:r>
              <a:rPr lang="en-US" sz="2800" b="1" dirty="0">
                <a:latin typeface="URW Palladio IT" pitchFamily="2" charset="0"/>
              </a:rPr>
              <a:t>| </a:t>
            </a:r>
            <a:r>
              <a:rPr lang="en-US" sz="2800" b="1" dirty="0" err="1">
                <a:latin typeface="URW Palladio IT" pitchFamily="2" charset="0"/>
              </a:rPr>
              <a:t>hariḥ</a:t>
            </a:r>
            <a:r>
              <a:rPr lang="en-US" sz="2800" b="1" dirty="0">
                <a:latin typeface="URW Palladio IT" pitchFamily="2" charset="0"/>
              </a:rPr>
              <a:t> </a:t>
            </a:r>
            <a:r>
              <a:rPr lang="en-US" sz="2800" b="1" dirty="0" err="1">
                <a:latin typeface="URW Palladio IT" pitchFamily="2" charset="0"/>
              </a:rPr>
              <a:t>ōm</a:t>
            </a:r>
            <a:r>
              <a:rPr lang="en-US" sz="2800" b="1" dirty="0">
                <a:latin typeface="URW Palladio IT" pitchFamily="2" charset="0"/>
              </a:rPr>
              <a:t>̐ </a:t>
            </a:r>
            <a:r>
              <a:rPr lang="en-US" sz="2800" b="1" dirty="0" err="1">
                <a:latin typeface="URW Palladio IT" pitchFamily="2" charset="0"/>
              </a:rPr>
              <a:t>tatsat</a:t>
            </a:r>
            <a:r>
              <a:rPr lang="en-US" sz="2800" b="1" dirty="0">
                <a:latin typeface="URW Palladio IT" pitchFamily="2" charset="0"/>
              </a:rPr>
              <a:t> |</a:t>
            </a:r>
          </a:p>
          <a:p>
            <a:pPr algn="ctr" eaLnBrk="1" hangingPunct="1"/>
            <a:endParaRPr lang="en-US" sz="1050" b="1" dirty="0">
              <a:latin typeface="URW Palladio ITU" pitchFamily="2" charset="0"/>
            </a:endParaRPr>
          </a:p>
          <a:p>
            <a:pPr algn="ctr" eaLnBrk="1" hangingPunct="1">
              <a:spcBef>
                <a:spcPts val="3000"/>
              </a:spcBef>
            </a:pPr>
            <a:r>
              <a:rPr lang="kn-IN" sz="2800" b="1" dirty="0"/>
              <a:t>ಜ್ಞಾನಯೋಗ ಶ್ಲೋಕ ಸಂಗ್ರಹಃ ||</a:t>
            </a:r>
            <a:endParaRPr lang="en-US" sz="2800" b="1" dirty="0"/>
          </a:p>
          <a:p>
            <a:pPr algn="ctr" eaLnBrk="1" hangingPunct="1">
              <a:spcBef>
                <a:spcPts val="600"/>
              </a:spcBef>
            </a:pPr>
            <a:r>
              <a:rPr lang="kn-IN" sz="2800" b="1" dirty="0"/>
              <a:t>| ಹರಿಃ ಓಂ ತತ್ಸತ್ |</a:t>
            </a:r>
          </a:p>
          <a:p>
            <a:pPr eaLnBrk="1" hangingPunct="1">
              <a:spcBef>
                <a:spcPts val="2400"/>
              </a:spcBef>
            </a:pPr>
            <a:endParaRPr lang="en-US" b="1" dirty="0"/>
          </a:p>
          <a:p>
            <a:pPr eaLnBrk="1" hangingPunct="1">
              <a:spcBef>
                <a:spcPts val="2400"/>
              </a:spcBef>
            </a:pPr>
            <a:endParaRPr lang="en-US" b="1" dirty="0"/>
          </a:p>
        </p:txBody>
      </p:sp>
    </p:spTree>
    <p:extLst>
      <p:ext uri="{BB962C8B-B14F-4D97-AF65-F5344CB8AC3E}">
        <p14:creationId xmlns:p14="http://schemas.microsoft.com/office/powerpoint/2010/main" val="40162218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0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N" sz="24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sp>
        <p:nvSpPr>
          <p:cNvPr id="4" name="Rectangle 3"/>
          <p:cNvSpPr>
            <a:spLocks noChangeArrowheads="1"/>
          </p:cNvSpPr>
          <p:nvPr/>
        </p:nvSpPr>
        <p:spPr bwMode="auto">
          <a:xfrm>
            <a:off x="18393" y="971550"/>
            <a:ext cx="9144000" cy="277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5" tIns="45708" rIns="91415" bIns="45708">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hi-IN" sz="4000" b="1" i="0" u="none" strike="noStrike" kern="1200" cap="none" spc="0" normalizeH="0" baseline="0" noProof="0" dirty="0">
                <a:ln>
                  <a:noFill/>
                </a:ln>
                <a:solidFill>
                  <a:prstClr val="black"/>
                </a:solidFill>
                <a:effectLst/>
                <a:uLnTx/>
                <a:uFillTx/>
                <a:latin typeface="Sanskrit 2003" pitchFamily="2" charset="-78"/>
                <a:ea typeface="+mn-ea"/>
                <a:cs typeface="Sanskrit 2003" pitchFamily="2" charset="-78"/>
              </a:rPr>
              <a:t>श्रीकृष्णार्पणमस्तु</a:t>
            </a:r>
            <a:endParaRPr kumimoji="0" lang="hi-IN" sz="4000" b="1" i="0" u="none" strike="noStrike" kern="1200" cap="none" spc="0" normalizeH="0" baseline="0" noProof="0" dirty="0">
              <a:ln>
                <a:noFill/>
              </a:ln>
              <a:solidFill>
                <a:prstClr val="black"/>
              </a:solidFill>
              <a:effectLst/>
              <a:uLnTx/>
              <a:uFillTx/>
              <a:latin typeface="Calibri"/>
              <a:ea typeface="+mn-ea"/>
              <a:cs typeface="Sanskrit 2003" pitchFamily="2" charset="-78"/>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dirty="0" err="1">
                <a:ln>
                  <a:noFill/>
                </a:ln>
                <a:solidFill>
                  <a:prstClr val="black"/>
                </a:solidFill>
                <a:effectLst/>
                <a:uLnTx/>
                <a:uFillTx/>
                <a:latin typeface="URW Palladio IT" pitchFamily="2" charset="0"/>
                <a:ea typeface="+mn-ea"/>
                <a:cs typeface="+mn-cs"/>
              </a:rPr>
              <a:t>Śrīkr̥ṣṇārpaṇamastu</a:t>
            </a:r>
            <a:endParaRPr kumimoji="0" lang="en-US" sz="4000" b="1" i="0" u="none" strike="noStrike" kern="1200" cap="none" spc="0" normalizeH="0" baseline="0" noProof="0" dirty="0">
              <a:ln>
                <a:noFill/>
              </a:ln>
              <a:solidFill>
                <a:prstClr val="black"/>
              </a:solidFill>
              <a:effectLst/>
              <a:uLnTx/>
              <a:uFillTx/>
              <a:latin typeface="URW Palladio IT" pitchFamily="2" charset="0"/>
              <a:ea typeface="+mn-ea"/>
              <a:cs typeface="Times New Roman"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kn-IN" sz="4000" b="1" i="0" u="none" strike="noStrike" kern="1200" cap="none" spc="0" normalizeH="0" baseline="0" noProof="0" dirty="0">
                <a:ln>
                  <a:noFill/>
                </a:ln>
                <a:solidFill>
                  <a:prstClr val="black"/>
                </a:solidFill>
                <a:effectLst/>
                <a:uLnTx/>
                <a:uFillTx/>
                <a:latin typeface="Calibri"/>
                <a:ea typeface="+mn-ea"/>
              </a:rPr>
              <a:t>ಶ್ರೀ ಕೃಷ್ಣಾರ್ಪಣಮಸ್ತು</a:t>
            </a:r>
            <a:endParaRPr kumimoji="0" lang="en-US" sz="4000" b="1" i="0" u="none" strike="noStrike" kern="1200" cap="none" spc="0" normalizeH="0" baseline="0" noProof="0" dirty="0">
              <a:ln>
                <a:noFill/>
              </a:ln>
              <a:solidFill>
                <a:prstClr val="black"/>
              </a:solidFill>
              <a:effectLst/>
              <a:uLnTx/>
              <a:uFillTx/>
              <a:latin typeface="URW Palladio IT" pitchFamily="2" charset="0"/>
              <a:ea typeface="+mn-ea"/>
              <a:cs typeface="Times New Roman" pitchFamily="18" charset="0"/>
            </a:endParaRPr>
          </a:p>
        </p:txBody>
      </p:sp>
    </p:spTree>
    <p:extLst>
      <p:ext uri="{BB962C8B-B14F-4D97-AF65-F5344CB8AC3E}">
        <p14:creationId xmlns:p14="http://schemas.microsoft.com/office/powerpoint/2010/main" val="16932253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533400" y="4063614"/>
            <a:ext cx="7994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685800" y="2457460"/>
            <a:ext cx="7772400" cy="11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8800" b="1" i="1" dirty="0">
                <a:latin typeface="DFKai-SB" pitchFamily="65" charset="-120"/>
                <a:ea typeface="DFKai-SB" pitchFamily="65" charset="-120"/>
              </a:rPr>
              <a:t>ALL TOGETHER</a:t>
            </a:r>
            <a:endParaRPr lang="en-IN" sz="8800" b="1" i="1" dirty="0">
              <a:latin typeface="DFKai-SB" pitchFamily="65" charset="-120"/>
              <a:ea typeface="DFKai-SB" pitchFamily="65" charset="-120"/>
            </a:endParaRPr>
          </a:p>
          <a:p>
            <a:pPr eaLnBrk="1" hangingPunct="1"/>
            <a:endParaRPr lang="en-US" sz="8800" dirty="0">
              <a:solidFill>
                <a:prstClr val="black"/>
              </a:solidFill>
              <a:latin typeface="AGaramond Bold" pitchFamily="18" charset="0"/>
            </a:endParaRPr>
          </a:p>
        </p:txBody>
      </p:sp>
      <p:sp>
        <p:nvSpPr>
          <p:cNvPr id="6" name="Subtitle 2"/>
          <p:cNvSpPr txBox="1">
            <a:spLocks/>
          </p:cNvSpPr>
          <p:nvPr/>
        </p:nvSpPr>
        <p:spPr bwMode="auto">
          <a:xfrm>
            <a:off x="0" y="1085850"/>
            <a:ext cx="91440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340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496632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txBox="1">
            <a:spLocks/>
          </p:cNvSpPr>
          <p:nvPr/>
        </p:nvSpPr>
        <p:spPr>
          <a:xfrm>
            <a:off x="0" y="1200606"/>
            <a:ext cx="9144000" cy="3942905"/>
          </a:xfrm>
          <a:prstGeom prst="rect">
            <a:avLst/>
          </a:prstGeom>
        </p:spPr>
        <p:txBody>
          <a:bodyPr lIns="53184" tIns="26592" rIns="53184" bIns="26592"/>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1989300" marR="0" lvl="4" indent="-221033" algn="l" defTabSz="543152" rtl="0" eaLnBrk="1" fontAlgn="base" latinLnBrk="0" hangingPunct="1">
              <a:lnSpc>
                <a:spcPct val="100000"/>
              </a:lnSpc>
              <a:spcBef>
                <a:spcPct val="20000"/>
              </a:spcBef>
              <a:spcAft>
                <a:spcPct val="0"/>
              </a:spcAft>
              <a:buClrTx/>
              <a:buSzTx/>
              <a:buFont typeface="Arial" pitchFamily="34" charset="0"/>
              <a:buChar char="»"/>
              <a:tabLst/>
              <a:defRPr/>
            </a:pPr>
            <a:endParaRPr kumimoji="0" lang="en-US"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685800" rtl="0" eaLnBrk="0" fontAlgn="base" latinLnBrk="0" hangingPunct="0">
              <a:lnSpc>
                <a:spcPct val="100000"/>
              </a:lnSpc>
              <a:spcBef>
                <a:spcPct val="20000"/>
              </a:spcBef>
              <a:spcAft>
                <a:spcPct val="0"/>
              </a:spcAft>
              <a:buClrTx/>
              <a:buSzTx/>
              <a:buFont typeface="Arial" pitchFamily="34" charset="0"/>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Siddhanta</a:t>
            </a:r>
            <a:r>
              <a:rPr kumimoji="0" lang="en-US" sz="1800" b="1" i="0" u="none" strike="noStrike" kern="1200" cap="none" spc="0" normalizeH="0" baseline="0" noProof="0" dirty="0">
                <a:ln>
                  <a:noFill/>
                </a:ln>
                <a:solidFill>
                  <a:srgbClr val="FF0000"/>
                </a:solidFill>
                <a:effectLst/>
                <a:uLnTx/>
                <a:uFillTx/>
                <a:latin typeface="Calibri"/>
                <a:ea typeface="+mn-ea"/>
                <a:cs typeface="+mn-cs"/>
              </a:rPr>
              <a:t> </a:t>
            </a:r>
            <a:r>
              <a:rPr kumimoji="0" lang="en-US" sz="1800" b="1" i="0" u="none" strike="noStrike" kern="1200" cap="none" spc="0" normalizeH="0" baseline="0" noProof="0" dirty="0" err="1">
                <a:ln>
                  <a:noFill/>
                </a:ln>
                <a:solidFill>
                  <a:srgbClr val="FF0000"/>
                </a:solidFill>
                <a:effectLst/>
                <a:uLnTx/>
                <a:uFillTx/>
                <a:latin typeface="Calibri"/>
                <a:ea typeface="+mn-ea"/>
                <a:cs typeface="+mn-cs"/>
              </a:rPr>
              <a:t>Tulasi</a:t>
            </a:r>
            <a:r>
              <a:rPr kumimoji="0" lang="en-US" sz="1800" b="1" i="0" u="none" strike="noStrike" kern="1200" cap="none" spc="0" normalizeH="0" baseline="0" noProof="0" dirty="0">
                <a:ln>
                  <a:noFill/>
                </a:ln>
                <a:solidFill>
                  <a:srgbClr val="FF0000"/>
                </a:solidFill>
                <a:effectLst/>
                <a:uLnTx/>
                <a:uFillTx/>
                <a:latin typeface="Calibri"/>
                <a:ea typeface="+mn-ea"/>
                <a:cs typeface="+mn-cs"/>
              </a:rPr>
              <a:t>’</a:t>
            </a:r>
            <a:endParaRPr kumimoji="0" lang="en-US" sz="1800" b="1" i="0" u="sng" strike="noStrike" kern="1200" cap="none" spc="0" normalizeH="0" baseline="0" noProof="0" dirty="0">
              <a:ln>
                <a:noFill/>
              </a:ln>
              <a:solidFill>
                <a:srgbClr val="FF0000"/>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Parivrajakacharya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Pramukh</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a:t>
            </a:r>
            <a:r>
              <a:rPr kumimoji="0" lang="en-US" sz="1500" b="0" i="0" u="none" strike="noStrike" kern="1200" cap="none" spc="0" normalizeH="0" baseline="0" noProof="0" dirty="0" err="1">
                <a:ln>
                  <a:noFill/>
                </a:ln>
                <a:solidFill>
                  <a:prstClr val="black"/>
                </a:solidFill>
                <a:effectLst/>
                <a:uLnTx/>
                <a:uFillTx/>
                <a:latin typeface="Calibri"/>
                <a:ea typeface="+mn-ea"/>
                <a:cs typeface="+mn-cs"/>
              </a:rPr>
              <a:t>Acharya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Ratna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Siddhanta</a:t>
            </a:r>
            <a:r>
              <a:rPr kumimoji="0" lang="en-US" sz="1500" b="0" i="0" u="none" strike="noStrike" kern="1200" cap="none" spc="0" normalizeH="0" baseline="0" noProof="0" dirty="0">
                <a:ln>
                  <a:noFill/>
                </a:ln>
                <a:solidFill>
                  <a:prstClr val="black"/>
                </a:solidFill>
                <a:effectLst/>
                <a:uLnTx/>
                <a:uFillTx/>
                <a:latin typeface="Calibri"/>
                <a:ea typeface="+mn-ea"/>
                <a:cs typeface="+mn-cs"/>
              </a:rPr>
              <a:t>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Shikhamani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“Vivekananda Award for excellence in propagating human values among the youth”.</a:t>
            </a:r>
            <a:endParaRPr kumimoji="0" lang="en-US" sz="1500" b="1" i="0" u="sng" strike="noStrike" kern="1200" cap="none" spc="0" normalizeH="0" baseline="0" noProof="0" dirty="0">
              <a:ln>
                <a:noFill/>
              </a:ln>
              <a:solidFill>
                <a:prstClr val="black"/>
              </a:solidFill>
              <a:effectLst/>
              <a:uLnTx/>
              <a:uFillTx/>
              <a:latin typeface="Calibri"/>
              <a:ea typeface="+mn-ea"/>
              <a:cs typeface="+mn-cs"/>
            </a:endParaRPr>
          </a:p>
          <a:p>
            <a:pPr marL="718358" marR="0" lvl="1" indent="-276292" algn="l" defTabSz="685800" rtl="0" eaLnBrk="0" fontAlgn="base" latinLnBrk="0" hangingPunct="0">
              <a:lnSpc>
                <a:spcPct val="100000"/>
              </a:lnSpc>
              <a:spcBef>
                <a:spcPct val="20000"/>
              </a:spcBef>
              <a:spcAft>
                <a:spcPct val="0"/>
              </a:spcAft>
              <a:buClrTx/>
              <a:buSzTx/>
              <a:buFont typeface="Wingdings" pitchFamily="2" charset="2"/>
              <a:buChar char="q"/>
              <a:tabLst/>
              <a:defRPr/>
            </a:pPr>
            <a:r>
              <a:rPr kumimoji="0" lang="en-US" sz="1500" b="1" i="0" u="sng" strike="noStrike" kern="1200" cap="none" spc="0" normalizeH="0" baseline="0" noProof="0" dirty="0">
                <a:ln>
                  <a:noFill/>
                </a:ln>
                <a:solidFill>
                  <a:prstClr val="black"/>
                </a:solidFill>
                <a:effectLst/>
                <a:uLnTx/>
                <a:uFillTx/>
                <a:latin typeface="Calibri"/>
                <a:ea typeface="+mn-ea"/>
                <a:cs typeface="+mn-cs"/>
              </a:rPr>
              <a:t>Books-</a:t>
            </a:r>
            <a:r>
              <a:rPr kumimoji="0" lang="en-US" sz="1500" b="0" i="0" u="none" strike="noStrike" kern="1200" cap="none" spc="0" normalizeH="0" baseline="0" noProof="0" dirty="0">
                <a:ln>
                  <a:noFill/>
                </a:ln>
                <a:solidFill>
                  <a:prstClr val="black"/>
                </a:solidFill>
                <a:effectLst/>
                <a:uLnTx/>
                <a:uFillTx/>
                <a:latin typeface="Calibri"/>
                <a:ea typeface="+mn-ea"/>
                <a:cs typeface="+mn-cs"/>
              </a:rPr>
              <a:t> Gita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Darshan</a:t>
            </a:r>
            <a:r>
              <a:rPr kumimoji="0" lang="en-US" sz="1500" b="0" i="0" u="none" strike="noStrike" kern="1200" cap="none" spc="0" normalizeH="0" baseline="0" noProof="0" dirty="0">
                <a:ln>
                  <a:noFill/>
                </a:ln>
                <a:solidFill>
                  <a:prstClr val="black"/>
                </a:solidFill>
                <a:effectLst/>
                <a:uLnTx/>
                <a:uFillTx/>
                <a:latin typeface="Calibri"/>
                <a:ea typeface="+mn-ea"/>
                <a:cs typeface="+mn-cs"/>
              </a:rPr>
              <a:t>, Swami Vivekananda-The Man of Letters &amp; more than 25 books on culture, philosophy &amp; education.</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–Vivekananda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Gurukul</a:t>
            </a:r>
            <a:r>
              <a:rPr kumimoji="0" lang="en-US" sz="1500" b="0" i="0" u="none" strike="noStrike" kern="1200" cap="none" spc="0" normalizeH="0" baseline="0" noProof="0" dirty="0">
                <a:ln>
                  <a:noFill/>
                </a:ln>
                <a:solidFill>
                  <a:prstClr val="black"/>
                </a:solidFill>
                <a:effectLst/>
                <a:uLnTx/>
                <a:uFillTx/>
                <a:latin typeface="Calibri"/>
                <a:ea typeface="+mn-ea"/>
                <a:cs typeface="+mn-cs"/>
              </a:rPr>
              <a:t>-Autonomous PG College, Madurai</a:t>
            </a:r>
          </a:p>
          <a:p>
            <a:pPr marL="211660" marR="0" lvl="1" indent="-21166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Ex-Principal- National Defense Academy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Pune</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Chairman, Academic Council, Vivekananda Educational Society, Chennai.</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President, Vivekananda Academy of Cultural studies, </a:t>
            </a:r>
            <a:r>
              <a:rPr kumimoji="0" lang="en-US" sz="1500" b="0" i="0" u="none" strike="noStrike" kern="1200" cap="none" spc="0" normalizeH="0" baseline="0" noProof="0" dirty="0" err="1">
                <a:ln>
                  <a:noFill/>
                </a:ln>
                <a:solidFill>
                  <a:prstClr val="black"/>
                </a:solidFill>
                <a:effectLst/>
                <a:uLnTx/>
                <a:uFillTx/>
                <a:latin typeface="Calibri"/>
                <a:ea typeface="+mn-ea"/>
                <a:cs typeface="+mn-cs"/>
              </a:rPr>
              <a:t>Kanyakumari</a:t>
            </a:r>
            <a:r>
              <a:rPr kumimoji="0" lang="en-US" sz="1500" b="0" i="0" u="none" strike="noStrike" kern="1200" cap="none" spc="0" normalizeH="0" baseline="0" noProof="0" dirty="0">
                <a:ln>
                  <a:noFill/>
                </a:ln>
                <a:solidFill>
                  <a:prstClr val="black"/>
                </a:solidFill>
                <a:effectLst/>
                <a:uLnTx/>
                <a:uFillTx/>
                <a:latin typeface="Calibri"/>
                <a:ea typeface="+mn-ea"/>
                <a:cs typeface="+mn-cs"/>
              </a:rPr>
              <a:t>.</a:t>
            </a:r>
          </a:p>
          <a:p>
            <a:pPr marL="331550" marR="0" lvl="0" indent="-331550" algn="l" defTabSz="685800" rtl="0" eaLnBrk="0" fontAlgn="base" latinLnBrk="0" hangingPunct="0">
              <a:lnSpc>
                <a:spcPct val="100000"/>
              </a:lnSpc>
              <a:spcBef>
                <a:spcPct val="20000"/>
              </a:spcBef>
              <a:spcAft>
                <a:spcPct val="0"/>
              </a:spcAft>
              <a:buClrTx/>
              <a:buSzTx/>
              <a:buFont typeface="Arial"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mn-cs"/>
              </a:rPr>
              <a:t>His lectures are broadcast on AIR, TV and available in YouTube </a:t>
            </a:r>
          </a:p>
        </p:txBody>
      </p:sp>
      <p:sp>
        <p:nvSpPr>
          <p:cNvPr id="4" name="Title 1"/>
          <p:cNvSpPr txBox="1">
            <a:spLocks/>
          </p:cNvSpPr>
          <p:nvPr/>
        </p:nvSpPr>
        <p:spPr>
          <a:xfrm>
            <a:off x="2362200" y="209550"/>
            <a:ext cx="4686300" cy="1108535"/>
          </a:xfrm>
          <a:prstGeom prst="rect">
            <a:avLst/>
          </a:prstGeom>
        </p:spPr>
        <p:txBody>
          <a:bodyPr lIns="53184" tIns="26592" rIns="53184" bIns="26592"/>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1" u="none" strike="noStrike" kern="1200" cap="none" spc="0" normalizeH="0" baseline="0" noProof="0" dirty="0">
                <a:ln>
                  <a:noFill/>
                </a:ln>
                <a:solidFill>
                  <a:prstClr val="black"/>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Dr.Kambhampati</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r>
              <a:rPr kumimoji="0" lang="en-US" sz="1725" b="1" i="0" u="none" strike="noStrike" kern="1200" cap="none" spc="0" normalizeH="0" baseline="0" noProof="0" dirty="0" err="1">
                <a:ln>
                  <a:noFill/>
                </a:ln>
                <a:solidFill>
                  <a:srgbClr val="F79646">
                    <a:lumMod val="75000"/>
                  </a:srgbClr>
                </a:solidFill>
                <a:effectLst/>
                <a:uLnTx/>
                <a:uFillTx/>
                <a:latin typeface="Calibri"/>
                <a:ea typeface="+mj-ea"/>
                <a:cs typeface="+mj-cs"/>
              </a:rPr>
              <a:t>Subrahmanyam</a:t>
            </a:r>
            <a:r>
              <a:rPr kumimoji="0" lang="en-US" sz="1725" b="1" i="0" u="none" strike="noStrike" kern="1200" cap="none" spc="0" normalizeH="0" baseline="0" noProof="0" dirty="0">
                <a:ln>
                  <a:noFill/>
                </a:ln>
                <a:solidFill>
                  <a:srgbClr val="F79646">
                    <a:lumMod val="75000"/>
                  </a:srgbClr>
                </a:solidFill>
                <a:effectLst/>
                <a:uLnTx/>
                <a:uFillTx/>
                <a:latin typeface="Calibri"/>
                <a:ea typeface="+mj-ea"/>
                <a:cs typeface="+mj-cs"/>
              </a:rPr>
              <a:t> </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0" i="0" u="none" strike="noStrike" kern="1200" cap="none" spc="0" normalizeH="0" baseline="0" noProof="0" dirty="0">
                <a:ln>
                  <a:noFill/>
                </a:ln>
                <a:solidFill>
                  <a:prstClr val="black"/>
                </a:solidFill>
                <a:effectLst/>
                <a:uLnTx/>
                <a:uFillTx/>
                <a:latin typeface="Calibri"/>
                <a:ea typeface="+mj-ea"/>
                <a:cs typeface="+mj-cs"/>
              </a:rPr>
              <a:t>MA(Eng), MA (Phil.), PhD</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prstClr val="black"/>
                </a:solidFill>
                <a:effectLst/>
                <a:uLnTx/>
                <a:uFillTx/>
                <a:latin typeface="Calibri"/>
                <a:ea typeface="+mj-ea"/>
                <a:cs typeface="+mj-cs"/>
              </a:rPr>
              <a:t>Pro-Chancellor, S-VYASA University</a:t>
            </a:r>
          </a:p>
          <a:p>
            <a:pPr marL="0" marR="0" lvl="0" indent="0" algn="ctr" defTabSz="543152" rtl="0" eaLnBrk="1" fontAlgn="base" latinLnBrk="0" hangingPunct="1">
              <a:lnSpc>
                <a:spcPct val="100000"/>
              </a:lnSpc>
              <a:spcBef>
                <a:spcPct val="0"/>
              </a:spcBef>
              <a:spcAft>
                <a:spcPct val="0"/>
              </a:spcAft>
              <a:buClrTx/>
              <a:buSzTx/>
              <a:buFontTx/>
              <a:buNone/>
              <a:tabLst/>
              <a:defRPr/>
            </a:pPr>
            <a:r>
              <a:rPr kumimoji="0" lang="en-US" sz="1725" b="1" i="0" u="none" strike="noStrike" kern="1200" cap="none" spc="0" normalizeH="0" baseline="0" noProof="0" dirty="0">
                <a:ln>
                  <a:noFill/>
                </a:ln>
                <a:solidFill>
                  <a:srgbClr val="F79646">
                    <a:lumMod val="50000"/>
                  </a:srgbClr>
                </a:solidFill>
                <a:effectLst/>
                <a:uLnTx/>
                <a:uFillTx/>
                <a:latin typeface="Calibri"/>
                <a:ea typeface="+mj-ea"/>
                <a:cs typeface="+mj-cs"/>
              </a:rPr>
              <a:t>Awards &amp; Titles</a:t>
            </a:r>
            <a:endParaRPr kumimoji="0" lang="en-US" sz="1725" b="0" i="0" u="none" strike="noStrike" kern="1200" cap="none" spc="0" normalizeH="0" baseline="0" noProof="0" dirty="0">
              <a:ln>
                <a:noFill/>
              </a:ln>
              <a:solidFill>
                <a:prstClr val="black"/>
              </a:solidFill>
              <a:effectLst/>
              <a:uLnTx/>
              <a:uFillTx/>
              <a:latin typeface="Calibri"/>
              <a:ea typeface="+mj-ea"/>
              <a:cs typeface="+mj-cs"/>
            </a:endParaRPr>
          </a:p>
        </p:txBody>
      </p:sp>
      <p:pic>
        <p:nvPicPr>
          <p:cNvPr id="6" name="Picture 5" descr="F:\Profiles\subrahmanyam copy.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4310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7215137"/>
      </p:ext>
    </p:extLst>
  </p:cSld>
  <p:clrMapOvr>
    <a:overrideClrMapping bg1="lt1" tx1="dk1" bg2="lt2" tx2="dk2" accent1="accent1" accent2="accent2" accent3="accent3" accent4="accent4" accent5="accent5" accent6="accent6" hlink="hlink" folHlink="folHlink"/>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5"/>
          <a:stretch>
            <a:fillRect/>
          </a:stretch>
        </p:blipFill>
        <p:spPr>
          <a:xfrm>
            <a:off x="0" y="0"/>
            <a:ext cx="9144000" cy="5143500"/>
          </a:xfrm>
          <a:prstGeom prst="rect">
            <a:avLst/>
          </a:prstGeom>
        </p:spPr>
      </p:pic>
      <p:pic>
        <p:nvPicPr>
          <p:cNvPr id="2" name="om medit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001000" y="209550"/>
            <a:ext cx="609600" cy="609600"/>
          </a:xfrm>
          <a:prstGeom prst="rect">
            <a:avLst/>
          </a:prstGeom>
        </p:spPr>
      </p:pic>
    </p:spTree>
    <p:extLst>
      <p:ext uri="{BB962C8B-B14F-4D97-AF65-F5344CB8AC3E}">
        <p14:creationId xmlns:p14="http://schemas.microsoft.com/office/powerpoint/2010/main" val="126790475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endCondLst>
                    <p:cond evt="onStopAudio" delay="0">
                      <p:tgtEl>
                        <p:sldTgt/>
                      </p:tgtEl>
                    </p:cond>
                  </p:endCondLst>
                </p:cTn>
                <p:tgtEl>
                  <p:spTgt spid="2"/>
                </p:tgtEl>
              </p:cMediaNode>
            </p:video>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133350"/>
            <a:ext cx="6172200" cy="857249"/>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824871"/>
            <a:ext cx="9144000" cy="4231339"/>
          </a:xfrm>
          <a:prstGeom prst="rect">
            <a:avLst/>
          </a:prstGeom>
        </p:spPr>
        <p:txBody>
          <a:bodyPr lIns="53186" tIns="26594" rIns="53186" bIns="26594">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Astae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sdœ</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tmsae</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ma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JyaeitgRmy</a:t>
            </a:r>
            <a:r>
              <a:rPr kumimoji="0" lang="en-IN" sz="1950"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m&amp;TyaemaR</a:t>
            </a: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Am&amp;t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&lt;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gmy</a:t>
            </a:r>
            <a:endParaRPr kumimoji="0" lang="en-IN" sz="1950"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Sanskrit 99"/>
                <a:ea typeface="+mn-ea"/>
                <a:cs typeface="+mn-cs"/>
              </a:rPr>
              <a: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 </a:t>
            </a:r>
            <a:r>
              <a:rPr kumimoji="0" lang="en-IN" sz="1950"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1950"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Asato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sad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Tamaso</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jyotirgamaya</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Måtyormä</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amåtaì</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gamaya</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1950"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1950"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1950"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1950"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195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Let us move from unreality to reality, from darkness to light &amp; from mortality to immortality.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1950"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1950"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1950"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1950" b="1" i="0" u="none" strike="noStrike" kern="1200" cap="none" spc="0" normalizeH="0" baseline="0" noProof="0" dirty="0">
              <a:ln>
                <a:noFill/>
              </a:ln>
              <a:solidFill>
                <a:srgbClr val="000000"/>
              </a:solidFill>
              <a:effectLst/>
              <a:uLnTx/>
              <a:uFillTx/>
              <a:latin typeface="URW Palladio IT"/>
              <a:ea typeface="+mn-ea"/>
              <a:cs typeface="+mn-cs"/>
            </a:endParaRPr>
          </a:p>
        </p:txBody>
      </p:sp>
    </p:spTree>
    <p:extLst>
      <p:ext uri="{BB962C8B-B14F-4D97-AF65-F5344CB8AC3E}">
        <p14:creationId xmlns:p14="http://schemas.microsoft.com/office/powerpoint/2010/main" val="1097977873"/>
      </p:ext>
    </p:extLst>
  </p:cSld>
  <p:clrMapOvr>
    <a:overrideClrMapping bg1="lt1" tx1="dk1" bg2="lt2" tx2="dk2" accent1="accent1" accent2="accent2" accent3="accent3" accent4="accent4" accent5="accent5" accent6="accent6" hlink="hlink" folHlink="folHlink"/>
  </p:clrMapOvr>
  <p:transition/>
</p:sld>
</file>

<file path=ppt/slides/slide10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485900" y="0"/>
            <a:ext cx="6172200" cy="765444"/>
          </a:xfrm>
          <a:prstGeom prst="rect">
            <a:avLst/>
          </a:prstGeom>
        </p:spPr>
        <p:txBody>
          <a:bodyPr lIns="53186" tIns="26594" rIns="53186" bIns="26594"/>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marL="0" marR="0" lvl="0" indent="0" algn="ctr" defTabSz="543177" rtl="0" eaLnBrk="0" fontAlgn="base" latinLnBrk="0" hangingPunct="0">
              <a:lnSpc>
                <a:spcPct val="100000"/>
              </a:lnSpc>
              <a:spcBef>
                <a:spcPct val="0"/>
              </a:spcBef>
              <a:spcAft>
                <a:spcPct val="0"/>
              </a:spcAft>
              <a:buClrTx/>
              <a:buSzTx/>
              <a:buFontTx/>
              <a:buNone/>
              <a:tabLst/>
              <a:defRPr/>
            </a:pPr>
            <a:r>
              <a:rPr kumimoji="0" lang="en-IN" sz="4275" b="0" i="0" u="none" strike="noStrike" kern="1200" cap="none" spc="0" normalizeH="0" baseline="0" noProof="0" dirty="0" err="1">
                <a:ln>
                  <a:noFill/>
                </a:ln>
                <a:solidFill>
                  <a:srgbClr val="000000"/>
                </a:solidFill>
                <a:effectLst/>
                <a:uLnTx/>
                <a:uFillTx/>
                <a:latin typeface="Sanskrit 99"/>
                <a:ea typeface="+mj-ea"/>
                <a:cs typeface="+mj-cs"/>
              </a:rPr>
              <a:t>zaiNt</a:t>
            </a:r>
            <a:r>
              <a:rPr kumimoji="0" lang="en-IN" sz="4275" b="0" i="0" u="none" strike="noStrike" kern="1200" cap="none" spc="0" normalizeH="0" baseline="0" noProof="0" dirty="0">
                <a:ln>
                  <a:noFill/>
                </a:ln>
                <a:solidFill>
                  <a:srgbClr val="000000"/>
                </a:solidFill>
                <a:effectLst/>
                <a:uLnTx/>
                <a:uFillTx/>
                <a:latin typeface="Sanskrit 99"/>
                <a:ea typeface="+mj-ea"/>
                <a:cs typeface="+mj-cs"/>
              </a:rPr>
              <a:t> m&lt;Ç</a:t>
            </a:r>
            <a:endParaRPr kumimoji="0" lang="en-IN" sz="4275" b="0" i="0" u="none" strike="noStrike" kern="1200" cap="none" spc="0" normalizeH="0" baseline="0" noProof="0" dirty="0">
              <a:ln>
                <a:noFill/>
              </a:ln>
              <a:solidFill>
                <a:prstClr val="black"/>
              </a:solidFill>
              <a:effectLst/>
              <a:uLnTx/>
              <a:uFillTx/>
              <a:latin typeface="Calibri"/>
              <a:ea typeface="+mj-ea"/>
              <a:cs typeface="+mj-cs"/>
            </a:endParaRPr>
          </a:p>
        </p:txBody>
      </p:sp>
      <p:sp>
        <p:nvSpPr>
          <p:cNvPr id="3" name="Content Placeholder 2"/>
          <p:cNvSpPr txBox="1">
            <a:spLocks/>
          </p:cNvSpPr>
          <p:nvPr/>
        </p:nvSpPr>
        <p:spPr>
          <a:xfrm>
            <a:off x="0" y="950982"/>
            <a:ext cx="9144000" cy="4192519"/>
          </a:xfrm>
          <a:prstGeom prst="rect">
            <a:avLst/>
          </a:prstGeom>
        </p:spPr>
        <p:txBody>
          <a:bodyPr lIns="53186" tIns="26594" rIns="53186" bIns="26594">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suion</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inramya</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sveR</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ÉÔai</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pZyNtu</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 ma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kiít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Ê&gt;</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oÉag</a:t>
            </a: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Évet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Sanskrit 99"/>
                <a:ea typeface="+mn-ea"/>
                <a:cs typeface="+mn-cs"/>
              </a:rPr>
              <a: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 </a:t>
            </a:r>
            <a:r>
              <a:rPr kumimoji="0" lang="en-IN" sz="3075" b="0" i="0" u="none" strike="noStrike" kern="1200" cap="none" spc="0" normalizeH="0" baseline="0" noProof="0" dirty="0" err="1">
                <a:ln>
                  <a:noFill/>
                </a:ln>
                <a:solidFill>
                  <a:srgbClr val="000000"/>
                </a:solidFill>
                <a:effectLst/>
                <a:uLnTx/>
                <a:uFillTx/>
                <a:latin typeface="Sanskrit 99"/>
                <a:ea typeface="+mn-ea"/>
                <a:cs typeface="+mn-cs"/>
              </a:rPr>
              <a:t>zaiNt</a:t>
            </a:r>
            <a:r>
              <a:rPr kumimoji="0" lang="en-IN" sz="3075" b="0" i="0" u="none" strike="noStrike" kern="1200" cap="none" spc="0" normalizeH="0" baseline="0" noProof="0" dirty="0">
                <a:ln>
                  <a:noFill/>
                </a:ln>
                <a:solidFill>
                  <a:srgbClr val="000000"/>
                </a:solidFill>
                <a:effectLst/>
                <a:uLnTx/>
                <a:uFillTx/>
                <a:latin typeface="Sanskrit 99"/>
                <a:ea typeface="+mn-ea"/>
                <a:cs typeface="+mn-cs"/>
              </a:rPr>
              <a:t>&gt;.</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US" sz="3075" b="0" i="0" u="none" strike="noStrike" kern="1200" cap="none" spc="0" normalizeH="0" baseline="0" noProof="0" dirty="0">
              <a:ln>
                <a:noFill/>
              </a:ln>
              <a:solidFill>
                <a:srgbClr val="000000"/>
              </a:solidFill>
              <a:effectLst/>
              <a:uLnTx/>
              <a:uFillTx/>
              <a:latin typeface="Sanskrit 99"/>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sukhinaù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nirämayäù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Sarve</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bhadräëi</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paçyantu</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mä</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kaçcit</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duùkhabhäg</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bhavet</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IN" sz="3075" b="0" i="0" u="none" strike="noStrike" kern="1200" cap="none" spc="0" normalizeH="0" baseline="0" noProof="0" dirty="0">
                <a:ln>
                  <a:noFill/>
                </a:ln>
                <a:solidFill>
                  <a:srgbClr val="000000"/>
                </a:solidFill>
                <a:effectLst/>
                <a:uLnTx/>
                <a:uFillTx/>
                <a:latin typeface="URW Palladio IT"/>
                <a:ea typeface="+mn-ea"/>
                <a:cs typeface="+mn-cs"/>
              </a:rPr>
              <a:t>Om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r>
              <a:rPr kumimoji="0" lang="en-IN" sz="3075" b="0" i="0" u="none" strike="noStrike" kern="1200" cap="none" spc="0" normalizeH="0" baseline="0" noProof="0" dirty="0">
                <a:ln>
                  <a:noFill/>
                </a:ln>
                <a:solidFill>
                  <a:srgbClr val="000000"/>
                </a:solidFill>
                <a:effectLst/>
                <a:uLnTx/>
                <a:uFillTx/>
                <a:latin typeface="URW Palladio IT"/>
                <a:ea typeface="+mn-ea"/>
                <a:cs typeface="+mn-cs"/>
              </a:rPr>
              <a:t> </a:t>
            </a:r>
            <a:r>
              <a:rPr kumimoji="0" lang="en-IN" sz="3075" b="0" i="0" u="none" strike="noStrike" kern="1200" cap="none" spc="0" normalizeH="0" baseline="0" noProof="0" dirty="0" err="1">
                <a:ln>
                  <a:noFill/>
                </a:ln>
                <a:solidFill>
                  <a:srgbClr val="000000"/>
                </a:solidFill>
                <a:effectLst/>
                <a:uLnTx/>
                <a:uFillTx/>
                <a:latin typeface="URW Palladio IT"/>
                <a:ea typeface="+mn-ea"/>
                <a:cs typeface="+mn-cs"/>
              </a:rPr>
              <a:t>çäntiù</a:t>
            </a: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endParaRPr kumimoji="0" lang="en-IN" sz="3075" b="0" i="0" u="none" strike="noStrike" kern="1200" cap="none" spc="0" normalizeH="0" baseline="0" noProof="0" dirty="0">
              <a:ln>
                <a:noFill/>
              </a:ln>
              <a:solidFill>
                <a:srgbClr val="000000"/>
              </a:solidFill>
              <a:effectLst/>
              <a:uLnTx/>
              <a:uFillTx/>
              <a:latin typeface="URW Palladio IT"/>
              <a:ea typeface="+mn-ea"/>
              <a:cs typeface="+mn-cs"/>
            </a:endParaRP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May all be happy. May all be free from diseases. May all see things auspicious. May none be subjected to misery.</a:t>
            </a:r>
          </a:p>
          <a:p>
            <a:pPr marL="0" marR="0" lvl="0" indent="0" algn="ctr" defTabSz="543177" rtl="0" eaLnBrk="0" fontAlgn="base" latinLnBrk="0" hangingPunct="0">
              <a:lnSpc>
                <a:spcPct val="100000"/>
              </a:lnSpc>
              <a:spcBef>
                <a:spcPct val="20000"/>
              </a:spcBef>
              <a:spcAft>
                <a:spcPct val="0"/>
              </a:spcAft>
              <a:buClrTx/>
              <a:buSzTx/>
              <a:buFont typeface="Arial" pitchFamily="34" charset="0"/>
              <a:buNone/>
              <a:tabLst/>
              <a:defRPr/>
            </a:pPr>
            <a:r>
              <a:rPr kumimoji="0" lang="en-US" sz="3075" b="1" i="0" u="none" strike="noStrike" kern="1200" cap="none" spc="0" normalizeH="0" baseline="0" noProof="0" dirty="0">
                <a:ln>
                  <a:noFill/>
                </a:ln>
                <a:solidFill>
                  <a:srgbClr val="000000"/>
                </a:solidFill>
                <a:effectLst/>
                <a:uLnTx/>
                <a:uFillTx/>
                <a:latin typeface="URW Palladio IT"/>
                <a:ea typeface="+mn-ea"/>
                <a:cs typeface="+mn-cs"/>
              </a:rPr>
              <a:t>Om Peace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 </a:t>
            </a:r>
            <a:r>
              <a:rPr kumimoji="0" lang="en-US" sz="3075" b="1" i="0" u="none" strike="noStrike" kern="1200" cap="none" spc="0" normalizeH="0" baseline="0" noProof="0" dirty="0" err="1">
                <a:ln>
                  <a:noFill/>
                </a:ln>
                <a:solidFill>
                  <a:srgbClr val="000000"/>
                </a:solidFill>
                <a:effectLst/>
                <a:uLnTx/>
                <a:uFillTx/>
                <a:latin typeface="URW Palladio IT"/>
                <a:ea typeface="+mn-ea"/>
                <a:cs typeface="+mn-cs"/>
              </a:rPr>
              <a:t>Peace</a:t>
            </a:r>
            <a:r>
              <a:rPr kumimoji="0" lang="en-US" sz="3075" b="1" i="0" u="none" strike="noStrike" kern="1200" cap="none" spc="0" normalizeH="0" baseline="0" noProof="0" dirty="0">
                <a:ln>
                  <a:noFill/>
                </a:ln>
                <a:solidFill>
                  <a:srgbClr val="000000"/>
                </a:solidFill>
                <a:effectLst/>
                <a:uLnTx/>
                <a:uFillTx/>
                <a:latin typeface="URW Palladio IT"/>
                <a:ea typeface="+mn-ea"/>
                <a:cs typeface="+mn-cs"/>
              </a:rPr>
              <a:t>!</a:t>
            </a:r>
            <a:endParaRPr kumimoji="0" lang="en-IN" sz="3075" b="1" i="0" u="none" strike="noStrike" kern="1200" cap="none" spc="0" normalizeH="0" baseline="0" noProof="0" dirty="0">
              <a:ln>
                <a:noFill/>
              </a:ln>
              <a:solidFill>
                <a:srgbClr val="000000"/>
              </a:solidFill>
              <a:effectLst/>
              <a:uLnTx/>
              <a:uFillTx/>
              <a:latin typeface="Sanskrit 99"/>
              <a:ea typeface="+mn-ea"/>
              <a:cs typeface="+mn-cs"/>
            </a:endParaRPr>
          </a:p>
        </p:txBody>
      </p:sp>
    </p:spTree>
    <p:extLst>
      <p:ext uri="{BB962C8B-B14F-4D97-AF65-F5344CB8AC3E}">
        <p14:creationId xmlns:p14="http://schemas.microsoft.com/office/powerpoint/2010/main" val="120228964"/>
      </p:ext>
    </p:extLst>
  </p:cSld>
  <p:clrMapOvr>
    <a:overrideClrMapping bg1="lt1" tx1="dk1" bg2="lt2" tx2="dk2" accent1="accent1" accent2="accent2" accent3="accent3" accent4="accent4" accent5="accent5" accent6="accent6" hlink="hlink" folHlink="folHlink"/>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92500" lnSpcReduction="20000"/>
          </a:bodyPr>
          <a:lstStyle/>
          <a:p>
            <a:pPr algn="ctr">
              <a:buNone/>
            </a:pPr>
            <a:endParaRPr lang="en-IN" sz="2800" dirty="0">
              <a:latin typeface="Sanskrit 99" pitchFamily="2" charset="0"/>
            </a:endParaRPr>
          </a:p>
          <a:p>
            <a:pPr algn="ctr">
              <a:buNone/>
            </a:pPr>
            <a:r>
              <a:rPr lang="en-IN" sz="2800" dirty="0" err="1">
                <a:latin typeface="Sanskrit 99" pitchFamily="2" charset="0"/>
              </a:rPr>
              <a:t>jn</a:t>
            </a:r>
            <a:r>
              <a:rPr lang="en-IN" sz="2800" dirty="0">
                <a:latin typeface="Sanskrit 99" pitchFamily="2" charset="0"/>
              </a:rPr>
              <a:t> g[ </a:t>
            </a:r>
            <a:r>
              <a:rPr lang="en-IN" sz="2800" dirty="0" err="1">
                <a:latin typeface="Sanskrit 99" pitchFamily="2" charset="0"/>
              </a:rPr>
              <a:t>mn</a:t>
            </a:r>
            <a:r>
              <a:rPr lang="en-IN" sz="2800" dirty="0">
                <a:latin typeface="Sanskrit 99" pitchFamily="2" charset="0"/>
              </a:rPr>
              <a:t> </a:t>
            </a:r>
            <a:r>
              <a:rPr lang="en-IN" sz="2800" dirty="0" err="1">
                <a:latin typeface="Sanskrit 99" pitchFamily="2" charset="0"/>
              </a:rPr>
              <a:t>Aixnayk</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pÃav</a:t>
            </a:r>
            <a:r>
              <a:rPr lang="en-IN" sz="2800" dirty="0">
                <a:latin typeface="Sanskrit 99" pitchFamily="2" charset="0"/>
              </a:rPr>
              <a:t> </a:t>
            </a:r>
            <a:r>
              <a:rPr lang="en-IN" sz="2800" dirty="0" err="1">
                <a:latin typeface="Sanskrit 99" pitchFamily="2" charset="0"/>
              </a:rPr>
              <a:t>isNxu</a:t>
            </a:r>
            <a:r>
              <a:rPr lang="en-IN" sz="2800" dirty="0">
                <a:latin typeface="Sanskrit 99" pitchFamily="2" charset="0"/>
              </a:rPr>
              <a:t> </a:t>
            </a:r>
            <a:r>
              <a:rPr lang="en-IN" sz="2800" dirty="0" err="1">
                <a:latin typeface="Sanskrit 99" pitchFamily="2" charset="0"/>
              </a:rPr>
              <a:t>gujraq</a:t>
            </a:r>
            <a:r>
              <a:rPr lang="en-IN" sz="2800" dirty="0">
                <a:latin typeface="Sanskrit 99" pitchFamily="2" charset="0"/>
              </a:rPr>
              <a:t> </a:t>
            </a:r>
            <a:r>
              <a:rPr lang="en-IN" sz="2800" dirty="0" err="1">
                <a:latin typeface="Sanskrit 99" pitchFamily="2" charset="0"/>
              </a:rPr>
              <a:t>mraQa</a:t>
            </a:r>
            <a:r>
              <a:rPr lang="en-IN" sz="2800" dirty="0">
                <a:latin typeface="Sanskrit 99" pitchFamily="2" charset="0"/>
              </a:rPr>
              <a:t> </a:t>
            </a:r>
            <a:r>
              <a:rPr lang="en-IN" sz="2800" dirty="0" err="1">
                <a:latin typeface="Sanskrit 99" pitchFamily="2" charset="0"/>
              </a:rPr>
              <a:t>Ôaivf</a:t>
            </a:r>
            <a:r>
              <a:rPr lang="en-IN" sz="2800" dirty="0">
                <a:latin typeface="Sanskrit 99" pitchFamily="2" charset="0"/>
              </a:rPr>
              <a:t> %</a:t>
            </a:r>
            <a:r>
              <a:rPr lang="en-IN" sz="2800" dirty="0" err="1">
                <a:latin typeface="Sanskrit 99" pitchFamily="2" charset="0"/>
              </a:rPr>
              <a:t>Tkl</a:t>
            </a:r>
            <a:r>
              <a:rPr lang="en-IN" sz="2800" dirty="0">
                <a:latin typeface="Sanskrit 99" pitchFamily="2" charset="0"/>
              </a:rPr>
              <a:t> v¼</a:t>
            </a:r>
          </a:p>
          <a:p>
            <a:pPr algn="ctr">
              <a:buNone/>
            </a:pPr>
            <a:endParaRPr lang="en-IN"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Mana</a:t>
            </a:r>
            <a:r>
              <a:rPr lang="en-IN" sz="2400" b="1" dirty="0">
                <a:latin typeface="URW Palladio IT" pitchFamily="2" charset="0"/>
              </a:rPr>
              <a:t> </a:t>
            </a:r>
            <a:r>
              <a:rPr lang="en-IN" sz="2400" b="1" dirty="0" err="1">
                <a:latin typeface="URW Palladio IT" pitchFamily="2" charset="0"/>
              </a:rPr>
              <a:t>Adhinäyaka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err="1">
                <a:latin typeface="URW Palladio IT" pitchFamily="2" charset="0"/>
              </a:rPr>
              <a:t>Païjäva</a:t>
            </a:r>
            <a:r>
              <a:rPr lang="en-IN" sz="2400" b="1" dirty="0">
                <a:latin typeface="URW Palladio IT" pitchFamily="2" charset="0"/>
              </a:rPr>
              <a:t> </a:t>
            </a:r>
            <a:r>
              <a:rPr lang="en-IN" sz="2400" b="1" dirty="0" err="1">
                <a:latin typeface="URW Palladio IT" pitchFamily="2" charset="0"/>
              </a:rPr>
              <a:t>Sindhu</a:t>
            </a:r>
            <a:r>
              <a:rPr lang="en-IN" sz="2400" b="1" dirty="0">
                <a:latin typeface="URW Palladio IT" pitchFamily="2" charset="0"/>
              </a:rPr>
              <a:t> </a:t>
            </a:r>
            <a:r>
              <a:rPr lang="en-IN" sz="2400" b="1" dirty="0" err="1">
                <a:latin typeface="URW Palladio IT" pitchFamily="2" charset="0"/>
              </a:rPr>
              <a:t>Gujaräöa</a:t>
            </a:r>
            <a:r>
              <a:rPr lang="en-IN" sz="2400" b="1" dirty="0">
                <a:latin typeface="URW Palladio IT" pitchFamily="2" charset="0"/>
              </a:rPr>
              <a:t> </a:t>
            </a:r>
            <a:r>
              <a:rPr lang="en-IN" sz="2400" b="1" dirty="0" err="1">
                <a:latin typeface="URW Palladio IT" pitchFamily="2" charset="0"/>
              </a:rPr>
              <a:t>Maräöhä</a:t>
            </a:r>
            <a:r>
              <a:rPr lang="en-IN" sz="2400" b="1" dirty="0">
                <a:latin typeface="URW Palladio IT" pitchFamily="2" charset="0"/>
              </a:rPr>
              <a:t> </a:t>
            </a:r>
            <a:r>
              <a:rPr lang="en-IN" sz="2400" b="1" dirty="0" err="1">
                <a:latin typeface="URW Palladio IT" pitchFamily="2" charset="0"/>
              </a:rPr>
              <a:t>Dräviòa</a:t>
            </a:r>
            <a:r>
              <a:rPr lang="en-IN" sz="2400" b="1" dirty="0">
                <a:latin typeface="URW Palladio IT" pitchFamily="2" charset="0"/>
              </a:rPr>
              <a:t> </a:t>
            </a:r>
            <a:r>
              <a:rPr lang="en-IN" sz="2400" b="1" dirty="0" err="1">
                <a:latin typeface="URW Palladio IT" pitchFamily="2" charset="0"/>
              </a:rPr>
              <a:t>Utkala</a:t>
            </a:r>
            <a:r>
              <a:rPr lang="en-IN" sz="2400" b="1" dirty="0">
                <a:latin typeface="URW Palladio IT" pitchFamily="2" charset="0"/>
              </a:rPr>
              <a:t> </a:t>
            </a:r>
            <a:r>
              <a:rPr lang="en-IN" sz="2400" b="1" dirty="0" err="1">
                <a:latin typeface="URW Palladio IT" pitchFamily="2" charset="0"/>
              </a:rPr>
              <a:t>Vaìga</a:t>
            </a:r>
            <a:endParaRPr lang="en-US" sz="2400" b="1" dirty="0">
              <a:latin typeface="URW Palladio IT" pitchFamily="2" charset="0"/>
            </a:endParaRPr>
          </a:p>
          <a:p>
            <a:pPr algn="ctr">
              <a:buNone/>
            </a:pPr>
            <a:endParaRPr lang="en-US" sz="2600" dirty="0">
              <a:latin typeface="Times New Roman" pitchFamily="18" charset="0"/>
              <a:cs typeface="Times New Roman" pitchFamily="18" charset="0"/>
            </a:endParaRPr>
          </a:p>
          <a:p>
            <a:pPr algn="ctr">
              <a:buNone/>
            </a:pPr>
            <a:r>
              <a:rPr lang="en-US" sz="2600" dirty="0">
                <a:latin typeface="Times New Roman" pitchFamily="18" charset="0"/>
                <a:cs typeface="Times New Roman" pitchFamily="18" charset="0"/>
              </a:rPr>
              <a:t>Thou art the ruler of the minds of all people, Dispenser of India's destiny. Thy name rouses the hearts of Punjab, </a:t>
            </a:r>
            <a:r>
              <a:rPr lang="en-US" sz="2600" dirty="0" err="1">
                <a:latin typeface="Times New Roman" pitchFamily="18" charset="0"/>
                <a:cs typeface="Times New Roman" pitchFamily="18" charset="0"/>
              </a:rPr>
              <a:t>Sindhu</a:t>
            </a:r>
            <a:r>
              <a:rPr lang="en-US" sz="2600" dirty="0">
                <a:latin typeface="Times New Roman" pitchFamily="18" charset="0"/>
                <a:cs typeface="Times New Roman" pitchFamily="18" charset="0"/>
              </a:rPr>
              <a:t>, Gujarat and Maratha, Of the </a:t>
            </a:r>
            <a:r>
              <a:rPr lang="en-US" sz="2600" dirty="0" err="1">
                <a:latin typeface="Times New Roman" pitchFamily="18" charset="0"/>
                <a:cs typeface="Times New Roman" pitchFamily="18" charset="0"/>
              </a:rPr>
              <a:t>Dravida</a:t>
            </a:r>
            <a:r>
              <a:rPr lang="en-US" sz="2600" dirty="0">
                <a:latin typeface="Times New Roman" pitchFamily="18" charset="0"/>
                <a:cs typeface="Times New Roman" pitchFamily="18" charset="0"/>
              </a:rPr>
              <a:t> and </a:t>
            </a:r>
            <a:r>
              <a:rPr lang="en-US" sz="2600" dirty="0" err="1">
                <a:latin typeface="Times New Roman" pitchFamily="18" charset="0"/>
                <a:cs typeface="Times New Roman" pitchFamily="18" charset="0"/>
              </a:rPr>
              <a:t>Odhisa</a:t>
            </a:r>
            <a:br>
              <a:rPr lang="en-US" sz="2600" dirty="0">
                <a:latin typeface="Times New Roman" pitchFamily="18" charset="0"/>
                <a:cs typeface="Times New Roman" pitchFamily="18" charset="0"/>
              </a:rPr>
            </a:br>
            <a:r>
              <a:rPr lang="en-US" sz="2600"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763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18278415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fontScale="77500" lnSpcReduction="20000"/>
          </a:bodyPr>
          <a:lstStyle/>
          <a:p>
            <a:pPr algn="ctr">
              <a:buNone/>
            </a:pPr>
            <a:endParaRPr lang="en-IN" sz="2800" dirty="0">
              <a:latin typeface="Sanskrit 99" pitchFamily="2" charset="0"/>
            </a:endParaRPr>
          </a:p>
          <a:p>
            <a:pPr algn="ctr">
              <a:buNone/>
            </a:pPr>
            <a:r>
              <a:rPr lang="en-IN" sz="2800" dirty="0" err="1">
                <a:latin typeface="Sanskrit 99" pitchFamily="2" charset="0"/>
              </a:rPr>
              <a:t>ivNXy</a:t>
            </a:r>
            <a:r>
              <a:rPr lang="en-IN" sz="2800" dirty="0">
                <a:latin typeface="Sanskrit 99" pitchFamily="2" charset="0"/>
              </a:rPr>
              <a:t> </a:t>
            </a:r>
            <a:r>
              <a:rPr lang="en-IN" sz="2800" dirty="0" err="1">
                <a:latin typeface="Sanskrit 99" pitchFamily="2" charset="0"/>
              </a:rPr>
              <a:t>ihmacl</a:t>
            </a:r>
            <a:r>
              <a:rPr lang="en-IN" sz="2800" dirty="0">
                <a:latin typeface="Sanskrit 99" pitchFamily="2" charset="0"/>
              </a:rPr>
              <a:t> </a:t>
            </a:r>
            <a:r>
              <a:rPr lang="en-IN" sz="2800" dirty="0" err="1">
                <a:latin typeface="Sanskrit 99" pitchFamily="2" charset="0"/>
              </a:rPr>
              <a:t>ymuna</a:t>
            </a:r>
            <a:r>
              <a:rPr lang="en-IN" sz="2800" dirty="0">
                <a:latin typeface="Sanskrit 99" pitchFamily="2" charset="0"/>
              </a:rPr>
              <a:t> g¼a</a:t>
            </a:r>
            <a:endParaRPr lang="en-US" sz="2800" dirty="0">
              <a:latin typeface="Sanskrit 99" pitchFamily="2" charset="0"/>
            </a:endParaRPr>
          </a:p>
          <a:p>
            <a:pPr algn="ctr">
              <a:buNone/>
            </a:pPr>
            <a:r>
              <a:rPr lang="en-IN" sz="2800" dirty="0">
                <a:latin typeface="Sanskrit 99" pitchFamily="2" charset="0"/>
              </a:rPr>
              <a:t>%</a:t>
            </a:r>
            <a:r>
              <a:rPr lang="en-IN" sz="2800" dirty="0" err="1">
                <a:latin typeface="Sanskrit 99" pitchFamily="2" charset="0"/>
              </a:rPr>
              <a:t>CDl</a:t>
            </a:r>
            <a:r>
              <a:rPr lang="en-IN" sz="2800" dirty="0">
                <a:latin typeface="Sanskrit 99" pitchFamily="2" charset="0"/>
              </a:rPr>
              <a:t> </a:t>
            </a:r>
            <a:r>
              <a:rPr lang="en-IN" sz="2800" dirty="0" err="1">
                <a:latin typeface="Sanskrit 99" pitchFamily="2" charset="0"/>
              </a:rPr>
              <a:t>jlix</a:t>
            </a:r>
            <a:r>
              <a:rPr lang="en-IN" sz="2800" dirty="0">
                <a:latin typeface="Sanskrit 99" pitchFamily="2" charset="0"/>
              </a:rPr>
              <a:t> tr¼</a:t>
            </a:r>
            <a:endParaRPr lang="en-US" sz="2800" dirty="0">
              <a:latin typeface="Sanskrit 99" pitchFamily="2" charset="0"/>
            </a:endParaRPr>
          </a:p>
          <a:p>
            <a:pPr algn="ctr">
              <a:buNone/>
            </a:pP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name </a:t>
            </a:r>
            <a:r>
              <a:rPr lang="en-IN" sz="2800" dirty="0" err="1">
                <a:latin typeface="Sanskrit 99" pitchFamily="2" charset="0"/>
              </a:rPr>
              <a:t>jage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zuÉ</a:t>
            </a:r>
            <a:r>
              <a:rPr lang="en-IN" sz="2800" dirty="0">
                <a:latin typeface="Sanskrit 99" pitchFamily="2" charset="0"/>
              </a:rPr>
              <a:t> </a:t>
            </a:r>
            <a:r>
              <a:rPr lang="en-IN" sz="2800" dirty="0" err="1">
                <a:latin typeface="Sanskrit 99" pitchFamily="2" charset="0"/>
              </a:rPr>
              <a:t>Aaiz</a:t>
            </a:r>
            <a:r>
              <a:rPr lang="en-IN" sz="2800" dirty="0">
                <a:latin typeface="Sanskrit 99" pitchFamily="2" charset="0"/>
              </a:rPr>
              <a:t>; mage </a:t>
            </a:r>
            <a:r>
              <a:rPr lang="en-IN" sz="2800" dirty="0" err="1">
                <a:latin typeface="Sanskrit 99" pitchFamily="2" charset="0"/>
              </a:rPr>
              <a:t>gahe</a:t>
            </a:r>
            <a:r>
              <a:rPr lang="en-IN" sz="2800" dirty="0">
                <a:latin typeface="Sanskrit 99" pitchFamily="2" charset="0"/>
              </a:rPr>
              <a:t> </a:t>
            </a:r>
            <a:r>
              <a:rPr lang="en-IN" sz="2800" dirty="0" err="1">
                <a:latin typeface="Sanskrit 99" pitchFamily="2" charset="0"/>
              </a:rPr>
              <a:t>tv</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gawa</a:t>
            </a:r>
            <a:endParaRPr lang="en-IN" sz="2800" dirty="0">
              <a:latin typeface="Sanskrit 99" pitchFamily="2" charset="0"/>
            </a:endParaRPr>
          </a:p>
          <a:p>
            <a:pPr algn="ctr">
              <a:buNone/>
            </a:pPr>
            <a:endParaRPr lang="en-US" sz="2800" dirty="0">
              <a:latin typeface="Sanskrit 99" pitchFamily="2" charset="0"/>
            </a:endParaRPr>
          </a:p>
          <a:p>
            <a:pPr algn="ctr">
              <a:buNone/>
            </a:pPr>
            <a:endParaRPr lang="en-IN" sz="2400" b="1" dirty="0">
              <a:latin typeface="URW Palladio IT" pitchFamily="2" charset="0"/>
            </a:endParaRPr>
          </a:p>
          <a:p>
            <a:pPr algn="ctr">
              <a:buNone/>
            </a:pPr>
            <a:r>
              <a:rPr lang="en-IN" sz="2400" b="1" dirty="0">
                <a:latin typeface="URW Palladio IT" pitchFamily="2" charset="0"/>
              </a:rPr>
              <a:t>Vindhya </a:t>
            </a:r>
            <a:r>
              <a:rPr lang="en-IN" sz="2400" b="1" dirty="0" err="1">
                <a:latin typeface="URW Palladio IT" pitchFamily="2" charset="0"/>
              </a:rPr>
              <a:t>Himäcala</a:t>
            </a:r>
            <a:r>
              <a:rPr lang="en-IN" sz="2400" b="1" dirty="0">
                <a:latin typeface="URW Palladio IT" pitchFamily="2" charset="0"/>
              </a:rPr>
              <a:t> </a:t>
            </a:r>
            <a:r>
              <a:rPr lang="en-IN" sz="2400" b="1" dirty="0" err="1">
                <a:latin typeface="URW Palladio IT" pitchFamily="2" charset="0"/>
              </a:rPr>
              <a:t>Yamunä</a:t>
            </a:r>
            <a:r>
              <a:rPr lang="en-IN" sz="2400" b="1" dirty="0">
                <a:latin typeface="URW Palladio IT" pitchFamily="2" charset="0"/>
              </a:rPr>
              <a:t> </a:t>
            </a:r>
            <a:r>
              <a:rPr lang="en-IN" sz="2400" b="1" dirty="0" err="1">
                <a:latin typeface="URW Palladio IT" pitchFamily="2" charset="0"/>
              </a:rPr>
              <a:t>Gaìgä</a:t>
            </a:r>
            <a:endParaRPr lang="en-US" sz="2400" b="1" dirty="0">
              <a:latin typeface="URW Palladio IT" pitchFamily="2" charset="0"/>
            </a:endParaRPr>
          </a:p>
          <a:p>
            <a:pPr algn="ctr">
              <a:buNone/>
            </a:pPr>
            <a:r>
              <a:rPr lang="en-IN" sz="2400" b="1" dirty="0" err="1">
                <a:latin typeface="URW Palladio IT" pitchFamily="2" charset="0"/>
              </a:rPr>
              <a:t>Ucchala</a:t>
            </a:r>
            <a:r>
              <a:rPr lang="en-IN" sz="2400" b="1" dirty="0">
                <a:latin typeface="URW Palladio IT" pitchFamily="2" charset="0"/>
              </a:rPr>
              <a:t> </a:t>
            </a:r>
            <a:r>
              <a:rPr lang="en-IN" sz="2400" b="1" dirty="0" err="1">
                <a:latin typeface="URW Palladio IT" pitchFamily="2" charset="0"/>
              </a:rPr>
              <a:t>Jaladhi</a:t>
            </a:r>
            <a:r>
              <a:rPr lang="en-IN" sz="2400" b="1" dirty="0">
                <a:latin typeface="URW Palladio IT" pitchFamily="2" charset="0"/>
              </a:rPr>
              <a:t> </a:t>
            </a:r>
            <a:r>
              <a:rPr lang="en-IN" sz="2400" b="1" dirty="0" err="1">
                <a:latin typeface="URW Palladio IT" pitchFamily="2" charset="0"/>
              </a:rPr>
              <a:t>Taraìga</a:t>
            </a:r>
            <a:endParaRPr lang="en-US" sz="2400" b="1" dirty="0">
              <a:latin typeface="URW Palladio IT" pitchFamily="2" charset="0"/>
            </a:endParaRPr>
          </a:p>
          <a:p>
            <a:pPr algn="ctr">
              <a:buNone/>
            </a:pP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Näme</a:t>
            </a:r>
            <a:r>
              <a:rPr lang="en-IN" sz="2400" b="1" dirty="0">
                <a:latin typeface="URW Palladio IT" pitchFamily="2" charset="0"/>
              </a:rPr>
              <a:t> </a:t>
            </a:r>
            <a:r>
              <a:rPr lang="en-IN" sz="2400" b="1" dirty="0" err="1">
                <a:latin typeface="URW Palladio IT" pitchFamily="2" charset="0"/>
              </a:rPr>
              <a:t>Jäge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a:t>
            </a:r>
            <a:r>
              <a:rPr lang="en-IN" sz="2400" b="1" dirty="0" err="1">
                <a:latin typeface="URW Palladio IT" pitchFamily="2" charset="0"/>
              </a:rPr>
              <a:t>Çubha</a:t>
            </a:r>
            <a:r>
              <a:rPr lang="en-IN" sz="2400" b="1" dirty="0">
                <a:latin typeface="URW Palladio IT" pitchFamily="2" charset="0"/>
              </a:rPr>
              <a:t> </a:t>
            </a:r>
            <a:r>
              <a:rPr lang="en-IN" sz="2400" b="1" dirty="0" err="1">
                <a:latin typeface="URW Palladio IT" pitchFamily="2" charset="0"/>
              </a:rPr>
              <a:t>Äçiña</a:t>
            </a:r>
            <a:r>
              <a:rPr lang="en-IN" sz="2400" b="1" dirty="0">
                <a:latin typeface="URW Palladio IT" pitchFamily="2" charset="0"/>
              </a:rPr>
              <a:t> </a:t>
            </a:r>
            <a:r>
              <a:rPr lang="en-IN" sz="2400" b="1" dirty="0" err="1">
                <a:latin typeface="URW Palladio IT" pitchFamily="2" charset="0"/>
              </a:rPr>
              <a:t>Mäge</a:t>
            </a:r>
            <a:r>
              <a:rPr lang="en-IN" sz="2400" b="1" dirty="0">
                <a:latin typeface="URW Palladio IT" pitchFamily="2" charset="0"/>
              </a:rPr>
              <a:t> </a:t>
            </a:r>
            <a:r>
              <a:rPr lang="en-IN" sz="2400" b="1" dirty="0" err="1">
                <a:latin typeface="URW Palladio IT" pitchFamily="2" charset="0"/>
              </a:rPr>
              <a:t>Gähe</a:t>
            </a:r>
            <a:r>
              <a:rPr lang="en-IN" sz="2400" b="1" dirty="0">
                <a:latin typeface="URW Palladio IT" pitchFamily="2" charset="0"/>
              </a:rPr>
              <a:t> </a:t>
            </a:r>
            <a:r>
              <a:rPr lang="en-IN" sz="2400" b="1" dirty="0" err="1">
                <a:latin typeface="URW Palladio IT" pitchFamily="2" charset="0"/>
              </a:rPr>
              <a:t>Tava</a:t>
            </a:r>
            <a:r>
              <a:rPr lang="en-IN" sz="2400" b="1" dirty="0">
                <a:latin typeface="URW Palladio IT" pitchFamily="2" charset="0"/>
              </a:rPr>
              <a:t> Jaya </a:t>
            </a:r>
            <a:r>
              <a:rPr lang="en-IN" sz="2400" b="1" dirty="0" err="1">
                <a:latin typeface="URW Palladio IT" pitchFamily="2" charset="0"/>
              </a:rPr>
              <a:t>Gäthä</a:t>
            </a:r>
            <a:endParaRPr lang="en-US" sz="2400" b="1" dirty="0">
              <a:latin typeface="URW Palladio IT" pitchFamily="2" charset="0"/>
            </a:endParaRPr>
          </a:p>
          <a:p>
            <a:pPr algn="ctr">
              <a:buNone/>
            </a:pPr>
            <a:endParaRPr lang="en-US" sz="2400" dirty="0">
              <a:latin typeface="URW Palladio IT" pitchFamily="2" charset="0"/>
            </a:endParaRPr>
          </a:p>
          <a:p>
            <a:pPr algn="ctr">
              <a:buNone/>
            </a:pPr>
            <a:r>
              <a:rPr lang="en-US" sz="2800" dirty="0"/>
              <a:t>It echoes in the hills of Vindhya and the Himalayas,</a:t>
            </a:r>
            <a:br>
              <a:rPr lang="en-US" sz="2800" dirty="0"/>
            </a:br>
            <a:r>
              <a:rPr lang="en-US" sz="2800" dirty="0"/>
              <a:t>Mingles in the music of </a:t>
            </a:r>
            <a:r>
              <a:rPr lang="en-US" sz="2800" dirty="0" err="1"/>
              <a:t>Ganga</a:t>
            </a:r>
            <a:r>
              <a:rPr lang="en-US" sz="2800" dirty="0"/>
              <a:t> and Yamuna</a:t>
            </a:r>
            <a:br>
              <a:rPr lang="en-US" sz="2800" dirty="0"/>
            </a:br>
            <a:r>
              <a:rPr lang="en-US" sz="2800" dirty="0"/>
              <a:t>and is chanted by The waves of the Indian sea.</a:t>
            </a:r>
            <a:br>
              <a:rPr lang="en-US" sz="2800" dirty="0"/>
            </a:br>
            <a:r>
              <a:rPr lang="en-US" sz="2800" dirty="0"/>
              <a:t>They pray for thy blessings and sing thy praise.</a:t>
            </a:r>
            <a:br>
              <a:rPr lang="en-US" sz="2800" dirty="0"/>
            </a:br>
            <a:r>
              <a:rPr lang="en-US" sz="2800" dirty="0"/>
              <a:t>The saving of all people waits in thy hand,</a:t>
            </a:r>
            <a:endParaRPr lang="en-US" sz="2800"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2001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200150"/>
            <a:ext cx="1828800" cy="1071606"/>
          </a:xfrm>
          <a:prstGeom prst="rect">
            <a:avLst/>
          </a:prstGeom>
          <a:noFill/>
        </p:spPr>
      </p:pic>
    </p:spTree>
    <p:extLst>
      <p:ext uri="{BB962C8B-B14F-4D97-AF65-F5344CB8AC3E}">
        <p14:creationId xmlns:p14="http://schemas.microsoft.com/office/powerpoint/2010/main" val="11815130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4857750"/>
          </a:xfrm>
        </p:spPr>
        <p:txBody>
          <a:bodyPr>
            <a:normAutofit/>
          </a:bodyPr>
          <a:lstStyle/>
          <a:p>
            <a:pPr algn="ctr">
              <a:buNone/>
            </a:pPr>
            <a:r>
              <a:rPr lang="en-IN" sz="2800" dirty="0" err="1">
                <a:latin typeface="Sanskrit 99" pitchFamily="2" charset="0"/>
              </a:rPr>
              <a:t>jn</a:t>
            </a:r>
            <a:r>
              <a:rPr lang="en-IN" sz="2800" dirty="0">
                <a:latin typeface="Sanskrit 99" pitchFamily="2" charset="0"/>
              </a:rPr>
              <a:t> g[ m¼ldayk </a:t>
            </a:r>
            <a:r>
              <a:rPr lang="en-IN" sz="2800" dirty="0" err="1">
                <a:latin typeface="Sanskrit 99" pitchFamily="2" charset="0"/>
              </a:rPr>
              <a:t>jy</a:t>
            </a:r>
            <a:r>
              <a:rPr lang="en-IN" sz="2800" dirty="0">
                <a:latin typeface="Sanskrit 99" pitchFamily="2" charset="0"/>
              </a:rPr>
              <a:t> he</a:t>
            </a:r>
            <a:endParaRPr lang="en-US" sz="2800" dirty="0">
              <a:latin typeface="Sanskrit 99" pitchFamily="2" charset="0"/>
            </a:endParaRPr>
          </a:p>
          <a:p>
            <a:pPr algn="ctr">
              <a:buNone/>
            </a:pPr>
            <a:r>
              <a:rPr lang="en-IN" sz="2800" dirty="0" err="1">
                <a:latin typeface="Sanskrit 99" pitchFamily="2" charset="0"/>
              </a:rPr>
              <a:t>Éart</a:t>
            </a:r>
            <a:r>
              <a:rPr lang="en-IN" sz="2800" dirty="0">
                <a:latin typeface="Sanskrit 99" pitchFamily="2" charset="0"/>
              </a:rPr>
              <a:t> </a:t>
            </a:r>
            <a:r>
              <a:rPr lang="en-IN" sz="2800" dirty="0" err="1">
                <a:latin typeface="Sanskrit 99" pitchFamily="2" charset="0"/>
              </a:rPr>
              <a:t>ÉaGy</a:t>
            </a:r>
            <a:r>
              <a:rPr lang="en-IN" sz="2800" dirty="0">
                <a:latin typeface="Sanskrit 99" pitchFamily="2" charset="0"/>
              </a:rPr>
              <a:t> </a:t>
            </a:r>
            <a:r>
              <a:rPr lang="en-IN" sz="2800" dirty="0" err="1">
                <a:latin typeface="Sanskrit 99" pitchFamily="2" charset="0"/>
              </a:rPr>
              <a:t>ivxata</a:t>
            </a:r>
            <a:endParaRPr lang="en-US" sz="2800" dirty="0">
              <a:latin typeface="Sanskrit 99" pitchFamily="2" charset="0"/>
            </a:endParaRPr>
          </a:p>
          <a:p>
            <a:pPr algn="ctr">
              <a:buNone/>
            </a:pP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he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a:t>
            </a:r>
            <a:r>
              <a:rPr lang="en-IN" sz="2800" dirty="0" err="1">
                <a:latin typeface="Sanskrit 99" pitchFamily="2" charset="0"/>
              </a:rPr>
              <a:t>jy</a:t>
            </a:r>
            <a:r>
              <a:rPr lang="en-IN" sz="2800" dirty="0">
                <a:latin typeface="Sanskrit 99" pitchFamily="2" charset="0"/>
              </a:rPr>
              <a:t> he</a:t>
            </a:r>
          </a:p>
          <a:p>
            <a:pPr algn="ctr">
              <a:buNone/>
            </a:pPr>
            <a:endParaRPr lang="en-US" sz="2800" dirty="0">
              <a:latin typeface="Sanskrit 99" pitchFamily="2" charset="0"/>
            </a:endParaRPr>
          </a:p>
          <a:p>
            <a:pPr algn="ctr">
              <a:buNone/>
            </a:pPr>
            <a:r>
              <a:rPr lang="en-IN" sz="2400" b="1" dirty="0">
                <a:latin typeface="URW Palladio IT" pitchFamily="2" charset="0"/>
              </a:rPr>
              <a:t>Jana </a:t>
            </a:r>
            <a:r>
              <a:rPr lang="en-IN" sz="2400" b="1" dirty="0" err="1">
                <a:latin typeface="URW Palladio IT" pitchFamily="2" charset="0"/>
              </a:rPr>
              <a:t>Gaëa</a:t>
            </a:r>
            <a:r>
              <a:rPr lang="en-IN" sz="2400" b="1" dirty="0">
                <a:latin typeface="URW Palladio IT" pitchFamily="2" charset="0"/>
              </a:rPr>
              <a:t> </a:t>
            </a:r>
            <a:r>
              <a:rPr lang="en-IN" sz="2400" b="1" dirty="0" err="1">
                <a:latin typeface="URW Palladio IT" pitchFamily="2" charset="0"/>
              </a:rPr>
              <a:t>Maìgaladäyaka</a:t>
            </a:r>
            <a:r>
              <a:rPr lang="en-IN" sz="2400" b="1" dirty="0">
                <a:latin typeface="URW Palladio IT" pitchFamily="2" charset="0"/>
              </a:rPr>
              <a:t> Jaya He</a:t>
            </a:r>
            <a:endParaRPr lang="en-US" sz="2400" b="1" dirty="0">
              <a:latin typeface="URW Palladio IT" pitchFamily="2" charset="0"/>
            </a:endParaRPr>
          </a:p>
          <a:p>
            <a:pPr algn="ctr">
              <a:buNone/>
            </a:pPr>
            <a:r>
              <a:rPr lang="en-IN" sz="2400" b="1" dirty="0" err="1">
                <a:latin typeface="URW Palladio IT" pitchFamily="2" charset="0"/>
              </a:rPr>
              <a:t>Bhärata</a:t>
            </a:r>
            <a:r>
              <a:rPr lang="en-IN" sz="2400" b="1" dirty="0">
                <a:latin typeface="URW Palladio IT" pitchFamily="2" charset="0"/>
              </a:rPr>
              <a:t> </a:t>
            </a:r>
            <a:r>
              <a:rPr lang="en-IN" sz="2400" b="1" dirty="0" err="1">
                <a:latin typeface="URW Palladio IT" pitchFamily="2" charset="0"/>
              </a:rPr>
              <a:t>Bhägya</a:t>
            </a:r>
            <a:r>
              <a:rPr lang="en-IN" sz="2400" b="1" dirty="0">
                <a:latin typeface="URW Palladio IT" pitchFamily="2" charset="0"/>
              </a:rPr>
              <a:t> </a:t>
            </a:r>
            <a:r>
              <a:rPr lang="en-IN" sz="2400" b="1" dirty="0" err="1">
                <a:latin typeface="URW Palladio IT" pitchFamily="2" charset="0"/>
              </a:rPr>
              <a:t>Vidhätä</a:t>
            </a:r>
            <a:endParaRPr lang="en-US" sz="2400" b="1" dirty="0">
              <a:latin typeface="URW Palladio IT" pitchFamily="2" charset="0"/>
            </a:endParaRPr>
          </a:p>
          <a:p>
            <a:pPr algn="ctr">
              <a:buNone/>
            </a:pPr>
            <a:r>
              <a:rPr lang="en-IN" sz="2400" b="1" dirty="0">
                <a:latin typeface="URW Palladio IT" pitchFamily="2" charset="0"/>
              </a:rPr>
              <a:t>Jaya He Jaya He Jaya He Jaya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a:t>
            </a:r>
            <a:r>
              <a:rPr lang="en-IN" sz="2400" b="1" dirty="0" err="1">
                <a:latin typeface="URW Palladio IT" pitchFamily="2" charset="0"/>
              </a:rPr>
              <a:t>Jaya</a:t>
            </a:r>
            <a:r>
              <a:rPr lang="en-IN" sz="2400" b="1" dirty="0">
                <a:latin typeface="URW Palladio IT" pitchFamily="2" charset="0"/>
              </a:rPr>
              <a:t> He</a:t>
            </a:r>
            <a:endParaRPr lang="en-US" sz="2400" b="1" dirty="0">
              <a:latin typeface="URW Palladio IT" pitchFamily="2" charset="0"/>
            </a:endParaRPr>
          </a:p>
          <a:p>
            <a:endParaRPr lang="en-US" dirty="0">
              <a:latin typeface="Sanskrit 99" pitchFamily="2" charset="0"/>
            </a:endParaRPr>
          </a:p>
          <a:p>
            <a:pPr algn="ctr">
              <a:buNone/>
            </a:pPr>
            <a:r>
              <a:rPr lang="en-US" dirty="0"/>
              <a:t>Thou dispenser of India's destiny.</a:t>
            </a:r>
            <a:br>
              <a:rPr lang="en-US" dirty="0"/>
            </a:br>
            <a:r>
              <a:rPr lang="en-US" dirty="0"/>
              <a:t>Victory, victory, victory to thee.</a:t>
            </a:r>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0" y="1428750"/>
            <a:ext cx="1828800" cy="1071606"/>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7315200" y="1428750"/>
            <a:ext cx="1828800" cy="1071606"/>
          </a:xfrm>
          <a:prstGeom prst="rect">
            <a:avLst/>
          </a:prstGeom>
          <a:noFill/>
        </p:spPr>
      </p:pic>
    </p:spTree>
    <p:extLst>
      <p:ext uri="{BB962C8B-B14F-4D97-AF65-F5344CB8AC3E}">
        <p14:creationId xmlns:p14="http://schemas.microsoft.com/office/powerpoint/2010/main" val="202088200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5"/>
          <a:stretch>
            <a:fillRect/>
          </a:stretch>
        </p:blipFill>
        <p:spPr>
          <a:xfrm>
            <a:off x="0" y="0"/>
            <a:ext cx="9144000" cy="5143500"/>
          </a:xfrm>
          <a:prstGeom prst="rect">
            <a:avLst/>
          </a:prstGeom>
        </p:spPr>
      </p:pic>
      <p:pic>
        <p:nvPicPr>
          <p:cNvPr id="2" name="om medit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001000" y="209550"/>
            <a:ext cx="609600" cy="609600"/>
          </a:xfrm>
          <a:prstGeom prst="rect">
            <a:avLst/>
          </a:prstGeom>
        </p:spPr>
      </p:pic>
    </p:spTree>
    <p:extLst>
      <p:ext uri="{BB962C8B-B14F-4D97-AF65-F5344CB8AC3E}">
        <p14:creationId xmlns:p14="http://schemas.microsoft.com/office/powerpoint/2010/main" val="17866123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endCondLst>
                    <p:cond evt="onStopAudio" delay="0">
                      <p:tgtEl>
                        <p:sldTgt/>
                      </p:tgtEl>
                    </p:cond>
                  </p:endCondLst>
                </p:cTn>
                <p:tgtEl>
                  <p:spTgt spid="2"/>
                </p:tgtEl>
              </p:cMediaNode>
            </p:video>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1543050" y="4063615"/>
            <a:ext cx="599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IN" sz="1800" b="0" i="1" u="none" strike="noStrike" kern="1200" cap="none" spc="0" normalizeH="0" baseline="0" noProof="0" dirty="0">
              <a:ln>
                <a:noFill/>
              </a:ln>
              <a:solidFill>
                <a:srgbClr val="000000"/>
              </a:solidFill>
              <a:effectLst/>
              <a:uLnTx/>
              <a:uFillTx/>
              <a:latin typeface="Palatino Linotype" pitchFamily="18" charset="0"/>
              <a:ea typeface="+mn-ea"/>
              <a:cs typeface="+mn-cs"/>
            </a:endParaRPr>
          </a:p>
        </p:txBody>
      </p:sp>
      <p:pic>
        <p:nvPicPr>
          <p:cNvPr id="7" name="Picture 6" descr="om-wallpaper-high-resolution.jpg"/>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301613031"/>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999</TotalTime>
  <Words>6711</Words>
  <Application>Microsoft Office PowerPoint</Application>
  <PresentationFormat>On-screen Show (16:9)</PresentationFormat>
  <Paragraphs>943</Paragraphs>
  <Slides>110</Slides>
  <Notes>7</Notes>
  <HiddenSlides>0</HiddenSlides>
  <MMClips>2</MMClips>
  <ScaleCrop>false</ScaleCrop>
  <HeadingPairs>
    <vt:vector size="6" baseType="variant">
      <vt:variant>
        <vt:lpstr>Fonts Used</vt:lpstr>
      </vt:variant>
      <vt:variant>
        <vt:i4>19</vt:i4>
      </vt:variant>
      <vt:variant>
        <vt:lpstr>Theme</vt:lpstr>
      </vt:variant>
      <vt:variant>
        <vt:i4>5</vt:i4>
      </vt:variant>
      <vt:variant>
        <vt:lpstr>Slide Titles</vt:lpstr>
      </vt:variant>
      <vt:variant>
        <vt:i4>110</vt:i4>
      </vt:variant>
    </vt:vector>
  </HeadingPairs>
  <TitlesOfParts>
    <vt:vector size="134" baseType="lpstr">
      <vt:lpstr>AGaramond Bold</vt:lpstr>
      <vt:lpstr>Aparajita</vt:lpstr>
      <vt:lpstr>Arial</vt:lpstr>
      <vt:lpstr>BRH Kannada</vt:lpstr>
      <vt:lpstr>BRH Kannada Extra</vt:lpstr>
      <vt:lpstr>Calibri</vt:lpstr>
      <vt:lpstr>DFKai-SB</vt:lpstr>
      <vt:lpstr>GITA1</vt:lpstr>
      <vt:lpstr>Palatino Linotype</vt:lpstr>
      <vt:lpstr>Sanskrit 2003</vt:lpstr>
      <vt:lpstr>Sanskrit 99</vt:lpstr>
      <vt:lpstr>Segoe UI</vt:lpstr>
      <vt:lpstr>System</vt:lpstr>
      <vt:lpstr>Times New Roman</vt:lpstr>
      <vt:lpstr>Tunga</vt:lpstr>
      <vt:lpstr>URW Palladio IT</vt:lpstr>
      <vt:lpstr>URW Palladio ITU</vt:lpstr>
      <vt:lpstr>Wingdings</vt:lpstr>
      <vt:lpstr>Wingdings 2</vt:lpstr>
      <vt:lpstr>2_Office Theme</vt:lpstr>
      <vt:lpstr>Office Theme</vt:lpstr>
      <vt:lpstr>3_Office Theme</vt:lpstr>
      <vt:lpstr>6_Office Theme</vt:lpstr>
      <vt:lpstr>7_Office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GATEWAY</dc:creator>
  <cp:lastModifiedBy>Ssvkart5 Pasam</cp:lastModifiedBy>
  <cp:revision>168</cp:revision>
  <dcterms:created xsi:type="dcterms:W3CDTF">2018-02-07T02:07:22Z</dcterms:created>
  <dcterms:modified xsi:type="dcterms:W3CDTF">2026-02-25T17:10:50Z</dcterms:modified>
</cp:coreProperties>
</file>