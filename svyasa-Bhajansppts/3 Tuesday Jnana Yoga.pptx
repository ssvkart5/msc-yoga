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722" r:id="rId4"/>
    <p:sldMasterId id="2147483734" r:id="rId5"/>
  </p:sldMasterIdLst>
  <p:notesMasterIdLst>
    <p:notesMasterId r:id="rId116"/>
  </p:notesMasterIdLst>
  <p:sldIdLst>
    <p:sldId id="293" r:id="rId6"/>
    <p:sldId id="383" r:id="rId7"/>
    <p:sldId id="384" r:id="rId8"/>
    <p:sldId id="386" r:id="rId9"/>
    <p:sldId id="387" r:id="rId10"/>
    <p:sldId id="388" r:id="rId11"/>
    <p:sldId id="389" r:id="rId12"/>
    <p:sldId id="390" r:id="rId13"/>
    <p:sldId id="391" r:id="rId14"/>
    <p:sldId id="392" r:id="rId15"/>
    <p:sldId id="296" r:id="rId16"/>
    <p:sldId id="297" r:id="rId17"/>
    <p:sldId id="298" r:id="rId18"/>
    <p:sldId id="299" r:id="rId19"/>
    <p:sldId id="300" r:id="rId20"/>
    <p:sldId id="399" r:id="rId21"/>
    <p:sldId id="400" r:id="rId22"/>
    <p:sldId id="401" r:id="rId23"/>
    <p:sldId id="402" r:id="rId24"/>
    <p:sldId id="403" r:id="rId25"/>
    <p:sldId id="404" r:id="rId26"/>
    <p:sldId id="405" r:id="rId27"/>
    <p:sldId id="406" r:id="rId28"/>
    <p:sldId id="407" r:id="rId29"/>
    <p:sldId id="408" r:id="rId30"/>
    <p:sldId id="409" r:id="rId31"/>
    <p:sldId id="410" r:id="rId32"/>
    <p:sldId id="411" r:id="rId33"/>
    <p:sldId id="412" r:id="rId34"/>
    <p:sldId id="413" r:id="rId35"/>
    <p:sldId id="414" r:id="rId36"/>
    <p:sldId id="415" r:id="rId37"/>
    <p:sldId id="416" r:id="rId38"/>
    <p:sldId id="417" r:id="rId39"/>
    <p:sldId id="418" r:id="rId40"/>
    <p:sldId id="419" r:id="rId41"/>
    <p:sldId id="420" r:id="rId42"/>
    <p:sldId id="421" r:id="rId43"/>
    <p:sldId id="422" r:id="rId44"/>
    <p:sldId id="423" r:id="rId45"/>
    <p:sldId id="424" r:id="rId46"/>
    <p:sldId id="425" r:id="rId47"/>
    <p:sldId id="426" r:id="rId48"/>
    <p:sldId id="427" r:id="rId49"/>
    <p:sldId id="428" r:id="rId50"/>
    <p:sldId id="429" r:id="rId51"/>
    <p:sldId id="430" r:id="rId52"/>
    <p:sldId id="431" r:id="rId53"/>
    <p:sldId id="432" r:id="rId54"/>
    <p:sldId id="433" r:id="rId55"/>
    <p:sldId id="434" r:id="rId56"/>
    <p:sldId id="435" r:id="rId57"/>
    <p:sldId id="436" r:id="rId58"/>
    <p:sldId id="437" r:id="rId59"/>
    <p:sldId id="438" r:id="rId60"/>
    <p:sldId id="439" r:id="rId61"/>
    <p:sldId id="440" r:id="rId62"/>
    <p:sldId id="441" r:id="rId63"/>
    <p:sldId id="442" r:id="rId64"/>
    <p:sldId id="443" r:id="rId65"/>
    <p:sldId id="444" r:id="rId66"/>
    <p:sldId id="445" r:id="rId67"/>
    <p:sldId id="446" r:id="rId68"/>
    <p:sldId id="447" r:id="rId69"/>
    <p:sldId id="448" r:id="rId70"/>
    <p:sldId id="449" r:id="rId71"/>
    <p:sldId id="450" r:id="rId72"/>
    <p:sldId id="451" r:id="rId73"/>
    <p:sldId id="452" r:id="rId74"/>
    <p:sldId id="457" r:id="rId75"/>
    <p:sldId id="291" r:id="rId76"/>
    <p:sldId id="259" r:id="rId77"/>
    <p:sldId id="265" r:id="rId78"/>
    <p:sldId id="261" r:id="rId79"/>
    <p:sldId id="262" r:id="rId80"/>
    <p:sldId id="263" r:id="rId81"/>
    <p:sldId id="264" r:id="rId82"/>
    <p:sldId id="266" r:id="rId83"/>
    <p:sldId id="267" r:id="rId84"/>
    <p:sldId id="268" r:id="rId85"/>
    <p:sldId id="269" r:id="rId86"/>
    <p:sldId id="270" r:id="rId87"/>
    <p:sldId id="271" r:id="rId88"/>
    <p:sldId id="272" r:id="rId89"/>
    <p:sldId id="273" r:id="rId90"/>
    <p:sldId id="274" r:id="rId91"/>
    <p:sldId id="275" r:id="rId92"/>
    <p:sldId id="276" r:id="rId93"/>
    <p:sldId id="277" r:id="rId94"/>
    <p:sldId id="278" r:id="rId95"/>
    <p:sldId id="279" r:id="rId96"/>
    <p:sldId id="280" r:id="rId97"/>
    <p:sldId id="287" r:id="rId98"/>
    <p:sldId id="288" r:id="rId99"/>
    <p:sldId id="289" r:id="rId100"/>
    <p:sldId id="290" r:id="rId101"/>
    <p:sldId id="281" r:id="rId102"/>
    <p:sldId id="282" r:id="rId103"/>
    <p:sldId id="283" r:id="rId104"/>
    <p:sldId id="374" r:id="rId105"/>
    <p:sldId id="375" r:id="rId106"/>
    <p:sldId id="371" r:id="rId107"/>
    <p:sldId id="382" r:id="rId108"/>
    <p:sldId id="372" r:id="rId109"/>
    <p:sldId id="373" r:id="rId110"/>
    <p:sldId id="453" r:id="rId111"/>
    <p:sldId id="454" r:id="rId112"/>
    <p:sldId id="455" r:id="rId113"/>
    <p:sldId id="456" r:id="rId114"/>
    <p:sldId id="385" r:id="rId1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2" autoAdjust="0"/>
    <p:restoredTop sz="94724" autoAdjust="0"/>
  </p:normalViewPr>
  <p:slideViewPr>
    <p:cSldViewPr>
      <p:cViewPr>
        <p:scale>
          <a:sx n="100" d="100"/>
          <a:sy n="100" d="100"/>
        </p:scale>
        <p:origin x="294" y="-66"/>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presProps" Target="presProps.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viewProps" Target="viewProps.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3F12A9-CEA2-4A9A-88D2-9582676165B7}"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BD3C6C-D57C-40F5-B85A-78F4FDCACC20}" type="slidenum">
              <a:rPr lang="en-US" smtClean="0"/>
              <a:t>‹#›</a:t>
            </a:fld>
            <a:endParaRPr lang="en-US"/>
          </a:p>
        </p:txBody>
      </p:sp>
    </p:spTree>
    <p:extLst>
      <p:ext uri="{BB962C8B-B14F-4D97-AF65-F5344CB8AC3E}">
        <p14:creationId xmlns:p14="http://schemas.microsoft.com/office/powerpoint/2010/main" val="3770940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91779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89092" name="Slide Number Placeholder 3"/>
          <p:cNvSpPr>
            <a:spLocks noGrp="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875144-1CD5-46CE-B163-586883CF0BA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54723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2131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544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43878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85932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21744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60056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677295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855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30976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65541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44988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93150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15459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93860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37384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404110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4"/>
            <a:ext cx="7772400" cy="1102519"/>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6475" indent="0" algn="ctr">
              <a:buNone/>
              <a:defRPr>
                <a:solidFill>
                  <a:schemeClr val="tx1">
                    <a:tint val="75000"/>
                  </a:schemeClr>
                </a:solidFill>
              </a:defRPr>
            </a:lvl2pPr>
            <a:lvl3pPr marL="912958" indent="0" algn="ctr">
              <a:buNone/>
              <a:defRPr>
                <a:solidFill>
                  <a:schemeClr val="tx1">
                    <a:tint val="75000"/>
                  </a:schemeClr>
                </a:solidFill>
              </a:defRPr>
            </a:lvl3pPr>
            <a:lvl4pPr marL="1369435" indent="0" algn="ctr">
              <a:buNone/>
              <a:defRPr>
                <a:solidFill>
                  <a:schemeClr val="tx1">
                    <a:tint val="75000"/>
                  </a:schemeClr>
                </a:solidFill>
              </a:defRPr>
            </a:lvl4pPr>
            <a:lvl5pPr marL="1825917" indent="0" algn="ctr">
              <a:buNone/>
              <a:defRPr>
                <a:solidFill>
                  <a:schemeClr val="tx1">
                    <a:tint val="75000"/>
                  </a:schemeClr>
                </a:solidFill>
              </a:defRPr>
            </a:lvl5pPr>
            <a:lvl6pPr marL="2282389" indent="0" algn="ctr">
              <a:buNone/>
              <a:defRPr>
                <a:solidFill>
                  <a:schemeClr val="tx1">
                    <a:tint val="75000"/>
                  </a:schemeClr>
                </a:solidFill>
              </a:defRPr>
            </a:lvl6pPr>
            <a:lvl7pPr marL="2738865" indent="0" algn="ctr">
              <a:buNone/>
              <a:defRPr>
                <a:solidFill>
                  <a:schemeClr val="tx1">
                    <a:tint val="75000"/>
                  </a:schemeClr>
                </a:solidFill>
              </a:defRPr>
            </a:lvl7pPr>
            <a:lvl8pPr marL="3195345" indent="0" algn="ctr">
              <a:buNone/>
              <a:defRPr>
                <a:solidFill>
                  <a:schemeClr val="tx1">
                    <a:tint val="75000"/>
                  </a:schemeClr>
                </a:solidFill>
              </a:defRPr>
            </a:lvl8pPr>
            <a:lvl9pPr marL="3651822"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fld id="{8FE5BD54-E08F-4A77-8648-485EDD4AFDF9}" type="datetimeFigureOut">
              <a:rPr lang="en-US">
                <a:solidFill>
                  <a:prstClr val="black">
                    <a:tint val="75000"/>
                  </a:prstClr>
                </a:solidFill>
              </a:rPr>
              <a:pPr>
                <a:defRPr/>
              </a:pPr>
              <a:t>2/3/2026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DED287D-0603-4DCF-82AD-EB5DDDBF974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812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A078B0AB-BA6C-4AA5-A057-1ACB8202BB06}" type="datetimeFigureOut">
              <a:rPr lang="en-US">
                <a:solidFill>
                  <a:prstClr val="black">
                    <a:tint val="75000"/>
                  </a:prstClr>
                </a:solidFill>
              </a:rPr>
              <a:pPr>
                <a:defRPr/>
              </a:pPr>
              <a:t>2/3/2026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5E9AF4F-8340-4D34-9A32-10A988C239D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53465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6"/>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180041"/>
            <a:ext cx="7772400" cy="1125140"/>
          </a:xfrm>
        </p:spPr>
        <p:txBody>
          <a:bodyPr anchor="b"/>
          <a:lstStyle>
            <a:lvl1pPr marL="0" indent="0">
              <a:buNone/>
              <a:defRPr sz="2000">
                <a:solidFill>
                  <a:schemeClr val="tx1">
                    <a:tint val="75000"/>
                  </a:schemeClr>
                </a:solidFill>
              </a:defRPr>
            </a:lvl1pPr>
            <a:lvl2pPr marL="456475" indent="0">
              <a:buNone/>
              <a:defRPr sz="1800">
                <a:solidFill>
                  <a:schemeClr val="tx1">
                    <a:tint val="75000"/>
                  </a:schemeClr>
                </a:solidFill>
              </a:defRPr>
            </a:lvl2pPr>
            <a:lvl3pPr marL="912958" indent="0">
              <a:buNone/>
              <a:defRPr sz="1600">
                <a:solidFill>
                  <a:schemeClr val="tx1">
                    <a:tint val="75000"/>
                  </a:schemeClr>
                </a:solidFill>
              </a:defRPr>
            </a:lvl3pPr>
            <a:lvl4pPr marL="1369435" indent="0">
              <a:buNone/>
              <a:defRPr sz="1400">
                <a:solidFill>
                  <a:schemeClr val="tx1">
                    <a:tint val="75000"/>
                  </a:schemeClr>
                </a:solidFill>
              </a:defRPr>
            </a:lvl4pPr>
            <a:lvl5pPr marL="1825917" indent="0">
              <a:buNone/>
              <a:defRPr sz="1400">
                <a:solidFill>
                  <a:schemeClr val="tx1">
                    <a:tint val="75000"/>
                  </a:schemeClr>
                </a:solidFill>
              </a:defRPr>
            </a:lvl5pPr>
            <a:lvl6pPr marL="2282389" indent="0">
              <a:buNone/>
              <a:defRPr sz="1400">
                <a:solidFill>
                  <a:schemeClr val="tx1">
                    <a:tint val="75000"/>
                  </a:schemeClr>
                </a:solidFill>
              </a:defRPr>
            </a:lvl6pPr>
            <a:lvl7pPr marL="2738865" indent="0">
              <a:buNone/>
              <a:defRPr sz="1400">
                <a:solidFill>
                  <a:schemeClr val="tx1">
                    <a:tint val="75000"/>
                  </a:schemeClr>
                </a:solidFill>
              </a:defRPr>
            </a:lvl7pPr>
            <a:lvl8pPr marL="3195345" indent="0">
              <a:buNone/>
              <a:defRPr sz="1400">
                <a:solidFill>
                  <a:schemeClr val="tx1">
                    <a:tint val="75000"/>
                  </a:schemeClr>
                </a:solidFill>
              </a:defRPr>
            </a:lvl8pPr>
            <a:lvl9pPr marL="3651822"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3704637-9264-4EF2-90C6-331743BA0209}" type="datetimeFigureOut">
              <a:rPr lang="en-US">
                <a:solidFill>
                  <a:prstClr val="black">
                    <a:tint val="75000"/>
                  </a:prstClr>
                </a:solidFill>
              </a:rPr>
              <a:pPr>
                <a:defRPr/>
              </a:pPr>
              <a:t>2/3/2026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D6D42EB-225E-4841-BBBD-FF87A9B6FCA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277706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2" y="1200157"/>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3" y="1200157"/>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fld id="{4A559743-672C-440E-A4FC-A4CDEDE02F71}" type="datetimeFigureOut">
              <a:rPr lang="en-US">
                <a:solidFill>
                  <a:prstClr val="black">
                    <a:tint val="75000"/>
                  </a:prstClr>
                </a:solidFill>
              </a:rPr>
              <a:pPr>
                <a:defRPr/>
              </a:pPr>
              <a:t>2/3/2026</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8B3CE85-E40C-4260-98DA-FBE3FAE4AD19}"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59167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2" y="1151335"/>
            <a:ext cx="4040188" cy="479822"/>
          </a:xfrm>
        </p:spPr>
        <p:txBody>
          <a:bodyPr anchor="b"/>
          <a:lstStyle>
            <a:lvl1pPr marL="0" indent="0">
              <a:buNone/>
              <a:defRPr sz="2400" b="1"/>
            </a:lvl1pPr>
            <a:lvl2pPr marL="456475" indent="0">
              <a:buNone/>
              <a:defRPr sz="2000" b="1"/>
            </a:lvl2pPr>
            <a:lvl3pPr marL="912958" indent="0">
              <a:buNone/>
              <a:defRPr sz="1800" b="1"/>
            </a:lvl3pPr>
            <a:lvl4pPr marL="1369435" indent="0">
              <a:buNone/>
              <a:defRPr sz="1600" b="1"/>
            </a:lvl4pPr>
            <a:lvl5pPr marL="1825917" indent="0">
              <a:buNone/>
              <a:defRPr sz="1600" b="1"/>
            </a:lvl5pPr>
            <a:lvl6pPr marL="2282389" indent="0">
              <a:buNone/>
              <a:defRPr sz="1600" b="1"/>
            </a:lvl6pPr>
            <a:lvl7pPr marL="2738865" indent="0">
              <a:buNone/>
              <a:defRPr sz="1600" b="1"/>
            </a:lvl7pPr>
            <a:lvl8pPr marL="3195345" indent="0">
              <a:buNone/>
              <a:defRPr sz="1600" b="1"/>
            </a:lvl8pPr>
            <a:lvl9pPr marL="3651822"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6475" indent="0">
              <a:buNone/>
              <a:defRPr sz="2000" b="1"/>
            </a:lvl2pPr>
            <a:lvl3pPr marL="912958" indent="0">
              <a:buNone/>
              <a:defRPr sz="1800" b="1"/>
            </a:lvl3pPr>
            <a:lvl4pPr marL="1369435" indent="0">
              <a:buNone/>
              <a:defRPr sz="1600" b="1"/>
            </a:lvl4pPr>
            <a:lvl5pPr marL="1825917" indent="0">
              <a:buNone/>
              <a:defRPr sz="1600" b="1"/>
            </a:lvl5pPr>
            <a:lvl6pPr marL="2282389" indent="0">
              <a:buNone/>
              <a:defRPr sz="1600" b="1"/>
            </a:lvl6pPr>
            <a:lvl7pPr marL="2738865" indent="0">
              <a:buNone/>
              <a:defRPr sz="1600" b="1"/>
            </a:lvl7pPr>
            <a:lvl8pPr marL="3195345" indent="0">
              <a:buNone/>
              <a:defRPr sz="1600" b="1"/>
            </a:lvl8pPr>
            <a:lvl9pPr marL="3651822"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fld id="{975CE86E-7B03-4F0F-BFE5-CF2BAE68D609}" type="datetimeFigureOut">
              <a:rPr lang="en-US">
                <a:solidFill>
                  <a:prstClr val="black">
                    <a:tint val="75000"/>
                  </a:prstClr>
                </a:solidFill>
              </a:rPr>
              <a:pPr>
                <a:defRPr/>
              </a:pPr>
              <a:t>2/3/2026</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ED1D1035-2DA5-451F-B443-AB0E1217DB6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965615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6275AAE3-A298-4ED7-805A-BB640A1F7C77}" type="datetimeFigureOut">
              <a:rPr lang="en-US">
                <a:solidFill>
                  <a:prstClr val="black">
                    <a:tint val="75000"/>
                  </a:prstClr>
                </a:solidFill>
              </a:rPr>
              <a:pPr>
                <a:defRPr/>
              </a:pPr>
              <a:t>2/3/2026</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A5D9B6A7-1A08-4CA2-8928-DF8F4FABD31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77344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ACDE019-48CD-4766-BC77-96910EF0D6AA}" type="datetimeFigureOut">
              <a:rPr lang="en-US">
                <a:solidFill>
                  <a:prstClr val="black">
                    <a:tint val="75000"/>
                  </a:prstClr>
                </a:solidFill>
              </a:rPr>
              <a:pPr>
                <a:defRPr/>
              </a:pPr>
              <a:t>2/3/2026</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A1C6305-6D2A-4E76-9A8B-8D368A5C4C32}"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4853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04787"/>
            <a:ext cx="3008313" cy="871538"/>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04795"/>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4" y="1076333"/>
            <a:ext cx="3008313" cy="3518297"/>
          </a:xfrm>
        </p:spPr>
        <p:txBody>
          <a:bodyPr/>
          <a:lstStyle>
            <a:lvl1pPr marL="0" indent="0">
              <a:buNone/>
              <a:defRPr sz="1400"/>
            </a:lvl1pPr>
            <a:lvl2pPr marL="456475" indent="0">
              <a:buNone/>
              <a:defRPr sz="1200"/>
            </a:lvl2pPr>
            <a:lvl3pPr marL="912958" indent="0">
              <a:buNone/>
              <a:defRPr sz="1000"/>
            </a:lvl3pPr>
            <a:lvl4pPr marL="1369435" indent="0">
              <a:buNone/>
              <a:defRPr sz="900"/>
            </a:lvl4pPr>
            <a:lvl5pPr marL="1825917" indent="0">
              <a:buNone/>
              <a:defRPr sz="900"/>
            </a:lvl5pPr>
            <a:lvl6pPr marL="2282389" indent="0">
              <a:buNone/>
              <a:defRPr sz="900"/>
            </a:lvl6pPr>
            <a:lvl7pPr marL="2738865" indent="0">
              <a:buNone/>
              <a:defRPr sz="900"/>
            </a:lvl7pPr>
            <a:lvl8pPr marL="3195345" indent="0">
              <a:buNone/>
              <a:defRPr sz="900"/>
            </a:lvl8pPr>
            <a:lvl9pPr marL="3651822"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68B733C-58EE-471C-B209-258D0A569672}" type="datetimeFigureOut">
              <a:rPr lang="en-US">
                <a:solidFill>
                  <a:prstClr val="black">
                    <a:tint val="75000"/>
                  </a:prstClr>
                </a:solidFill>
              </a:rPr>
              <a:pPr>
                <a:defRPr/>
              </a:pPr>
              <a:t>2/3/2026</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94E50D-105E-46BA-88C7-5F058B2FB40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698434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3600450"/>
            <a:ext cx="5486400" cy="425054"/>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90" y="459581"/>
            <a:ext cx="5486400" cy="3086100"/>
          </a:xfrm>
        </p:spPr>
        <p:txBody>
          <a:bodyPr rtlCol="0">
            <a:normAutofit/>
          </a:bodyPr>
          <a:lstStyle>
            <a:lvl1pPr marL="0" indent="0">
              <a:buNone/>
              <a:defRPr sz="3200"/>
            </a:lvl1pPr>
            <a:lvl2pPr marL="456475" indent="0">
              <a:buNone/>
              <a:defRPr sz="2800"/>
            </a:lvl2pPr>
            <a:lvl3pPr marL="912958" indent="0">
              <a:buNone/>
              <a:defRPr sz="2400"/>
            </a:lvl3pPr>
            <a:lvl4pPr marL="1369435" indent="0">
              <a:buNone/>
              <a:defRPr sz="2000"/>
            </a:lvl4pPr>
            <a:lvl5pPr marL="1825917" indent="0">
              <a:buNone/>
              <a:defRPr sz="2000"/>
            </a:lvl5pPr>
            <a:lvl6pPr marL="2282389" indent="0">
              <a:buNone/>
              <a:defRPr sz="2000"/>
            </a:lvl6pPr>
            <a:lvl7pPr marL="2738865" indent="0">
              <a:buNone/>
              <a:defRPr sz="2000"/>
            </a:lvl7pPr>
            <a:lvl8pPr marL="3195345" indent="0">
              <a:buNone/>
              <a:defRPr sz="2000"/>
            </a:lvl8pPr>
            <a:lvl9pPr marL="3651822" indent="0">
              <a:buNone/>
              <a:defRPr sz="2000"/>
            </a:lvl9pPr>
          </a:lstStyle>
          <a:p>
            <a:pPr lvl="0"/>
            <a:endParaRPr lang="en-CA" noProof="0"/>
          </a:p>
        </p:txBody>
      </p:sp>
      <p:sp>
        <p:nvSpPr>
          <p:cNvPr id="4" name="Text Placeholder 3"/>
          <p:cNvSpPr>
            <a:spLocks noGrp="1"/>
          </p:cNvSpPr>
          <p:nvPr>
            <p:ph type="body" sz="half" idx="2"/>
          </p:nvPr>
        </p:nvSpPr>
        <p:spPr>
          <a:xfrm>
            <a:off x="1792290" y="4025504"/>
            <a:ext cx="5486400" cy="603647"/>
          </a:xfrm>
        </p:spPr>
        <p:txBody>
          <a:bodyPr/>
          <a:lstStyle>
            <a:lvl1pPr marL="0" indent="0">
              <a:buNone/>
              <a:defRPr sz="1400"/>
            </a:lvl1pPr>
            <a:lvl2pPr marL="456475" indent="0">
              <a:buNone/>
              <a:defRPr sz="1200"/>
            </a:lvl2pPr>
            <a:lvl3pPr marL="912958" indent="0">
              <a:buNone/>
              <a:defRPr sz="1000"/>
            </a:lvl3pPr>
            <a:lvl4pPr marL="1369435" indent="0">
              <a:buNone/>
              <a:defRPr sz="900"/>
            </a:lvl4pPr>
            <a:lvl5pPr marL="1825917" indent="0">
              <a:buNone/>
              <a:defRPr sz="900"/>
            </a:lvl5pPr>
            <a:lvl6pPr marL="2282389" indent="0">
              <a:buNone/>
              <a:defRPr sz="900"/>
            </a:lvl6pPr>
            <a:lvl7pPr marL="2738865" indent="0">
              <a:buNone/>
              <a:defRPr sz="900"/>
            </a:lvl7pPr>
            <a:lvl8pPr marL="3195345" indent="0">
              <a:buNone/>
              <a:defRPr sz="900"/>
            </a:lvl8pPr>
            <a:lvl9pPr marL="3651822"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DC492CE-6935-43B7-8714-2809A8A9442F}" type="datetimeFigureOut">
              <a:rPr lang="en-US">
                <a:solidFill>
                  <a:prstClr val="black">
                    <a:tint val="75000"/>
                  </a:prstClr>
                </a:solidFill>
              </a:rPr>
              <a:pPr>
                <a:defRPr/>
              </a:pPr>
              <a:t>2/3/2026</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F57FC29D-793C-4D48-9106-D017FB6640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446511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08F91D22-39D6-449A-9CB7-0D0AAAB934BB}" type="datetimeFigureOut">
              <a:rPr lang="en-US">
                <a:solidFill>
                  <a:prstClr val="black">
                    <a:tint val="75000"/>
                  </a:prstClr>
                </a:solidFill>
              </a:rPr>
              <a:pPr>
                <a:defRPr/>
              </a:pPr>
              <a:t>2/3/2026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1E8FFDA-439C-4C27-9A30-56A5170618C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091772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92"/>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92"/>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23708F20-98F0-4FAA-9167-8C5EA2A6DD8A}" type="datetimeFigureOut">
              <a:rPr lang="en-US">
                <a:solidFill>
                  <a:prstClr val="black">
                    <a:tint val="75000"/>
                  </a:prstClr>
                </a:solidFill>
              </a:rPr>
              <a:pPr>
                <a:defRPr/>
              </a:pPr>
              <a:t>2/3/2026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89A0BD3-4C51-4A7F-B5E6-7C7EC8C29B4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571054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0"/>
            <a:ext cx="7772400" cy="1102519"/>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022900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158463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7"/>
            <a:ext cx="7772400" cy="1021556"/>
          </a:xfrm>
        </p:spPr>
        <p:txBody>
          <a:bodyPr anchor="t"/>
          <a:lstStyle>
            <a:lvl1pPr algn="l">
              <a:defRPr sz="3000" b="1" cap="all"/>
            </a:lvl1pPr>
          </a:lstStyle>
          <a:p>
            <a:r>
              <a:rPr lang="en-US"/>
              <a:t>Click to edit Master title style</a:t>
            </a:r>
            <a:endParaRPr lang="en-CA"/>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1264771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0587095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151336"/>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34" y="1151336"/>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4"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822755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347790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7567182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04788"/>
            <a:ext cx="3008313" cy="871538"/>
          </a:xfrm>
        </p:spPr>
        <p:txBody>
          <a:bodyPr anchor="b"/>
          <a:lstStyle>
            <a:lvl1pPr algn="l">
              <a:defRPr sz="1500" b="1"/>
            </a:lvl1pPr>
          </a:lstStyle>
          <a:p>
            <a:r>
              <a:rPr lang="en-US"/>
              <a:t>Click to edit Master title style</a:t>
            </a:r>
            <a:endParaRPr lang="en-CA"/>
          </a:p>
        </p:txBody>
      </p:sp>
      <p:sp>
        <p:nvSpPr>
          <p:cNvPr id="3" name="Content Placeholder 2"/>
          <p:cNvSpPr>
            <a:spLocks noGrp="1"/>
          </p:cNvSpPr>
          <p:nvPr>
            <p:ph idx="1"/>
          </p:nvPr>
        </p:nvSpPr>
        <p:spPr>
          <a:xfrm>
            <a:off x="3575050" y="20479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19"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21968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2"/>
            <a:ext cx="5486400" cy="425054"/>
          </a:xfrm>
        </p:spPr>
        <p:txBody>
          <a:bodyPr anchor="b"/>
          <a:lstStyle>
            <a:lvl1pPr algn="l">
              <a:defRPr sz="1500" b="1"/>
            </a:lvl1pPr>
          </a:lstStyle>
          <a:p>
            <a:r>
              <a:rPr lang="en-US"/>
              <a:t>Click to edit Master title style</a:t>
            </a:r>
            <a:endParaRPr lang="en-CA"/>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CA" noProof="0"/>
          </a:p>
        </p:txBody>
      </p:sp>
      <p:sp>
        <p:nvSpPr>
          <p:cNvPr id="4" name="Text Placeholder 3"/>
          <p:cNvSpPr>
            <a:spLocks noGrp="1"/>
          </p:cNvSpPr>
          <p:nvPr>
            <p:ph type="body" sz="half" idx="2"/>
          </p:nvPr>
        </p:nvSpPr>
        <p:spPr>
          <a:xfrm>
            <a:off x="1792288" y="4025514"/>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397015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59164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286854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1"/>
            <a:ext cx="7772400" cy="1102519"/>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877" indent="0" algn="ctr">
              <a:buNone/>
              <a:defRPr>
                <a:solidFill>
                  <a:schemeClr val="tx1">
                    <a:tint val="75000"/>
                  </a:schemeClr>
                </a:solidFill>
              </a:defRPr>
            </a:lvl2pPr>
            <a:lvl3pPr marL="685754" indent="0" algn="ctr">
              <a:buNone/>
              <a:defRPr>
                <a:solidFill>
                  <a:schemeClr val="tx1">
                    <a:tint val="75000"/>
                  </a:schemeClr>
                </a:solidFill>
              </a:defRPr>
            </a:lvl3pPr>
            <a:lvl4pPr marL="1028631" indent="0" algn="ctr">
              <a:buNone/>
              <a:defRPr>
                <a:solidFill>
                  <a:schemeClr val="tx1">
                    <a:tint val="75000"/>
                  </a:schemeClr>
                </a:solidFill>
              </a:defRPr>
            </a:lvl4pPr>
            <a:lvl5pPr marL="1371509" indent="0" algn="ctr">
              <a:buNone/>
              <a:defRPr>
                <a:solidFill>
                  <a:schemeClr val="tx1">
                    <a:tint val="75000"/>
                  </a:schemeClr>
                </a:solidFill>
              </a:defRPr>
            </a:lvl5pPr>
            <a:lvl6pPr marL="1714385" indent="0" algn="ctr">
              <a:buNone/>
              <a:defRPr>
                <a:solidFill>
                  <a:schemeClr val="tx1">
                    <a:tint val="75000"/>
                  </a:schemeClr>
                </a:solidFill>
              </a:defRPr>
            </a:lvl6pPr>
            <a:lvl7pPr marL="2057263" indent="0" algn="ctr">
              <a:buNone/>
              <a:defRPr>
                <a:solidFill>
                  <a:schemeClr val="tx1">
                    <a:tint val="75000"/>
                  </a:schemeClr>
                </a:solidFill>
              </a:defRPr>
            </a:lvl7pPr>
            <a:lvl8pPr marL="2400140" indent="0" algn="ctr">
              <a:buNone/>
              <a:defRPr>
                <a:solidFill>
                  <a:schemeClr val="tx1">
                    <a:tint val="75000"/>
                  </a:schemeClr>
                </a:solidFill>
              </a:defRPr>
            </a:lvl8pPr>
            <a:lvl9pPr marL="2743017"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2334608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432277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305177"/>
            <a:ext cx="7772400" cy="1021556"/>
          </a:xfrm>
        </p:spPr>
        <p:txBody>
          <a:bodyPr anchor="t"/>
          <a:lstStyle>
            <a:lvl1pPr algn="l">
              <a:defRPr sz="3000" b="1" cap="all"/>
            </a:lvl1pPr>
          </a:lstStyle>
          <a:p>
            <a:r>
              <a:rPr lang="en-US"/>
              <a:t>Click to edit Master title style</a:t>
            </a:r>
            <a:endParaRPr lang="en-CA"/>
          </a:p>
        </p:txBody>
      </p:sp>
      <p:sp>
        <p:nvSpPr>
          <p:cNvPr id="3" name="Text Placeholder 2"/>
          <p:cNvSpPr>
            <a:spLocks noGrp="1"/>
          </p:cNvSpPr>
          <p:nvPr>
            <p:ph type="body" idx="1"/>
          </p:nvPr>
        </p:nvSpPr>
        <p:spPr>
          <a:xfrm>
            <a:off x="722314" y="2180035"/>
            <a:ext cx="7772400" cy="1125140"/>
          </a:xfrm>
        </p:spPr>
        <p:txBody>
          <a:bodyPr anchor="b"/>
          <a:lstStyle>
            <a:lvl1pPr marL="0" indent="0">
              <a:buNone/>
              <a:defRPr sz="1500">
                <a:solidFill>
                  <a:schemeClr val="tx1">
                    <a:tint val="75000"/>
                  </a:schemeClr>
                </a:solidFill>
              </a:defRPr>
            </a:lvl1pPr>
            <a:lvl2pPr marL="342877" indent="0">
              <a:buNone/>
              <a:defRPr sz="1350">
                <a:solidFill>
                  <a:schemeClr val="tx1">
                    <a:tint val="75000"/>
                  </a:schemeClr>
                </a:solidFill>
              </a:defRPr>
            </a:lvl2pPr>
            <a:lvl3pPr marL="685754" indent="0">
              <a:buNone/>
              <a:defRPr sz="1200">
                <a:solidFill>
                  <a:schemeClr val="tx1">
                    <a:tint val="75000"/>
                  </a:schemeClr>
                </a:solidFill>
              </a:defRPr>
            </a:lvl3pPr>
            <a:lvl4pPr marL="1028631" indent="0">
              <a:buNone/>
              <a:defRPr sz="1050">
                <a:solidFill>
                  <a:schemeClr val="tx1">
                    <a:tint val="75000"/>
                  </a:schemeClr>
                </a:solidFill>
              </a:defRPr>
            </a:lvl4pPr>
            <a:lvl5pPr marL="1371509" indent="0">
              <a:buNone/>
              <a:defRPr sz="1050">
                <a:solidFill>
                  <a:schemeClr val="tx1">
                    <a:tint val="75000"/>
                  </a:schemeClr>
                </a:solidFill>
              </a:defRPr>
            </a:lvl5pPr>
            <a:lvl6pPr marL="1714385" indent="0">
              <a:buNone/>
              <a:defRPr sz="1050">
                <a:solidFill>
                  <a:schemeClr val="tx1">
                    <a:tint val="75000"/>
                  </a:schemeClr>
                </a:solidFill>
              </a:defRPr>
            </a:lvl6pPr>
            <a:lvl7pPr marL="2057263" indent="0">
              <a:buNone/>
              <a:defRPr sz="1050">
                <a:solidFill>
                  <a:schemeClr val="tx1">
                    <a:tint val="75000"/>
                  </a:schemeClr>
                </a:solidFill>
              </a:defRPr>
            </a:lvl7pPr>
            <a:lvl8pPr marL="2400140" indent="0">
              <a:buNone/>
              <a:defRPr sz="1050">
                <a:solidFill>
                  <a:schemeClr val="tx1">
                    <a:tint val="75000"/>
                  </a:schemeClr>
                </a:solidFill>
              </a:defRPr>
            </a:lvl8pPr>
            <a:lvl9pPr marL="2743017"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155403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815036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151336"/>
            <a:ext cx="4040188" cy="479822"/>
          </a:xfrm>
        </p:spPr>
        <p:txBody>
          <a:bodyPr anchor="b"/>
          <a:lstStyle>
            <a:lvl1pPr marL="0" indent="0">
              <a:buNone/>
              <a:defRPr sz="1800" b="1"/>
            </a:lvl1pPr>
            <a:lvl2pPr marL="342877" indent="0">
              <a:buNone/>
              <a:defRPr sz="1500" b="1"/>
            </a:lvl2pPr>
            <a:lvl3pPr marL="685754" indent="0">
              <a:buNone/>
              <a:defRPr sz="1350" b="1"/>
            </a:lvl3pPr>
            <a:lvl4pPr marL="1028631" indent="0">
              <a:buNone/>
              <a:defRPr sz="1200" b="1"/>
            </a:lvl4pPr>
            <a:lvl5pPr marL="1371509" indent="0">
              <a:buNone/>
              <a:defRPr sz="1200" b="1"/>
            </a:lvl5pPr>
            <a:lvl6pPr marL="1714385" indent="0">
              <a:buNone/>
              <a:defRPr sz="1200" b="1"/>
            </a:lvl6pPr>
            <a:lvl7pPr marL="2057263" indent="0">
              <a:buNone/>
              <a:defRPr sz="1200" b="1"/>
            </a:lvl7pPr>
            <a:lvl8pPr marL="2400140" indent="0">
              <a:buNone/>
              <a:defRPr sz="1200" b="1"/>
            </a:lvl8pPr>
            <a:lvl9pPr marL="2743017"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35" y="1151336"/>
            <a:ext cx="4041775" cy="479822"/>
          </a:xfrm>
        </p:spPr>
        <p:txBody>
          <a:bodyPr anchor="b"/>
          <a:lstStyle>
            <a:lvl1pPr marL="0" indent="0">
              <a:buNone/>
              <a:defRPr sz="1800" b="1"/>
            </a:lvl1pPr>
            <a:lvl2pPr marL="342877" indent="0">
              <a:buNone/>
              <a:defRPr sz="1500" b="1"/>
            </a:lvl2pPr>
            <a:lvl3pPr marL="685754" indent="0">
              <a:buNone/>
              <a:defRPr sz="1350" b="1"/>
            </a:lvl3pPr>
            <a:lvl4pPr marL="1028631" indent="0">
              <a:buNone/>
              <a:defRPr sz="1200" b="1"/>
            </a:lvl4pPr>
            <a:lvl5pPr marL="1371509" indent="0">
              <a:buNone/>
              <a:defRPr sz="1200" b="1"/>
            </a:lvl5pPr>
            <a:lvl6pPr marL="1714385" indent="0">
              <a:buNone/>
              <a:defRPr sz="1200" b="1"/>
            </a:lvl6pPr>
            <a:lvl7pPr marL="2057263" indent="0">
              <a:buNone/>
              <a:defRPr sz="1200" b="1"/>
            </a:lvl7pPr>
            <a:lvl8pPr marL="2400140" indent="0">
              <a:buNone/>
              <a:defRPr sz="1200" b="1"/>
            </a:lvl8pPr>
            <a:lvl9pPr marL="2743017"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5"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882834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651384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1878166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20" y="204788"/>
            <a:ext cx="3008313" cy="871538"/>
          </a:xfrm>
        </p:spPr>
        <p:txBody>
          <a:bodyPr anchor="b"/>
          <a:lstStyle>
            <a:lvl1pPr algn="l">
              <a:defRPr sz="1500" b="1"/>
            </a:lvl1pPr>
          </a:lstStyle>
          <a:p>
            <a:r>
              <a:rPr lang="en-US"/>
              <a:t>Click to edit Master title style</a:t>
            </a:r>
            <a:endParaRPr lang="en-CA"/>
          </a:p>
        </p:txBody>
      </p:sp>
      <p:sp>
        <p:nvSpPr>
          <p:cNvPr id="3" name="Content Placeholder 2"/>
          <p:cNvSpPr>
            <a:spLocks noGrp="1"/>
          </p:cNvSpPr>
          <p:nvPr>
            <p:ph idx="1"/>
          </p:nvPr>
        </p:nvSpPr>
        <p:spPr>
          <a:xfrm>
            <a:off x="3575050" y="204800"/>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20" y="1076329"/>
            <a:ext cx="3008313" cy="3518297"/>
          </a:xfrm>
        </p:spPr>
        <p:txBody>
          <a:bodyPr/>
          <a:lstStyle>
            <a:lvl1pPr marL="0" indent="0">
              <a:buNone/>
              <a:defRPr sz="1050"/>
            </a:lvl1pPr>
            <a:lvl2pPr marL="342877" indent="0">
              <a:buNone/>
              <a:defRPr sz="900"/>
            </a:lvl2pPr>
            <a:lvl3pPr marL="685754" indent="0">
              <a:buNone/>
              <a:defRPr sz="750"/>
            </a:lvl3pPr>
            <a:lvl4pPr marL="1028631" indent="0">
              <a:buNone/>
              <a:defRPr sz="675"/>
            </a:lvl4pPr>
            <a:lvl5pPr marL="1371509" indent="0">
              <a:buNone/>
              <a:defRPr sz="675"/>
            </a:lvl5pPr>
            <a:lvl6pPr marL="1714385" indent="0">
              <a:buNone/>
              <a:defRPr sz="675"/>
            </a:lvl6pPr>
            <a:lvl7pPr marL="2057263" indent="0">
              <a:buNone/>
              <a:defRPr sz="675"/>
            </a:lvl7pPr>
            <a:lvl8pPr marL="2400140" indent="0">
              <a:buNone/>
              <a:defRPr sz="675"/>
            </a:lvl8pPr>
            <a:lvl9pPr marL="2743017"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887971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3600452"/>
            <a:ext cx="5486400" cy="425054"/>
          </a:xfrm>
        </p:spPr>
        <p:txBody>
          <a:bodyPr anchor="b"/>
          <a:lstStyle>
            <a:lvl1pPr algn="l">
              <a:defRPr sz="1500" b="1"/>
            </a:lvl1pPr>
          </a:lstStyle>
          <a:p>
            <a:r>
              <a:rPr lang="en-US"/>
              <a:t>Click to edit Master title style</a:t>
            </a:r>
            <a:endParaRPr lang="en-CA"/>
          </a:p>
        </p:txBody>
      </p:sp>
      <p:sp>
        <p:nvSpPr>
          <p:cNvPr id="3" name="Picture Placeholder 2"/>
          <p:cNvSpPr>
            <a:spLocks noGrp="1"/>
          </p:cNvSpPr>
          <p:nvPr>
            <p:ph type="pic" idx="1"/>
          </p:nvPr>
        </p:nvSpPr>
        <p:spPr>
          <a:xfrm>
            <a:off x="1792289" y="459581"/>
            <a:ext cx="5486400" cy="3086100"/>
          </a:xfrm>
        </p:spPr>
        <p:txBody>
          <a:bodyPr rtlCol="0">
            <a:normAutofit/>
          </a:bodyPr>
          <a:lstStyle>
            <a:lvl1pPr marL="0" indent="0">
              <a:buNone/>
              <a:defRPr sz="2400"/>
            </a:lvl1pPr>
            <a:lvl2pPr marL="342877" indent="0">
              <a:buNone/>
              <a:defRPr sz="2100"/>
            </a:lvl2pPr>
            <a:lvl3pPr marL="685754" indent="0">
              <a:buNone/>
              <a:defRPr sz="1800"/>
            </a:lvl3pPr>
            <a:lvl4pPr marL="1028631" indent="0">
              <a:buNone/>
              <a:defRPr sz="1500"/>
            </a:lvl4pPr>
            <a:lvl5pPr marL="1371509" indent="0">
              <a:buNone/>
              <a:defRPr sz="1500"/>
            </a:lvl5pPr>
            <a:lvl6pPr marL="1714385" indent="0">
              <a:buNone/>
              <a:defRPr sz="1500"/>
            </a:lvl6pPr>
            <a:lvl7pPr marL="2057263" indent="0">
              <a:buNone/>
              <a:defRPr sz="1500"/>
            </a:lvl7pPr>
            <a:lvl8pPr marL="2400140" indent="0">
              <a:buNone/>
              <a:defRPr sz="1500"/>
            </a:lvl8pPr>
            <a:lvl9pPr marL="2743017" indent="0">
              <a:buNone/>
              <a:defRPr sz="1500"/>
            </a:lvl9pPr>
          </a:lstStyle>
          <a:p>
            <a:pPr lvl="0"/>
            <a:endParaRPr lang="en-CA" noProof="0"/>
          </a:p>
        </p:txBody>
      </p:sp>
      <p:sp>
        <p:nvSpPr>
          <p:cNvPr id="4" name="Text Placeholder 3"/>
          <p:cNvSpPr>
            <a:spLocks noGrp="1"/>
          </p:cNvSpPr>
          <p:nvPr>
            <p:ph type="body" sz="half" idx="2"/>
          </p:nvPr>
        </p:nvSpPr>
        <p:spPr>
          <a:xfrm>
            <a:off x="1792289" y="4025515"/>
            <a:ext cx="5486400" cy="603647"/>
          </a:xfrm>
        </p:spPr>
        <p:txBody>
          <a:bodyPr/>
          <a:lstStyle>
            <a:lvl1pPr marL="0" indent="0">
              <a:buNone/>
              <a:defRPr sz="1050"/>
            </a:lvl1pPr>
            <a:lvl2pPr marL="342877" indent="0">
              <a:buNone/>
              <a:defRPr sz="900"/>
            </a:lvl2pPr>
            <a:lvl3pPr marL="685754" indent="0">
              <a:buNone/>
              <a:defRPr sz="750"/>
            </a:lvl3pPr>
            <a:lvl4pPr marL="1028631" indent="0">
              <a:buNone/>
              <a:defRPr sz="675"/>
            </a:lvl4pPr>
            <a:lvl5pPr marL="1371509" indent="0">
              <a:buNone/>
              <a:defRPr sz="675"/>
            </a:lvl5pPr>
            <a:lvl6pPr marL="1714385" indent="0">
              <a:buNone/>
              <a:defRPr sz="675"/>
            </a:lvl6pPr>
            <a:lvl7pPr marL="2057263" indent="0">
              <a:buNone/>
              <a:defRPr sz="675"/>
            </a:lvl7pPr>
            <a:lvl8pPr marL="2400140" indent="0">
              <a:buNone/>
              <a:defRPr sz="675"/>
            </a:lvl8pPr>
            <a:lvl9pPr marL="2743017"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285412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378024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6391522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0"/>
            <a:ext cx="7772400" cy="1102520"/>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866" indent="0" algn="ctr">
              <a:buNone/>
              <a:defRPr>
                <a:solidFill>
                  <a:schemeClr val="tx1">
                    <a:tint val="75000"/>
                  </a:schemeClr>
                </a:solidFill>
              </a:defRPr>
            </a:lvl2pPr>
            <a:lvl3pPr marL="685732" indent="0" algn="ctr">
              <a:buNone/>
              <a:defRPr>
                <a:solidFill>
                  <a:schemeClr val="tx1">
                    <a:tint val="75000"/>
                  </a:schemeClr>
                </a:solidFill>
              </a:defRPr>
            </a:lvl3pPr>
            <a:lvl4pPr marL="1028597" indent="0" algn="ctr">
              <a:buNone/>
              <a:defRPr>
                <a:solidFill>
                  <a:schemeClr val="tx1">
                    <a:tint val="75000"/>
                  </a:schemeClr>
                </a:solidFill>
              </a:defRPr>
            </a:lvl4pPr>
            <a:lvl5pPr marL="1371463" indent="0" algn="ctr">
              <a:buNone/>
              <a:defRPr>
                <a:solidFill>
                  <a:schemeClr val="tx1">
                    <a:tint val="75000"/>
                  </a:schemeClr>
                </a:solidFill>
              </a:defRPr>
            </a:lvl5pPr>
            <a:lvl6pPr marL="1714328" indent="0" algn="ctr">
              <a:buNone/>
              <a:defRPr>
                <a:solidFill>
                  <a:schemeClr val="tx1">
                    <a:tint val="75000"/>
                  </a:schemeClr>
                </a:solidFill>
              </a:defRPr>
            </a:lvl6pPr>
            <a:lvl7pPr marL="2057195" indent="0" algn="ctr">
              <a:buNone/>
              <a:defRPr>
                <a:solidFill>
                  <a:schemeClr val="tx1">
                    <a:tint val="75000"/>
                  </a:schemeClr>
                </a:solidFill>
              </a:defRPr>
            </a:lvl7pPr>
            <a:lvl8pPr marL="2400060" indent="0" algn="ctr">
              <a:buNone/>
              <a:defRPr>
                <a:solidFill>
                  <a:schemeClr val="tx1">
                    <a:tint val="75000"/>
                  </a:schemeClr>
                </a:solidFill>
              </a:defRPr>
            </a:lvl8pPr>
            <a:lvl9pPr marL="2742926"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2855544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494675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305177"/>
            <a:ext cx="7772400" cy="1021556"/>
          </a:xfrm>
        </p:spPr>
        <p:txBody>
          <a:bodyPr anchor="t"/>
          <a:lstStyle>
            <a:lvl1pPr algn="l">
              <a:defRPr sz="3000" b="1" cap="all"/>
            </a:lvl1pPr>
          </a:lstStyle>
          <a:p>
            <a:r>
              <a:rPr lang="en-US"/>
              <a:t>Click to edit Master title style</a:t>
            </a:r>
            <a:endParaRPr lang="en-CA"/>
          </a:p>
        </p:txBody>
      </p:sp>
      <p:sp>
        <p:nvSpPr>
          <p:cNvPr id="3" name="Text Placeholder 2"/>
          <p:cNvSpPr>
            <a:spLocks noGrp="1"/>
          </p:cNvSpPr>
          <p:nvPr>
            <p:ph type="body" idx="1"/>
          </p:nvPr>
        </p:nvSpPr>
        <p:spPr>
          <a:xfrm>
            <a:off x="722314" y="2180035"/>
            <a:ext cx="7772400" cy="1125140"/>
          </a:xfrm>
        </p:spPr>
        <p:txBody>
          <a:bodyPr anchor="b"/>
          <a:lstStyle>
            <a:lvl1pPr marL="0" indent="0">
              <a:buNone/>
              <a:defRPr sz="1499">
                <a:solidFill>
                  <a:schemeClr val="tx1">
                    <a:tint val="75000"/>
                  </a:schemeClr>
                </a:solidFill>
              </a:defRPr>
            </a:lvl1pPr>
            <a:lvl2pPr marL="342866" indent="0">
              <a:buNone/>
              <a:defRPr sz="1349">
                <a:solidFill>
                  <a:schemeClr val="tx1">
                    <a:tint val="75000"/>
                  </a:schemeClr>
                </a:solidFill>
              </a:defRPr>
            </a:lvl2pPr>
            <a:lvl3pPr marL="685732" indent="0">
              <a:buNone/>
              <a:defRPr sz="1200">
                <a:solidFill>
                  <a:schemeClr val="tx1">
                    <a:tint val="75000"/>
                  </a:schemeClr>
                </a:solidFill>
              </a:defRPr>
            </a:lvl3pPr>
            <a:lvl4pPr marL="1028597" indent="0">
              <a:buNone/>
              <a:defRPr sz="1050">
                <a:solidFill>
                  <a:schemeClr val="tx1">
                    <a:tint val="75000"/>
                  </a:schemeClr>
                </a:solidFill>
              </a:defRPr>
            </a:lvl4pPr>
            <a:lvl5pPr marL="1371463" indent="0">
              <a:buNone/>
              <a:defRPr sz="1050">
                <a:solidFill>
                  <a:schemeClr val="tx1">
                    <a:tint val="75000"/>
                  </a:schemeClr>
                </a:solidFill>
              </a:defRPr>
            </a:lvl5pPr>
            <a:lvl6pPr marL="1714328" indent="0">
              <a:buNone/>
              <a:defRPr sz="1050">
                <a:solidFill>
                  <a:schemeClr val="tx1">
                    <a:tint val="75000"/>
                  </a:schemeClr>
                </a:solidFill>
              </a:defRPr>
            </a:lvl6pPr>
            <a:lvl7pPr marL="2057195" indent="0">
              <a:buNone/>
              <a:defRPr sz="1050">
                <a:solidFill>
                  <a:schemeClr val="tx1">
                    <a:tint val="75000"/>
                  </a:schemeClr>
                </a:solidFill>
              </a:defRPr>
            </a:lvl7pPr>
            <a:lvl8pPr marL="2400060" indent="0">
              <a:buNone/>
              <a:defRPr sz="1050">
                <a:solidFill>
                  <a:schemeClr val="tx1">
                    <a:tint val="75000"/>
                  </a:schemeClr>
                </a:solidFill>
              </a:defRPr>
            </a:lvl8pPr>
            <a:lvl9pPr marL="2742926"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7828423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3"/>
            <a:ext cx="4038600" cy="3394472"/>
          </a:xfrm>
        </p:spPr>
        <p:txBody>
          <a:bodyPr/>
          <a:lstStyle>
            <a:lvl1pPr>
              <a:defRPr sz="2100"/>
            </a:lvl1pPr>
            <a:lvl2pPr>
              <a:defRPr sz="1799"/>
            </a:lvl2pPr>
            <a:lvl3pPr>
              <a:defRPr sz="1499"/>
            </a:lvl3pPr>
            <a:lvl4pPr>
              <a:defRPr sz="1349"/>
            </a:lvl4pPr>
            <a:lvl5pPr>
              <a:defRPr sz="1349"/>
            </a:lvl5pPr>
            <a:lvl6pPr>
              <a:defRPr sz="1349"/>
            </a:lvl6pPr>
            <a:lvl7pPr>
              <a:defRPr sz="1349"/>
            </a:lvl7pPr>
            <a:lvl8pPr>
              <a:defRPr sz="1349"/>
            </a:lvl8pPr>
            <a:lvl9pPr>
              <a:defRPr sz="13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3"/>
            <a:ext cx="4038600" cy="3394472"/>
          </a:xfrm>
        </p:spPr>
        <p:txBody>
          <a:bodyPr/>
          <a:lstStyle>
            <a:lvl1pPr>
              <a:defRPr sz="2100"/>
            </a:lvl1pPr>
            <a:lvl2pPr>
              <a:defRPr sz="1799"/>
            </a:lvl2pPr>
            <a:lvl3pPr>
              <a:defRPr sz="1499"/>
            </a:lvl3pPr>
            <a:lvl4pPr>
              <a:defRPr sz="1349"/>
            </a:lvl4pPr>
            <a:lvl5pPr>
              <a:defRPr sz="1349"/>
            </a:lvl5pPr>
            <a:lvl6pPr>
              <a:defRPr sz="1349"/>
            </a:lvl6pPr>
            <a:lvl7pPr>
              <a:defRPr sz="1349"/>
            </a:lvl7pPr>
            <a:lvl8pPr>
              <a:defRPr sz="1349"/>
            </a:lvl8pPr>
            <a:lvl9pPr>
              <a:defRPr sz="13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993208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151337"/>
            <a:ext cx="4040188" cy="479822"/>
          </a:xfrm>
        </p:spPr>
        <p:txBody>
          <a:bodyPr anchor="b"/>
          <a:lstStyle>
            <a:lvl1pPr marL="0" indent="0">
              <a:buNone/>
              <a:defRPr sz="1799" b="1"/>
            </a:lvl1pPr>
            <a:lvl2pPr marL="342866" indent="0">
              <a:buNone/>
              <a:defRPr sz="1499" b="1"/>
            </a:lvl2pPr>
            <a:lvl3pPr marL="685732" indent="0">
              <a:buNone/>
              <a:defRPr sz="1349" b="1"/>
            </a:lvl3pPr>
            <a:lvl4pPr marL="1028597" indent="0">
              <a:buNone/>
              <a:defRPr sz="1200" b="1"/>
            </a:lvl4pPr>
            <a:lvl5pPr marL="1371463" indent="0">
              <a:buNone/>
              <a:defRPr sz="1200" b="1"/>
            </a:lvl5pPr>
            <a:lvl6pPr marL="1714328" indent="0">
              <a:buNone/>
              <a:defRPr sz="1200" b="1"/>
            </a:lvl6pPr>
            <a:lvl7pPr marL="2057195" indent="0">
              <a:buNone/>
              <a:defRPr sz="1200" b="1"/>
            </a:lvl7pPr>
            <a:lvl8pPr marL="2400060" indent="0">
              <a:buNone/>
              <a:defRPr sz="1200" b="1"/>
            </a:lvl8pPr>
            <a:lvl9pPr marL="2742926"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799"/>
            </a:lvl1pPr>
            <a:lvl2pPr>
              <a:defRPr sz="1499"/>
            </a:lvl2pPr>
            <a:lvl3pPr>
              <a:defRPr sz="1349"/>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34" y="1151337"/>
            <a:ext cx="4041776" cy="479822"/>
          </a:xfrm>
        </p:spPr>
        <p:txBody>
          <a:bodyPr anchor="b"/>
          <a:lstStyle>
            <a:lvl1pPr marL="0" indent="0">
              <a:buNone/>
              <a:defRPr sz="1799" b="1"/>
            </a:lvl1pPr>
            <a:lvl2pPr marL="342866" indent="0">
              <a:buNone/>
              <a:defRPr sz="1499" b="1"/>
            </a:lvl2pPr>
            <a:lvl3pPr marL="685732" indent="0">
              <a:buNone/>
              <a:defRPr sz="1349" b="1"/>
            </a:lvl3pPr>
            <a:lvl4pPr marL="1028597" indent="0">
              <a:buNone/>
              <a:defRPr sz="1200" b="1"/>
            </a:lvl4pPr>
            <a:lvl5pPr marL="1371463" indent="0">
              <a:buNone/>
              <a:defRPr sz="1200" b="1"/>
            </a:lvl5pPr>
            <a:lvl6pPr marL="1714328" indent="0">
              <a:buNone/>
              <a:defRPr sz="1200" b="1"/>
            </a:lvl6pPr>
            <a:lvl7pPr marL="2057195" indent="0">
              <a:buNone/>
              <a:defRPr sz="1200" b="1"/>
            </a:lvl7pPr>
            <a:lvl8pPr marL="2400060" indent="0">
              <a:buNone/>
              <a:defRPr sz="1200" b="1"/>
            </a:lvl8pPr>
            <a:lvl9pPr marL="2742926"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4" y="1631156"/>
            <a:ext cx="4041776" cy="2963466"/>
          </a:xfrm>
        </p:spPr>
        <p:txBody>
          <a:bodyPr/>
          <a:lstStyle>
            <a:lvl1pPr>
              <a:defRPr sz="1799"/>
            </a:lvl1pPr>
            <a:lvl2pPr>
              <a:defRPr sz="1499"/>
            </a:lvl2pPr>
            <a:lvl3pPr>
              <a:defRPr sz="1349"/>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60768498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216603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834999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20" y="204789"/>
            <a:ext cx="3008313" cy="871538"/>
          </a:xfrm>
        </p:spPr>
        <p:txBody>
          <a:bodyPr anchor="b"/>
          <a:lstStyle>
            <a:lvl1pPr algn="l">
              <a:defRPr sz="1499" b="1"/>
            </a:lvl1pPr>
          </a:lstStyle>
          <a:p>
            <a:r>
              <a:rPr lang="en-US"/>
              <a:t>Click to edit Master title style</a:t>
            </a:r>
            <a:endParaRPr lang="en-CA"/>
          </a:p>
        </p:txBody>
      </p:sp>
      <p:sp>
        <p:nvSpPr>
          <p:cNvPr id="3" name="Content Placeholder 2"/>
          <p:cNvSpPr>
            <a:spLocks noGrp="1"/>
          </p:cNvSpPr>
          <p:nvPr>
            <p:ph idx="1"/>
          </p:nvPr>
        </p:nvSpPr>
        <p:spPr>
          <a:xfrm>
            <a:off x="3575050" y="204799"/>
            <a:ext cx="5111750" cy="4389836"/>
          </a:xfrm>
        </p:spPr>
        <p:txBody>
          <a:bodyPr/>
          <a:lstStyle>
            <a:lvl1pPr>
              <a:defRPr sz="2400"/>
            </a:lvl1pPr>
            <a:lvl2pPr>
              <a:defRPr sz="2100"/>
            </a:lvl2pPr>
            <a:lvl3pPr>
              <a:defRPr sz="1799"/>
            </a:lvl3pPr>
            <a:lvl4pPr>
              <a:defRPr sz="1499"/>
            </a:lvl4pPr>
            <a:lvl5pPr>
              <a:defRPr sz="1499"/>
            </a:lvl5pPr>
            <a:lvl6pPr>
              <a:defRPr sz="1499"/>
            </a:lvl6pPr>
            <a:lvl7pPr>
              <a:defRPr sz="1499"/>
            </a:lvl7pPr>
            <a:lvl8pPr>
              <a:defRPr sz="1499"/>
            </a:lvl8pPr>
            <a:lvl9pPr>
              <a:defRPr sz="14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20" y="1076329"/>
            <a:ext cx="3008313" cy="3518297"/>
          </a:xfrm>
        </p:spPr>
        <p:txBody>
          <a:bodyPr/>
          <a:lstStyle>
            <a:lvl1pPr marL="0" indent="0">
              <a:buNone/>
              <a:defRPr sz="1050"/>
            </a:lvl1pPr>
            <a:lvl2pPr marL="342866" indent="0">
              <a:buNone/>
              <a:defRPr sz="900"/>
            </a:lvl2pPr>
            <a:lvl3pPr marL="685732" indent="0">
              <a:buNone/>
              <a:defRPr sz="750"/>
            </a:lvl3pPr>
            <a:lvl4pPr marL="1028597" indent="0">
              <a:buNone/>
              <a:defRPr sz="675"/>
            </a:lvl4pPr>
            <a:lvl5pPr marL="1371463" indent="0">
              <a:buNone/>
              <a:defRPr sz="675"/>
            </a:lvl5pPr>
            <a:lvl6pPr marL="1714328" indent="0">
              <a:buNone/>
              <a:defRPr sz="675"/>
            </a:lvl6pPr>
            <a:lvl7pPr marL="2057195" indent="0">
              <a:buNone/>
              <a:defRPr sz="675"/>
            </a:lvl7pPr>
            <a:lvl8pPr marL="2400060" indent="0">
              <a:buNone/>
              <a:defRPr sz="675"/>
            </a:lvl8pPr>
            <a:lvl9pPr marL="2742926"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5182586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3600452"/>
            <a:ext cx="5486400" cy="425054"/>
          </a:xfrm>
        </p:spPr>
        <p:txBody>
          <a:bodyPr anchor="b"/>
          <a:lstStyle>
            <a:lvl1pPr algn="l">
              <a:defRPr sz="1499" b="1"/>
            </a:lvl1pPr>
          </a:lstStyle>
          <a:p>
            <a:r>
              <a:rPr lang="en-US"/>
              <a:t>Click to edit Master title style</a:t>
            </a:r>
            <a:endParaRPr lang="en-CA"/>
          </a:p>
        </p:txBody>
      </p:sp>
      <p:sp>
        <p:nvSpPr>
          <p:cNvPr id="3" name="Picture Placeholder 2"/>
          <p:cNvSpPr>
            <a:spLocks noGrp="1"/>
          </p:cNvSpPr>
          <p:nvPr>
            <p:ph type="pic" idx="1"/>
          </p:nvPr>
        </p:nvSpPr>
        <p:spPr>
          <a:xfrm>
            <a:off x="1792289" y="459581"/>
            <a:ext cx="5486400" cy="3086100"/>
          </a:xfrm>
        </p:spPr>
        <p:txBody>
          <a:bodyPr rtlCol="0">
            <a:normAutofit/>
          </a:bodyPr>
          <a:lstStyle>
            <a:lvl1pPr marL="0" indent="0">
              <a:buNone/>
              <a:defRPr sz="2400"/>
            </a:lvl1pPr>
            <a:lvl2pPr marL="342866" indent="0">
              <a:buNone/>
              <a:defRPr sz="2100"/>
            </a:lvl2pPr>
            <a:lvl3pPr marL="685732" indent="0">
              <a:buNone/>
              <a:defRPr sz="1799"/>
            </a:lvl3pPr>
            <a:lvl4pPr marL="1028597" indent="0">
              <a:buNone/>
              <a:defRPr sz="1499"/>
            </a:lvl4pPr>
            <a:lvl5pPr marL="1371463" indent="0">
              <a:buNone/>
              <a:defRPr sz="1499"/>
            </a:lvl5pPr>
            <a:lvl6pPr marL="1714328" indent="0">
              <a:buNone/>
              <a:defRPr sz="1499"/>
            </a:lvl6pPr>
            <a:lvl7pPr marL="2057195" indent="0">
              <a:buNone/>
              <a:defRPr sz="1499"/>
            </a:lvl7pPr>
            <a:lvl8pPr marL="2400060" indent="0">
              <a:buNone/>
              <a:defRPr sz="1499"/>
            </a:lvl8pPr>
            <a:lvl9pPr marL="2742926" indent="0">
              <a:buNone/>
              <a:defRPr sz="1499"/>
            </a:lvl9pPr>
          </a:lstStyle>
          <a:p>
            <a:pPr lvl="0"/>
            <a:endParaRPr lang="en-CA" noProof="0"/>
          </a:p>
        </p:txBody>
      </p:sp>
      <p:sp>
        <p:nvSpPr>
          <p:cNvPr id="4" name="Text Placeholder 3"/>
          <p:cNvSpPr>
            <a:spLocks noGrp="1"/>
          </p:cNvSpPr>
          <p:nvPr>
            <p:ph type="body" sz="half" idx="2"/>
          </p:nvPr>
        </p:nvSpPr>
        <p:spPr>
          <a:xfrm>
            <a:off x="1792289" y="4025515"/>
            <a:ext cx="5486400" cy="603647"/>
          </a:xfrm>
        </p:spPr>
        <p:txBody>
          <a:bodyPr/>
          <a:lstStyle>
            <a:lvl1pPr marL="0" indent="0">
              <a:buNone/>
              <a:defRPr sz="1050"/>
            </a:lvl1pPr>
            <a:lvl2pPr marL="342866" indent="0">
              <a:buNone/>
              <a:defRPr sz="900"/>
            </a:lvl2pPr>
            <a:lvl3pPr marL="685732" indent="0">
              <a:buNone/>
              <a:defRPr sz="750"/>
            </a:lvl3pPr>
            <a:lvl4pPr marL="1028597" indent="0">
              <a:buNone/>
              <a:defRPr sz="675"/>
            </a:lvl4pPr>
            <a:lvl5pPr marL="1371463" indent="0">
              <a:buNone/>
              <a:defRPr sz="675"/>
            </a:lvl5pPr>
            <a:lvl6pPr marL="1714328" indent="0">
              <a:buNone/>
              <a:defRPr sz="675"/>
            </a:lvl6pPr>
            <a:lvl7pPr marL="2057195" indent="0">
              <a:buNone/>
              <a:defRPr sz="675"/>
            </a:lvl7pPr>
            <a:lvl8pPr marL="2400060" indent="0">
              <a:buNone/>
              <a:defRPr sz="675"/>
            </a:lvl8pPr>
            <a:lvl9pPr marL="2742926"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401029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145482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1914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2051" name="Text Placeholder 2"/>
          <p:cNvSpPr>
            <a:spLocks noGrp="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35331198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296" tIns="45649" rIns="91296" bIns="45649" numCol="1" anchor="ctr" anchorCtr="0" compatLnSpc="1">
            <a:prstTxWarp prst="textNoShape">
              <a:avLst/>
            </a:prstTxWarp>
          </a:bodyPr>
          <a:lstStyle/>
          <a:p>
            <a:pPr lvl="0"/>
            <a:r>
              <a:rPr lang="en-US"/>
              <a:t>Click to edit Master title style</a:t>
            </a:r>
            <a:endParaRPr lang="en-CA"/>
          </a:p>
        </p:txBody>
      </p:sp>
      <p:sp>
        <p:nvSpPr>
          <p:cNvPr id="1027" name="Text Placeholder 2"/>
          <p:cNvSpPr>
            <a:spLocks noGrp="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296" tIns="45649" rIns="91296" bIns="4564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4767263"/>
            <a:ext cx="2133600" cy="273844"/>
          </a:xfrm>
          <a:prstGeom prst="rect">
            <a:avLst/>
          </a:prstGeom>
        </p:spPr>
        <p:txBody>
          <a:bodyPr vert="horz" lIns="91296" tIns="45649" rIns="91296" bIns="45649" rtlCol="0" anchor="ctr"/>
          <a:lstStyle>
            <a:lvl1pPr algn="l">
              <a:defRPr sz="1200">
                <a:solidFill>
                  <a:schemeClr val="tx1">
                    <a:tint val="75000"/>
                  </a:schemeClr>
                </a:solidFill>
              </a:defRPr>
            </a:lvl1pPr>
          </a:lstStyle>
          <a:p>
            <a:pPr eaLnBrk="0" fontAlgn="base" hangingPunct="0">
              <a:spcBef>
                <a:spcPct val="0"/>
              </a:spcBef>
              <a:spcAft>
                <a:spcPct val="0"/>
              </a:spcAft>
              <a:defRPr/>
            </a:pPr>
            <a:fld id="{CACFFF93-A9F9-475A-B1BF-AEFB8D191B94}" type="datetimeFigureOut">
              <a:rPr lang="en-US">
                <a:solidFill>
                  <a:prstClr val="black">
                    <a:tint val="75000"/>
                  </a:prstClr>
                </a:solidFill>
                <a:latin typeface="Arial" pitchFamily="34" charset="0"/>
                <a:cs typeface="Arial" pitchFamily="34" charset="0"/>
              </a:rPr>
              <a:pPr eaLnBrk="0" fontAlgn="base" hangingPunct="0">
                <a:spcBef>
                  <a:spcPct val="0"/>
                </a:spcBef>
                <a:spcAft>
                  <a:spcPct val="0"/>
                </a:spcAft>
                <a:defRPr/>
              </a:pPr>
              <a:t>2/3/2026</a:t>
            </a:fld>
            <a:endParaRPr lang="en-US">
              <a:solidFill>
                <a:prstClr val="black">
                  <a:tint val="75000"/>
                </a:prstClr>
              </a:solidFill>
              <a:latin typeface="Arial" pitchFamily="34" charset="0"/>
              <a:cs typeface="Arial" pitchFamily="34" charset="0"/>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296" tIns="45649" rIns="91296" bIns="45649" rtlCol="0" anchor="ctr"/>
          <a:lstStyle>
            <a:lvl1pPr algn="ctr">
              <a:defRPr sz="1200">
                <a:solidFill>
                  <a:schemeClr val="tx1">
                    <a:tint val="75000"/>
                  </a:schemeClr>
                </a:solidFill>
              </a:defRPr>
            </a:lvl1pPr>
          </a:lstStyle>
          <a:p>
            <a:pPr eaLnBrk="0" fontAlgn="base" hangingPunct="0">
              <a:spcBef>
                <a:spcPct val="0"/>
              </a:spcBef>
              <a:spcAft>
                <a:spcPct val="0"/>
              </a:spcAft>
              <a:defRPr/>
            </a:pPr>
            <a:endParaRPr lang="en-US">
              <a:solidFill>
                <a:prstClr val="black">
                  <a:tint val="75000"/>
                </a:prstClr>
              </a:solidFill>
              <a:latin typeface="Arial" pitchFamily="34" charset="0"/>
              <a:cs typeface="Arial" pitchFamily="34" charset="0"/>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296" tIns="45649" rIns="91296" bIns="45649" rtlCol="0" anchor="ctr"/>
          <a:lstStyle>
            <a:lvl1pPr algn="r">
              <a:defRPr sz="1200">
                <a:solidFill>
                  <a:schemeClr val="tx1">
                    <a:tint val="75000"/>
                  </a:schemeClr>
                </a:solidFill>
              </a:defRPr>
            </a:lvl1pPr>
          </a:lstStyle>
          <a:p>
            <a:pPr eaLnBrk="0" fontAlgn="base" hangingPunct="0">
              <a:spcBef>
                <a:spcPct val="0"/>
              </a:spcBef>
              <a:spcAft>
                <a:spcPct val="0"/>
              </a:spcAft>
              <a:defRPr/>
            </a:pPr>
            <a:fld id="{D385C7A0-00AD-4D20-9BA5-0B24A4CDDFAA}" type="slidenum">
              <a:rPr lang="en-US">
                <a:solidFill>
                  <a:prstClr val="black">
                    <a:tint val="75000"/>
                  </a:prstClr>
                </a:solidFill>
                <a:latin typeface="Arial" pitchFamily="34" charset="0"/>
                <a:cs typeface="Arial" pitchFamily="34" charset="0"/>
              </a:rPr>
              <a:pPr eaLnBrk="0" fontAlgn="base" hangingPunct="0">
                <a:spcBef>
                  <a:spcPct val="0"/>
                </a:spcBef>
                <a:spcAft>
                  <a:spcPct val="0"/>
                </a:spcAft>
                <a:defRPr/>
              </a:pPr>
              <a:t>‹#›</a:t>
            </a:fld>
            <a:endParaRPr lang="en-US">
              <a:solidFill>
                <a:prstClr val="black">
                  <a:tint val="75000"/>
                </a:prstClr>
              </a:solidFill>
              <a:latin typeface="Arial" pitchFamily="34" charset="0"/>
              <a:cs typeface="Arial" pitchFamily="34" charset="0"/>
            </a:endParaRPr>
          </a:p>
        </p:txBody>
      </p:sp>
    </p:spTree>
    <p:extLst>
      <p:ext uri="{BB962C8B-B14F-4D97-AF65-F5344CB8AC3E}">
        <p14:creationId xmlns:p14="http://schemas.microsoft.com/office/powerpoint/2010/main" val="40887207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6475" algn="ctr" rtl="0" fontAlgn="base">
        <a:spcBef>
          <a:spcPct val="0"/>
        </a:spcBef>
        <a:spcAft>
          <a:spcPct val="0"/>
        </a:spcAft>
        <a:defRPr sz="4400">
          <a:solidFill>
            <a:schemeClr val="tx1"/>
          </a:solidFill>
          <a:latin typeface="Calibri" pitchFamily="34" charset="0"/>
        </a:defRPr>
      </a:lvl6pPr>
      <a:lvl7pPr marL="912958" algn="ctr" rtl="0" fontAlgn="base">
        <a:spcBef>
          <a:spcPct val="0"/>
        </a:spcBef>
        <a:spcAft>
          <a:spcPct val="0"/>
        </a:spcAft>
        <a:defRPr sz="4400">
          <a:solidFill>
            <a:schemeClr val="tx1"/>
          </a:solidFill>
          <a:latin typeface="Calibri" pitchFamily="34" charset="0"/>
        </a:defRPr>
      </a:lvl7pPr>
      <a:lvl8pPr marL="1369435" algn="ctr" rtl="0" fontAlgn="base">
        <a:spcBef>
          <a:spcPct val="0"/>
        </a:spcBef>
        <a:spcAft>
          <a:spcPct val="0"/>
        </a:spcAft>
        <a:defRPr sz="4400">
          <a:solidFill>
            <a:schemeClr val="tx1"/>
          </a:solidFill>
          <a:latin typeface="Calibri" pitchFamily="34" charset="0"/>
        </a:defRPr>
      </a:lvl8pPr>
      <a:lvl9pPr marL="1825917" algn="ctr" rtl="0" fontAlgn="base">
        <a:spcBef>
          <a:spcPct val="0"/>
        </a:spcBef>
        <a:spcAft>
          <a:spcPct val="0"/>
        </a:spcAft>
        <a:defRPr sz="4400">
          <a:solidFill>
            <a:schemeClr val="tx1"/>
          </a:solidFill>
          <a:latin typeface="Calibri" pitchFamily="34" charset="0"/>
        </a:defRPr>
      </a:lvl9pPr>
    </p:titleStyle>
    <p:bodyStyle>
      <a:lvl1pPr marL="336550" indent="-33655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36600" indent="-27940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36650" indent="-22225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593850" indent="-22225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1050" indent="-22225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0633" indent="-228239" algn="l" defTabSz="91295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7100" indent="-228239" algn="l" defTabSz="91295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3583" indent="-228239" algn="l" defTabSz="91295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0061" indent="-228239" algn="l" defTabSz="91295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2958" rtl="0" eaLnBrk="1" latinLnBrk="0" hangingPunct="1">
        <a:defRPr sz="1800" kern="1200">
          <a:solidFill>
            <a:schemeClr val="tx1"/>
          </a:solidFill>
          <a:latin typeface="+mn-lt"/>
          <a:ea typeface="+mn-ea"/>
          <a:cs typeface="+mn-cs"/>
        </a:defRPr>
      </a:lvl1pPr>
      <a:lvl2pPr marL="456475" algn="l" defTabSz="912958" rtl="0" eaLnBrk="1" latinLnBrk="0" hangingPunct="1">
        <a:defRPr sz="1800" kern="1200">
          <a:solidFill>
            <a:schemeClr val="tx1"/>
          </a:solidFill>
          <a:latin typeface="+mn-lt"/>
          <a:ea typeface="+mn-ea"/>
          <a:cs typeface="+mn-cs"/>
        </a:defRPr>
      </a:lvl2pPr>
      <a:lvl3pPr marL="912958" algn="l" defTabSz="912958" rtl="0" eaLnBrk="1" latinLnBrk="0" hangingPunct="1">
        <a:defRPr sz="1800" kern="1200">
          <a:solidFill>
            <a:schemeClr val="tx1"/>
          </a:solidFill>
          <a:latin typeface="+mn-lt"/>
          <a:ea typeface="+mn-ea"/>
          <a:cs typeface="+mn-cs"/>
        </a:defRPr>
      </a:lvl3pPr>
      <a:lvl4pPr marL="1369435" algn="l" defTabSz="912958" rtl="0" eaLnBrk="1" latinLnBrk="0" hangingPunct="1">
        <a:defRPr sz="1800" kern="1200">
          <a:solidFill>
            <a:schemeClr val="tx1"/>
          </a:solidFill>
          <a:latin typeface="+mn-lt"/>
          <a:ea typeface="+mn-ea"/>
          <a:cs typeface="+mn-cs"/>
        </a:defRPr>
      </a:lvl4pPr>
      <a:lvl5pPr marL="1825917" algn="l" defTabSz="912958" rtl="0" eaLnBrk="1" latinLnBrk="0" hangingPunct="1">
        <a:defRPr sz="1800" kern="1200">
          <a:solidFill>
            <a:schemeClr val="tx1"/>
          </a:solidFill>
          <a:latin typeface="+mn-lt"/>
          <a:ea typeface="+mn-ea"/>
          <a:cs typeface="+mn-cs"/>
        </a:defRPr>
      </a:lvl5pPr>
      <a:lvl6pPr marL="2282389" algn="l" defTabSz="912958" rtl="0" eaLnBrk="1" latinLnBrk="0" hangingPunct="1">
        <a:defRPr sz="1800" kern="1200">
          <a:solidFill>
            <a:schemeClr val="tx1"/>
          </a:solidFill>
          <a:latin typeface="+mn-lt"/>
          <a:ea typeface="+mn-ea"/>
          <a:cs typeface="+mn-cs"/>
        </a:defRPr>
      </a:lvl6pPr>
      <a:lvl7pPr marL="2738865" algn="l" defTabSz="912958" rtl="0" eaLnBrk="1" latinLnBrk="0" hangingPunct="1">
        <a:defRPr sz="1800" kern="1200">
          <a:solidFill>
            <a:schemeClr val="tx1"/>
          </a:solidFill>
          <a:latin typeface="+mn-lt"/>
          <a:ea typeface="+mn-ea"/>
          <a:cs typeface="+mn-cs"/>
        </a:defRPr>
      </a:lvl7pPr>
      <a:lvl8pPr marL="3195345" algn="l" defTabSz="912958" rtl="0" eaLnBrk="1" latinLnBrk="0" hangingPunct="1">
        <a:defRPr sz="1800" kern="1200">
          <a:solidFill>
            <a:schemeClr val="tx1"/>
          </a:solidFill>
          <a:latin typeface="+mn-lt"/>
          <a:ea typeface="+mn-ea"/>
          <a:cs typeface="+mn-cs"/>
        </a:defRPr>
      </a:lvl8pPr>
      <a:lvl9pPr marL="3651822" algn="l" defTabSz="912958"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2051"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12214219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900" algn="ctr" rtl="0" fontAlgn="base">
        <a:spcBef>
          <a:spcPct val="0"/>
        </a:spcBef>
        <a:spcAft>
          <a:spcPct val="0"/>
        </a:spcAft>
        <a:defRPr sz="3300">
          <a:solidFill>
            <a:schemeClr val="tx1"/>
          </a:solidFill>
          <a:latin typeface="Calibri" pitchFamily="34" charset="0"/>
        </a:defRPr>
      </a:lvl6pPr>
      <a:lvl7pPr marL="685800" algn="ctr" rtl="0" fontAlgn="base">
        <a:spcBef>
          <a:spcPct val="0"/>
        </a:spcBef>
        <a:spcAft>
          <a:spcPct val="0"/>
        </a:spcAft>
        <a:defRPr sz="3300">
          <a:solidFill>
            <a:schemeClr val="tx1"/>
          </a:solidFill>
          <a:latin typeface="Calibri" pitchFamily="34" charset="0"/>
        </a:defRPr>
      </a:lvl7pPr>
      <a:lvl8pPr marL="1028700" algn="ctr" rtl="0" fontAlgn="base">
        <a:spcBef>
          <a:spcPct val="0"/>
        </a:spcBef>
        <a:spcAft>
          <a:spcPct val="0"/>
        </a:spcAft>
        <a:defRPr sz="3300">
          <a:solidFill>
            <a:schemeClr val="tx1"/>
          </a:solidFill>
          <a:latin typeface="Calibri" pitchFamily="34" charset="0"/>
        </a:defRPr>
      </a:lvl8pPr>
      <a:lvl9pPr marL="1371600" algn="ctr" rtl="0" fontAlgn="base">
        <a:spcBef>
          <a:spcPct val="0"/>
        </a:spcBef>
        <a:spcAft>
          <a:spcPct val="0"/>
        </a:spcAft>
        <a:defRPr sz="3300">
          <a:solidFill>
            <a:schemeClr val="tx1"/>
          </a:solidFill>
          <a:latin typeface="Calibri" pitchFamily="34" charset="0"/>
        </a:defRPr>
      </a:lvl9pPr>
    </p:titleStyle>
    <p:bodyStyle>
      <a:lvl1pPr marL="257175" indent="-257175"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2051"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1"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78438197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877" algn="ctr" rtl="0" fontAlgn="base">
        <a:spcBef>
          <a:spcPct val="0"/>
        </a:spcBef>
        <a:spcAft>
          <a:spcPct val="0"/>
        </a:spcAft>
        <a:defRPr sz="3300">
          <a:solidFill>
            <a:schemeClr val="tx1"/>
          </a:solidFill>
          <a:latin typeface="Calibri" pitchFamily="34" charset="0"/>
        </a:defRPr>
      </a:lvl6pPr>
      <a:lvl7pPr marL="685754" algn="ctr" rtl="0" fontAlgn="base">
        <a:spcBef>
          <a:spcPct val="0"/>
        </a:spcBef>
        <a:spcAft>
          <a:spcPct val="0"/>
        </a:spcAft>
        <a:defRPr sz="3300">
          <a:solidFill>
            <a:schemeClr val="tx1"/>
          </a:solidFill>
          <a:latin typeface="Calibri" pitchFamily="34" charset="0"/>
        </a:defRPr>
      </a:lvl7pPr>
      <a:lvl8pPr marL="1028631" algn="ctr" rtl="0" fontAlgn="base">
        <a:spcBef>
          <a:spcPct val="0"/>
        </a:spcBef>
        <a:spcAft>
          <a:spcPct val="0"/>
        </a:spcAft>
        <a:defRPr sz="3300">
          <a:solidFill>
            <a:schemeClr val="tx1"/>
          </a:solidFill>
          <a:latin typeface="Calibri" pitchFamily="34" charset="0"/>
        </a:defRPr>
      </a:lvl8pPr>
      <a:lvl9pPr marL="1371509" algn="ctr" rtl="0" fontAlgn="base">
        <a:spcBef>
          <a:spcPct val="0"/>
        </a:spcBef>
        <a:spcAft>
          <a:spcPct val="0"/>
        </a:spcAft>
        <a:defRPr sz="3300">
          <a:solidFill>
            <a:schemeClr val="tx1"/>
          </a:solidFill>
          <a:latin typeface="Calibri" pitchFamily="34" charset="0"/>
        </a:defRPr>
      </a:lvl9pPr>
    </p:titleStyle>
    <p:bodyStyle>
      <a:lvl1pPr marL="257158" indent="-257158"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176" indent="-214299"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193" indent="-171439"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3pPr>
      <a:lvl4pPr marL="1200070" indent="-171439"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4pPr>
      <a:lvl5pPr marL="1542947" indent="-171439"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5pPr>
      <a:lvl6pPr marL="1885824"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01"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579"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455"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54" rtl="0" eaLnBrk="1" latinLnBrk="0" hangingPunct="1">
        <a:defRPr sz="1350" kern="1200">
          <a:solidFill>
            <a:schemeClr val="tx1"/>
          </a:solidFill>
          <a:latin typeface="+mn-lt"/>
          <a:ea typeface="+mn-ea"/>
          <a:cs typeface="+mn-cs"/>
        </a:defRPr>
      </a:lvl1pPr>
      <a:lvl2pPr marL="342877" algn="l" defTabSz="685754" rtl="0" eaLnBrk="1" latinLnBrk="0" hangingPunct="1">
        <a:defRPr sz="1350" kern="1200">
          <a:solidFill>
            <a:schemeClr val="tx1"/>
          </a:solidFill>
          <a:latin typeface="+mn-lt"/>
          <a:ea typeface="+mn-ea"/>
          <a:cs typeface="+mn-cs"/>
        </a:defRPr>
      </a:lvl2pPr>
      <a:lvl3pPr marL="685754" algn="l" defTabSz="685754" rtl="0" eaLnBrk="1" latinLnBrk="0" hangingPunct="1">
        <a:defRPr sz="1350" kern="1200">
          <a:solidFill>
            <a:schemeClr val="tx1"/>
          </a:solidFill>
          <a:latin typeface="+mn-lt"/>
          <a:ea typeface="+mn-ea"/>
          <a:cs typeface="+mn-cs"/>
        </a:defRPr>
      </a:lvl3pPr>
      <a:lvl4pPr marL="1028631" algn="l" defTabSz="685754" rtl="0" eaLnBrk="1" latinLnBrk="0" hangingPunct="1">
        <a:defRPr sz="1350" kern="1200">
          <a:solidFill>
            <a:schemeClr val="tx1"/>
          </a:solidFill>
          <a:latin typeface="+mn-lt"/>
          <a:ea typeface="+mn-ea"/>
          <a:cs typeface="+mn-cs"/>
        </a:defRPr>
      </a:lvl4pPr>
      <a:lvl5pPr marL="1371509" algn="l" defTabSz="685754" rtl="0" eaLnBrk="1" latinLnBrk="0" hangingPunct="1">
        <a:defRPr sz="1350" kern="1200">
          <a:solidFill>
            <a:schemeClr val="tx1"/>
          </a:solidFill>
          <a:latin typeface="+mn-lt"/>
          <a:ea typeface="+mn-ea"/>
          <a:cs typeface="+mn-cs"/>
        </a:defRPr>
      </a:lvl5pPr>
      <a:lvl6pPr marL="1714385" algn="l" defTabSz="685754" rtl="0" eaLnBrk="1" latinLnBrk="0" hangingPunct="1">
        <a:defRPr sz="1350" kern="1200">
          <a:solidFill>
            <a:schemeClr val="tx1"/>
          </a:solidFill>
          <a:latin typeface="+mn-lt"/>
          <a:ea typeface="+mn-ea"/>
          <a:cs typeface="+mn-cs"/>
        </a:defRPr>
      </a:lvl6pPr>
      <a:lvl7pPr marL="2057263" algn="l" defTabSz="685754" rtl="0" eaLnBrk="1" latinLnBrk="0" hangingPunct="1">
        <a:defRPr sz="1350" kern="1200">
          <a:solidFill>
            <a:schemeClr val="tx1"/>
          </a:solidFill>
          <a:latin typeface="+mn-lt"/>
          <a:ea typeface="+mn-ea"/>
          <a:cs typeface="+mn-cs"/>
        </a:defRPr>
      </a:lvl7pPr>
      <a:lvl8pPr marL="2400140" algn="l" defTabSz="685754" rtl="0" eaLnBrk="1" latinLnBrk="0" hangingPunct="1">
        <a:defRPr sz="1350" kern="1200">
          <a:solidFill>
            <a:schemeClr val="tx1"/>
          </a:solidFill>
          <a:latin typeface="+mn-lt"/>
          <a:ea typeface="+mn-ea"/>
          <a:cs typeface="+mn-cs"/>
        </a:defRPr>
      </a:lvl8pPr>
      <a:lvl9pPr marL="2743017" algn="l" defTabSz="685754"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2051" name="Text Placeholder 2"/>
          <p:cNvSpPr>
            <a:spLocks noGrp="1"/>
          </p:cNvSpPr>
          <p:nvPr>
            <p:ph type="body" idx="1"/>
          </p:nvPr>
        </p:nvSpPr>
        <p:spPr bwMode="auto">
          <a:xfrm>
            <a:off x="457200" y="1200153"/>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1"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423816616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866" algn="ctr" rtl="0" fontAlgn="base">
        <a:spcBef>
          <a:spcPct val="0"/>
        </a:spcBef>
        <a:spcAft>
          <a:spcPct val="0"/>
        </a:spcAft>
        <a:defRPr sz="3300">
          <a:solidFill>
            <a:schemeClr val="tx1"/>
          </a:solidFill>
          <a:latin typeface="Calibri" pitchFamily="34" charset="0"/>
        </a:defRPr>
      </a:lvl6pPr>
      <a:lvl7pPr marL="685732" algn="ctr" rtl="0" fontAlgn="base">
        <a:spcBef>
          <a:spcPct val="0"/>
        </a:spcBef>
        <a:spcAft>
          <a:spcPct val="0"/>
        </a:spcAft>
        <a:defRPr sz="3300">
          <a:solidFill>
            <a:schemeClr val="tx1"/>
          </a:solidFill>
          <a:latin typeface="Calibri" pitchFamily="34" charset="0"/>
        </a:defRPr>
      </a:lvl7pPr>
      <a:lvl8pPr marL="1028597" algn="ctr" rtl="0" fontAlgn="base">
        <a:spcBef>
          <a:spcPct val="0"/>
        </a:spcBef>
        <a:spcAft>
          <a:spcPct val="0"/>
        </a:spcAft>
        <a:defRPr sz="3300">
          <a:solidFill>
            <a:schemeClr val="tx1"/>
          </a:solidFill>
          <a:latin typeface="Calibri" pitchFamily="34" charset="0"/>
        </a:defRPr>
      </a:lvl8pPr>
      <a:lvl9pPr marL="1371463" algn="ctr" rtl="0" fontAlgn="base">
        <a:spcBef>
          <a:spcPct val="0"/>
        </a:spcBef>
        <a:spcAft>
          <a:spcPct val="0"/>
        </a:spcAft>
        <a:defRPr sz="3300">
          <a:solidFill>
            <a:schemeClr val="tx1"/>
          </a:solidFill>
          <a:latin typeface="Calibri" pitchFamily="34" charset="0"/>
        </a:defRPr>
      </a:lvl9pPr>
    </p:titleStyle>
    <p:bodyStyle>
      <a:lvl1pPr marL="257150" indent="-25715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157" indent="-214292"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165" indent="-171433" algn="l" rtl="0" eaLnBrk="0" fontAlgn="base" hangingPunct="0">
        <a:spcBef>
          <a:spcPct val="20000"/>
        </a:spcBef>
        <a:spcAft>
          <a:spcPct val="0"/>
        </a:spcAft>
        <a:buFont typeface="Arial" pitchFamily="34" charset="0"/>
        <a:buChar char="•"/>
        <a:defRPr sz="1799" kern="1200">
          <a:solidFill>
            <a:schemeClr val="tx1"/>
          </a:solidFill>
          <a:latin typeface="+mn-lt"/>
          <a:ea typeface="+mn-ea"/>
          <a:cs typeface="+mn-cs"/>
        </a:defRPr>
      </a:lvl3pPr>
      <a:lvl4pPr marL="1200030" indent="-171433" algn="l" rtl="0" eaLnBrk="0" fontAlgn="base" hangingPunct="0">
        <a:spcBef>
          <a:spcPct val="20000"/>
        </a:spcBef>
        <a:spcAft>
          <a:spcPct val="0"/>
        </a:spcAft>
        <a:buFont typeface="Arial" pitchFamily="34" charset="0"/>
        <a:buChar char="–"/>
        <a:defRPr sz="1499" kern="1200">
          <a:solidFill>
            <a:schemeClr val="tx1"/>
          </a:solidFill>
          <a:latin typeface="+mn-lt"/>
          <a:ea typeface="+mn-ea"/>
          <a:cs typeface="+mn-cs"/>
        </a:defRPr>
      </a:lvl4pPr>
      <a:lvl5pPr marL="1542896" indent="-171433" algn="l" rtl="0" eaLnBrk="0" fontAlgn="base" hangingPunct="0">
        <a:spcBef>
          <a:spcPct val="20000"/>
        </a:spcBef>
        <a:spcAft>
          <a:spcPct val="0"/>
        </a:spcAft>
        <a:buFont typeface="Arial" pitchFamily="34" charset="0"/>
        <a:buChar char="»"/>
        <a:defRPr sz="1499" kern="1200">
          <a:solidFill>
            <a:schemeClr val="tx1"/>
          </a:solidFill>
          <a:latin typeface="+mn-lt"/>
          <a:ea typeface="+mn-ea"/>
          <a:cs typeface="+mn-cs"/>
        </a:defRPr>
      </a:lvl5pPr>
      <a:lvl6pPr marL="1885761"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6pPr>
      <a:lvl7pPr marL="2228627"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7pPr>
      <a:lvl8pPr marL="2571493"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8pPr>
      <a:lvl9pPr marL="2914358"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9pPr>
    </p:bodyStyle>
    <p:otherStyle>
      <a:defPPr>
        <a:defRPr lang="en-US"/>
      </a:defPPr>
      <a:lvl1pPr marL="0" algn="l" defTabSz="685732" rtl="0" eaLnBrk="1" latinLnBrk="0" hangingPunct="1">
        <a:defRPr sz="1349" kern="1200">
          <a:solidFill>
            <a:schemeClr val="tx1"/>
          </a:solidFill>
          <a:latin typeface="+mn-lt"/>
          <a:ea typeface="+mn-ea"/>
          <a:cs typeface="+mn-cs"/>
        </a:defRPr>
      </a:lvl1pPr>
      <a:lvl2pPr marL="342866" algn="l" defTabSz="685732" rtl="0" eaLnBrk="1" latinLnBrk="0" hangingPunct="1">
        <a:defRPr sz="1349" kern="1200">
          <a:solidFill>
            <a:schemeClr val="tx1"/>
          </a:solidFill>
          <a:latin typeface="+mn-lt"/>
          <a:ea typeface="+mn-ea"/>
          <a:cs typeface="+mn-cs"/>
        </a:defRPr>
      </a:lvl2pPr>
      <a:lvl3pPr marL="685732" algn="l" defTabSz="685732" rtl="0" eaLnBrk="1" latinLnBrk="0" hangingPunct="1">
        <a:defRPr sz="1349" kern="1200">
          <a:solidFill>
            <a:schemeClr val="tx1"/>
          </a:solidFill>
          <a:latin typeface="+mn-lt"/>
          <a:ea typeface="+mn-ea"/>
          <a:cs typeface="+mn-cs"/>
        </a:defRPr>
      </a:lvl3pPr>
      <a:lvl4pPr marL="1028597" algn="l" defTabSz="685732" rtl="0" eaLnBrk="1" latinLnBrk="0" hangingPunct="1">
        <a:defRPr sz="1349" kern="1200">
          <a:solidFill>
            <a:schemeClr val="tx1"/>
          </a:solidFill>
          <a:latin typeface="+mn-lt"/>
          <a:ea typeface="+mn-ea"/>
          <a:cs typeface="+mn-cs"/>
        </a:defRPr>
      </a:lvl4pPr>
      <a:lvl5pPr marL="1371463" algn="l" defTabSz="685732" rtl="0" eaLnBrk="1" latinLnBrk="0" hangingPunct="1">
        <a:defRPr sz="1349" kern="1200">
          <a:solidFill>
            <a:schemeClr val="tx1"/>
          </a:solidFill>
          <a:latin typeface="+mn-lt"/>
          <a:ea typeface="+mn-ea"/>
          <a:cs typeface="+mn-cs"/>
        </a:defRPr>
      </a:lvl5pPr>
      <a:lvl6pPr marL="1714328" algn="l" defTabSz="685732" rtl="0" eaLnBrk="1" latinLnBrk="0" hangingPunct="1">
        <a:defRPr sz="1349" kern="1200">
          <a:solidFill>
            <a:schemeClr val="tx1"/>
          </a:solidFill>
          <a:latin typeface="+mn-lt"/>
          <a:ea typeface="+mn-ea"/>
          <a:cs typeface="+mn-cs"/>
        </a:defRPr>
      </a:lvl6pPr>
      <a:lvl7pPr marL="2057195" algn="l" defTabSz="685732" rtl="0" eaLnBrk="1" latinLnBrk="0" hangingPunct="1">
        <a:defRPr sz="1349" kern="1200">
          <a:solidFill>
            <a:schemeClr val="tx1"/>
          </a:solidFill>
          <a:latin typeface="+mn-lt"/>
          <a:ea typeface="+mn-ea"/>
          <a:cs typeface="+mn-cs"/>
        </a:defRPr>
      </a:lvl7pPr>
      <a:lvl8pPr marL="2400060" algn="l" defTabSz="685732" rtl="0" eaLnBrk="1" latinLnBrk="0" hangingPunct="1">
        <a:defRPr sz="1349" kern="1200">
          <a:solidFill>
            <a:schemeClr val="tx1"/>
          </a:solidFill>
          <a:latin typeface="+mn-lt"/>
          <a:ea typeface="+mn-ea"/>
          <a:cs typeface="+mn-cs"/>
        </a:defRPr>
      </a:lvl8pPr>
      <a:lvl9pPr marL="2742926" algn="l" defTabSz="685732"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1.xml"/><Relationship Id="rId4" Type="http://schemas.openxmlformats.org/officeDocument/2006/relationships/image" Target="../media/image14.jpe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audio" Target="../media/media1.mp4"/><Relationship Id="rId1" Type="http://schemas.microsoft.com/office/2007/relationships/media" Target="../media/media1.mp4"/><Relationship Id="rId6" Type="http://schemas.openxmlformats.org/officeDocument/2006/relationships/image" Target="../media/image15.png"/><Relationship Id="rId5" Type="http://schemas.openxmlformats.org/officeDocument/2006/relationships/image" Target="../media/image2.jpeg"/><Relationship Id="rId4" Type="http://schemas.openxmlformats.org/officeDocument/2006/relationships/notesSlide" Target="../notesSlides/notesSlide5.xml"/></Relationships>
</file>

<file path=ppt/slides/_rels/slide10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2.xml"/></Relationships>
</file>

<file path=ppt/slides/_rels/slide10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3.xml"/></Relationships>
</file>

<file path=ppt/slides/_rels/slide10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4.xml"/></Relationships>
</file>

<file path=ppt/slides/_rels/slide10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4.xml"/></Relationships>
</file>

<file path=ppt/slides/_rels/slide10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4.xml"/></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audio" Target="../media/media1.mp4"/><Relationship Id="rId1" Type="http://schemas.microsoft.com/office/2007/relationships/media" Target="../media/media1.mp4"/><Relationship Id="rId6" Type="http://schemas.openxmlformats.org/officeDocument/2006/relationships/image" Target="../media/image15.png"/><Relationship Id="rId5" Type="http://schemas.openxmlformats.org/officeDocument/2006/relationships/image" Target="../media/image2.jpeg"/><Relationship Id="rId4" Type="http://schemas.openxmlformats.org/officeDocument/2006/relationships/notesSlide" Target="../notesSlides/notesSlide6.xml"/></Relationships>
</file>

<file path=ppt/slides/_rels/slide1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pic>
        <p:nvPicPr>
          <p:cNvPr id="7" name="Picture 6" descr="om-wallpaper-high-resolution.jpg"/>
          <p:cNvPicPr>
            <a:picLocks noChangeAspect="1"/>
          </p:cNvPicPr>
          <p:nvPr/>
        </p:nvPicPr>
        <p:blipFill>
          <a:blip r:embed="rId4"/>
          <a:stretch>
            <a:fillRect/>
          </a:stretch>
        </p:blipFill>
        <p:spPr>
          <a:xfrm>
            <a:off x="533400" y="-628650"/>
            <a:ext cx="9144000" cy="5676900"/>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Tree>
    <p:extLst>
      <p:ext uri="{BB962C8B-B14F-4D97-AF65-F5344CB8AC3E}">
        <p14:creationId xmlns:p14="http://schemas.microsoft.com/office/powerpoint/2010/main" val="4095999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2382" y="-236471"/>
            <a:ext cx="5292435" cy="461665"/>
          </a:xfrm>
          <a:prstGeom prst="rect">
            <a:avLst/>
          </a:prstGeom>
        </p:spPr>
        <p:txBody>
          <a:bodyPr wrap="square">
            <a:spAutoFit/>
          </a:bodyPr>
          <a:lstStyle/>
          <a:p>
            <a:pPr algn="ctr" defTabSz="685754">
              <a:defRPr/>
            </a:pPr>
            <a:endParaRPr lang="en-US" sz="2400" dirty="0">
              <a:solidFill>
                <a:prstClr val="black"/>
              </a:solidFill>
              <a:latin typeface="URW Palladio IT" pitchFamily="2" charset="0"/>
              <a:cs typeface="Sanskrit 2003" pitchFamily="2" charset="-78"/>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 y="-17197"/>
            <a:ext cx="9143735" cy="5160623"/>
          </a:xfrm>
          <a:prstGeom prst="rect">
            <a:avLst/>
          </a:prstGeom>
        </p:spPr>
      </p:pic>
      <p:sp>
        <p:nvSpPr>
          <p:cNvPr id="9" name="Rectangle 8"/>
          <p:cNvSpPr/>
          <p:nvPr/>
        </p:nvSpPr>
        <p:spPr>
          <a:xfrm>
            <a:off x="228726" y="81737"/>
            <a:ext cx="6188857" cy="4985980"/>
          </a:xfrm>
          <a:prstGeom prst="rect">
            <a:avLst/>
          </a:prstGeom>
        </p:spPr>
        <p:txBody>
          <a:bodyPr wrap="square">
            <a:spAutoFit/>
          </a:bodyPr>
          <a:lstStyle/>
          <a:p>
            <a:pPr algn="ctr" defTabSz="685754">
              <a:defRPr/>
            </a:pPr>
            <a:r>
              <a:rPr lang="en-US" sz="3000" dirty="0">
                <a:solidFill>
                  <a:prstClr val="white">
                    <a:lumMod val="95000"/>
                  </a:prstClr>
                </a:solidFill>
                <a:latin typeface="Sanskrit 99" pitchFamily="2" charset="0"/>
              </a:rPr>
              <a:t>              </a:t>
            </a:r>
            <a:r>
              <a:rPr lang="en-US" sz="3000" b="1" u="sng" dirty="0" err="1">
                <a:solidFill>
                  <a:prstClr val="white">
                    <a:lumMod val="95000"/>
                  </a:prstClr>
                </a:solidFill>
                <a:latin typeface="Sanskrit 99" pitchFamily="2" charset="0"/>
              </a:rPr>
              <a:t>yaeg</a:t>
            </a:r>
            <a:r>
              <a:rPr lang="en-US" sz="3000" b="1" u="sng" dirty="0">
                <a:solidFill>
                  <a:prstClr val="white">
                    <a:lumMod val="95000"/>
                  </a:prstClr>
                </a:solidFill>
                <a:latin typeface="Sanskrit 99" pitchFamily="2" charset="0"/>
              </a:rPr>
              <a:t> g[pit </a:t>
            </a:r>
            <a:r>
              <a:rPr lang="en-US" sz="3000" b="1" u="sng" dirty="0" err="1">
                <a:solidFill>
                  <a:prstClr val="white">
                    <a:lumMod val="95000"/>
                  </a:prstClr>
                </a:solidFill>
                <a:latin typeface="Sanskrit 99" pitchFamily="2" charset="0"/>
              </a:rPr>
              <a:t>mUlmÙ</a:t>
            </a:r>
            <a:endParaRPr lang="en-US" sz="3000" dirty="0">
              <a:solidFill>
                <a:prstClr val="white">
                  <a:lumMod val="95000"/>
                </a:prstClr>
              </a:solidFill>
              <a:latin typeface="Sanskrit 99" pitchFamily="2" charset="0"/>
            </a:endParaRPr>
          </a:p>
          <a:p>
            <a:pPr algn="ctr" defTabSz="685754">
              <a:defRPr/>
            </a:pPr>
            <a:endParaRPr lang="en-US" sz="3600" dirty="0">
              <a:solidFill>
                <a:prstClr val="white">
                  <a:lumMod val="95000"/>
                </a:prstClr>
              </a:solidFill>
              <a:latin typeface="Sanskrit 99" pitchFamily="2" charset="0"/>
            </a:endParaRPr>
          </a:p>
          <a:p>
            <a:pPr algn="ctr" defTabSz="685754">
              <a:defRPr/>
            </a:pPr>
            <a:r>
              <a:rPr lang="en-US" sz="3600" dirty="0">
                <a:solidFill>
                  <a:prstClr val="white">
                    <a:lumMod val="95000"/>
                  </a:prstClr>
                </a:solidFill>
                <a:latin typeface="Sanskrit 99" pitchFamily="2" charset="0"/>
              </a:rPr>
              <a:t>` h&lt; s&lt; g&lt; </a:t>
            </a:r>
            <a:r>
              <a:rPr lang="en-US" sz="3600" dirty="0" err="1">
                <a:solidFill>
                  <a:prstClr val="white">
                    <a:lumMod val="95000"/>
                  </a:prstClr>
                </a:solidFill>
                <a:latin typeface="Sanskrit 99" pitchFamily="2" charset="0"/>
              </a:rPr>
              <a:t>Égvte</a:t>
            </a:r>
            <a:r>
              <a:rPr lang="en-US" sz="3600" dirty="0">
                <a:solidFill>
                  <a:prstClr val="white">
                    <a:lumMod val="95000"/>
                  </a:prstClr>
                </a:solidFill>
                <a:latin typeface="Sanskrit 99" pitchFamily="2" charset="0"/>
              </a:rPr>
              <a:t> </a:t>
            </a:r>
          </a:p>
          <a:p>
            <a:pPr algn="ctr" defTabSz="685754">
              <a:defRPr/>
            </a:pP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inTy</a:t>
            </a: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yaeg</a:t>
            </a: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yu´ay</a:t>
            </a:r>
            <a:r>
              <a:rPr lang="en-US" sz="3600" dirty="0">
                <a:solidFill>
                  <a:prstClr val="white">
                    <a:lumMod val="95000"/>
                  </a:prstClr>
                </a:solidFill>
                <a:latin typeface="Sanskrit 99" pitchFamily="2" charset="0"/>
              </a:rPr>
              <a:t> </a:t>
            </a:r>
          </a:p>
          <a:p>
            <a:pPr algn="ctr" defTabSz="685754">
              <a:defRPr/>
            </a:pPr>
            <a:r>
              <a:rPr lang="en-US" sz="3600" dirty="0">
                <a:solidFill>
                  <a:prstClr val="white">
                    <a:lumMod val="95000"/>
                  </a:prstClr>
                </a:solidFill>
                <a:latin typeface="Sanskrit 99" pitchFamily="2" charset="0"/>
              </a:rPr>
              <a:t>	si½danNd </a:t>
            </a:r>
            <a:r>
              <a:rPr lang="en-US" sz="3600" dirty="0" err="1">
                <a:solidFill>
                  <a:prstClr val="white">
                    <a:lumMod val="95000"/>
                  </a:prstClr>
                </a:solidFill>
                <a:latin typeface="Sanskrit 99" pitchFamily="2" charset="0"/>
              </a:rPr>
              <a:t>êip</a:t>
            </a:r>
            <a:r>
              <a:rPr lang="en-US" sz="3600" dirty="0">
                <a:solidFill>
                  <a:prstClr val="white">
                    <a:lumMod val="95000"/>
                  </a:prstClr>
                </a:solidFill>
                <a:latin typeface="Sanskrit 99" pitchFamily="2" charset="0"/>
              </a:rPr>
              <a:t>[e </a:t>
            </a:r>
          </a:p>
          <a:p>
            <a:pPr algn="ctr" defTabSz="685754">
              <a:defRPr/>
            </a:pP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ivnaykay</a:t>
            </a:r>
            <a:r>
              <a:rPr lang="en-US" sz="3600" dirty="0">
                <a:solidFill>
                  <a:prstClr val="white">
                    <a:lumMod val="95000"/>
                  </a:prstClr>
                </a:solidFill>
                <a:latin typeface="Sanskrit 99" pitchFamily="2" charset="0"/>
              </a:rPr>
              <a:t> nm&gt;.</a:t>
            </a:r>
          </a:p>
          <a:p>
            <a:pPr algn="ctr" defTabSz="685754">
              <a:defRPr/>
            </a:pPr>
            <a:r>
              <a:rPr lang="en-IN" sz="2700" dirty="0">
                <a:solidFill>
                  <a:prstClr val="white">
                    <a:lumMod val="95000"/>
                  </a:prstClr>
                </a:solidFill>
                <a:latin typeface="URW Palladio IT" pitchFamily="2" charset="0"/>
                <a:cs typeface="Sanskrit 2003" pitchFamily="2" charset="-78"/>
              </a:rPr>
              <a:t>	Om </a:t>
            </a:r>
            <a:r>
              <a:rPr lang="en-IN" sz="2700" dirty="0" err="1">
                <a:solidFill>
                  <a:prstClr val="white">
                    <a:lumMod val="95000"/>
                  </a:prstClr>
                </a:solidFill>
                <a:latin typeface="URW Palladio IT" pitchFamily="2" charset="0"/>
                <a:cs typeface="Sanskrit 2003" pitchFamily="2" charset="-78"/>
              </a:rPr>
              <a:t>Haà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Saà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Gaà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Bhagavate</a:t>
            </a:r>
            <a:endParaRPr lang="en-IN" sz="2700" dirty="0">
              <a:solidFill>
                <a:prstClr val="white">
                  <a:lumMod val="95000"/>
                </a:prstClr>
              </a:solidFill>
              <a:latin typeface="URW Palladio IT" pitchFamily="2" charset="0"/>
              <a:cs typeface="Sanskrit 2003" pitchFamily="2" charset="-78"/>
            </a:endParaRPr>
          </a:p>
          <a:p>
            <a:pPr algn="ctr" defTabSz="685754">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Nitya</a:t>
            </a:r>
            <a:r>
              <a:rPr lang="en-IN" sz="2700" dirty="0">
                <a:solidFill>
                  <a:prstClr val="white">
                    <a:lumMod val="95000"/>
                  </a:prstClr>
                </a:solidFill>
                <a:latin typeface="URW Palladio IT" pitchFamily="2" charset="0"/>
                <a:cs typeface="Sanskrit 2003" pitchFamily="2" charset="-78"/>
              </a:rPr>
              <a:t> Yoga </a:t>
            </a:r>
            <a:r>
              <a:rPr lang="en-IN" sz="2700" dirty="0" err="1">
                <a:solidFill>
                  <a:prstClr val="white">
                    <a:lumMod val="95000"/>
                  </a:prstClr>
                </a:solidFill>
                <a:latin typeface="URW Palladio IT" pitchFamily="2" charset="0"/>
                <a:cs typeface="Sanskrit 2003" pitchFamily="2" charset="-78"/>
              </a:rPr>
              <a:t>Yuktäya</a:t>
            </a:r>
            <a:endParaRPr lang="en-IN" sz="2700" dirty="0">
              <a:solidFill>
                <a:prstClr val="white">
                  <a:lumMod val="95000"/>
                </a:prstClr>
              </a:solidFill>
              <a:latin typeface="URW Palladio IT" pitchFamily="2" charset="0"/>
              <a:cs typeface="Sanskrit 2003" pitchFamily="2" charset="-78"/>
            </a:endParaRPr>
          </a:p>
          <a:p>
            <a:pPr algn="ctr" defTabSz="685754">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Saccidänanda</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Rüpiëe</a:t>
            </a:r>
            <a:endParaRPr lang="en-IN" sz="2700" dirty="0">
              <a:solidFill>
                <a:prstClr val="white">
                  <a:lumMod val="95000"/>
                </a:prstClr>
              </a:solidFill>
              <a:latin typeface="URW Palladio IT" pitchFamily="2" charset="0"/>
              <a:cs typeface="Sanskrit 2003" pitchFamily="2" charset="-78"/>
            </a:endParaRPr>
          </a:p>
          <a:p>
            <a:pPr algn="ctr" defTabSz="685754">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Vinäyakäya</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Namaù</a:t>
            </a:r>
            <a:r>
              <a:rPr lang="en-IN" sz="2700" dirty="0">
                <a:solidFill>
                  <a:prstClr val="white">
                    <a:lumMod val="95000"/>
                  </a:prstClr>
                </a:solidFill>
                <a:latin typeface="URW Palladio IT" pitchFamily="2" charset="0"/>
                <a:cs typeface="Sanskrit 2003" pitchFamily="2" charset="-78"/>
              </a:rPr>
              <a:t>||</a:t>
            </a:r>
            <a:endParaRPr lang="en-US" sz="2700" dirty="0">
              <a:solidFill>
                <a:prstClr val="white">
                  <a:lumMod val="95000"/>
                </a:prstClr>
              </a:solidFill>
              <a:latin typeface="URW Palladio IT" pitchFamily="2" charset="0"/>
              <a:cs typeface="Sanskrit 2003" pitchFamily="2" charset="-78"/>
            </a:endParaRPr>
          </a:p>
        </p:txBody>
      </p:sp>
    </p:spTree>
    <p:extLst>
      <p:ext uri="{BB962C8B-B14F-4D97-AF65-F5344CB8AC3E}">
        <p14:creationId xmlns:p14="http://schemas.microsoft.com/office/powerpoint/2010/main" val="2324722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1026" name="Picture 2" descr="C:\Users\Prashanti\Desktop\MM\Dakshinamurthy - M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 y="74"/>
            <a:ext cx="9143735" cy="5143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862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descr="C:\Users\YS\Desktop\images.jpg"/>
          <p:cNvPicPr>
            <a:picLocks noChangeAspect="1" noChangeArrowheads="1"/>
          </p:cNvPicPr>
          <p:nvPr/>
        </p:nvPicPr>
        <p:blipFill>
          <a:blip r:embed="rId2"/>
          <a:srcRect/>
          <a:stretch>
            <a:fillRect/>
          </a:stretch>
        </p:blipFill>
        <p:spPr bwMode="auto">
          <a:xfrm>
            <a:off x="133" y="74"/>
            <a:ext cx="9143735" cy="5143352"/>
          </a:xfrm>
          <a:prstGeom prst="rect">
            <a:avLst/>
          </a:prstGeom>
          <a:noFill/>
          <a:ln w="9525">
            <a:noFill/>
            <a:miter lim="800000"/>
            <a:headEnd/>
            <a:tailEnd/>
          </a:ln>
        </p:spPr>
      </p:pic>
      <p:pic>
        <p:nvPicPr>
          <p:cNvPr id="74755" name="Picture 2" descr="C:\Users\YS\Desktop\download.jpg"/>
          <p:cNvPicPr>
            <a:picLocks noChangeAspect="1" noChangeArrowheads="1"/>
          </p:cNvPicPr>
          <p:nvPr/>
        </p:nvPicPr>
        <p:blipFill>
          <a:blip r:embed="rId3"/>
          <a:srcRect/>
          <a:stretch>
            <a:fillRect/>
          </a:stretch>
        </p:blipFill>
        <p:spPr bwMode="auto">
          <a:xfrm>
            <a:off x="133" y="75"/>
            <a:ext cx="2428805" cy="3143159"/>
          </a:xfrm>
          <a:prstGeom prst="rect">
            <a:avLst/>
          </a:prstGeom>
          <a:noFill/>
          <a:ln w="9525">
            <a:noFill/>
            <a:miter lim="800000"/>
            <a:headEnd/>
            <a:tailEnd/>
          </a:ln>
        </p:spPr>
      </p:pic>
      <p:sp>
        <p:nvSpPr>
          <p:cNvPr id="74756" name="Rectangle 5"/>
          <p:cNvSpPr>
            <a:spLocks noChangeArrowheads="1"/>
          </p:cNvSpPr>
          <p:nvPr/>
        </p:nvSpPr>
        <p:spPr bwMode="auto">
          <a:xfrm>
            <a:off x="3429034" y="1189987"/>
            <a:ext cx="4514719" cy="1685077"/>
          </a:xfrm>
          <a:prstGeom prst="rect">
            <a:avLst/>
          </a:prstGeom>
          <a:noFill/>
          <a:ln w="9525">
            <a:noFill/>
            <a:miter lim="800000"/>
            <a:headEnd/>
            <a:tailEnd/>
          </a:ln>
        </p:spPr>
        <p:txBody>
          <a:bodyPr>
            <a:spAutoFit/>
          </a:bodyPr>
          <a:lstStyle/>
          <a:p>
            <a:pPr algn="ctr" defTabSz="685732"/>
            <a:r>
              <a:rPr lang="en-US" sz="3300" dirty="0" err="1">
                <a:solidFill>
                  <a:srgbClr val="F2F2F2"/>
                </a:solidFill>
                <a:latin typeface="Sanskrit 99" pitchFamily="2" charset="0"/>
              </a:rPr>
              <a:t>àat</a:t>
            </a:r>
            <a:r>
              <a:rPr lang="en-US" sz="3300" dirty="0">
                <a:solidFill>
                  <a:srgbClr val="F2F2F2"/>
                </a:solidFill>
                <a:latin typeface="Sanskrit 99" pitchFamily="2" charset="0"/>
              </a:rPr>
              <a:t>&gt;</a:t>
            </a:r>
            <a:r>
              <a:rPr lang="en-US" sz="3300" dirty="0" err="1">
                <a:solidFill>
                  <a:srgbClr val="F2F2F2"/>
                </a:solidFill>
                <a:latin typeface="Sanskrit 99" pitchFamily="2" charset="0"/>
              </a:rPr>
              <a:t>Smr</a:t>
            </a:r>
            <a:r>
              <a:rPr lang="en-US" sz="3300" dirty="0">
                <a:solidFill>
                  <a:srgbClr val="F2F2F2"/>
                </a:solidFill>
                <a:latin typeface="Sanskrit 99" pitchFamily="2" charset="0"/>
              </a:rPr>
              <a:t>[</a:t>
            </a:r>
            <a:r>
              <a:rPr lang="en-US" sz="3300" dirty="0" err="1">
                <a:solidFill>
                  <a:srgbClr val="F2F2F2"/>
                </a:solidFill>
                <a:latin typeface="Sanskrit 99" pitchFamily="2" charset="0"/>
              </a:rPr>
              <a:t>StaeÇm</a:t>
            </a:r>
            <a:r>
              <a:rPr lang="en-US" sz="3300" dirty="0">
                <a:solidFill>
                  <a:srgbClr val="F2F2F2"/>
                </a:solidFill>
                <a:latin typeface="Sanskrit 99" pitchFamily="2" charset="0"/>
              </a:rPr>
              <a:t>!</a:t>
            </a:r>
          </a:p>
          <a:p>
            <a:pPr algn="ctr" defTabSz="685732">
              <a:spcAft>
                <a:spcPts val="900"/>
              </a:spcAft>
            </a:pPr>
            <a:r>
              <a:rPr lang="en-US" sz="3300" dirty="0" err="1">
                <a:solidFill>
                  <a:srgbClr val="F2F2F2"/>
                </a:solidFill>
                <a:latin typeface="URW Palladio IT" pitchFamily="2" charset="0"/>
              </a:rPr>
              <a:t>Prätaùsmaraëastotram</a:t>
            </a:r>
            <a:r>
              <a:rPr lang="en-US" sz="1349" dirty="0">
                <a:solidFill>
                  <a:srgbClr val="F2F2F2"/>
                </a:solidFill>
                <a:latin typeface="Sanskrit 99" pitchFamily="2" charset="0"/>
              </a:rPr>
              <a:t>  </a:t>
            </a:r>
          </a:p>
          <a:p>
            <a:pPr algn="ctr" defTabSz="685732"/>
            <a:r>
              <a:rPr lang="kn-IN" sz="3000" b="1" dirty="0">
                <a:solidFill>
                  <a:srgbClr val="FFFFFF"/>
                </a:solidFill>
                <a:latin typeface="Calibri"/>
              </a:rPr>
              <a:t>ಪ್ರಾತಃ ಸ್ಮರಣ ಸ್ತೋತ್ರಂ</a:t>
            </a:r>
            <a:endParaRPr lang="en-CA" sz="3000" b="1" dirty="0">
              <a:solidFill>
                <a:srgbClr val="FFFFFF"/>
              </a:solidFill>
              <a:latin typeface="Calibri"/>
            </a:endParaRPr>
          </a:p>
        </p:txBody>
      </p:sp>
      <p:sp>
        <p:nvSpPr>
          <p:cNvPr id="74757" name="Rectangle 9"/>
          <p:cNvSpPr>
            <a:spLocks noChangeArrowheads="1"/>
          </p:cNvSpPr>
          <p:nvPr/>
        </p:nvSpPr>
        <p:spPr bwMode="auto">
          <a:xfrm>
            <a:off x="2428938" y="3045039"/>
            <a:ext cx="6172022" cy="2113399"/>
          </a:xfrm>
          <a:prstGeom prst="rect">
            <a:avLst/>
          </a:prstGeom>
          <a:noFill/>
          <a:ln w="9525">
            <a:noFill/>
            <a:miter lim="800000"/>
            <a:headEnd/>
            <a:tailEnd/>
          </a:ln>
        </p:spPr>
        <p:txBody>
          <a:bodyPr>
            <a:spAutoFit/>
          </a:bodyPr>
          <a:lstStyle/>
          <a:p>
            <a:pPr defTabSz="685732">
              <a:spcAft>
                <a:spcPts val="450"/>
              </a:spcAft>
            </a:pPr>
            <a:r>
              <a:rPr lang="en-US" sz="2700" dirty="0">
                <a:solidFill>
                  <a:srgbClr val="F2F2F2"/>
                </a:solidFill>
                <a:latin typeface="URW Palladio IT" pitchFamily="2" charset="0"/>
              </a:rPr>
              <a:t>Composed by</a:t>
            </a:r>
            <a:endParaRPr lang="en-US" sz="825" dirty="0">
              <a:solidFill>
                <a:srgbClr val="F2F2F2"/>
              </a:solidFill>
              <a:latin typeface="URW Palladio IT" pitchFamily="2" charset="0"/>
            </a:endParaRPr>
          </a:p>
          <a:p>
            <a:pPr algn="ctr" defTabSz="685732"/>
            <a:r>
              <a:rPr lang="en-US" sz="3300" dirty="0" err="1">
                <a:solidFill>
                  <a:srgbClr val="F2F2F2"/>
                </a:solidFill>
                <a:latin typeface="Sanskrit 99" pitchFamily="2" charset="0"/>
              </a:rPr>
              <a:t>ïI</a:t>
            </a:r>
            <a:r>
              <a:rPr lang="en-US" sz="3300" dirty="0">
                <a:solidFill>
                  <a:srgbClr val="F2F2F2"/>
                </a:solidFill>
                <a:latin typeface="Sanskrit 99" pitchFamily="2" charset="0"/>
              </a:rPr>
              <a:t> </a:t>
            </a:r>
            <a:r>
              <a:rPr lang="en-US" sz="3300" dirty="0" err="1">
                <a:solidFill>
                  <a:srgbClr val="F2F2F2"/>
                </a:solidFill>
                <a:latin typeface="Sanskrit 99" pitchFamily="2" charset="0"/>
              </a:rPr>
              <a:t>z»racayR</a:t>
            </a:r>
            <a:r>
              <a:rPr lang="en-US" sz="3300" dirty="0">
                <a:solidFill>
                  <a:srgbClr val="F2F2F2"/>
                </a:solidFill>
                <a:latin typeface="Sanskrit 99" pitchFamily="2" charset="0"/>
              </a:rPr>
              <a:t>&gt;</a:t>
            </a:r>
          </a:p>
          <a:p>
            <a:pPr algn="ctr" defTabSz="685732">
              <a:spcAft>
                <a:spcPts val="450"/>
              </a:spcAft>
            </a:pPr>
            <a:r>
              <a:rPr lang="en-US" sz="3300" dirty="0" err="1">
                <a:solidFill>
                  <a:srgbClr val="F2F2F2"/>
                </a:solidFill>
                <a:latin typeface="URW Palladio IT" pitchFamily="2" charset="0"/>
              </a:rPr>
              <a:t>Sré</a:t>
            </a:r>
            <a:r>
              <a:rPr lang="en-US" sz="3300" dirty="0">
                <a:solidFill>
                  <a:srgbClr val="F2F2F2"/>
                </a:solidFill>
                <a:latin typeface="URW Palladio IT" pitchFamily="2" charset="0"/>
              </a:rPr>
              <a:t> </a:t>
            </a:r>
            <a:r>
              <a:rPr lang="en-US" sz="3300" dirty="0" err="1">
                <a:solidFill>
                  <a:srgbClr val="F2F2F2"/>
                </a:solidFill>
                <a:latin typeface="URW Palladio IT" pitchFamily="2" charset="0"/>
              </a:rPr>
              <a:t>Saìkaräcäryaù</a:t>
            </a:r>
            <a:endParaRPr lang="en-US" sz="3300" dirty="0">
              <a:solidFill>
                <a:srgbClr val="F2F2F2"/>
              </a:solidFill>
              <a:latin typeface="URW Palladio IT" pitchFamily="2" charset="0"/>
            </a:endParaRPr>
          </a:p>
          <a:p>
            <a:pPr algn="ctr" defTabSz="685732"/>
            <a:r>
              <a:rPr lang="kn-IN" sz="3000" dirty="0">
                <a:solidFill>
                  <a:srgbClr val="FFFFFF"/>
                </a:solidFill>
                <a:latin typeface="Calibri"/>
              </a:rPr>
              <a:t>ಶ್ರೀ ಶಂಕರಾಚಾರ್ಯಃ</a:t>
            </a:r>
            <a:endParaRPr lang="en-CA" sz="3000" dirty="0">
              <a:solidFill>
                <a:srgbClr val="FFFFFF"/>
              </a:solidFill>
              <a:latin typeface="Calibri"/>
            </a:endParaRPr>
          </a:p>
        </p:txBody>
      </p:sp>
      <p:sp>
        <p:nvSpPr>
          <p:cNvPr id="74758" name="Rectangle 11"/>
          <p:cNvSpPr>
            <a:spLocks noChangeArrowheads="1"/>
          </p:cNvSpPr>
          <p:nvPr/>
        </p:nvSpPr>
        <p:spPr bwMode="auto">
          <a:xfrm>
            <a:off x="5435720" y="235156"/>
            <a:ext cx="742928" cy="784702"/>
          </a:xfrm>
          <a:prstGeom prst="rect">
            <a:avLst/>
          </a:prstGeom>
          <a:noFill/>
          <a:ln w="9525">
            <a:noFill/>
            <a:miter lim="800000"/>
            <a:headEnd/>
            <a:tailEnd/>
          </a:ln>
        </p:spPr>
        <p:txBody>
          <a:bodyPr>
            <a:spAutoFit/>
          </a:bodyPr>
          <a:lstStyle/>
          <a:p>
            <a:pPr defTabSz="685732"/>
            <a:r>
              <a:rPr lang="en-US" sz="4499" dirty="0">
                <a:solidFill>
                  <a:srgbClr val="F2F2F2"/>
                </a:solidFill>
                <a:latin typeface="Sanskrit 99" pitchFamily="2" charset="0"/>
                <a:sym typeface="Wingdings" pitchFamily="2" charset="2"/>
              </a:rPr>
              <a:t></a:t>
            </a:r>
            <a:endParaRPr lang="en-US" sz="4499" dirty="0">
              <a:solidFill>
                <a:srgbClr val="F2F2F2"/>
              </a:solidFill>
              <a:latin typeface="Calibri"/>
            </a:endParaRPr>
          </a:p>
        </p:txBody>
      </p:sp>
    </p:spTree>
    <p:extLst>
      <p:ext uri="{BB962C8B-B14F-4D97-AF65-F5344CB8AC3E}">
        <p14:creationId xmlns:p14="http://schemas.microsoft.com/office/powerpoint/2010/main" val="958932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प्रातः स्मरामि हृदि संस्फुरदात्मत</a:t>
            </a:r>
            <a:r>
              <a:rPr lang="en-US" sz="3000" b="1" dirty="0" err="1">
                <a:solidFill>
                  <a:srgbClr val="000000"/>
                </a:solidFill>
                <a:latin typeface="Sanskrit 99" pitchFamily="2" charset="0"/>
                <a:ea typeface="Calibri" pitchFamily="34" charset="0"/>
                <a:cs typeface="Sanskrit 2003"/>
              </a:rPr>
              <a:t>Åv</a:t>
            </a:r>
            <a:r>
              <a:rPr lang="hi-IN" sz="3000" b="1" dirty="0">
                <a:latin typeface="Sanskrit 2003" pitchFamily="2" charset="-78"/>
                <a:cs typeface="Sanskrit 2003" pitchFamily="2" charset="-78"/>
              </a:rPr>
              <a:t>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सत् </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चित् </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सुखं परमहंसगतिं तु</a:t>
            </a:r>
            <a:r>
              <a:rPr lang="en-IN" sz="3000" b="1" dirty="0" err="1">
                <a:latin typeface="Sanskrit 99" pitchFamily="2" charset="0"/>
                <a:cs typeface="Sanskrit 2003" pitchFamily="2" charset="-78"/>
              </a:rPr>
              <a:t>rI</a:t>
            </a:r>
            <a:r>
              <a:rPr lang="hi-IN" sz="3000" b="1" dirty="0">
                <a:latin typeface="Sanskrit 2003" pitchFamily="2" charset="-78"/>
                <a:cs typeface="Sanskrit 2003" pitchFamily="2" charset="-78"/>
              </a:rPr>
              <a:t>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Prātaḥ</a:t>
            </a:r>
            <a:r>
              <a:rPr lang="en-US" b="1" dirty="0">
                <a:latin typeface="URW Palladio IT" pitchFamily="2" charset="0"/>
              </a:rPr>
              <a:t> </a:t>
            </a:r>
            <a:r>
              <a:rPr lang="en-US" b="1" dirty="0" err="1">
                <a:latin typeface="URW Palladio IT" pitchFamily="2" charset="0"/>
              </a:rPr>
              <a:t>smarāmi</a:t>
            </a:r>
            <a:r>
              <a:rPr lang="en-US" b="1" dirty="0">
                <a:latin typeface="URW Palladio IT" pitchFamily="2" charset="0"/>
              </a:rPr>
              <a:t> </a:t>
            </a:r>
            <a:r>
              <a:rPr lang="en-US" b="1" dirty="0" err="1">
                <a:latin typeface="URW Palladio IT" pitchFamily="2" charset="0"/>
              </a:rPr>
              <a:t>hṛdi</a:t>
            </a:r>
            <a:r>
              <a:rPr lang="en-US" b="1" dirty="0">
                <a:latin typeface="URW Palladio IT" pitchFamily="2" charset="0"/>
              </a:rPr>
              <a:t> </a:t>
            </a:r>
            <a:r>
              <a:rPr lang="en-US" b="1" dirty="0" err="1">
                <a:latin typeface="URW Palladio IT" pitchFamily="2" charset="0"/>
              </a:rPr>
              <a:t>saṁsphuradātmatattvam</a:t>
            </a:r>
            <a:r>
              <a:rPr lang="en-US" b="1" dirty="0">
                <a:latin typeface="URW Palladio IT" pitchFamily="2" charset="0"/>
              </a:rPr>
              <a:t> |</a:t>
            </a:r>
          </a:p>
          <a:p>
            <a:pPr algn="ctr" eaLnBrk="1" hangingPunct="1">
              <a:spcAft>
                <a:spcPts val="1349"/>
              </a:spcAft>
              <a:buNone/>
            </a:pPr>
            <a:r>
              <a:rPr lang="en-US" b="1" dirty="0">
                <a:latin typeface="URW Palladio IT" pitchFamily="2" charset="0"/>
              </a:rPr>
              <a:t>Sat-cit-</a:t>
            </a:r>
            <a:r>
              <a:rPr lang="en-US" b="1" dirty="0" err="1">
                <a:latin typeface="URW Palladio IT" pitchFamily="2" charset="0"/>
              </a:rPr>
              <a:t>sukhaṁ</a:t>
            </a:r>
            <a:r>
              <a:rPr lang="en-US" b="1" dirty="0">
                <a:latin typeface="URW Palladio IT" pitchFamily="2" charset="0"/>
              </a:rPr>
              <a:t> </a:t>
            </a:r>
            <a:r>
              <a:rPr lang="en-US" b="1" dirty="0" err="1">
                <a:latin typeface="URW Palladio IT" pitchFamily="2" charset="0"/>
              </a:rPr>
              <a:t>paramahaṁsagatiṁ</a:t>
            </a:r>
            <a:r>
              <a:rPr lang="en-US" b="1" dirty="0">
                <a:latin typeface="URW Palladio IT" pitchFamily="2" charset="0"/>
              </a:rPr>
              <a:t> </a:t>
            </a:r>
            <a:r>
              <a:rPr lang="en-US" b="1" dirty="0" err="1">
                <a:latin typeface="URW Palladio IT" pitchFamily="2" charset="0"/>
              </a:rPr>
              <a:t>turIyam</a:t>
            </a:r>
            <a:r>
              <a:rPr lang="en-US" b="1" dirty="0">
                <a:latin typeface="URW Palladio IT" pitchFamily="2" charset="0"/>
              </a:rPr>
              <a:t>||</a:t>
            </a:r>
          </a:p>
          <a:p>
            <a:pPr algn="ctr">
              <a:buFont typeface="Arial" charset="0"/>
              <a:buNone/>
            </a:pPr>
            <a:r>
              <a:rPr lang="kn-IN" b="1" dirty="0">
                <a:solidFill>
                  <a:srgbClr val="000000"/>
                </a:solidFill>
                <a:ea typeface="Tunga" pitchFamily="2"/>
              </a:rPr>
              <a:t>ಪ್ರಾತಃ ಸ್ಮರಾಮಿ ಹೃದಿಸಂಸ್ಫುರದಾತ್ಮತತ್ತ್ವಂ</a:t>
            </a:r>
            <a:r>
              <a:rPr lang="en-CA" b="1" dirty="0">
                <a:solidFill>
                  <a:srgbClr val="000000"/>
                </a:solidFill>
                <a:cs typeface="Calibri" pitchFamily="34" charset="0"/>
              </a:rPr>
              <a:t> </a:t>
            </a:r>
            <a:r>
              <a:rPr lang="kn-IN" b="1" dirty="0">
                <a:solidFill>
                  <a:srgbClr val="000000"/>
                </a:solidFill>
                <a:ea typeface="Tunga" pitchFamily="2"/>
              </a:rPr>
              <a:t>|</a:t>
            </a:r>
            <a:endParaRPr lang="en-CA" b="1" dirty="0">
              <a:cs typeface="Times New Roman" pitchFamily="18" charset="0"/>
            </a:endParaRPr>
          </a:p>
          <a:p>
            <a:pPr algn="ctr">
              <a:buFont typeface="Arial" charset="0"/>
              <a:buNone/>
            </a:pPr>
            <a:r>
              <a:rPr lang="kn-IN" b="1" dirty="0">
                <a:solidFill>
                  <a:srgbClr val="000000"/>
                </a:solidFill>
                <a:ea typeface="Tunga" pitchFamily="2"/>
              </a:rPr>
              <a:t>ಸಚ್ಚಿತ್ಸುಖಂ ಪರಮಹಂಸಗತಿಂ ತುರೀಯಮ್ ||</a:t>
            </a:r>
            <a:endParaRPr lang="en-US" b="1" dirty="0">
              <a:latin typeface="URW Palladio IT" pitchFamily="2" charset="0"/>
            </a:endParaRPr>
          </a:p>
          <a:p>
            <a:pPr algn="ctr">
              <a:buFont typeface="Wingdings 2" pitchFamily="18" charset="2"/>
              <a:buNone/>
            </a:pPr>
            <a:endParaRPr lang="en-US" sz="900" b="1" dirty="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remember in the morning the Self which shines in the heart, which is existence-consciousness-bliss, which is the supreme </a:t>
            </a:r>
            <a:r>
              <a:rPr lang="en-CA" sz="1799" dirty="0" err="1">
                <a:latin typeface="Times New Roman" pitchFamily="18" charset="0"/>
                <a:cs typeface="Times New Roman" pitchFamily="18" charset="0"/>
              </a:rPr>
              <a:t>Paramahamsa</a:t>
            </a:r>
            <a:r>
              <a:rPr lang="en-CA" sz="1799" dirty="0">
                <a:latin typeface="Times New Roman" pitchFamily="18" charset="0"/>
                <a:cs typeface="Times New Roman" pitchFamily="18" charset="0"/>
              </a:rPr>
              <a:t> state, which is called the "Fourth"</a:t>
            </a:r>
            <a:endParaRPr lang="en-US" sz="1799" b="1" dirty="0">
              <a:latin typeface="Times New Roman" pitchFamily="18" charset="0"/>
              <a:cs typeface="Times New Roman" pitchFamily="18" charset="0"/>
            </a:endParaRPr>
          </a:p>
        </p:txBody>
      </p:sp>
    </p:spTree>
    <p:extLst>
      <p:ext uri="{BB962C8B-B14F-4D97-AF65-F5344CB8AC3E}">
        <p14:creationId xmlns:p14="http://schemas.microsoft.com/office/powerpoint/2010/main" val="3237507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p:cNvSpPr>
            <a:spLocks noGrp="1"/>
          </p:cNvSpPr>
          <p:nvPr>
            <p:ph idx="1"/>
          </p:nvPr>
        </p:nvSpPr>
        <p:spPr>
          <a:xfrm>
            <a:off x="133" y="74"/>
            <a:ext cx="9143735" cy="5143352"/>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यत्स्वप्नजागर</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सुषुप्तमवैति नित्यम्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तद्</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ब्रह्म निष्कलमहं न च भूतसंघः॥१॥</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Yat</a:t>
            </a:r>
            <a:r>
              <a:rPr lang="en-US" b="1" dirty="0">
                <a:latin typeface="URW Palladio IT" pitchFamily="2" charset="0"/>
              </a:rPr>
              <a:t> </a:t>
            </a:r>
            <a:r>
              <a:rPr lang="en-US" b="1" dirty="0" err="1">
                <a:latin typeface="URW Palladio IT" pitchFamily="2" charset="0"/>
              </a:rPr>
              <a:t>svapna</a:t>
            </a:r>
            <a:r>
              <a:rPr lang="en-US" b="1" dirty="0">
                <a:latin typeface="URW Palladio IT" pitchFamily="2" charset="0"/>
              </a:rPr>
              <a:t> </a:t>
            </a:r>
            <a:r>
              <a:rPr lang="en-US" b="1" dirty="0" err="1">
                <a:latin typeface="URW Palladio IT" pitchFamily="2" charset="0"/>
              </a:rPr>
              <a:t>jāgara</a:t>
            </a:r>
            <a:r>
              <a:rPr lang="en-US" b="1" dirty="0">
                <a:latin typeface="URW Palladio IT" pitchFamily="2" charset="0"/>
              </a:rPr>
              <a:t> </a:t>
            </a:r>
            <a:r>
              <a:rPr lang="en-US" b="1" dirty="0" err="1">
                <a:latin typeface="URW Palladio IT" pitchFamily="2" charset="0"/>
              </a:rPr>
              <a:t>suṣuptamavaiti</a:t>
            </a:r>
            <a:r>
              <a:rPr lang="en-US" b="1" dirty="0">
                <a:latin typeface="URW Palladio IT" pitchFamily="2" charset="0"/>
              </a:rPr>
              <a:t> </a:t>
            </a:r>
            <a:r>
              <a:rPr lang="en-US" b="1" dirty="0" err="1">
                <a:latin typeface="URW Palladio IT" pitchFamily="2" charset="0"/>
              </a:rPr>
              <a:t>nityam</a:t>
            </a:r>
            <a:r>
              <a:rPr lang="en-US" b="1" dirty="0">
                <a:latin typeface="URW Palladio IT" pitchFamily="2" charset="0"/>
              </a:rPr>
              <a:t> |</a:t>
            </a:r>
          </a:p>
          <a:p>
            <a:pPr algn="ctr" eaLnBrk="1" hangingPunct="1">
              <a:buFont typeface="Wingdings 2" pitchFamily="18" charset="2"/>
              <a:buNone/>
            </a:pPr>
            <a:r>
              <a:rPr lang="en-US" b="1" dirty="0">
                <a:latin typeface="URW Palladio IT" pitchFamily="2" charset="0"/>
              </a:rPr>
              <a:t>Tad </a:t>
            </a:r>
            <a:r>
              <a:rPr lang="en-US" b="1" dirty="0" err="1">
                <a:latin typeface="URW Palladio IT" pitchFamily="2" charset="0"/>
              </a:rPr>
              <a:t>brahma</a:t>
            </a:r>
            <a:r>
              <a:rPr lang="en-US" b="1" dirty="0">
                <a:latin typeface="URW Palladio IT" pitchFamily="2" charset="0"/>
              </a:rPr>
              <a:t> </a:t>
            </a:r>
            <a:r>
              <a:rPr lang="en-US" b="1" dirty="0" err="1">
                <a:latin typeface="URW Palladio IT" pitchFamily="2" charset="0"/>
              </a:rPr>
              <a:t>niṣkalamahaṁ</a:t>
            </a:r>
            <a:endParaRPr lang="en-US" b="1" dirty="0">
              <a:latin typeface="URW Palladio IT" pitchFamily="2" charset="0"/>
            </a:endParaRPr>
          </a:p>
          <a:p>
            <a:pPr algn="ctr" eaLnBrk="1" hangingPunct="1">
              <a:spcAft>
                <a:spcPts val="450"/>
              </a:spcAft>
              <a:buNone/>
            </a:pPr>
            <a:r>
              <a:rPr lang="en-US" b="1" dirty="0" err="1">
                <a:latin typeface="URW Palladio IT" pitchFamily="2" charset="0"/>
              </a:rPr>
              <a:t>na</a:t>
            </a:r>
            <a:r>
              <a:rPr lang="en-US" b="1" dirty="0">
                <a:latin typeface="URW Palladio IT" pitchFamily="2" charset="0"/>
              </a:rPr>
              <a:t> ca </a:t>
            </a:r>
            <a:r>
              <a:rPr lang="en-US" b="1" dirty="0" err="1">
                <a:latin typeface="URW Palladio IT" pitchFamily="2" charset="0"/>
              </a:rPr>
              <a:t>bhūtasaṁghaḥ</a:t>
            </a:r>
            <a:r>
              <a:rPr lang="en-US" b="1" dirty="0">
                <a:latin typeface="URW Palladio IT" pitchFamily="2" charset="0"/>
              </a:rPr>
              <a:t> ||1||</a:t>
            </a:r>
          </a:p>
          <a:p>
            <a:pPr algn="ctr">
              <a:lnSpc>
                <a:spcPct val="115000"/>
              </a:lnSpc>
              <a:buFont typeface="Arial" charset="0"/>
              <a:buNone/>
            </a:pPr>
            <a:r>
              <a:rPr lang="kn-IN" b="1" dirty="0">
                <a:solidFill>
                  <a:srgbClr val="000000"/>
                </a:solidFill>
                <a:ea typeface="Calibri" pitchFamily="34" charset="0"/>
              </a:rPr>
              <a:t>ಯತ್ ಸ್ವಪ್ನ ಜಾಗರ ಸುಷುಪ್ತಮವೈತಿ ನಿತ್ಯಂ</a:t>
            </a:r>
            <a:r>
              <a:rPr lang="en-CA" b="1" dirty="0">
                <a:solidFill>
                  <a:srgbClr val="000000"/>
                </a:solidFill>
                <a:cs typeface="Calibri" pitchFamily="34" charset="0"/>
              </a:rPr>
              <a:t> </a:t>
            </a:r>
            <a:r>
              <a:rPr lang="kn-IN" b="1" dirty="0">
                <a:solidFill>
                  <a:srgbClr val="000000"/>
                </a:solidFill>
                <a:ea typeface="Tunga" pitchFamily="2"/>
              </a:rPr>
              <a:t>|</a:t>
            </a:r>
            <a:endParaRPr lang="en-CA" b="1" dirty="0">
              <a:cs typeface="Times New Roman" pitchFamily="18" charset="0"/>
            </a:endParaRPr>
          </a:p>
          <a:p>
            <a:pPr algn="ctr">
              <a:spcAft>
                <a:spcPts val="450"/>
              </a:spcAft>
              <a:buNone/>
            </a:pPr>
            <a:r>
              <a:rPr lang="kn-IN" b="1" dirty="0">
                <a:solidFill>
                  <a:srgbClr val="000000"/>
                </a:solidFill>
                <a:ea typeface="Tunga" pitchFamily="2"/>
              </a:rPr>
              <a:t>ತದ್ಬ್ರಹ್ಮನಿಷ್ಕಲಮಹಂ ನ ಚ ಭೂತಸಙ್ಘಃ ||೧||</a:t>
            </a:r>
            <a:endParaRPr lang="en-US" b="1" dirty="0">
              <a:solidFill>
                <a:srgbClr val="000000"/>
              </a:solidFill>
              <a:ea typeface="Tunga" pitchFamily="2"/>
            </a:endParaRPr>
          </a:p>
          <a:p>
            <a:pPr algn="ctr">
              <a:spcAft>
                <a:spcPts val="450"/>
              </a:spcAft>
              <a:buNone/>
            </a:pPr>
            <a:endParaRPr lang="en-US" b="1" dirty="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That which is always a witness to the three states of waking, dream and deep sleep, that which is indivisible, that Brahman I am, not the aggregate of the five elements (ether, air, fire, water and earth)</a:t>
            </a:r>
            <a:endParaRPr lang="en-US" sz="1799" dirty="0">
              <a:latin typeface="URW Palladio ITU" pitchFamily="2" charset="0"/>
            </a:endParaRPr>
          </a:p>
        </p:txBody>
      </p:sp>
    </p:spTree>
    <p:extLst>
      <p:ext uri="{BB962C8B-B14F-4D97-AF65-F5344CB8AC3E}">
        <p14:creationId xmlns:p14="http://schemas.microsoft.com/office/powerpoint/2010/main" val="3596689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प्रातर्भजामि मनसो </a:t>
            </a:r>
            <a:r>
              <a:rPr lang="en-IN" sz="3000" b="1" dirty="0" err="1">
                <a:latin typeface="Sanskrit 99" pitchFamily="2" charset="0"/>
              </a:rPr>
              <a:t>vcsamgMym</a:t>
            </a:r>
            <a:r>
              <a:rPr lang="en-IN" sz="3000" b="1" dirty="0">
                <a:latin typeface="Sanskrit 99" pitchFamily="2" charset="0"/>
              </a:rPr>
              <a:t>!</a:t>
            </a:r>
            <a:r>
              <a:rPr lang="en-IN" sz="3000" b="1" dirty="0"/>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वाचो विभान्ति निखिला यदनुग्रहेण</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Prātarbhajāmi</a:t>
            </a:r>
            <a:r>
              <a:rPr lang="en-US" b="1" dirty="0">
                <a:latin typeface="URW Palladio IT" pitchFamily="2" charset="0"/>
              </a:rPr>
              <a:t> </a:t>
            </a:r>
            <a:r>
              <a:rPr lang="en-US" b="1" dirty="0" err="1">
                <a:latin typeface="URW Palladio IT" pitchFamily="2" charset="0"/>
              </a:rPr>
              <a:t>manaso</a:t>
            </a:r>
            <a:r>
              <a:rPr lang="en-US" b="1" dirty="0">
                <a:latin typeface="URW Palladio IT" pitchFamily="2" charset="0"/>
              </a:rPr>
              <a:t> </a:t>
            </a:r>
            <a:r>
              <a:rPr lang="en-US" b="1" dirty="0" err="1">
                <a:latin typeface="URW Palladio IT" pitchFamily="2" charset="0"/>
              </a:rPr>
              <a:t>vacasām</a:t>
            </a:r>
            <a:r>
              <a:rPr lang="en-US" b="1" dirty="0">
                <a:latin typeface="URW Palladio IT" pitchFamily="2" charset="0"/>
              </a:rPr>
              <a:t> </a:t>
            </a:r>
            <a:r>
              <a:rPr lang="en-US" b="1" dirty="0" err="1">
                <a:latin typeface="URW Palladio IT" pitchFamily="2" charset="0"/>
              </a:rPr>
              <a:t>agamyam</a:t>
            </a:r>
            <a:r>
              <a:rPr lang="en-US" b="1" dirty="0">
                <a:latin typeface="URW Palladio IT" pitchFamily="2" charset="0"/>
              </a:rPr>
              <a:t> |</a:t>
            </a:r>
          </a:p>
          <a:p>
            <a:pPr algn="ctr" eaLnBrk="1" hangingPunct="1">
              <a:spcAft>
                <a:spcPts val="1349"/>
              </a:spcAft>
              <a:buNone/>
            </a:pPr>
            <a:r>
              <a:rPr lang="en-US" b="1" dirty="0" err="1">
                <a:latin typeface="URW Palladio IT" pitchFamily="2" charset="0"/>
              </a:rPr>
              <a:t>Vāco</a:t>
            </a:r>
            <a:r>
              <a:rPr lang="en-US" b="1" dirty="0">
                <a:latin typeface="URW Palladio IT" pitchFamily="2" charset="0"/>
              </a:rPr>
              <a:t> </a:t>
            </a:r>
            <a:r>
              <a:rPr lang="en-US" b="1" dirty="0" err="1">
                <a:latin typeface="URW Palladio IT" pitchFamily="2" charset="0"/>
              </a:rPr>
              <a:t>vibhānti</a:t>
            </a:r>
            <a:r>
              <a:rPr lang="en-US" b="1" dirty="0">
                <a:latin typeface="URW Palladio IT" pitchFamily="2" charset="0"/>
              </a:rPr>
              <a:t> </a:t>
            </a:r>
            <a:r>
              <a:rPr lang="en-US" b="1" dirty="0" err="1">
                <a:latin typeface="URW Palladio IT" pitchFamily="2" charset="0"/>
              </a:rPr>
              <a:t>nikhilā</a:t>
            </a:r>
            <a:r>
              <a:rPr lang="en-US" b="1" dirty="0">
                <a:latin typeface="URW Palladio IT" pitchFamily="2" charset="0"/>
              </a:rPr>
              <a:t> </a:t>
            </a:r>
            <a:r>
              <a:rPr lang="en-US" b="1" dirty="0" err="1">
                <a:latin typeface="URW Palladio IT" pitchFamily="2" charset="0"/>
              </a:rPr>
              <a:t>yadanugraheṇa</a:t>
            </a:r>
            <a:r>
              <a:rPr lang="en-US" b="1" dirty="0">
                <a:latin typeface="URW Palladio IT" pitchFamily="2" charset="0"/>
              </a:rPr>
              <a:t> ||</a:t>
            </a:r>
          </a:p>
          <a:p>
            <a:pPr algn="ctr">
              <a:lnSpc>
                <a:spcPct val="115000"/>
              </a:lnSpc>
              <a:buFont typeface="Arial" charset="0"/>
              <a:buNone/>
            </a:pPr>
            <a:r>
              <a:rPr lang="kn-IN" b="1" dirty="0">
                <a:solidFill>
                  <a:srgbClr val="000000"/>
                </a:solidFill>
                <a:ea typeface="Calibri" pitchFamily="34" charset="0"/>
              </a:rPr>
              <a:t>ಪ್ರಾತರ್ಭಜಾಮಿ ಮನಸೋ ವಚಸಾಮಗಮ್ಯಂ</a:t>
            </a:r>
            <a:r>
              <a:rPr lang="en-CA" b="1" dirty="0">
                <a:solidFill>
                  <a:srgbClr val="000000"/>
                </a:solidFill>
                <a:cs typeface="Calibri" pitchFamily="34" charset="0"/>
              </a:rPr>
              <a:t> </a:t>
            </a:r>
            <a:r>
              <a:rPr lang="kn-IN" b="1" dirty="0">
                <a:solidFill>
                  <a:srgbClr val="000000"/>
                </a:solidFill>
                <a:ea typeface="Tunga" pitchFamily="2"/>
              </a:rPr>
              <a:t>|</a:t>
            </a:r>
          </a:p>
          <a:p>
            <a:pPr algn="ctr">
              <a:spcAft>
                <a:spcPts val="900"/>
              </a:spcAft>
              <a:buNone/>
            </a:pPr>
            <a:r>
              <a:rPr lang="kn-IN" b="1" dirty="0">
                <a:solidFill>
                  <a:srgbClr val="000000"/>
                </a:solidFill>
                <a:ea typeface="Tunga" pitchFamily="2"/>
              </a:rPr>
              <a:t>ವಾಚೋ ವಿಭಾನ್ತಿ ನಿಖಿಲಾ ಯದನುಗ್ರಹೇಣ ||</a:t>
            </a:r>
            <a:endParaRPr lang="en-US" b="1" dirty="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I worship in the morning that which is inaccessible to</a:t>
            </a:r>
          </a:p>
          <a:p>
            <a:pPr algn="ctr">
              <a:buFont typeface="Wingdings 2" pitchFamily="18" charset="2"/>
              <a:buNone/>
            </a:pPr>
            <a:r>
              <a:rPr lang="en-CA" sz="1799" dirty="0">
                <a:latin typeface="Times New Roman" pitchFamily="18" charset="0"/>
                <a:cs typeface="Times New Roman" pitchFamily="18" charset="0"/>
              </a:rPr>
              <a:t>mind and speech, that by whose blessing the faculty</a:t>
            </a:r>
          </a:p>
          <a:p>
            <a:pPr algn="ctr">
              <a:buFont typeface="Wingdings 2" pitchFamily="18" charset="2"/>
              <a:buNone/>
            </a:pPr>
            <a:r>
              <a:rPr lang="en-CA" sz="1799" dirty="0">
                <a:latin typeface="Times New Roman" pitchFamily="18" charset="0"/>
                <a:cs typeface="Times New Roman" pitchFamily="18" charset="0"/>
              </a:rPr>
              <a:t>of speech shines forth…</a:t>
            </a:r>
            <a:endParaRPr lang="en-US" sz="1799" dirty="0">
              <a:latin typeface="GITA1" pitchFamily="2" charset="0"/>
            </a:endParaRPr>
          </a:p>
        </p:txBody>
      </p:sp>
    </p:spTree>
    <p:extLst>
      <p:ext uri="{BB962C8B-B14F-4D97-AF65-F5344CB8AC3E}">
        <p14:creationId xmlns:p14="http://schemas.microsoft.com/office/powerpoint/2010/main" val="4146548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133" y="114371"/>
            <a:ext cx="9143735" cy="5029055"/>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यन्नेति नेति वचनैर्निगमा अवोचुः</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तं देवदेवमजमच्युतमाहुरग्र्यम्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॥२॥</a:t>
            </a:r>
            <a:endParaRPr lang="en-US" sz="3000" b="1" dirty="0">
              <a:latin typeface="URW Palladio ITU" pitchFamily="2" charset="0"/>
            </a:endParaRPr>
          </a:p>
          <a:p>
            <a:pPr algn="ctr" eaLnBrk="1" hangingPunct="1">
              <a:buFont typeface="Wingdings 2" pitchFamily="18" charset="2"/>
              <a:buNone/>
            </a:pPr>
            <a:r>
              <a:rPr lang="en-US" b="1" dirty="0">
                <a:latin typeface="URW Palladio IT" pitchFamily="2" charset="0"/>
              </a:rPr>
              <a:t>Yan </a:t>
            </a:r>
            <a:r>
              <a:rPr lang="en-US" b="1" dirty="0" err="1">
                <a:latin typeface="URW Palladio IT" pitchFamily="2" charset="0"/>
              </a:rPr>
              <a:t>neti</a:t>
            </a:r>
            <a:r>
              <a:rPr lang="en-US" b="1" dirty="0">
                <a:latin typeface="URW Palladio IT" pitchFamily="2" charset="0"/>
              </a:rPr>
              <a:t> </a:t>
            </a:r>
            <a:r>
              <a:rPr lang="en-US" b="1" dirty="0" err="1">
                <a:latin typeface="URW Palladio IT" pitchFamily="2" charset="0"/>
              </a:rPr>
              <a:t>neti</a:t>
            </a:r>
            <a:r>
              <a:rPr lang="en-US" b="1" dirty="0">
                <a:latin typeface="URW Palladio IT" pitchFamily="2" charset="0"/>
              </a:rPr>
              <a:t> </a:t>
            </a:r>
            <a:r>
              <a:rPr lang="en-US" b="1" dirty="0" err="1">
                <a:latin typeface="URW Palladio IT" pitchFamily="2" charset="0"/>
              </a:rPr>
              <a:t>vacanair</a:t>
            </a:r>
            <a:r>
              <a:rPr lang="en-US" b="1" dirty="0">
                <a:latin typeface="URW Palladio IT" pitchFamily="2" charset="0"/>
              </a:rPr>
              <a:t> </a:t>
            </a:r>
            <a:r>
              <a:rPr lang="en-US" b="1" dirty="0" err="1">
                <a:latin typeface="URW Palladio IT" pitchFamily="2" charset="0"/>
              </a:rPr>
              <a:t>nigamā</a:t>
            </a:r>
            <a:r>
              <a:rPr lang="en-US" b="1" dirty="0">
                <a:latin typeface="URW Palladio IT" pitchFamily="2" charset="0"/>
              </a:rPr>
              <a:t> </a:t>
            </a:r>
            <a:r>
              <a:rPr lang="en-US" b="1" dirty="0" err="1">
                <a:latin typeface="URW Palladio IT" pitchFamily="2" charset="0"/>
              </a:rPr>
              <a:t>avocuḥ</a:t>
            </a:r>
            <a:r>
              <a:rPr lang="en-US" b="1" dirty="0">
                <a:latin typeface="URW Palladio IT" pitchFamily="2" charset="0"/>
              </a:rPr>
              <a:t> |</a:t>
            </a:r>
          </a:p>
          <a:p>
            <a:pPr algn="ctr" eaLnBrk="1" hangingPunct="1">
              <a:spcAft>
                <a:spcPts val="450"/>
              </a:spcAft>
              <a:buNone/>
            </a:pPr>
            <a:r>
              <a:rPr lang="en-US" b="1" dirty="0" err="1">
                <a:latin typeface="URW Palladio IT" pitchFamily="2" charset="0"/>
              </a:rPr>
              <a:t>Taṁ</a:t>
            </a:r>
            <a:r>
              <a:rPr lang="en-US" b="1" dirty="0">
                <a:latin typeface="URW Palladio IT" pitchFamily="2" charset="0"/>
              </a:rPr>
              <a:t> </a:t>
            </a:r>
            <a:r>
              <a:rPr lang="en-US" b="1" dirty="0" err="1">
                <a:latin typeface="URW Palladio IT" pitchFamily="2" charset="0"/>
              </a:rPr>
              <a:t>devadevamajamacyutamāhuragryam</a:t>
            </a:r>
            <a:r>
              <a:rPr lang="en-US" b="1" dirty="0">
                <a:latin typeface="URW Palladio IT" pitchFamily="2" charset="0"/>
              </a:rPr>
              <a:t> ||2||</a:t>
            </a:r>
          </a:p>
          <a:p>
            <a:pPr algn="ctr">
              <a:lnSpc>
                <a:spcPct val="115000"/>
              </a:lnSpc>
              <a:buFont typeface="Arial" charset="0"/>
              <a:buNone/>
            </a:pPr>
            <a:r>
              <a:rPr lang="kn-IN" b="1" dirty="0">
                <a:solidFill>
                  <a:srgbClr val="000000"/>
                </a:solidFill>
                <a:ea typeface="Calibri" pitchFamily="34" charset="0"/>
              </a:rPr>
              <a:t>ಯನ್ನೇತಿ ನೇತಿ ವಚನೈರ್ನಿಗಮಾ ಅವೋಚುಃ</a:t>
            </a:r>
            <a:r>
              <a:rPr lang="en-CA" b="1" dirty="0">
                <a:solidFill>
                  <a:srgbClr val="000000"/>
                </a:solidFill>
                <a:cs typeface="Calibri" pitchFamily="34" charset="0"/>
              </a:rPr>
              <a:t> </a:t>
            </a:r>
            <a:r>
              <a:rPr lang="kn-IN" b="1" dirty="0">
                <a:solidFill>
                  <a:srgbClr val="000000"/>
                </a:solidFill>
                <a:ea typeface="Tunga" pitchFamily="2"/>
              </a:rPr>
              <a:t>|</a:t>
            </a:r>
          </a:p>
          <a:p>
            <a:pPr algn="ctr">
              <a:spcAft>
                <a:spcPts val="450"/>
              </a:spcAft>
              <a:buNone/>
            </a:pPr>
            <a:r>
              <a:rPr lang="kn-IN" b="1" dirty="0">
                <a:solidFill>
                  <a:srgbClr val="000000"/>
                </a:solidFill>
                <a:ea typeface="Tunga" pitchFamily="2"/>
              </a:rPr>
              <a:t>ತಂ ದೇವದೇವಂ</a:t>
            </a:r>
            <a:r>
              <a:rPr lang="en-CA" b="1" dirty="0">
                <a:solidFill>
                  <a:srgbClr val="000000"/>
                </a:solidFill>
                <a:cs typeface="Calibri" pitchFamily="34" charset="0"/>
              </a:rPr>
              <a:t> </a:t>
            </a:r>
            <a:r>
              <a:rPr lang="kn-IN" b="1" dirty="0">
                <a:solidFill>
                  <a:srgbClr val="000000"/>
                </a:solidFill>
                <a:ea typeface="Tunga" pitchFamily="2"/>
              </a:rPr>
              <a:t>ಅಜಮಚ್ಯುತಮಾಹುರಗ್ರ್ಯಮ್ ||೨||</a:t>
            </a:r>
            <a:endParaRPr lang="en-US" b="1" dirty="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worship that... which is described in the Upanishads</a:t>
            </a:r>
          </a:p>
          <a:p>
            <a:pPr algn="ctr">
              <a:buFont typeface="Wingdings 2" pitchFamily="18" charset="2"/>
              <a:buNone/>
            </a:pPr>
            <a:r>
              <a:rPr lang="en-CA" sz="1799" dirty="0">
                <a:latin typeface="Times New Roman" pitchFamily="18" charset="0"/>
                <a:cs typeface="Times New Roman" pitchFamily="18" charset="0"/>
              </a:rPr>
              <a:t>by the words 'not this, not this', that supremely effulgent</a:t>
            </a:r>
          </a:p>
          <a:p>
            <a:pPr algn="ctr">
              <a:buFont typeface="Wingdings 2" pitchFamily="18" charset="2"/>
              <a:buNone/>
            </a:pPr>
            <a:r>
              <a:rPr lang="en-CA" sz="1799" dirty="0">
                <a:latin typeface="Times New Roman" pitchFamily="18" charset="0"/>
                <a:cs typeface="Times New Roman" pitchFamily="18" charset="0"/>
              </a:rPr>
              <a:t>Being which is spoken of (in the Vedas) as unborn,</a:t>
            </a:r>
          </a:p>
          <a:p>
            <a:pPr algn="ctr">
              <a:buFont typeface="Wingdings 2" pitchFamily="18" charset="2"/>
              <a:buNone/>
            </a:pPr>
            <a:r>
              <a:rPr lang="en-CA" sz="1799" dirty="0">
                <a:latin typeface="Times New Roman" pitchFamily="18" charset="0"/>
                <a:cs typeface="Times New Roman" pitchFamily="18" charset="0"/>
              </a:rPr>
              <a:t>infallible, and the highest</a:t>
            </a:r>
            <a:endParaRPr lang="en-US" sz="1799" dirty="0">
              <a:latin typeface="Times New Roman" pitchFamily="18" charset="0"/>
              <a:cs typeface="Times New Roman" pitchFamily="18" charset="0"/>
            </a:endParaRPr>
          </a:p>
          <a:p>
            <a:pPr algn="ctr" eaLnBrk="1" hangingPunct="1">
              <a:buFont typeface="Wingdings 2" pitchFamily="18" charset="2"/>
              <a:buNone/>
            </a:pPr>
            <a:endParaRPr lang="en-US" sz="900" b="1" dirty="0">
              <a:latin typeface="GITA1" pitchFamily="2" charset="0"/>
            </a:endParaRPr>
          </a:p>
        </p:txBody>
      </p:sp>
    </p:spTree>
    <p:extLst>
      <p:ext uri="{BB962C8B-B14F-4D97-AF65-F5344CB8AC3E}">
        <p14:creationId xmlns:p14="http://schemas.microsoft.com/office/powerpoint/2010/main" val="2841222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1"/>
          </p:nvPr>
        </p:nvSpPr>
        <p:spPr>
          <a:xfrm>
            <a:off x="133" y="74"/>
            <a:ext cx="9143735" cy="5143352"/>
          </a:xfrm>
        </p:spPr>
        <p:txBody>
          <a:bodyPr/>
          <a:lstStyle/>
          <a:p>
            <a:pPr algn="ctr" eaLnBrk="1" hangingPunct="1">
              <a:buFont typeface="Wingdings 2" pitchFamily="18" charset="2"/>
              <a:buNone/>
            </a:pPr>
            <a:endParaRPr lang="en-US" sz="100" b="1" dirty="0">
              <a:latin typeface="GITA1" pitchFamily="2" charset="0"/>
            </a:endParaRPr>
          </a:p>
          <a:p>
            <a:pPr algn="ctr" eaLnBrk="1" hangingPunct="1">
              <a:buFont typeface="Wingdings 2" pitchFamily="18" charset="2"/>
              <a:buNone/>
            </a:pPr>
            <a:r>
              <a:rPr lang="hi-IN" sz="3000" b="1" dirty="0">
                <a:latin typeface="Sanskrit 99" pitchFamily="2" charset="0"/>
                <a:cs typeface="Sanskrit 2003" pitchFamily="2" charset="-78"/>
              </a:rPr>
              <a:t>प्रातर्नमामि</a:t>
            </a:r>
            <a:r>
              <a:rPr lang="hi-IN" sz="3000" b="1" dirty="0">
                <a:latin typeface="Sanskrit 2003" pitchFamily="2" charset="-78"/>
                <a:cs typeface="Sanskrit 2003" pitchFamily="2" charset="-78"/>
              </a:rPr>
              <a:t> तमसः </a:t>
            </a:r>
            <a:r>
              <a:rPr lang="en-IN" sz="3000" b="1" dirty="0" err="1">
                <a:latin typeface="Sanskrit 99" pitchFamily="2" charset="0"/>
              </a:rPr>
              <a:t>prmkRv</a:t>
            </a:r>
            <a:r>
              <a:rPr lang="en-IN" sz="3000" b="1" dirty="0">
                <a:latin typeface="Sanskrit 99" pitchFamily="2" charset="0"/>
              </a:rPr>
              <a:t>[</a:t>
            </a:r>
            <a:r>
              <a:rPr lang="en-IN" sz="3000" dirty="0">
                <a:latin typeface="Sanskrit 99" pitchFamily="2" charset="0"/>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पूर्णं सनातनपदं पुरुषोत्तमाख्यम्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buFont typeface="Wingdings 2" pitchFamily="18" charset="2"/>
              <a:buNone/>
            </a:pPr>
            <a:r>
              <a:rPr lang="en-US" b="1" dirty="0" err="1">
                <a:latin typeface="URW Palladio IT" pitchFamily="2" charset="0"/>
              </a:rPr>
              <a:t>Prātarnamāmi</a:t>
            </a:r>
            <a:r>
              <a:rPr lang="en-US" b="1" dirty="0">
                <a:latin typeface="URW Palladio IT" pitchFamily="2" charset="0"/>
              </a:rPr>
              <a:t> </a:t>
            </a:r>
            <a:r>
              <a:rPr lang="en-US" b="1" dirty="0" err="1">
                <a:latin typeface="URW Palladio IT" pitchFamily="2" charset="0"/>
              </a:rPr>
              <a:t>tamasaḥ</a:t>
            </a:r>
            <a:r>
              <a:rPr lang="en-US" b="1" dirty="0">
                <a:latin typeface="URW Palladio IT" pitchFamily="2" charset="0"/>
              </a:rPr>
              <a:t> </a:t>
            </a:r>
            <a:r>
              <a:rPr lang="en-US" b="1" dirty="0" err="1">
                <a:latin typeface="URW Palladio IT" pitchFamily="2" charset="0"/>
              </a:rPr>
              <a:t>paramarkavarṇaṁ</a:t>
            </a:r>
            <a:r>
              <a:rPr lang="en-US" b="1" dirty="0">
                <a:latin typeface="URW Palladio IT" pitchFamily="2" charset="0"/>
              </a:rPr>
              <a:t> |</a:t>
            </a:r>
          </a:p>
          <a:p>
            <a:pPr algn="ctr" eaLnBrk="1" hangingPunct="1">
              <a:spcAft>
                <a:spcPts val="900"/>
              </a:spcAft>
              <a:buNone/>
            </a:pPr>
            <a:r>
              <a:rPr lang="en-US" b="1" dirty="0" err="1">
                <a:latin typeface="URW Palladio IT" pitchFamily="2" charset="0"/>
              </a:rPr>
              <a:t>Pūrṇaṁ</a:t>
            </a:r>
            <a:r>
              <a:rPr lang="en-US" b="1" dirty="0">
                <a:latin typeface="URW Palladio IT" pitchFamily="2" charset="0"/>
              </a:rPr>
              <a:t> </a:t>
            </a:r>
            <a:r>
              <a:rPr lang="en-US" b="1" dirty="0" err="1">
                <a:latin typeface="URW Palladio IT" pitchFamily="2" charset="0"/>
              </a:rPr>
              <a:t>sanātanapadaṁ</a:t>
            </a:r>
            <a:r>
              <a:rPr lang="en-US" b="1" dirty="0">
                <a:latin typeface="URW Palladio IT" pitchFamily="2" charset="0"/>
              </a:rPr>
              <a:t> </a:t>
            </a:r>
            <a:r>
              <a:rPr lang="en-US" b="1" dirty="0" err="1">
                <a:latin typeface="URW Palladio IT" pitchFamily="2" charset="0"/>
              </a:rPr>
              <a:t>puruṣottamākhyam</a:t>
            </a:r>
            <a:r>
              <a:rPr lang="en-US" b="1" dirty="0">
                <a:latin typeface="URW Palladio IT" pitchFamily="2" charset="0"/>
              </a:rPr>
              <a:t> ||</a:t>
            </a:r>
          </a:p>
          <a:p>
            <a:pPr algn="ctr">
              <a:lnSpc>
                <a:spcPct val="115000"/>
              </a:lnSpc>
              <a:buFont typeface="Arial" charset="0"/>
              <a:buNone/>
            </a:pPr>
            <a:r>
              <a:rPr lang="kn-IN" b="1" dirty="0">
                <a:solidFill>
                  <a:srgbClr val="000000"/>
                </a:solidFill>
                <a:ea typeface="Calibri" pitchFamily="34" charset="0"/>
              </a:rPr>
              <a:t>ಪ್ರಾತರ್ನಮಾಮಿ ತಮಸಃ ಪರಮರ್ಕವರ್ಣಂ</a:t>
            </a:r>
            <a:r>
              <a:rPr lang="en-CA" b="1" dirty="0">
                <a:solidFill>
                  <a:srgbClr val="000000"/>
                </a:solidFill>
                <a:cs typeface="Calibri" pitchFamily="34" charset="0"/>
              </a:rPr>
              <a:t> </a:t>
            </a:r>
            <a:r>
              <a:rPr lang="kn-IN" b="1" dirty="0">
                <a:solidFill>
                  <a:srgbClr val="000000"/>
                </a:solidFill>
                <a:ea typeface="Tunga" pitchFamily="2"/>
              </a:rPr>
              <a:t>|</a:t>
            </a:r>
          </a:p>
          <a:p>
            <a:pPr algn="ctr">
              <a:spcAft>
                <a:spcPts val="900"/>
              </a:spcAft>
              <a:buNone/>
            </a:pPr>
            <a:r>
              <a:rPr lang="kn-IN" b="1" dirty="0">
                <a:solidFill>
                  <a:srgbClr val="000000"/>
                </a:solidFill>
                <a:ea typeface="Tunga" pitchFamily="2"/>
              </a:rPr>
              <a:t>ಪೂರ್ಣಂ ಸನಾತನಪದಂ ಪುರುಷೋತ್ತಮಾಖ್ಯಮ್ ||</a:t>
            </a:r>
            <a:endParaRPr lang="en-US" b="1" dirty="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I salute in the morning to that which is resplendent like the sun, which is beyond darkness (ignorance), which is complete, which is the eternal abode, which is known as the supreme </a:t>
            </a:r>
            <a:r>
              <a:rPr lang="en-CA" sz="1799" dirty="0" err="1">
                <a:latin typeface="Times New Roman" pitchFamily="18" charset="0"/>
                <a:cs typeface="Times New Roman" pitchFamily="18" charset="0"/>
              </a:rPr>
              <a:t>Purusha</a:t>
            </a:r>
            <a:r>
              <a:rPr lang="en-CA" sz="1799" dirty="0">
                <a:latin typeface="Times New Roman" pitchFamily="18" charset="0"/>
                <a:cs typeface="Times New Roman" pitchFamily="18" charset="0"/>
              </a:rPr>
              <a:t>…</a:t>
            </a:r>
            <a:endParaRPr lang="en-US" sz="1799" dirty="0">
              <a:latin typeface="Times New Roman" pitchFamily="18" charset="0"/>
              <a:cs typeface="Times New Roman" pitchFamily="18" charset="0"/>
            </a:endParaRPr>
          </a:p>
          <a:p>
            <a:pPr algn="ctr" eaLnBrk="1" hangingPunct="1">
              <a:buFont typeface="Wingdings 2" pitchFamily="18" charset="2"/>
              <a:buNone/>
            </a:pPr>
            <a:endParaRPr lang="en-US" b="1" dirty="0">
              <a:latin typeface="URW Palladio ITU" pitchFamily="2" charset="0"/>
            </a:endParaRPr>
          </a:p>
        </p:txBody>
      </p:sp>
    </p:spTree>
    <p:extLst>
      <p:ext uri="{BB962C8B-B14F-4D97-AF65-F5344CB8AC3E}">
        <p14:creationId xmlns:p14="http://schemas.microsoft.com/office/powerpoint/2010/main" val="1361910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en-IN" sz="3000" b="1" dirty="0" err="1">
                <a:latin typeface="Sanskrit 99" pitchFamily="2" charset="0"/>
              </a:rPr>
              <a:t>yiSmiÚd</a:t>
            </a:r>
            <a:r>
              <a:rPr lang="en-IN" sz="3000" b="1" dirty="0">
                <a:latin typeface="Sanskrit 99" pitchFamily="2" charset="0"/>
              </a:rPr>
              <a:t>&lt; </a:t>
            </a:r>
            <a:r>
              <a:rPr lang="hi-IN" sz="3000" b="1" dirty="0">
                <a:latin typeface="Sanskrit 2003" pitchFamily="2" charset="-78"/>
                <a:cs typeface="Sanskrit 2003" pitchFamily="2" charset="-78"/>
              </a:rPr>
              <a:t>जगदशेषमशेष मूर्तौ</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रज्ज्वां भुजङ्गम इव प्रतिभासितं वै</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॥३॥</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Yasminnidaṁ</a:t>
            </a:r>
            <a:r>
              <a:rPr lang="en-US" b="1" dirty="0">
                <a:latin typeface="URW Palladio IT" pitchFamily="2" charset="0"/>
              </a:rPr>
              <a:t> </a:t>
            </a:r>
            <a:r>
              <a:rPr lang="en-US" b="1" dirty="0" err="1">
                <a:latin typeface="URW Palladio IT" pitchFamily="2" charset="0"/>
              </a:rPr>
              <a:t>jagadaśeṣamaśeṣa</a:t>
            </a:r>
            <a:r>
              <a:rPr lang="en-US" b="1" dirty="0">
                <a:latin typeface="URW Palladio IT" pitchFamily="2" charset="0"/>
              </a:rPr>
              <a:t> </a:t>
            </a:r>
            <a:r>
              <a:rPr lang="en-US" b="1" dirty="0" err="1">
                <a:latin typeface="URW Palladio IT" pitchFamily="2" charset="0"/>
              </a:rPr>
              <a:t>mūrtau</a:t>
            </a:r>
            <a:r>
              <a:rPr lang="en-US" b="1" dirty="0">
                <a:latin typeface="URW Palladio IT" pitchFamily="2" charset="0"/>
              </a:rPr>
              <a:t>|</a:t>
            </a:r>
          </a:p>
          <a:p>
            <a:pPr algn="ctr" eaLnBrk="1" hangingPunct="1">
              <a:spcAft>
                <a:spcPts val="1349"/>
              </a:spcAft>
              <a:buNone/>
            </a:pPr>
            <a:r>
              <a:rPr lang="en-US" b="1" dirty="0" err="1">
                <a:latin typeface="URW Palladio IT" pitchFamily="2" charset="0"/>
              </a:rPr>
              <a:t>Rajjvāṁ</a:t>
            </a:r>
            <a:r>
              <a:rPr lang="en-US" b="1" dirty="0">
                <a:latin typeface="URW Palladio IT" pitchFamily="2" charset="0"/>
              </a:rPr>
              <a:t> </a:t>
            </a:r>
            <a:r>
              <a:rPr lang="en-US" b="1" dirty="0" err="1">
                <a:latin typeface="URW Palladio IT" pitchFamily="2" charset="0"/>
              </a:rPr>
              <a:t>bhujaṅgama</a:t>
            </a:r>
            <a:r>
              <a:rPr lang="en-US" b="1" dirty="0">
                <a:latin typeface="URW Palladio IT" pitchFamily="2" charset="0"/>
              </a:rPr>
              <a:t> </a:t>
            </a:r>
            <a:r>
              <a:rPr lang="en-US" b="1" dirty="0" err="1">
                <a:latin typeface="URW Palladio IT" pitchFamily="2" charset="0"/>
              </a:rPr>
              <a:t>iva</a:t>
            </a:r>
            <a:r>
              <a:rPr lang="en-US" b="1" dirty="0">
                <a:latin typeface="URW Palladio IT" pitchFamily="2" charset="0"/>
              </a:rPr>
              <a:t> </a:t>
            </a:r>
            <a:r>
              <a:rPr lang="en-US" b="1" dirty="0" err="1">
                <a:latin typeface="URW Palladio IT" pitchFamily="2" charset="0"/>
              </a:rPr>
              <a:t>pratibhāsitaṁ</a:t>
            </a:r>
            <a:r>
              <a:rPr lang="en-US" b="1" dirty="0">
                <a:latin typeface="URW Palladio IT" pitchFamily="2" charset="0"/>
              </a:rPr>
              <a:t> </a:t>
            </a:r>
            <a:r>
              <a:rPr lang="en-US" b="1" dirty="0" err="1">
                <a:latin typeface="URW Palladio IT" pitchFamily="2" charset="0"/>
              </a:rPr>
              <a:t>vai</a:t>
            </a:r>
            <a:r>
              <a:rPr lang="en-US" b="1" dirty="0">
                <a:latin typeface="URW Palladio IT" pitchFamily="2" charset="0"/>
              </a:rPr>
              <a:t>||3||</a:t>
            </a:r>
          </a:p>
          <a:p>
            <a:pPr algn="ctr">
              <a:lnSpc>
                <a:spcPct val="115000"/>
              </a:lnSpc>
              <a:buFont typeface="Arial" charset="0"/>
              <a:buNone/>
            </a:pPr>
            <a:r>
              <a:rPr lang="kn-IN" b="1" dirty="0">
                <a:solidFill>
                  <a:srgbClr val="000000"/>
                </a:solidFill>
                <a:ea typeface="Calibri" pitchFamily="34" charset="0"/>
              </a:rPr>
              <a:t>ಯಸ್ಮಿನ್ನಿದಂ ಜಗದಶೇಷಮಶೇಷಮೂರ್ತೌ</a:t>
            </a:r>
          </a:p>
          <a:p>
            <a:pPr algn="ctr">
              <a:spcAft>
                <a:spcPts val="900"/>
              </a:spcAft>
              <a:buNone/>
            </a:pPr>
            <a:r>
              <a:rPr lang="kn-IN" b="1" dirty="0">
                <a:solidFill>
                  <a:srgbClr val="000000"/>
                </a:solidFill>
                <a:ea typeface="Calibri" pitchFamily="34" charset="0"/>
              </a:rPr>
              <a:t>ರಜ್ವಾಂ ಭುಜಙ್ಗಮ ಇವ ಪ್ರತಿಭಾಸಿತಂ ವೈ ||೩||</a:t>
            </a:r>
            <a:endParaRPr lang="en-US" b="1" dirty="0">
              <a:solidFill>
                <a:srgbClr val="000000"/>
              </a:solidFill>
              <a:ea typeface="Calibri" pitchFamily="34" charset="0"/>
            </a:endParaRPr>
          </a:p>
          <a:p>
            <a:pPr algn="ctr">
              <a:spcAft>
                <a:spcPts val="900"/>
              </a:spcAft>
              <a:buNone/>
            </a:pPr>
            <a:endParaRPr lang="en-US" b="1" dirty="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salute that... which is all-inclusive, that in which this entire</a:t>
            </a:r>
          </a:p>
          <a:p>
            <a:pPr algn="ctr">
              <a:buFont typeface="Wingdings 2" pitchFamily="18" charset="2"/>
              <a:buNone/>
            </a:pPr>
            <a:r>
              <a:rPr lang="en-CA" sz="1799" dirty="0">
                <a:latin typeface="Times New Roman" pitchFamily="18" charset="0"/>
                <a:cs typeface="Times New Roman" pitchFamily="18" charset="0"/>
              </a:rPr>
              <a:t>universe appears just as a snake is superimposed on a rope</a:t>
            </a:r>
            <a:endParaRPr lang="en-US" sz="1349" dirty="0">
              <a:latin typeface="URW Palladio ITU" pitchFamily="2" charset="0"/>
            </a:endParaRPr>
          </a:p>
        </p:txBody>
      </p:sp>
    </p:spTree>
    <p:extLst>
      <p:ext uri="{BB962C8B-B14F-4D97-AF65-F5344CB8AC3E}">
        <p14:creationId xmlns:p14="http://schemas.microsoft.com/office/powerpoint/2010/main" val="93333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45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685800"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143011" y="87486"/>
            <a:ext cx="6857999" cy="461665"/>
          </a:xfrm>
          <a:prstGeom prst="rect">
            <a:avLst/>
          </a:prstGeom>
        </p:spPr>
        <p:txBody>
          <a:bodyPr wrap="square">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24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24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143001" y="735557"/>
            <a:ext cx="6857999" cy="5078313"/>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gCDXv</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s&lt;</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vdXv</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&lt;is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jantam</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deva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Éag</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ywa</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pUveR</a:t>
            </a:r>
            <a:endPar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sÃanana</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%paste.</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Saìgacchadhvaà</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saàvadadhvaà</a:t>
            </a:r>
            <a:endPar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manäàsi</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jänatäm</a:t>
            </a:r>
            <a:endPar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devä</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bhägaà</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yathä</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pürve</a:t>
            </a:r>
            <a:endPar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saïjänänä</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upäsate</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BRH Kannada" pitchFamily="2"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mn-cs"/>
              </a:rPr>
              <a:t> May we move in harmony, speak in one voice; let our minds be in agreement; just as the ancient Gods shared their portion of sacrifice.</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829484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45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685800"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112045" y="11"/>
            <a:ext cx="6857999" cy="461665"/>
          </a:xfrm>
          <a:prstGeom prst="rect">
            <a:avLst/>
          </a:prstGeom>
        </p:spPr>
        <p:txBody>
          <a:bodyPr wrap="square">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24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24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173957" y="1028711"/>
            <a:ext cx="6827043" cy="3323987"/>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mÙ</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simit</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smanI</a:t>
            </a: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shicÄme;am</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Samäno</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mantraù</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samitiù</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samäné</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Samänaà</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manaù</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sahacittameñäm</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May our purpose be the same; may we all be of one mind.</a:t>
            </a:r>
          </a:p>
        </p:txBody>
      </p:sp>
    </p:spTree>
    <p:extLst>
      <p:ext uri="{BB962C8B-B14F-4D97-AF65-F5344CB8AC3E}">
        <p14:creationId xmlns:p14="http://schemas.microsoft.com/office/powerpoint/2010/main" val="4119233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45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685800"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143011" y="26946"/>
            <a:ext cx="6857999" cy="461665"/>
          </a:xfrm>
          <a:prstGeom prst="rect">
            <a:avLst/>
          </a:prstGeom>
        </p:spPr>
        <p:txBody>
          <a:bodyPr wrap="square">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24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24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143000" y="843558"/>
            <a:ext cx="6858000" cy="3647152"/>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mÙmiÉmÙye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smanen</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hiv;a</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juhaeim</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Samänaà</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mantramabhimantraye</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Samänena</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haviñä</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juhomi</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In order for such unity to form I offer a common prayer.</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321854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45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685800"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143011" y="26946"/>
            <a:ext cx="6857999" cy="461665"/>
          </a:xfrm>
          <a:prstGeom prst="rect">
            <a:avLst/>
          </a:prstGeom>
        </p:spPr>
        <p:txBody>
          <a:bodyPr wrap="square">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24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24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143001" y="979007"/>
            <a:ext cx="6857999" cy="4293483"/>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smanI</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Aakªit</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ùdyain</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smanmStu</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ywa</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sushasit</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Samäné</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äkütiù</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samänä</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hådayäni</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Samänamastu</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mano</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yathä</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susahäsati</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1" i="0" u="none" strike="noStrike" kern="1200" cap="none" spc="0" normalizeH="0" baseline="0" noProof="0" dirty="0">
              <a:ln>
                <a:noFill/>
              </a:ln>
              <a:solidFill>
                <a:prstClr val="black"/>
              </a:solidFill>
              <a:effectLst/>
              <a:uLnTx/>
              <a:uFillTx/>
              <a:latin typeface="BRH Kannada"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May our intentions and aspirations be alike, so that a common objective unifies us all.</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510252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45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685800"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143000" y="26946"/>
            <a:ext cx="6858000" cy="461665"/>
          </a:xfrm>
          <a:prstGeom prst="rect">
            <a:avLst/>
          </a:prstGeom>
        </p:spPr>
        <p:txBody>
          <a:bodyPr wrap="square">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24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24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143000" y="1082882"/>
            <a:ext cx="6858000" cy="4293483"/>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gCDXv</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s&lt;</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vdXv</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&lt;is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jantam</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(3)</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Saìgacchadhvaà</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saàvadadhvaà</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manäàsi</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jänatäm</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(3)</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1" i="0" u="none" strike="noStrike" kern="1200" cap="none" spc="0" normalizeH="0" baseline="0" noProof="0" dirty="0">
              <a:ln>
                <a:noFill/>
              </a:ln>
              <a:solidFill>
                <a:prstClr val="black"/>
              </a:solidFill>
              <a:effectLst/>
              <a:uLnTx/>
              <a:uFillTx/>
              <a:latin typeface="BRH Kannada" pitchFamily="2"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mn-cs"/>
              </a:rPr>
              <a:t>May we move in harmony, speak in one voice; let our minds be in agreement</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721818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Documents and Settings\Yoga-Spirituality\Desktop\Maha014.jpg"/>
          <p:cNvPicPr>
            <a:picLocks noChangeAspect="1" noChangeArrowheads="1"/>
          </p:cNvPicPr>
          <p:nvPr/>
        </p:nvPicPr>
        <p:blipFill>
          <a:blip r:embed="rId2">
            <a:lum bright="20000"/>
          </a:blip>
          <a:srcRect/>
          <a:stretch>
            <a:fillRect/>
          </a:stretch>
        </p:blipFill>
        <p:spPr bwMode="auto">
          <a:xfrm>
            <a:off x="133" y="86"/>
            <a:ext cx="9143735" cy="5120731"/>
          </a:xfrm>
          <a:prstGeom prst="rect">
            <a:avLst/>
          </a:prstGeom>
          <a:noFill/>
          <a:ln w="9525">
            <a:noFill/>
            <a:miter lim="800000"/>
            <a:headEnd/>
            <a:tailEnd/>
          </a:ln>
        </p:spPr>
      </p:pic>
      <p:sp>
        <p:nvSpPr>
          <p:cNvPr id="19459" name="Title 1"/>
          <p:cNvSpPr>
            <a:spLocks noGrp="1"/>
          </p:cNvSpPr>
          <p:nvPr>
            <p:ph type="ctrTitle"/>
          </p:nvPr>
        </p:nvSpPr>
        <p:spPr>
          <a:xfrm>
            <a:off x="133" y="86"/>
            <a:ext cx="9143735" cy="5120731"/>
          </a:xfrm>
        </p:spPr>
        <p:txBody>
          <a:bodyPr/>
          <a:lstStyle/>
          <a:p>
            <a:pPr eaLnBrk="1" hangingPunct="1">
              <a:lnSpc>
                <a:spcPct val="150000"/>
              </a:lnSpc>
            </a:pPr>
            <a:r>
              <a:rPr lang="en-IN" sz="3200" b="1" dirty="0" err="1">
                <a:solidFill>
                  <a:schemeClr val="tx1">
                    <a:lumMod val="95000"/>
                    <a:lumOff val="5000"/>
                  </a:schemeClr>
                </a:solidFill>
              </a:rPr>
              <a:t>श्रीमद्गोस्वामी-तुलसीदासजी</a:t>
            </a:r>
            <a:r>
              <a:rPr lang="en-IN" sz="3200" b="1" dirty="0">
                <a:solidFill>
                  <a:schemeClr val="tx1">
                    <a:lumMod val="95000"/>
                    <a:lumOff val="5000"/>
                  </a:schemeClr>
                </a:solidFill>
              </a:rPr>
              <a:t> </a:t>
            </a:r>
            <a:r>
              <a:rPr lang="en-IN" sz="3200" b="1" dirty="0" err="1">
                <a:solidFill>
                  <a:schemeClr val="tx1">
                    <a:lumMod val="95000"/>
                    <a:lumOff val="5000"/>
                  </a:schemeClr>
                </a:solidFill>
              </a:rPr>
              <a:t>विरचित</a:t>
            </a:r>
            <a:br>
              <a:rPr lang="en-IN" sz="3200" b="1" dirty="0">
                <a:solidFill>
                  <a:schemeClr val="tx1">
                    <a:lumMod val="95000"/>
                    <a:lumOff val="5000"/>
                  </a:schemeClr>
                </a:solidFill>
              </a:rPr>
            </a:br>
            <a:br>
              <a:rPr lang="en-IN" sz="3200" b="1" dirty="0">
                <a:solidFill>
                  <a:schemeClr val="tx1">
                    <a:lumMod val="95000"/>
                    <a:lumOff val="5000"/>
                  </a:schemeClr>
                </a:solidFill>
              </a:rPr>
            </a:br>
            <a:br>
              <a:rPr lang="en-IN" sz="3200" b="1" dirty="0">
                <a:solidFill>
                  <a:schemeClr val="tx1">
                    <a:lumMod val="95000"/>
                    <a:lumOff val="5000"/>
                  </a:schemeClr>
                </a:solidFill>
              </a:rPr>
            </a:br>
            <a:r>
              <a:rPr lang="en-IN" sz="3200" b="1" dirty="0">
                <a:solidFill>
                  <a:schemeClr val="tx1">
                    <a:lumMod val="95000"/>
                    <a:lumOff val="5000"/>
                  </a:schemeClr>
                </a:solidFill>
              </a:rPr>
              <a:t>॥</a:t>
            </a:r>
            <a:r>
              <a:rPr lang="en-IN" sz="3200" b="1" dirty="0" err="1">
                <a:solidFill>
                  <a:schemeClr val="tx1">
                    <a:lumMod val="95000"/>
                    <a:lumOff val="5000"/>
                  </a:schemeClr>
                </a:solidFill>
              </a:rPr>
              <a:t>श्रीहनुमान</a:t>
            </a:r>
            <a:r>
              <a:rPr lang="en-IN" sz="3200" b="1" dirty="0">
                <a:solidFill>
                  <a:schemeClr val="tx1">
                    <a:lumMod val="95000"/>
                    <a:lumOff val="5000"/>
                  </a:schemeClr>
                </a:solidFill>
              </a:rPr>
              <a:t> </a:t>
            </a:r>
            <a:r>
              <a:rPr lang="en-IN" sz="3200" b="1" dirty="0" err="1">
                <a:solidFill>
                  <a:schemeClr val="tx1">
                    <a:lumMod val="95000"/>
                    <a:lumOff val="5000"/>
                  </a:schemeClr>
                </a:solidFill>
              </a:rPr>
              <a:t>चालीसा</a:t>
            </a:r>
            <a:r>
              <a:rPr lang="en-IN" sz="3200" b="1" dirty="0">
                <a:solidFill>
                  <a:schemeClr val="tx1">
                    <a:lumMod val="95000"/>
                    <a:lumOff val="5000"/>
                  </a:schemeClr>
                </a:solidFill>
              </a:rPr>
              <a:t>॥</a:t>
            </a:r>
            <a:br>
              <a:rPr lang="en-IN" sz="3200" b="1" dirty="0">
                <a:solidFill>
                  <a:schemeClr val="tx1">
                    <a:lumMod val="95000"/>
                    <a:lumOff val="5000"/>
                  </a:schemeClr>
                </a:solidFill>
              </a:rPr>
            </a:b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Çré</a:t>
            </a: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Hanumäna</a:t>
            </a: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Cälésä</a:t>
            </a:r>
            <a:r>
              <a:rPr lang="en-US" sz="3200" b="1" dirty="0">
                <a:solidFill>
                  <a:schemeClr val="tx1">
                    <a:lumMod val="95000"/>
                    <a:lumOff val="5000"/>
                  </a:schemeClr>
                </a:solidFill>
                <a:latin typeface="URW Palladio IT" pitchFamily="2" charset="0"/>
              </a:rPr>
              <a:t> || </a:t>
            </a:r>
            <a:br>
              <a:rPr lang="en-US" sz="3200" b="1" dirty="0">
                <a:solidFill>
                  <a:schemeClr val="tx1">
                    <a:lumMod val="95000"/>
                    <a:lumOff val="5000"/>
                  </a:schemeClr>
                </a:solidFill>
                <a:latin typeface="URW Palladio IT" pitchFamily="2" charset="0"/>
              </a:rPr>
            </a:br>
            <a:r>
              <a:rPr lang="en-US" sz="3200" b="1" dirty="0">
                <a:solidFill>
                  <a:schemeClr val="tx1">
                    <a:lumMod val="95000"/>
                    <a:lumOff val="5000"/>
                  </a:schemeClr>
                </a:solidFill>
              </a:rPr>
              <a:t> ॥ </a:t>
            </a:r>
            <a:r>
              <a:rPr lang="en-US" sz="3200" b="1" dirty="0" err="1">
                <a:solidFill>
                  <a:schemeClr val="tx1">
                    <a:lumMod val="95000"/>
                    <a:lumOff val="5000"/>
                  </a:schemeClr>
                </a:solidFill>
              </a:rPr>
              <a:t>ಶ್ರೀ</a:t>
            </a:r>
            <a:r>
              <a:rPr lang="en-US" sz="3200" b="1" dirty="0">
                <a:solidFill>
                  <a:schemeClr val="tx1">
                    <a:lumMod val="95000"/>
                    <a:lumOff val="5000"/>
                  </a:schemeClr>
                </a:solidFill>
              </a:rPr>
              <a:t> </a:t>
            </a:r>
            <a:r>
              <a:rPr lang="en-US" sz="3200" b="1" dirty="0" err="1">
                <a:solidFill>
                  <a:schemeClr val="tx1">
                    <a:lumMod val="95000"/>
                    <a:lumOff val="5000"/>
                  </a:schemeClr>
                </a:solidFill>
              </a:rPr>
              <a:t>ಹನುಮಾ</a:t>
            </a:r>
            <a:r>
              <a:rPr lang="kn-IN" sz="3200" b="1" dirty="0">
                <a:solidFill>
                  <a:schemeClr val="tx1">
                    <a:lumMod val="95000"/>
                    <a:lumOff val="5000"/>
                  </a:schemeClr>
                </a:solidFill>
                <a:ea typeface="Tunga" pitchFamily="2"/>
              </a:rPr>
              <a:t>ನ್</a:t>
            </a:r>
            <a:r>
              <a:rPr lang="en-US" sz="3200" b="1" dirty="0">
                <a:solidFill>
                  <a:schemeClr val="tx1">
                    <a:lumMod val="95000"/>
                    <a:lumOff val="5000"/>
                  </a:schemeClr>
                </a:solidFill>
              </a:rPr>
              <a:t> </a:t>
            </a:r>
            <a:r>
              <a:rPr lang="en-US" sz="3200" b="1" dirty="0" err="1">
                <a:solidFill>
                  <a:schemeClr val="tx1">
                    <a:lumMod val="95000"/>
                    <a:lumOff val="5000"/>
                  </a:schemeClr>
                </a:solidFill>
              </a:rPr>
              <a:t>ಚಾಲೀಸಾ</a:t>
            </a:r>
            <a:r>
              <a:rPr lang="en-US" sz="3200" b="1" dirty="0">
                <a:solidFill>
                  <a:schemeClr val="tx1">
                    <a:lumMod val="95000"/>
                    <a:lumOff val="5000"/>
                  </a:schemeClr>
                </a:solidFill>
              </a:rPr>
              <a:t> ॥</a:t>
            </a:r>
            <a:br>
              <a:rPr lang="en-US" sz="3200" dirty="0">
                <a:solidFill>
                  <a:schemeClr val="tx1">
                    <a:lumMod val="95000"/>
                    <a:lumOff val="5000"/>
                  </a:schemeClr>
                </a:solidFill>
              </a:rPr>
            </a:br>
            <a:endParaRPr lang="en-US" sz="3200" dirty="0">
              <a:solidFill>
                <a:schemeClr val="tx1">
                  <a:lumMod val="95000"/>
                  <a:lumOff val="5000"/>
                </a:schemeClr>
              </a:solidFill>
            </a:endParaRPr>
          </a:p>
        </p:txBody>
      </p:sp>
    </p:spTree>
    <p:extLst>
      <p:ext uri="{BB962C8B-B14F-4D97-AF65-F5344CB8AC3E}">
        <p14:creationId xmlns:p14="http://schemas.microsoft.com/office/powerpoint/2010/main" val="979835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1485990" y="2057415"/>
            <a:ext cx="6172021" cy="800077"/>
          </a:xfrm>
        </p:spPr>
        <p:txBody>
          <a:bodyPr/>
          <a:lstStyle/>
          <a:p>
            <a:pPr algn="ctr" eaLnBrk="1" hangingPunct="1">
              <a:buFont typeface="Arial" charset="0"/>
              <a:buNone/>
            </a:pPr>
            <a:r>
              <a:rPr lang="en-IN" sz="4050" b="1">
                <a:latin typeface="Aparajita" pitchFamily="34" charset="0"/>
                <a:ea typeface="Aparajita" pitchFamily="34" charset="0"/>
                <a:cs typeface="Aparajita" pitchFamily="34" charset="0"/>
              </a:rPr>
              <a:t>॥ दोहा ॥ </a:t>
            </a:r>
            <a:r>
              <a:rPr lang="en-IN" sz="4050" b="1"/>
              <a:t>- </a:t>
            </a:r>
            <a:r>
              <a:rPr lang="en-US" sz="4050" b="1">
                <a:latin typeface="URW Palladio IT" pitchFamily="2" charset="0"/>
              </a:rPr>
              <a:t>DOHÄ - </a:t>
            </a:r>
            <a:r>
              <a:rPr lang="kn-IN" sz="4050" b="1">
                <a:ea typeface="Tunga" pitchFamily="2"/>
              </a:rPr>
              <a:t>ದೋಹಾ</a:t>
            </a:r>
            <a:endParaRPr lang="en-US" sz="4050" b="1">
              <a:latin typeface="URW Palladio IT" pitchFamily="2" charset="0"/>
            </a:endParaRPr>
          </a:p>
          <a:p>
            <a:pPr algn="ctr" eaLnBrk="1" hangingPunct="1"/>
            <a:endParaRPr lang="en-US" sz="4050"/>
          </a:p>
        </p:txBody>
      </p:sp>
    </p:spTree>
    <p:extLst>
      <p:ext uri="{BB962C8B-B14F-4D97-AF65-F5344CB8AC3E}">
        <p14:creationId xmlns:p14="http://schemas.microsoft.com/office/powerpoint/2010/main" val="803668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1143100" y="-57073"/>
            <a:ext cx="6857802" cy="5089855"/>
          </a:xfrm>
          <a:prstGeom prst="rect">
            <a:avLst/>
          </a:prstGeom>
          <a:noFill/>
          <a:ln w="9525">
            <a:noFill/>
            <a:miter lim="800000"/>
            <a:headEnd/>
            <a:tailEnd/>
          </a:ln>
        </p:spPr>
        <p:txBody>
          <a:bodyPr wrap="square">
            <a:spAutoFit/>
          </a:bodyPr>
          <a:lstStyle/>
          <a:p>
            <a:pPr algn="just" defTabSz="685754"/>
            <a:endParaRPr lang="en-IN" sz="525" b="1" dirty="0">
              <a:solidFill>
                <a:prstClr val="black"/>
              </a:solidFill>
              <a:latin typeface="Aparajita" pitchFamily="34" charset="0"/>
            </a:endParaRPr>
          </a:p>
          <a:p>
            <a:pPr algn="just" defTabSz="685754"/>
            <a:endParaRPr lang="en-IN" sz="7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श्रीगुरु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निज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सुधारि</a:t>
            </a:r>
            <a:r>
              <a:rPr lang="en-IN" sz="3000" b="1" dirty="0">
                <a:solidFill>
                  <a:prstClr val="black"/>
                </a:solidFill>
                <a:latin typeface="Aparajita" pitchFamily="34" charset="0"/>
              </a:rPr>
              <a:t> ।</a:t>
            </a:r>
          </a:p>
          <a:p>
            <a:pPr algn="ctr" defTabSz="685754"/>
            <a:br>
              <a:rPr lang="en-IN" sz="3000" b="1" dirty="0">
                <a:solidFill>
                  <a:prstClr val="black"/>
                </a:solidFill>
                <a:latin typeface="Aparajita" pitchFamily="34" charset="0"/>
              </a:rPr>
            </a:br>
            <a:r>
              <a:rPr lang="en-US" sz="2700" b="1" dirty="0" err="1">
                <a:solidFill>
                  <a:prstClr val="black"/>
                </a:solidFill>
                <a:latin typeface="URW Palladio IT" pitchFamily="2" charset="0"/>
              </a:rPr>
              <a:t>Çréguru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Carana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Saroja</a:t>
            </a:r>
            <a:r>
              <a:rPr lang="en-US" sz="2700" b="1" dirty="0">
                <a:solidFill>
                  <a:prstClr val="black"/>
                </a:solidFill>
                <a:latin typeface="URW Palladio IT" pitchFamily="2" charset="0"/>
              </a:rPr>
              <a:t> Raja </a:t>
            </a:r>
          </a:p>
          <a:p>
            <a:pPr algn="ctr" defTabSz="685754"/>
            <a:r>
              <a:rPr lang="en-US" sz="2700" b="1" dirty="0" err="1">
                <a:solidFill>
                  <a:prstClr val="black"/>
                </a:solidFill>
                <a:latin typeface="URW Palladio IT" pitchFamily="2" charset="0"/>
              </a:rPr>
              <a:t>Nija</a:t>
            </a:r>
            <a:r>
              <a:rPr lang="en-US" sz="2700" b="1" dirty="0">
                <a:solidFill>
                  <a:prstClr val="black"/>
                </a:solidFill>
                <a:latin typeface="URW Palladio IT" pitchFamily="2" charset="0"/>
              </a:rPr>
              <a:t> Manu </a:t>
            </a:r>
            <a:r>
              <a:rPr lang="en-US" sz="2700" b="1" dirty="0" err="1">
                <a:solidFill>
                  <a:prstClr val="black"/>
                </a:solidFill>
                <a:latin typeface="URW Palladio IT" pitchFamily="2" charset="0"/>
              </a:rPr>
              <a:t>Mukuru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Sudhäri</a:t>
            </a:r>
            <a:r>
              <a:rPr lang="en-US" sz="2700" b="1" dirty="0">
                <a:solidFill>
                  <a:prstClr val="black"/>
                </a:solidFill>
                <a:latin typeface="URW Palladio IT" pitchFamily="2" charset="0"/>
              </a:rPr>
              <a:t> |</a:t>
            </a:r>
          </a:p>
          <a:p>
            <a:pPr algn="ctr" defTabSz="685754"/>
            <a:r>
              <a:rPr lang="en-US" sz="3000" b="1" dirty="0">
                <a:solidFill>
                  <a:prstClr val="black"/>
                </a:solidFill>
                <a:latin typeface="URW Palladio IT" pitchFamily="2" charset="0"/>
              </a:rPr>
              <a:t> </a:t>
            </a:r>
          </a:p>
          <a:p>
            <a:pPr algn="ctr" defTabSz="685754"/>
            <a:r>
              <a:rPr lang="en-US" sz="3000" b="1" dirty="0" err="1">
                <a:solidFill>
                  <a:prstClr val="black"/>
                </a:solidFill>
                <a:latin typeface="Calibri" pitchFamily="34" charset="0"/>
              </a:rPr>
              <a:t>ಶ್ರೀ</a:t>
            </a:r>
            <a:r>
              <a:rPr lang="en-US" sz="3000" b="1" dirty="0">
                <a:solidFill>
                  <a:prstClr val="black"/>
                </a:solidFill>
                <a:latin typeface="Calibri" pitchFamily="34" charset="0"/>
              </a:rPr>
              <a:t> </a:t>
            </a:r>
            <a:r>
              <a:rPr lang="en-US" sz="3000" b="1" dirty="0" err="1">
                <a:solidFill>
                  <a:prstClr val="black"/>
                </a:solidFill>
                <a:latin typeface="Calibri" pitchFamily="34" charset="0"/>
              </a:rPr>
              <a:t>ಗುರು</a:t>
            </a:r>
            <a:r>
              <a:rPr lang="en-US" sz="3000" b="1" dirty="0">
                <a:solidFill>
                  <a:prstClr val="black"/>
                </a:solidFill>
                <a:latin typeface="Calibri" pitchFamily="34" charset="0"/>
              </a:rPr>
              <a:t> </a:t>
            </a:r>
            <a:r>
              <a:rPr lang="en-US" sz="3000" b="1" dirty="0" err="1">
                <a:solidFill>
                  <a:prstClr val="black"/>
                </a:solidFill>
                <a:latin typeface="Calibri" pitchFamily="34" charset="0"/>
              </a:rPr>
              <a:t>ಚರನ</a:t>
            </a:r>
            <a:r>
              <a:rPr lang="en-US" sz="3000" b="1" dirty="0">
                <a:solidFill>
                  <a:prstClr val="black"/>
                </a:solidFill>
                <a:latin typeface="Calibri" pitchFamily="34" charset="0"/>
              </a:rPr>
              <a:t> </a:t>
            </a:r>
            <a:r>
              <a:rPr lang="en-US" sz="3000" b="1" dirty="0" err="1">
                <a:solidFill>
                  <a:prstClr val="black"/>
                </a:solidFill>
                <a:latin typeface="Calibri" pitchFamily="34" charset="0"/>
              </a:rPr>
              <a:t>ಸರೋಜ</a:t>
            </a:r>
            <a:r>
              <a:rPr lang="en-US" sz="3000" b="1" dirty="0">
                <a:solidFill>
                  <a:prstClr val="black"/>
                </a:solidFill>
                <a:latin typeface="Calibri" pitchFamily="34" charset="0"/>
              </a:rPr>
              <a:t> </a:t>
            </a:r>
            <a:r>
              <a:rPr lang="en-US" sz="3000" b="1" dirty="0" err="1">
                <a:solidFill>
                  <a:prstClr val="black"/>
                </a:solidFill>
                <a:latin typeface="Calibri" pitchFamily="34" charset="0"/>
              </a:rPr>
              <a:t>ರಜ</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ನಿಜ</a:t>
            </a:r>
            <a:r>
              <a:rPr lang="en-US" sz="3000" b="1" dirty="0">
                <a:solidFill>
                  <a:prstClr val="black"/>
                </a:solidFill>
                <a:latin typeface="Calibri" pitchFamily="34" charset="0"/>
              </a:rPr>
              <a:t> </a:t>
            </a:r>
            <a:r>
              <a:rPr lang="en-US" sz="3000" b="1" dirty="0" err="1">
                <a:solidFill>
                  <a:prstClr val="black"/>
                </a:solidFill>
                <a:latin typeface="Calibri" pitchFamily="34" charset="0"/>
              </a:rPr>
              <a:t>ಮನು</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ಮುಕುರು </a:t>
            </a:r>
            <a:r>
              <a:rPr lang="en-US" sz="3000" b="1" dirty="0" err="1">
                <a:solidFill>
                  <a:prstClr val="black"/>
                </a:solidFill>
                <a:latin typeface="Calibri" pitchFamily="34" charset="0"/>
              </a:rPr>
              <a:t>ಸುಧಾರಿ</a:t>
            </a:r>
            <a:r>
              <a:rPr lang="en-US" sz="3000" b="1" dirty="0">
                <a:solidFill>
                  <a:prstClr val="black"/>
                </a:solidFill>
                <a:latin typeface="Calibri" pitchFamily="34" charset="0"/>
              </a:rPr>
              <a:t> ।</a:t>
            </a:r>
          </a:p>
          <a:p>
            <a:pPr algn="ctr" defTabSz="685754"/>
            <a:endParaRPr lang="en-IN" sz="600" b="1" dirty="0">
              <a:solidFill>
                <a:prstClr val="black"/>
              </a:solidFill>
              <a:latin typeface="Palatino Linotype" pitchFamily="18" charset="0"/>
            </a:endParaRPr>
          </a:p>
          <a:p>
            <a:pPr algn="ctr" defTabSz="685754"/>
            <a:endParaRPr lang="en-US" sz="2400" b="1" dirty="0">
              <a:solidFill>
                <a:prstClr val="black"/>
              </a:solidFill>
              <a:latin typeface="Palatino Linotype" pitchFamily="18" charset="0"/>
            </a:endParaRPr>
          </a:p>
          <a:p>
            <a:pPr algn="ctr" defTabSz="685754"/>
            <a:r>
              <a:rPr lang="en-US" sz="2400" b="1" dirty="0">
                <a:solidFill>
                  <a:prstClr val="black"/>
                </a:solidFill>
                <a:latin typeface="Palatino Linotype" pitchFamily="18" charset="0"/>
              </a:rPr>
              <a:t>With the dust of Guru's Lotus feet, I  </a:t>
            </a:r>
          </a:p>
          <a:p>
            <a:pPr algn="ctr" defTabSz="685754"/>
            <a:r>
              <a:rPr lang="en-US" sz="2400" b="1" dirty="0">
                <a:solidFill>
                  <a:prstClr val="black"/>
                </a:solidFill>
                <a:latin typeface="Palatino Linotype" pitchFamily="18" charset="0"/>
              </a:rPr>
              <a:t>clean the  mirror of my mind</a:t>
            </a:r>
            <a:endParaRPr lang="en-IN" sz="2400" b="1" dirty="0">
              <a:solidFill>
                <a:prstClr val="black"/>
              </a:solidFill>
              <a:latin typeface="Palatino Linotype" pitchFamily="18" charset="0"/>
            </a:endParaRPr>
          </a:p>
        </p:txBody>
      </p:sp>
    </p:spTree>
    <p:extLst>
      <p:ext uri="{BB962C8B-B14F-4D97-AF65-F5344CB8AC3E}">
        <p14:creationId xmlns:p14="http://schemas.microsoft.com/office/powerpoint/2010/main" val="977857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1143100" y="84"/>
            <a:ext cx="6857802" cy="5228354"/>
          </a:xfrm>
          <a:prstGeom prst="rect">
            <a:avLst/>
          </a:prstGeom>
          <a:noFill/>
          <a:ln w="9525">
            <a:noFill/>
            <a:miter lim="800000"/>
            <a:headEnd/>
            <a:tailEnd/>
          </a:ln>
        </p:spPr>
        <p:txBody>
          <a:bodyPr>
            <a:spAutoFit/>
          </a:bodyPr>
          <a:lstStyle/>
          <a:p>
            <a:pPr algn="ctr" defTabSz="685754"/>
            <a:endParaRPr lang="en-IN" sz="525" dirty="0">
              <a:solidFill>
                <a:prstClr val="black"/>
              </a:solidFill>
              <a:latin typeface="Aparajita" pitchFamily="34" charset="0"/>
            </a:endParaRPr>
          </a:p>
          <a:p>
            <a:pPr algn="ctr" defTabSz="685754"/>
            <a:endParaRPr lang="en-IN" sz="7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बरनउँ</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बिमल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जसु</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दायकु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p>
          <a:p>
            <a:pPr algn="ctr" defTabSz="685754"/>
            <a:endParaRPr lang="en-US"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Baranaüð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Raghubara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Bimala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Jasu</a:t>
            </a:r>
            <a:r>
              <a:rPr lang="en-US" sz="2700" b="1" dirty="0">
                <a:solidFill>
                  <a:prstClr val="black"/>
                </a:solidFill>
                <a:latin typeface="URW Palladio IT" pitchFamily="2" charset="0"/>
              </a:rPr>
              <a:t> </a:t>
            </a: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Däyaku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Cäri</a:t>
            </a:r>
            <a:r>
              <a:rPr lang="en-US" sz="2700" b="1" dirty="0">
                <a:solidFill>
                  <a:prstClr val="black"/>
                </a:solidFill>
                <a:latin typeface="URW Palladio IT" pitchFamily="2" charset="0"/>
              </a:rPr>
              <a:t> || - D1</a:t>
            </a:r>
            <a:r>
              <a:rPr lang="en-US" sz="3000" b="1" dirty="0">
                <a:solidFill>
                  <a:prstClr val="black"/>
                </a:solidFill>
                <a:latin typeface="URW Palladio IT" pitchFamily="2" charset="0"/>
              </a:rPr>
              <a:t> </a:t>
            </a:r>
          </a:p>
          <a:p>
            <a:pPr algn="ctr" defTabSz="685754"/>
            <a:endParaRPr lang="en-US" sz="3000"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ಬರನಊ</a:t>
            </a:r>
            <a:r>
              <a:rPr lang="en-US" sz="3000" b="1" dirty="0">
                <a:solidFill>
                  <a:prstClr val="black"/>
                </a:solidFill>
                <a:latin typeface="Calibri" pitchFamily="34" charset="0"/>
              </a:rPr>
              <a:t> </a:t>
            </a:r>
            <a:r>
              <a:rPr lang="en-US" sz="3000" b="1" dirty="0" err="1">
                <a:solidFill>
                  <a:prstClr val="black"/>
                </a:solidFill>
                <a:latin typeface="Calibri" pitchFamily="34" charset="0"/>
              </a:rPr>
              <a:t>ರಘುಬರ</a:t>
            </a:r>
            <a:r>
              <a:rPr lang="en-US" sz="3000" b="1" dirty="0">
                <a:solidFill>
                  <a:prstClr val="black"/>
                </a:solidFill>
                <a:latin typeface="Calibri" pitchFamily="34" charset="0"/>
              </a:rPr>
              <a:t> </a:t>
            </a:r>
            <a:r>
              <a:rPr lang="en-US" sz="3000" b="1" dirty="0" err="1">
                <a:solidFill>
                  <a:prstClr val="black"/>
                </a:solidFill>
                <a:latin typeface="Calibri" pitchFamily="34" charset="0"/>
              </a:rPr>
              <a:t>ಬಿಮಲ</a:t>
            </a:r>
            <a:r>
              <a:rPr lang="en-US" sz="3000" b="1" dirty="0">
                <a:solidFill>
                  <a:prstClr val="black"/>
                </a:solidFill>
                <a:latin typeface="Calibri" pitchFamily="34" charset="0"/>
              </a:rPr>
              <a:t> </a:t>
            </a:r>
            <a:r>
              <a:rPr lang="en-US" sz="3000" b="1" dirty="0" err="1">
                <a:solidFill>
                  <a:prstClr val="black"/>
                </a:solidFill>
                <a:latin typeface="Calibri" pitchFamily="34" charset="0"/>
              </a:rPr>
              <a:t>ಜಸು</a:t>
            </a:r>
            <a:endParaRPr lang="en-US" sz="3000" b="1" dirty="0">
              <a:solidFill>
                <a:prstClr val="black"/>
              </a:solidFill>
              <a:latin typeface="Calibri" pitchFamily="34" charset="0"/>
            </a:endParaRPr>
          </a:p>
          <a:p>
            <a:pPr algn="ctr" defTabSz="685754"/>
            <a:r>
              <a:rPr lang="en-US" sz="3000" b="1" dirty="0" err="1">
                <a:solidFill>
                  <a:prstClr val="black"/>
                </a:solidFill>
                <a:latin typeface="Calibri" pitchFamily="34" charset="0"/>
              </a:rPr>
              <a:t>ಜೋ</a:t>
            </a:r>
            <a:r>
              <a:rPr lang="en-US" sz="3000" b="1" dirty="0">
                <a:solidFill>
                  <a:prstClr val="black"/>
                </a:solidFill>
                <a:latin typeface="Calibri" pitchFamily="34" charset="0"/>
              </a:rPr>
              <a:t> </a:t>
            </a:r>
            <a:r>
              <a:rPr lang="en-US" sz="3000" b="1" dirty="0" err="1">
                <a:solidFill>
                  <a:prstClr val="black"/>
                </a:solidFill>
                <a:latin typeface="Calibri" pitchFamily="34" charset="0"/>
              </a:rPr>
              <a:t>ದಾಯಕು</a:t>
            </a:r>
            <a:r>
              <a:rPr lang="en-US" sz="3000" b="1" dirty="0">
                <a:solidFill>
                  <a:prstClr val="black"/>
                </a:solidFill>
                <a:latin typeface="Calibri" pitchFamily="34" charset="0"/>
              </a:rPr>
              <a:t> </a:t>
            </a:r>
            <a:r>
              <a:rPr lang="en-US" sz="3000" b="1" dirty="0" err="1">
                <a:solidFill>
                  <a:prstClr val="black"/>
                </a:solidFill>
                <a:latin typeface="Calibri" pitchFamily="34" charset="0"/>
              </a:rPr>
              <a:t>ಫಲ</a:t>
            </a:r>
            <a:r>
              <a:rPr lang="en-US" sz="3000" b="1" dirty="0">
                <a:solidFill>
                  <a:prstClr val="black"/>
                </a:solidFill>
                <a:latin typeface="Calibri" pitchFamily="34" charset="0"/>
              </a:rPr>
              <a:t> </a:t>
            </a:r>
            <a:r>
              <a:rPr lang="en-US" sz="3000" b="1" dirty="0" err="1">
                <a:solidFill>
                  <a:prstClr val="black"/>
                </a:solidFill>
                <a:latin typeface="Calibri" pitchFamily="34" charset="0"/>
              </a:rPr>
              <a:t>ಚಾರಿ</a:t>
            </a:r>
            <a:r>
              <a:rPr lang="en-US" sz="3000" b="1" dirty="0">
                <a:solidFill>
                  <a:prstClr val="black"/>
                </a:solidFill>
                <a:latin typeface="Calibri" pitchFamily="34" charset="0"/>
              </a:rPr>
              <a:t> ॥</a:t>
            </a:r>
            <a:endParaRPr lang="en-US" sz="2700" b="1" dirty="0">
              <a:solidFill>
                <a:prstClr val="black"/>
              </a:solidFill>
              <a:latin typeface="URW Palladio IT" pitchFamily="2" charset="0"/>
            </a:endParaRPr>
          </a:p>
          <a:p>
            <a:pPr algn="ctr" defTabSz="685754"/>
            <a:endParaRPr lang="en-US" sz="2100" b="1" dirty="0">
              <a:solidFill>
                <a:prstClr val="black"/>
              </a:solidFill>
              <a:latin typeface="Palatino Linotype" pitchFamily="18" charset="0"/>
            </a:endParaRPr>
          </a:p>
          <a:p>
            <a:pPr algn="ctr" defTabSz="685754"/>
            <a:r>
              <a:rPr lang="en-US" sz="2100" b="1" dirty="0">
                <a:solidFill>
                  <a:prstClr val="black"/>
                </a:solidFill>
                <a:latin typeface="Palatino Linotype" pitchFamily="18" charset="0"/>
              </a:rPr>
              <a:t>And then narrate the sacred glory of Sri Ram Chandra, The Supreme among the </a:t>
            </a:r>
            <a:r>
              <a:rPr lang="en-US" sz="2100" b="1" dirty="0" err="1">
                <a:solidFill>
                  <a:prstClr val="black"/>
                </a:solidFill>
                <a:latin typeface="Palatino Linotype" pitchFamily="18" charset="0"/>
              </a:rPr>
              <a:t>Raghu</a:t>
            </a:r>
            <a:r>
              <a:rPr lang="en-US" sz="2100" b="1" dirty="0">
                <a:solidFill>
                  <a:prstClr val="black"/>
                </a:solidFill>
                <a:latin typeface="Palatino Linotype" pitchFamily="18" charset="0"/>
              </a:rPr>
              <a:t> 	dynasty. The giver of the four attainments of life</a:t>
            </a:r>
            <a:r>
              <a:rPr lang="en-IN" sz="2100" b="1" dirty="0">
                <a:solidFill>
                  <a:prstClr val="black"/>
                </a:solidFill>
                <a:latin typeface="Palatino Linotype" pitchFamily="18" charset="0"/>
              </a:rPr>
              <a:t>.</a:t>
            </a:r>
            <a:r>
              <a:rPr lang="en-US" sz="2100" b="1" dirty="0">
                <a:solidFill>
                  <a:prstClr val="black"/>
                </a:solidFill>
                <a:latin typeface="Palatino Linotype" pitchFamily="18" charset="0"/>
              </a:rPr>
              <a:t>		</a:t>
            </a:r>
            <a:endParaRPr lang="en-IN" sz="2100" b="1" dirty="0">
              <a:solidFill>
                <a:prstClr val="black"/>
              </a:solidFill>
              <a:latin typeface="Palatino Linotype" pitchFamily="18" charset="0"/>
            </a:endParaRPr>
          </a:p>
        </p:txBody>
      </p:sp>
    </p:spTree>
    <p:extLst>
      <p:ext uri="{BB962C8B-B14F-4D97-AF65-F5344CB8AC3E}">
        <p14:creationId xmlns:p14="http://schemas.microsoft.com/office/powerpoint/2010/main" val="1806558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ChangeArrowheads="1"/>
          </p:cNvSpPr>
          <p:nvPr/>
        </p:nvSpPr>
        <p:spPr bwMode="auto">
          <a:xfrm>
            <a:off x="1143100" y="85"/>
            <a:ext cx="6857802" cy="5309146"/>
          </a:xfrm>
          <a:prstGeom prst="rect">
            <a:avLst/>
          </a:prstGeom>
          <a:noFill/>
          <a:ln w="9525">
            <a:noFill/>
            <a:miter lim="800000"/>
            <a:headEnd/>
            <a:tailEnd/>
          </a:ln>
        </p:spPr>
        <p:txBody>
          <a:bodyPr wrap="square">
            <a:spAutoFit/>
          </a:bodyPr>
          <a:lstStyle/>
          <a:p>
            <a:pPr algn="ctr" defTabSz="685754"/>
            <a:endParaRPr lang="en-IN" b="1" dirty="0">
              <a:solidFill>
                <a:prstClr val="black"/>
              </a:solidFill>
              <a:latin typeface="Calibri" pitchFamily="34" charset="0"/>
            </a:endParaRPr>
          </a:p>
          <a:p>
            <a:pPr algn="ctr" defTabSz="685754"/>
            <a:r>
              <a:rPr lang="en-IN" sz="3000" b="1" dirty="0" err="1">
                <a:solidFill>
                  <a:prstClr val="black"/>
                </a:solidFill>
                <a:latin typeface="Aparajita" pitchFamily="34" charset="0"/>
              </a:rPr>
              <a:t>बुद्धिहीन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जानिके</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सुमिरौं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पवनकुमार</a:t>
            </a:r>
            <a:r>
              <a:rPr lang="en-IN" sz="3000" b="1" dirty="0">
                <a:solidFill>
                  <a:prstClr val="black"/>
                </a:solidFill>
                <a:latin typeface="Aparajita" pitchFamily="34" charset="0"/>
              </a:rPr>
              <a:t> ।</a:t>
            </a:r>
          </a:p>
          <a:p>
            <a:pPr algn="ctr" defTabSz="685754"/>
            <a:br>
              <a:rPr lang="en-IN" sz="3600" b="1" dirty="0">
                <a:solidFill>
                  <a:prstClr val="black"/>
                </a:solidFill>
                <a:latin typeface="Aparajita" pitchFamily="34" charset="0"/>
              </a:rPr>
            </a:br>
            <a:r>
              <a:rPr lang="en-US" sz="3000" b="1" dirty="0" err="1">
                <a:solidFill>
                  <a:prstClr val="black"/>
                </a:solidFill>
                <a:latin typeface="URW Palladio IT" pitchFamily="2" charset="0"/>
              </a:rPr>
              <a:t>Buddhihéna</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Tanu</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Jänike</a:t>
            </a:r>
            <a:r>
              <a:rPr lang="en-US" sz="3000" b="1" dirty="0">
                <a:solidFill>
                  <a:prstClr val="black"/>
                </a:solidFill>
                <a:latin typeface="URW Palladio IT" pitchFamily="2" charset="0"/>
              </a:rPr>
              <a:t> </a:t>
            </a:r>
          </a:p>
          <a:p>
            <a:pPr algn="ctr" defTabSz="685754"/>
            <a:r>
              <a:rPr lang="en-US" sz="3000" b="1" dirty="0" err="1">
                <a:solidFill>
                  <a:prstClr val="black"/>
                </a:solidFill>
                <a:latin typeface="URW Palladio IT" pitchFamily="2" charset="0"/>
              </a:rPr>
              <a:t>Sumirauà</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Pavanakumära</a:t>
            </a:r>
            <a:r>
              <a:rPr lang="en-US" sz="3000" b="1" dirty="0">
                <a:solidFill>
                  <a:prstClr val="black"/>
                </a:solidFill>
                <a:latin typeface="URW Palladio IT" pitchFamily="2" charset="0"/>
              </a:rPr>
              <a:t> | </a:t>
            </a:r>
          </a:p>
          <a:p>
            <a:pPr algn="ctr" defTabSz="685754"/>
            <a:endParaRPr lang="en-US" sz="3000"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ಬುದ್ಧಿಹೀನ</a:t>
            </a:r>
            <a:r>
              <a:rPr lang="en-US" sz="3000" b="1" dirty="0">
                <a:solidFill>
                  <a:prstClr val="black"/>
                </a:solidFill>
                <a:latin typeface="Calibri" pitchFamily="34" charset="0"/>
              </a:rPr>
              <a:t> </a:t>
            </a:r>
            <a:r>
              <a:rPr lang="en-US" sz="3000" b="1" dirty="0" err="1">
                <a:solidFill>
                  <a:prstClr val="black"/>
                </a:solidFill>
                <a:latin typeface="Calibri" pitchFamily="34" charset="0"/>
              </a:rPr>
              <a:t>ತನು</a:t>
            </a:r>
            <a:r>
              <a:rPr lang="en-US" sz="3000" b="1" dirty="0">
                <a:solidFill>
                  <a:prstClr val="black"/>
                </a:solidFill>
                <a:latin typeface="Calibri" pitchFamily="34" charset="0"/>
              </a:rPr>
              <a:t> </a:t>
            </a:r>
            <a:r>
              <a:rPr lang="en-US" sz="3000" b="1" dirty="0" err="1">
                <a:solidFill>
                  <a:prstClr val="black"/>
                </a:solidFill>
                <a:latin typeface="Calibri" pitchFamily="34" charset="0"/>
              </a:rPr>
              <a:t>ಜಾನಿ</a:t>
            </a:r>
            <a:r>
              <a:rPr lang="en-US" sz="3000" b="1" dirty="0">
                <a:solidFill>
                  <a:prstClr val="black"/>
                </a:solidFill>
                <a:latin typeface="Calibri" pitchFamily="34" charset="0"/>
              </a:rPr>
              <a:t> </a:t>
            </a:r>
            <a:r>
              <a:rPr lang="en-US" sz="3000" b="1" dirty="0" err="1">
                <a:solidFill>
                  <a:prstClr val="black"/>
                </a:solidFill>
                <a:latin typeface="Calibri" pitchFamily="34" charset="0"/>
              </a:rPr>
              <a:t>ಕೇ</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ಸುಮಿರೌ</a:t>
            </a:r>
            <a:r>
              <a:rPr lang="en-US" sz="3000" b="1" dirty="0">
                <a:solidFill>
                  <a:prstClr val="black"/>
                </a:solidFill>
                <a:latin typeface="Calibri" pitchFamily="34" charset="0"/>
              </a:rPr>
              <a:t> </a:t>
            </a:r>
            <a:r>
              <a:rPr lang="en-US" sz="3000" b="1" dirty="0" err="1">
                <a:solidFill>
                  <a:prstClr val="black"/>
                </a:solidFill>
                <a:latin typeface="Calibri" pitchFamily="34" charset="0"/>
              </a:rPr>
              <a:t>ಪವನ</a:t>
            </a:r>
            <a:r>
              <a:rPr lang="en-US" sz="3000" b="1" dirty="0">
                <a:solidFill>
                  <a:prstClr val="black"/>
                </a:solidFill>
                <a:latin typeface="Calibri" pitchFamily="34" charset="0"/>
              </a:rPr>
              <a:t> </a:t>
            </a:r>
            <a:r>
              <a:rPr lang="en-US" sz="3000" b="1" dirty="0" err="1">
                <a:solidFill>
                  <a:prstClr val="black"/>
                </a:solidFill>
                <a:latin typeface="Calibri" pitchFamily="34" charset="0"/>
              </a:rPr>
              <a:t>ಕುಮಾರ</a:t>
            </a:r>
            <a:r>
              <a:rPr lang="en-US" sz="3000" b="1" dirty="0">
                <a:solidFill>
                  <a:prstClr val="black"/>
                </a:solidFill>
                <a:latin typeface="Calibri" pitchFamily="34" charset="0"/>
              </a:rPr>
              <a:t> ।</a:t>
            </a:r>
          </a:p>
          <a:p>
            <a:pPr algn="ctr" defTabSz="685754"/>
            <a:endParaRPr lang="en-US" sz="3300" b="1" dirty="0">
              <a:solidFill>
                <a:prstClr val="black"/>
              </a:solidFill>
              <a:latin typeface="URW Palladio IT" pitchFamily="2" charset="0"/>
            </a:endParaRPr>
          </a:p>
          <a:p>
            <a:pPr algn="ctr" defTabSz="685754"/>
            <a:r>
              <a:rPr lang="en-US" sz="2100" b="1" dirty="0">
                <a:solidFill>
                  <a:prstClr val="black"/>
                </a:solidFill>
                <a:latin typeface="Palatino Linotype" pitchFamily="18" charset="0"/>
              </a:rPr>
              <a:t>Knowing myself to be ignorant, I urge you, 	O  Hanuman, The son of </a:t>
            </a:r>
            <a:r>
              <a:rPr lang="en-US" sz="2100" b="1" dirty="0" err="1">
                <a:solidFill>
                  <a:prstClr val="black"/>
                </a:solidFill>
                <a:latin typeface="Palatino Linotype" pitchFamily="18" charset="0"/>
              </a:rPr>
              <a:t>Pavan</a:t>
            </a:r>
            <a:r>
              <a:rPr lang="en-US" sz="2100" b="1" dirty="0">
                <a:solidFill>
                  <a:prstClr val="black"/>
                </a:solidFill>
                <a:latin typeface="Palatino Linotype" pitchFamily="18" charset="0"/>
              </a:rPr>
              <a:t>(</a:t>
            </a:r>
            <a:r>
              <a:rPr lang="en-IN" sz="2100" b="1" dirty="0">
                <a:solidFill>
                  <a:prstClr val="black"/>
                </a:solidFill>
                <a:latin typeface="Palatino Linotype" pitchFamily="18" charset="0"/>
              </a:rPr>
              <a:t>Wind</a:t>
            </a:r>
            <a:r>
              <a:rPr lang="en-US" sz="2100" b="1" dirty="0">
                <a:solidFill>
                  <a:prstClr val="black"/>
                </a:solidFill>
                <a:latin typeface="Palatino Linotype" pitchFamily="18" charset="0"/>
              </a:rPr>
              <a:t>) !</a:t>
            </a:r>
          </a:p>
        </p:txBody>
      </p:sp>
    </p:spTree>
    <p:extLst>
      <p:ext uri="{BB962C8B-B14F-4D97-AF65-F5344CB8AC3E}">
        <p14:creationId xmlns:p14="http://schemas.microsoft.com/office/powerpoint/2010/main" val="4139582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ChangeArrowheads="1"/>
          </p:cNvSpPr>
          <p:nvPr/>
        </p:nvSpPr>
        <p:spPr bwMode="auto">
          <a:xfrm>
            <a:off x="1143100" y="72"/>
            <a:ext cx="6857802" cy="4755148"/>
          </a:xfrm>
          <a:prstGeom prst="rect">
            <a:avLst/>
          </a:prstGeom>
          <a:noFill/>
          <a:ln w="9525">
            <a:noFill/>
            <a:miter lim="800000"/>
            <a:headEnd/>
            <a:tailEnd/>
          </a:ln>
        </p:spPr>
        <p:txBody>
          <a:bodyPr wrap="square">
            <a:spAutoFit/>
          </a:bodyPr>
          <a:lstStyle/>
          <a:p>
            <a:pPr defTabSz="685754"/>
            <a:endParaRPr lang="en-IN" b="1" dirty="0">
              <a:solidFill>
                <a:prstClr val="black"/>
              </a:solidFill>
              <a:latin typeface="Calibri" pitchFamily="34" charset="0"/>
            </a:endParaRPr>
          </a:p>
          <a:p>
            <a:pPr algn="ctr" defTabSz="685754"/>
            <a:r>
              <a:rPr lang="en-IN" sz="3000" b="1" dirty="0" err="1">
                <a:solidFill>
                  <a:prstClr val="black"/>
                </a:solidFill>
                <a:latin typeface="Aparajita" pitchFamily="34" charset="0"/>
              </a:rPr>
              <a:t>बल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बिद्या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हरहु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कलेस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बिकार</a:t>
            </a:r>
            <a:r>
              <a:rPr lang="en-IN" sz="3000" b="1" dirty="0">
                <a:solidFill>
                  <a:prstClr val="black"/>
                </a:solidFill>
                <a:latin typeface="Aparajita" pitchFamily="34" charset="0"/>
              </a:rPr>
              <a:t> ॥ </a:t>
            </a:r>
          </a:p>
          <a:p>
            <a:pPr algn="ctr" defTabSz="685754"/>
            <a:endParaRPr lang="en-IN" sz="3000" b="1" dirty="0">
              <a:solidFill>
                <a:prstClr val="black"/>
              </a:solidFill>
              <a:latin typeface="Palatino Linotype" pitchFamily="18" charset="0"/>
            </a:endParaRPr>
          </a:p>
          <a:p>
            <a:pPr algn="ctr" defTabSz="685754"/>
            <a:r>
              <a:rPr lang="en-US" sz="2400" b="1" dirty="0" err="1">
                <a:solidFill>
                  <a:prstClr val="black"/>
                </a:solidFill>
                <a:latin typeface="URW Palladio IT" pitchFamily="2" charset="0"/>
              </a:rPr>
              <a:t>Bala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Budhi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Bidyä</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Dehu</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Mohià</a:t>
            </a:r>
            <a:r>
              <a:rPr lang="en-US" sz="2400" b="1" dirty="0">
                <a:solidFill>
                  <a:prstClr val="black"/>
                </a:solidFill>
                <a:latin typeface="URW Palladio IT" pitchFamily="2" charset="0"/>
              </a:rPr>
              <a:t> </a:t>
            </a:r>
          </a:p>
          <a:p>
            <a:pPr algn="ctr" defTabSz="685754"/>
            <a:r>
              <a:rPr lang="en-US" sz="2400" b="1" dirty="0" err="1">
                <a:solidFill>
                  <a:prstClr val="black"/>
                </a:solidFill>
                <a:latin typeface="URW Palladio IT" pitchFamily="2" charset="0"/>
              </a:rPr>
              <a:t>Harahu</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Kalesa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Bikära</a:t>
            </a:r>
            <a:r>
              <a:rPr lang="en-US" sz="2400" b="1" dirty="0">
                <a:solidFill>
                  <a:prstClr val="black"/>
                </a:solidFill>
                <a:latin typeface="URW Palladio IT" pitchFamily="2" charset="0"/>
              </a:rPr>
              <a:t> || - D2</a:t>
            </a:r>
          </a:p>
          <a:p>
            <a:pPr algn="ctr" defTabSz="685754"/>
            <a:endParaRPr lang="en-US"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ಬಲ</a:t>
            </a:r>
            <a:r>
              <a:rPr lang="en-US" sz="3000" b="1" dirty="0">
                <a:solidFill>
                  <a:prstClr val="black"/>
                </a:solidFill>
                <a:latin typeface="Calibri" pitchFamily="34" charset="0"/>
              </a:rPr>
              <a:t> </a:t>
            </a:r>
            <a:r>
              <a:rPr lang="en-US" sz="3000" b="1" dirty="0" err="1">
                <a:solidFill>
                  <a:prstClr val="black"/>
                </a:solidFill>
                <a:latin typeface="Calibri" pitchFamily="34" charset="0"/>
              </a:rPr>
              <a:t>ಬು</a:t>
            </a:r>
            <a:r>
              <a:rPr lang="kn-IN" sz="3000" b="1" dirty="0">
                <a:solidFill>
                  <a:prstClr val="black"/>
                </a:solidFill>
                <a:latin typeface="Calibri" pitchFamily="34" charset="0"/>
                <a:ea typeface="Tunga" pitchFamily="2"/>
                <a:cs typeface="Tunga" pitchFamily="2"/>
              </a:rPr>
              <a:t>ಧಿ</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ಬಿ</a:t>
            </a:r>
            <a:r>
              <a:rPr lang="en-US" sz="3000" b="1" dirty="0" err="1">
                <a:solidFill>
                  <a:prstClr val="black"/>
                </a:solidFill>
                <a:latin typeface="Calibri" pitchFamily="34" charset="0"/>
              </a:rPr>
              <a:t>ದ್ಯಾ</a:t>
            </a:r>
            <a:r>
              <a:rPr lang="en-US" sz="3000" b="1" dirty="0">
                <a:solidFill>
                  <a:prstClr val="black"/>
                </a:solidFill>
                <a:latin typeface="Calibri" pitchFamily="34" charset="0"/>
              </a:rPr>
              <a:t> </a:t>
            </a:r>
            <a:r>
              <a:rPr lang="en-US" sz="3000" b="1" dirty="0" err="1">
                <a:solidFill>
                  <a:prstClr val="black"/>
                </a:solidFill>
                <a:latin typeface="Calibri" pitchFamily="34" charset="0"/>
              </a:rPr>
              <a:t>ದೇಹು</a:t>
            </a:r>
            <a:r>
              <a:rPr lang="en-US" sz="3000" b="1" dirty="0">
                <a:solidFill>
                  <a:prstClr val="black"/>
                </a:solidFill>
                <a:latin typeface="Calibri" pitchFamily="34" charset="0"/>
              </a:rPr>
              <a:t> </a:t>
            </a:r>
            <a:r>
              <a:rPr lang="en-US" sz="3000" b="1" dirty="0" err="1">
                <a:solidFill>
                  <a:prstClr val="black"/>
                </a:solidFill>
                <a:latin typeface="Calibri" pitchFamily="34" charset="0"/>
              </a:rPr>
              <a:t>ಮೋಹಿ</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ಹರಹು</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ಕಲೇಸ ಬಿ</a:t>
            </a:r>
            <a:r>
              <a:rPr lang="en-US" sz="3000" b="1" dirty="0" err="1">
                <a:solidFill>
                  <a:prstClr val="black"/>
                </a:solidFill>
                <a:latin typeface="Calibri" pitchFamily="34" charset="0"/>
              </a:rPr>
              <a:t>ಕಾರ</a:t>
            </a:r>
            <a:r>
              <a:rPr lang="en-US" sz="3000" b="1" dirty="0">
                <a:solidFill>
                  <a:prstClr val="black"/>
                </a:solidFill>
                <a:latin typeface="Calibri" pitchFamily="34" charset="0"/>
              </a:rPr>
              <a:t> ॥</a:t>
            </a:r>
          </a:p>
          <a:p>
            <a:pPr algn="ctr" defTabSz="685754"/>
            <a:endParaRPr lang="en-IN" sz="2700" b="1" dirty="0">
              <a:solidFill>
                <a:prstClr val="black"/>
              </a:solidFill>
              <a:latin typeface="Palatino Linotype" pitchFamily="18" charset="0"/>
            </a:endParaRPr>
          </a:p>
          <a:p>
            <a:pPr algn="ctr" defTabSz="685754"/>
            <a:r>
              <a:rPr lang="en-US" sz="2100" b="1" dirty="0">
                <a:solidFill>
                  <a:prstClr val="black"/>
                </a:solidFill>
                <a:latin typeface="Palatino Linotype" pitchFamily="18" charset="0"/>
              </a:rPr>
              <a:t>O Lord! kindly bestow on me strength, 	wisdom 	and knowledge, removing all my miseries and blemishes.</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530240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1371693" y="2114563"/>
            <a:ext cx="6172021" cy="1028671"/>
          </a:xfrm>
        </p:spPr>
        <p:txBody>
          <a:bodyPr/>
          <a:lstStyle/>
          <a:p>
            <a:pPr algn="ctr" eaLnBrk="1" hangingPunct="1">
              <a:buFont typeface="Arial" charset="0"/>
              <a:buNone/>
            </a:pPr>
            <a:r>
              <a:rPr lang="en-IN" sz="5399" b="1">
                <a:latin typeface="Aparajita" pitchFamily="34" charset="0"/>
                <a:ea typeface="Aparajita" pitchFamily="34" charset="0"/>
                <a:cs typeface="Aparajita" pitchFamily="34" charset="0"/>
              </a:rPr>
              <a:t>॥चौपाई॥ </a:t>
            </a:r>
            <a:r>
              <a:rPr lang="en-IN" sz="4949" b="1"/>
              <a:t>- </a:t>
            </a:r>
            <a:r>
              <a:rPr lang="en-IN" sz="4050" b="1">
                <a:latin typeface="URW Palladio IT" pitchFamily="2" charset="0"/>
              </a:rPr>
              <a:t>CHAUP</a:t>
            </a:r>
            <a:r>
              <a:rPr lang="en-US" sz="4050" b="1">
                <a:latin typeface="URW Palladio IT" pitchFamily="2" charset="0"/>
              </a:rPr>
              <a:t>ÄÉ</a:t>
            </a:r>
          </a:p>
          <a:p>
            <a:pPr eaLnBrk="1" hangingPunct="1"/>
            <a:endParaRPr lang="en-US"/>
          </a:p>
        </p:txBody>
      </p:sp>
    </p:spTree>
    <p:extLst>
      <p:ext uri="{BB962C8B-B14F-4D97-AF65-F5344CB8AC3E}">
        <p14:creationId xmlns:p14="http://schemas.microsoft.com/office/powerpoint/2010/main" val="2970083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1143100" y="171520"/>
            <a:ext cx="6857802" cy="4616648"/>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ज्ञान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कपीस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उजागर</a:t>
            </a:r>
            <a:r>
              <a:rPr lang="en-IN" sz="3000" b="1" dirty="0">
                <a:solidFill>
                  <a:prstClr val="black"/>
                </a:solidFill>
                <a:latin typeface="Aparajita" pitchFamily="34" charset="0"/>
              </a:rPr>
              <a:t> ॥१॥</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Jaya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Jïäna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Guna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Sägara</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Jaya </a:t>
            </a:r>
            <a:r>
              <a:rPr lang="en-US" sz="2700" b="1" dirty="0" err="1">
                <a:solidFill>
                  <a:prstClr val="black"/>
                </a:solidFill>
                <a:latin typeface="URW Palladio IT" pitchFamily="2" charset="0"/>
              </a:rPr>
              <a:t>Kapésa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Tihuð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Loka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Ujägara</a:t>
            </a:r>
            <a:r>
              <a:rPr lang="en-US" sz="2700" b="1" dirty="0">
                <a:solidFill>
                  <a:prstClr val="black"/>
                </a:solidFill>
                <a:latin typeface="URW Palladio IT" pitchFamily="2" charset="0"/>
              </a:rPr>
              <a:t> </a:t>
            </a:r>
            <a:r>
              <a:rPr lang="en-US" b="1" dirty="0">
                <a:solidFill>
                  <a:prstClr val="black"/>
                </a:solidFill>
                <a:latin typeface="URW Palladio IT" pitchFamily="2" charset="0"/>
              </a:rPr>
              <a:t>|| - 1</a:t>
            </a:r>
          </a:p>
          <a:p>
            <a:pPr algn="ctr" defTabSz="685754"/>
            <a:endParaRPr lang="en-US"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ಜ್ಞಾನ</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en-US" sz="2700" b="1" dirty="0" err="1">
                <a:solidFill>
                  <a:srgbClr val="000000"/>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ಸಾಗರ</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ಕಪೀ</a:t>
            </a:r>
            <a:r>
              <a:rPr lang="kn-IN" sz="2700" b="1" dirty="0">
                <a:solidFill>
                  <a:prstClr val="black"/>
                </a:solidFill>
                <a:latin typeface="Calibri" pitchFamily="34" charset="0"/>
                <a:ea typeface="Tunga" pitchFamily="2"/>
                <a:cs typeface="Tunga" pitchFamily="2"/>
              </a:rPr>
              <a:t>ಸ</a:t>
            </a:r>
            <a:r>
              <a:rPr lang="en-US" sz="2700" b="1" dirty="0">
                <a:solidFill>
                  <a:prstClr val="black"/>
                </a:solidFill>
                <a:latin typeface="Calibri" pitchFamily="34" charset="0"/>
              </a:rPr>
              <a:t> </a:t>
            </a:r>
            <a:r>
              <a:rPr lang="en-US" sz="2700" b="1" dirty="0" err="1">
                <a:solidFill>
                  <a:prstClr val="black"/>
                </a:solidFill>
                <a:latin typeface="Calibri" pitchFamily="34" charset="0"/>
              </a:rPr>
              <a:t>ತಿಹು</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ಉಜಾಗರ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a:t>
            </a:r>
            <a:r>
              <a:rPr lang="en-US" sz="2700" b="1" dirty="0">
                <a:solidFill>
                  <a:prstClr val="black"/>
                </a:solidFill>
                <a:latin typeface="Calibri" pitchFamily="34" charset="0"/>
              </a:rPr>
              <a:t>॥</a:t>
            </a:r>
            <a:r>
              <a:rPr lang="en-US" sz="2700" b="1" dirty="0">
                <a:solidFill>
                  <a:prstClr val="black"/>
                </a:solidFill>
                <a:latin typeface="URW Palladio IT" pitchFamily="2" charset="0"/>
              </a:rPr>
              <a:t> </a:t>
            </a:r>
          </a:p>
          <a:p>
            <a:pPr algn="ctr" defTabSz="685754"/>
            <a:endParaRPr lang="en-US" sz="2400" b="1" dirty="0">
              <a:solidFill>
                <a:prstClr val="black"/>
              </a:solidFill>
              <a:latin typeface="URW Palladio IT" pitchFamily="2" charset="0"/>
            </a:endParaRPr>
          </a:p>
          <a:p>
            <a:pPr algn="ctr" defTabSz="685754"/>
            <a:r>
              <a:rPr lang="en-US" b="1" dirty="0">
                <a:solidFill>
                  <a:prstClr val="black"/>
                </a:solidFill>
                <a:latin typeface="Palatino Linotype" pitchFamily="18" charset="0"/>
              </a:rPr>
              <a:t>Victory of Thee, O Hanuman, Ocean of wisdom and virtue, victory to the Lord of monkeys who is well known in all the three worlds</a:t>
            </a:r>
            <a:endParaRPr lang="en-IN" sz="1500" b="1" dirty="0">
              <a:solidFill>
                <a:prstClr val="black"/>
              </a:solidFill>
              <a:latin typeface="Palatino Linotype" pitchFamily="18" charset="0"/>
            </a:endParaRPr>
          </a:p>
        </p:txBody>
      </p:sp>
    </p:spTree>
    <p:extLst>
      <p:ext uri="{BB962C8B-B14F-4D97-AF65-F5344CB8AC3E}">
        <p14:creationId xmlns:p14="http://schemas.microsoft.com/office/powerpoint/2010/main" val="2917569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ChangeArrowheads="1"/>
          </p:cNvSpPr>
          <p:nvPr/>
        </p:nvSpPr>
        <p:spPr bwMode="auto">
          <a:xfrm>
            <a:off x="1143100" y="74"/>
            <a:ext cx="6857802" cy="4962897"/>
          </a:xfrm>
          <a:prstGeom prst="rect">
            <a:avLst/>
          </a:prstGeom>
          <a:noFill/>
          <a:ln w="9525">
            <a:noFill/>
            <a:miter lim="800000"/>
            <a:headEnd/>
            <a:tailEnd/>
          </a:ln>
        </p:spPr>
        <p:txBody>
          <a:bodyPr>
            <a:spAutoFit/>
          </a:bodyPr>
          <a:lstStyle/>
          <a:p>
            <a:pPr algn="ctr" defTabSz="685754"/>
            <a:endParaRPr lang="en-IN" sz="9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अतुलित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धामा</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अञ्जनि-पुत्र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पवनसुत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नामा</a:t>
            </a:r>
            <a:r>
              <a:rPr lang="en-IN" sz="3000" b="1" dirty="0">
                <a:solidFill>
                  <a:prstClr val="black"/>
                </a:solidFill>
                <a:latin typeface="Aparajita" pitchFamily="34" charset="0"/>
              </a:rPr>
              <a:t> ॥२॥</a:t>
            </a:r>
          </a:p>
          <a:p>
            <a:pPr algn="ctr" defTabSz="685754"/>
            <a:endParaRPr lang="en-IN" sz="405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Düta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Atulita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Dhämä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Aïjaniputra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Pavanasuta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Nämä</a:t>
            </a:r>
            <a:r>
              <a:rPr lang="en-US" sz="2700" b="1" dirty="0">
                <a:solidFill>
                  <a:prstClr val="black"/>
                </a:solidFill>
                <a:latin typeface="URW Palladio IT" pitchFamily="2" charset="0"/>
              </a:rPr>
              <a:t> || - 2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ಅತುಲಿತ </a:t>
            </a:r>
            <a:r>
              <a:rPr lang="en-US" sz="2700" b="1" dirty="0" err="1">
                <a:solidFill>
                  <a:prstClr val="black"/>
                </a:solidFill>
                <a:latin typeface="Calibri" pitchFamily="34" charset="0"/>
              </a:rPr>
              <a:t>ಬಲ</a:t>
            </a:r>
            <a:r>
              <a:rPr lang="en-US" sz="2700" b="1" dirty="0">
                <a:solidFill>
                  <a:prstClr val="black"/>
                </a:solidFill>
                <a:latin typeface="Calibri" pitchFamily="34" charset="0"/>
              </a:rPr>
              <a:t> </a:t>
            </a:r>
            <a:r>
              <a:rPr lang="en-US" sz="2700" b="1" dirty="0" err="1">
                <a:solidFill>
                  <a:prstClr val="black"/>
                </a:solidFill>
                <a:latin typeface="Calibri" pitchFamily="34" charset="0"/>
              </a:rPr>
              <a:t>ಧಾಮಾ</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ಅಂಜನಿ</a:t>
            </a:r>
            <a:r>
              <a:rPr lang="en-US" sz="2700" b="1" dirty="0">
                <a:solidFill>
                  <a:prstClr val="black"/>
                </a:solidFill>
                <a:latin typeface="Calibri" pitchFamily="34" charset="0"/>
              </a:rPr>
              <a:t> </a:t>
            </a:r>
            <a:r>
              <a:rPr lang="en-US" sz="2700" b="1" dirty="0" err="1">
                <a:solidFill>
                  <a:prstClr val="black"/>
                </a:solidFill>
                <a:latin typeface="Calibri" pitchFamily="34" charset="0"/>
              </a:rPr>
              <a:t>ಪುತ್ರ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ನಾಮಾ</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a:t>
            </a:r>
            <a:r>
              <a:rPr lang="en-US" sz="2700" b="1" dirty="0">
                <a:solidFill>
                  <a:prstClr val="black"/>
                </a:solidFill>
                <a:latin typeface="Calibri" pitchFamily="34" charset="0"/>
              </a:rPr>
              <a:t>॥</a:t>
            </a:r>
          </a:p>
          <a:p>
            <a:pPr algn="ctr" defTabSz="685754"/>
            <a:endParaRPr lang="en-US" b="1" dirty="0">
              <a:solidFill>
                <a:prstClr val="black"/>
              </a:solidFill>
              <a:latin typeface="Palatino Linotype" pitchFamily="18" charset="0"/>
            </a:endParaRPr>
          </a:p>
          <a:p>
            <a:pPr algn="ctr" defTabSz="685754"/>
            <a:r>
              <a:rPr lang="en-US" b="1" dirty="0">
                <a:solidFill>
                  <a:prstClr val="black"/>
                </a:solidFill>
                <a:latin typeface="Palatino Linotype" pitchFamily="18" charset="0"/>
              </a:rPr>
              <a:t>You, the Divine messenger of Ram and </a:t>
            </a:r>
            <a:r>
              <a:rPr lang="en-IN" b="1" dirty="0">
                <a:solidFill>
                  <a:prstClr val="black"/>
                </a:solidFill>
                <a:latin typeface="Palatino Linotype" pitchFamily="18" charset="0"/>
              </a:rPr>
              <a:t>abode of matchless power</a:t>
            </a:r>
            <a:r>
              <a:rPr lang="en-US" b="1" dirty="0">
                <a:solidFill>
                  <a:prstClr val="black"/>
                </a:solidFill>
                <a:latin typeface="Palatino Linotype" pitchFamily="18" charset="0"/>
              </a:rPr>
              <a:t>, are also known as </a:t>
            </a:r>
            <a:r>
              <a:rPr lang="en-US" b="1" dirty="0" err="1">
                <a:solidFill>
                  <a:prstClr val="black"/>
                </a:solidFill>
                <a:latin typeface="Palatino Linotype" pitchFamily="18" charset="0"/>
              </a:rPr>
              <a:t>Anjaniputra</a:t>
            </a:r>
            <a:r>
              <a:rPr lang="en-US" b="1" dirty="0">
                <a:solidFill>
                  <a:prstClr val="black"/>
                </a:solidFill>
                <a:latin typeface="Palatino Linotype" pitchFamily="18" charset="0"/>
              </a:rPr>
              <a:t> (</a:t>
            </a:r>
            <a:r>
              <a:rPr lang="en-IN" b="1" dirty="0" err="1">
                <a:solidFill>
                  <a:prstClr val="black"/>
                </a:solidFill>
                <a:latin typeface="Palatino Linotype" pitchFamily="18" charset="0"/>
              </a:rPr>
              <a:t>Anjani's</a:t>
            </a:r>
            <a:r>
              <a:rPr lang="en-IN" b="1" dirty="0">
                <a:solidFill>
                  <a:prstClr val="black"/>
                </a:solidFill>
                <a:latin typeface="Palatino Linotype" pitchFamily="18" charset="0"/>
              </a:rPr>
              <a:t> son</a:t>
            </a:r>
            <a:r>
              <a:rPr lang="en-US" b="1" dirty="0">
                <a:solidFill>
                  <a:prstClr val="black"/>
                </a:solidFill>
                <a:latin typeface="Palatino Linotype" pitchFamily="18" charset="0"/>
              </a:rPr>
              <a:t>) and known as the son of the wind – </a:t>
            </a:r>
            <a:r>
              <a:rPr lang="en-US" b="1" dirty="0" err="1">
                <a:solidFill>
                  <a:prstClr val="black"/>
                </a:solidFill>
                <a:latin typeface="Palatino Linotype" pitchFamily="18" charset="0"/>
              </a:rPr>
              <a:t>Pavanputra</a:t>
            </a:r>
            <a:r>
              <a:rPr lang="en-US" b="1" dirty="0">
                <a:solidFill>
                  <a:prstClr val="black"/>
                </a:solidFill>
                <a:latin typeface="Palatino Linotype" pitchFamily="18" charset="0"/>
              </a:rPr>
              <a:t> (</a:t>
            </a:r>
            <a:r>
              <a:rPr lang="en-IN" b="1" dirty="0">
                <a:solidFill>
                  <a:prstClr val="black"/>
                </a:solidFill>
                <a:latin typeface="Palatino Linotype" pitchFamily="18" charset="0"/>
              </a:rPr>
              <a:t>Son of the Wind</a:t>
            </a:r>
            <a:r>
              <a:rPr lang="en-US" b="1" dirty="0">
                <a:solidFill>
                  <a:prstClr val="black"/>
                </a:solidFill>
                <a:latin typeface="Palatino Linotype" pitchFamily="18" charset="0"/>
              </a:rPr>
              <a:t>).</a:t>
            </a:r>
            <a:endParaRPr lang="en-IN" b="1" dirty="0">
              <a:solidFill>
                <a:prstClr val="black"/>
              </a:solidFill>
              <a:latin typeface="Palatino Linotype" pitchFamily="18" charset="0"/>
            </a:endParaRPr>
          </a:p>
        </p:txBody>
      </p:sp>
    </p:spTree>
    <p:extLst>
      <p:ext uri="{BB962C8B-B14F-4D97-AF65-F5344CB8AC3E}">
        <p14:creationId xmlns:p14="http://schemas.microsoft.com/office/powerpoint/2010/main" val="2403085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ChangeArrowheads="1"/>
          </p:cNvSpPr>
          <p:nvPr/>
        </p:nvSpPr>
        <p:spPr bwMode="auto">
          <a:xfrm>
            <a:off x="1143100" y="86"/>
            <a:ext cx="6857802" cy="4939814"/>
          </a:xfrm>
          <a:prstGeom prst="rect">
            <a:avLst/>
          </a:prstGeom>
          <a:noFill/>
          <a:ln w="9525">
            <a:noFill/>
            <a:miter lim="800000"/>
            <a:headEnd/>
            <a:tailEnd/>
          </a:ln>
        </p:spPr>
        <p:txBody>
          <a:bodyPr wrap="square">
            <a:spAutoFit/>
          </a:bodyPr>
          <a:lstStyle/>
          <a:p>
            <a:pPr algn="ctr" defTabSz="685754"/>
            <a:endParaRPr lang="en-IN" sz="900" dirty="0">
              <a:solidFill>
                <a:prstClr val="black"/>
              </a:solidFill>
              <a:latin typeface="Calibri" pitchFamily="34" charset="0"/>
            </a:endParaRPr>
          </a:p>
          <a:p>
            <a:pPr algn="ctr" defTabSz="685754"/>
            <a:r>
              <a:rPr lang="en-IN" sz="3000" b="1" dirty="0" err="1">
                <a:solidFill>
                  <a:prstClr val="black"/>
                </a:solidFill>
                <a:latin typeface="Aparajita" pitchFamily="34" charset="0"/>
              </a:rPr>
              <a:t>महाबीर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बिक्रम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बजरङ्गी</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निवार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सङ्गी</a:t>
            </a:r>
            <a:r>
              <a:rPr lang="en-IN" sz="3000" b="1" dirty="0">
                <a:solidFill>
                  <a:prstClr val="black"/>
                </a:solidFill>
                <a:latin typeface="Aparajita" pitchFamily="34" charset="0"/>
              </a:rPr>
              <a:t> ॥३॥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Mahäbéra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Bikrama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Bajaraìgé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Kumati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Nivära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Sumati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Saìgé</a:t>
            </a:r>
            <a:r>
              <a:rPr lang="en-US" sz="2700" b="1" dirty="0">
                <a:solidFill>
                  <a:prstClr val="black"/>
                </a:solidFill>
                <a:latin typeface="URW Palladio IT" pitchFamily="2" charset="0"/>
              </a:rPr>
              <a:t> || - 3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ಮಹಾಬೀರ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ಬಿಕ್ರಮ </a:t>
            </a:r>
            <a:r>
              <a:rPr lang="en-US" sz="2700" b="1" dirty="0" err="1">
                <a:solidFill>
                  <a:prstClr val="black"/>
                </a:solidFill>
                <a:latin typeface="Calibri" pitchFamily="34" charset="0"/>
              </a:rPr>
              <a:t>ಬಜರಂಗೀ</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ಕುಮತಿ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ನಿವಾರ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ಸಂಗೀ</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valiant and brave, with a 	body like lightening. You are the dispeller of darkness of evil thoughts and companion of 	good sense and wisdom.</a:t>
            </a:r>
            <a:endParaRPr lang="en-IN" sz="1350" dirty="0">
              <a:solidFill>
                <a:prstClr val="black"/>
              </a:solidFill>
              <a:latin typeface="Palatino Linotype" pitchFamily="18" charset="0"/>
            </a:endParaRPr>
          </a:p>
        </p:txBody>
      </p:sp>
    </p:spTree>
    <p:extLst>
      <p:ext uri="{BB962C8B-B14F-4D97-AF65-F5344CB8AC3E}">
        <p14:creationId xmlns:p14="http://schemas.microsoft.com/office/powerpoint/2010/main" val="1165380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ChangeArrowheads="1"/>
          </p:cNvSpPr>
          <p:nvPr/>
        </p:nvSpPr>
        <p:spPr bwMode="auto">
          <a:xfrm>
            <a:off x="1143100" y="86"/>
            <a:ext cx="6857802" cy="4939814"/>
          </a:xfrm>
          <a:prstGeom prst="rect">
            <a:avLst/>
          </a:prstGeom>
          <a:noFill/>
          <a:ln w="9525">
            <a:noFill/>
            <a:miter lim="800000"/>
            <a:headEnd/>
            <a:tailEnd/>
          </a:ln>
        </p:spPr>
        <p:txBody>
          <a:bodyPr wrap="square">
            <a:spAutoFit/>
          </a:bodyPr>
          <a:lstStyle/>
          <a:p>
            <a:pPr algn="ctr" defTabSz="685754"/>
            <a:endParaRPr lang="en-IN" sz="900" dirty="0">
              <a:solidFill>
                <a:prstClr val="black"/>
              </a:solidFill>
              <a:latin typeface="Calibri" pitchFamily="34" charset="0"/>
            </a:endParaRPr>
          </a:p>
          <a:p>
            <a:pPr algn="ctr" defTabSz="685754"/>
            <a:r>
              <a:rPr lang="en-IN" sz="3000" b="1" dirty="0" err="1">
                <a:solidFill>
                  <a:prstClr val="black"/>
                </a:solidFill>
                <a:latin typeface="Aparajita" pitchFamily="34" charset="0"/>
              </a:rPr>
              <a:t>कञ्चन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कानन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कुण्डल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कुञ्चित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केसा</a:t>
            </a:r>
            <a:r>
              <a:rPr lang="en-IN" sz="3000" b="1" dirty="0">
                <a:solidFill>
                  <a:prstClr val="black"/>
                </a:solidFill>
                <a:latin typeface="Aparajita" pitchFamily="34" charset="0"/>
              </a:rPr>
              <a:t> ॥४॥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Kaïcana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Barana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Biräja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Subesä</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Känana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Kuëòala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Kuïcita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Kesä</a:t>
            </a:r>
            <a:r>
              <a:rPr lang="en-US" sz="2700" b="1" dirty="0">
                <a:solidFill>
                  <a:prstClr val="black"/>
                </a:solidFill>
                <a:latin typeface="URW Palladio IT" pitchFamily="2" charset="0"/>
              </a:rPr>
              <a:t> || - 4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ಕಂಚನ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ಸುಬೇಸಾ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ಕಾನನ</a:t>
            </a:r>
            <a:r>
              <a:rPr lang="en-US" sz="2700" b="1" dirty="0">
                <a:solidFill>
                  <a:prstClr val="black"/>
                </a:solidFill>
                <a:latin typeface="Calibri" pitchFamily="34" charset="0"/>
              </a:rPr>
              <a:t> </a:t>
            </a:r>
            <a:r>
              <a:rPr lang="en-US" sz="2700" b="1" dirty="0" err="1">
                <a:solidFill>
                  <a:prstClr val="black"/>
                </a:solidFill>
                <a:latin typeface="Calibri" pitchFamily="34" charset="0"/>
              </a:rPr>
              <a:t>ಕುಂಡಲ</a:t>
            </a:r>
            <a:r>
              <a:rPr lang="en-US" sz="2700" b="1" dirty="0">
                <a:solidFill>
                  <a:prstClr val="black"/>
                </a:solidFill>
                <a:latin typeface="Calibri" pitchFamily="34" charset="0"/>
              </a:rPr>
              <a:t> </a:t>
            </a:r>
            <a:r>
              <a:rPr lang="en-US" sz="2700" b="1" dirty="0" err="1">
                <a:solidFill>
                  <a:prstClr val="black"/>
                </a:solidFill>
                <a:latin typeface="Calibri" pitchFamily="34" charset="0"/>
              </a:rPr>
              <a:t>ಕುಂಚಿತ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೪</a:t>
            </a:r>
            <a:r>
              <a:rPr lang="en-US" sz="2700" b="1" dirty="0">
                <a:solidFill>
                  <a:prstClr val="black"/>
                </a:solidFill>
                <a:latin typeface="Calibri" pitchFamily="34" charset="0"/>
              </a:rPr>
              <a:t>॥</a:t>
            </a:r>
          </a:p>
          <a:p>
            <a:pPr algn="ctr" defTabSz="685754"/>
            <a:endParaRPr lang="en-US" sz="2700" dirty="0">
              <a:solidFill>
                <a:prstClr val="black"/>
              </a:solidFill>
              <a:latin typeface="Calibri" pitchFamily="34" charset="0"/>
            </a:endParaRPr>
          </a:p>
          <a:p>
            <a:pPr algn="ctr" defTabSz="685754"/>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physique is golden </a:t>
            </a:r>
            <a:r>
              <a:rPr lang="en-US" b="1" dirty="0" err="1">
                <a:solidFill>
                  <a:prstClr val="black"/>
                </a:solidFill>
                <a:latin typeface="Palatino Linotype" pitchFamily="18" charset="0"/>
              </a:rPr>
              <a:t>coloured</a:t>
            </a:r>
            <a:r>
              <a:rPr lang="en-US" b="1" dirty="0">
                <a:solidFill>
                  <a:prstClr val="black"/>
                </a:solidFill>
                <a:latin typeface="Palatino Linotype" pitchFamily="18" charset="0"/>
              </a:rPr>
              <a:t>. His dress is pretty, wearing '</a:t>
            </a:r>
            <a:r>
              <a:rPr lang="en-US" b="1" dirty="0" err="1">
                <a:solidFill>
                  <a:prstClr val="black"/>
                </a:solidFill>
                <a:latin typeface="Palatino Linotype" pitchFamily="18" charset="0"/>
              </a:rPr>
              <a:t>Kundals</a:t>
            </a:r>
            <a:r>
              <a:rPr lang="en-US" b="1" dirty="0">
                <a:solidFill>
                  <a:prstClr val="black"/>
                </a:solidFill>
                <a:latin typeface="Palatino Linotype" pitchFamily="18" charset="0"/>
              </a:rPr>
              <a:t>' ear-rings and his hairs are long and curly.</a:t>
            </a:r>
            <a:endParaRPr lang="en-IN" sz="1350" dirty="0">
              <a:solidFill>
                <a:prstClr val="black"/>
              </a:solidFill>
              <a:latin typeface="Palatino Linotype" pitchFamily="18" charset="0"/>
            </a:endParaRPr>
          </a:p>
        </p:txBody>
      </p:sp>
    </p:spTree>
    <p:extLst>
      <p:ext uri="{BB962C8B-B14F-4D97-AF65-F5344CB8AC3E}">
        <p14:creationId xmlns:p14="http://schemas.microsoft.com/office/powerpoint/2010/main" val="989603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ChangeArrowheads="1"/>
          </p:cNvSpPr>
          <p:nvPr/>
        </p:nvSpPr>
        <p:spPr bwMode="auto">
          <a:xfrm>
            <a:off x="1143100" y="74"/>
            <a:ext cx="6743505" cy="4732065"/>
          </a:xfrm>
          <a:prstGeom prst="rect">
            <a:avLst/>
          </a:prstGeom>
          <a:noFill/>
          <a:ln w="9525">
            <a:noFill/>
            <a:miter lim="800000"/>
            <a:headEnd/>
            <a:tailEnd/>
          </a:ln>
        </p:spPr>
        <p:txBody>
          <a:bodyPr wrap="square">
            <a:spAutoFit/>
          </a:bodyPr>
          <a:lstStyle/>
          <a:p>
            <a:pPr algn="ctr" defTabSz="685754"/>
            <a:endParaRPr lang="en-IN" sz="1350" b="1" dirty="0">
              <a:solidFill>
                <a:prstClr val="black"/>
              </a:solidFill>
              <a:latin typeface="Palatino Linotype" pitchFamily="18" charset="0"/>
            </a:endParaRPr>
          </a:p>
          <a:p>
            <a:pPr algn="ctr" defTabSz="685754"/>
            <a:r>
              <a:rPr lang="en-IN" sz="3000" b="1" dirty="0" err="1">
                <a:solidFill>
                  <a:prstClr val="black"/>
                </a:solidFill>
                <a:latin typeface="Aparajita" pitchFamily="34" charset="0"/>
              </a:rPr>
              <a:t>हाथ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बज्र</a:t>
            </a:r>
            <a:r>
              <a:rPr lang="en-IN" sz="3000" b="1" dirty="0">
                <a:solidFill>
                  <a:prstClr val="black"/>
                </a:solidFill>
                <a:latin typeface="Aparajita" pitchFamily="34" charset="0"/>
              </a:rPr>
              <a:t> औ </a:t>
            </a:r>
            <a:r>
              <a:rPr lang="en-IN" sz="3000" b="1" dirty="0" err="1">
                <a:solidFill>
                  <a:prstClr val="black"/>
                </a:solidFill>
                <a:latin typeface="Aparajita" pitchFamily="34" charset="0"/>
              </a:rPr>
              <a:t>ध्वजा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बिराजै</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जनेउ</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साजै</a:t>
            </a:r>
            <a:r>
              <a:rPr lang="en-IN" sz="3000" b="1" dirty="0">
                <a:solidFill>
                  <a:prstClr val="black"/>
                </a:solidFill>
                <a:latin typeface="Aparajita" pitchFamily="34" charset="0"/>
              </a:rPr>
              <a:t> ॥५॥</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Hätha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Bajra</a:t>
            </a:r>
            <a:r>
              <a:rPr lang="en-US" sz="2700" b="1" dirty="0">
                <a:solidFill>
                  <a:prstClr val="black"/>
                </a:solidFill>
                <a:latin typeface="URW Palladio IT" pitchFamily="2" charset="0"/>
              </a:rPr>
              <a:t> Au </a:t>
            </a:r>
            <a:r>
              <a:rPr lang="en-US" sz="2700" b="1" dirty="0" err="1">
                <a:solidFill>
                  <a:prstClr val="black"/>
                </a:solidFill>
                <a:latin typeface="URW Palladio IT" pitchFamily="2" charset="0"/>
              </a:rPr>
              <a:t>Dhvajä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Biräjai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Käðdhe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Müðja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Janeü</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Säjai</a:t>
            </a:r>
            <a:r>
              <a:rPr lang="en-US" sz="2700" b="1" dirty="0">
                <a:solidFill>
                  <a:prstClr val="black"/>
                </a:solidFill>
                <a:latin typeface="URW Palladio IT" pitchFamily="2" charset="0"/>
              </a:rPr>
              <a:t> || - 5 </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ಹಾಥ</a:t>
            </a:r>
            <a:r>
              <a:rPr lang="en-US" sz="2700" b="1" dirty="0">
                <a:solidFill>
                  <a:prstClr val="black"/>
                </a:solidFill>
                <a:latin typeface="Calibri" pitchFamily="34" charset="0"/>
              </a:rPr>
              <a:t> </a:t>
            </a:r>
            <a:r>
              <a:rPr lang="en-US" sz="2700" b="1" dirty="0" err="1">
                <a:solidFill>
                  <a:prstClr val="black"/>
                </a:solidFill>
                <a:latin typeface="Calibri" pitchFamily="34" charset="0"/>
              </a:rPr>
              <a:t>ಬಜ್ರ</a:t>
            </a:r>
            <a:r>
              <a:rPr lang="en-US" sz="2700" b="1" dirty="0">
                <a:solidFill>
                  <a:prstClr val="black"/>
                </a:solidFill>
                <a:latin typeface="Calibri" pitchFamily="34" charset="0"/>
              </a:rPr>
              <a:t> ಔ </a:t>
            </a:r>
            <a:r>
              <a:rPr lang="kn-IN" sz="2700" b="1" dirty="0">
                <a:solidFill>
                  <a:prstClr val="black"/>
                </a:solidFill>
                <a:latin typeface="Calibri" pitchFamily="34" charset="0"/>
                <a:ea typeface="Tunga" pitchFamily="2"/>
                <a:cs typeface="Tunga" pitchFamily="2"/>
              </a:rPr>
              <a:t>ಧ್ವಜಾ </a:t>
            </a:r>
            <a:r>
              <a:rPr lang="en-US" sz="2700" b="1" dirty="0" err="1">
                <a:solidFill>
                  <a:prstClr val="black"/>
                </a:solidFill>
                <a:latin typeface="Calibri" pitchFamily="34" charset="0"/>
              </a:rPr>
              <a:t>ಬಿರಾಜೇ</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ಕಾಂಧೇ</a:t>
            </a:r>
            <a:r>
              <a:rPr lang="en-US" sz="2700" b="1" dirty="0">
                <a:solidFill>
                  <a:prstClr val="black"/>
                </a:solidFill>
                <a:latin typeface="Calibri" pitchFamily="34" charset="0"/>
              </a:rPr>
              <a:t> </a:t>
            </a:r>
            <a:r>
              <a:rPr lang="en-US" sz="2700" b="1" dirty="0" err="1">
                <a:solidFill>
                  <a:prstClr val="black"/>
                </a:solidFill>
                <a:latin typeface="Calibri" pitchFamily="34" charset="0"/>
              </a:rPr>
              <a:t>ಮೂಂಜ</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ಜನೇಊ</a:t>
            </a:r>
            <a:r>
              <a:rPr lang="en-US" sz="2700" b="1" dirty="0">
                <a:solidFill>
                  <a:prstClr val="black"/>
                </a:solidFill>
                <a:latin typeface="Calibri" pitchFamily="34" charset="0"/>
              </a:rPr>
              <a:t> </a:t>
            </a:r>
            <a:r>
              <a:rPr lang="en-US" sz="2700" b="1" dirty="0" err="1">
                <a:solidFill>
                  <a:prstClr val="black"/>
                </a:solidFill>
                <a:latin typeface="Calibri" pitchFamily="34" charset="0"/>
              </a:rPr>
              <a:t>ಸಾಜೇ</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೫</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is holding in one hand a lighting bolt and in the other a banner with sacred thread across his shoulder.</a:t>
            </a:r>
            <a:endParaRPr lang="en-IN" sz="2100" b="1" dirty="0">
              <a:solidFill>
                <a:prstClr val="black"/>
              </a:solidFill>
              <a:latin typeface="Aparajita" pitchFamily="34" charset="0"/>
            </a:endParaRPr>
          </a:p>
        </p:txBody>
      </p:sp>
    </p:spTree>
    <p:extLst>
      <p:ext uri="{BB962C8B-B14F-4D97-AF65-F5344CB8AC3E}">
        <p14:creationId xmlns:p14="http://schemas.microsoft.com/office/powerpoint/2010/main" val="3885236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ChangeArrowheads="1"/>
          </p:cNvSpPr>
          <p:nvPr/>
        </p:nvSpPr>
        <p:spPr bwMode="auto">
          <a:xfrm>
            <a:off x="1143100" y="74"/>
            <a:ext cx="6857802" cy="5009064"/>
          </a:xfrm>
          <a:prstGeom prst="rect">
            <a:avLst/>
          </a:prstGeom>
          <a:noFill/>
          <a:ln w="9525">
            <a:noFill/>
            <a:miter lim="800000"/>
            <a:headEnd/>
            <a:tailEnd/>
          </a:ln>
        </p:spPr>
        <p:txBody>
          <a:bodyPr wrap="square">
            <a:spAutoFit/>
          </a:bodyPr>
          <a:lstStyle/>
          <a:p>
            <a:pPr algn="just" defTabSz="685754"/>
            <a:endParaRPr lang="en-IN" sz="1350" b="1" dirty="0">
              <a:solidFill>
                <a:prstClr val="black"/>
              </a:solidFill>
              <a:latin typeface="Palatino Linotype" pitchFamily="18" charset="0"/>
            </a:endParaRPr>
          </a:p>
          <a:p>
            <a:pPr algn="ctr" defTabSz="685754"/>
            <a:r>
              <a:rPr lang="en-IN" sz="3000" b="1" dirty="0" err="1">
                <a:solidFill>
                  <a:prstClr val="black"/>
                </a:solidFill>
                <a:latin typeface="Aparajita" pitchFamily="34" charset="0"/>
              </a:rPr>
              <a:t>सङ्कर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केसरीनन्दन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प्रताप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बन्दन</a:t>
            </a:r>
            <a:r>
              <a:rPr lang="en-IN" sz="3000" b="1" dirty="0">
                <a:solidFill>
                  <a:prstClr val="black"/>
                </a:solidFill>
                <a:latin typeface="Aparajita" pitchFamily="34" charset="0"/>
              </a:rPr>
              <a:t> ॥६॥</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Saìkara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Kesarénandana</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Teja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Pratäpa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Mahä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a:t>
            </a:r>
            <a:r>
              <a:rPr lang="en-US" sz="2700" b="1" dirty="0">
                <a:solidFill>
                  <a:prstClr val="black"/>
                </a:solidFill>
                <a:latin typeface="URW Palladio IT" pitchFamily="2" charset="0"/>
              </a:rPr>
              <a:t> Bandana || - 6 </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ಸಂಕರ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ಕೇಸರೀ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ನಂದನ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ತೇಜ</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ಪ್ರತಾಪ</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ಬಂದನ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೬</a:t>
            </a:r>
            <a:r>
              <a:rPr lang="en-US" sz="2700" b="1" dirty="0">
                <a:solidFill>
                  <a:prstClr val="black"/>
                </a:solidFill>
                <a:latin typeface="Calibri" pitchFamily="34" charset="0"/>
              </a:rPr>
              <a:t>॥</a:t>
            </a:r>
          </a:p>
          <a:p>
            <a:pPr algn="ctr" defTabSz="685754"/>
            <a:endParaRPr lang="en-US" sz="2700"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emanation of 'SHIVA' and you delight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IN" b="1" dirty="0" err="1">
                <a:solidFill>
                  <a:prstClr val="black"/>
                </a:solidFill>
                <a:latin typeface="Palatino Linotype" pitchFamily="18" charset="0"/>
              </a:rPr>
              <a:t>Kesari</a:t>
            </a:r>
            <a:r>
              <a:rPr lang="en-US" b="1" dirty="0">
                <a:solidFill>
                  <a:prstClr val="black"/>
                </a:solidFill>
                <a:latin typeface="Palatino Linotype" pitchFamily="18" charset="0"/>
              </a:rPr>
              <a:t>. Being ever effulgent, </a:t>
            </a:r>
            <a:r>
              <a:rPr lang="en-IN" b="1" dirty="0">
                <a:solidFill>
                  <a:prstClr val="black"/>
                </a:solidFill>
                <a:latin typeface="Palatino Linotype" pitchFamily="18" charset="0"/>
              </a:rPr>
              <a:t>your glory is revered throughout  the world. </a:t>
            </a:r>
            <a:endParaRPr lang="en-IN" sz="2400" b="1" dirty="0">
              <a:solidFill>
                <a:prstClr val="black"/>
              </a:solidFill>
              <a:latin typeface="Palatino Linotype" pitchFamily="18" charset="0"/>
            </a:endParaRPr>
          </a:p>
        </p:txBody>
      </p:sp>
    </p:spTree>
    <p:extLst>
      <p:ext uri="{BB962C8B-B14F-4D97-AF65-F5344CB8AC3E}">
        <p14:creationId xmlns:p14="http://schemas.microsoft.com/office/powerpoint/2010/main" val="1772853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143100" y="74"/>
            <a:ext cx="6857802" cy="4732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685754"/>
            <a:endParaRPr lang="en-US" sz="1350" dirty="0">
              <a:solidFill>
                <a:prstClr val="black"/>
              </a:solidFill>
              <a:latin typeface="Calibri" pitchFamily="34" charset="0"/>
            </a:endParaRPr>
          </a:p>
          <a:p>
            <a:pPr algn="ctr" defTabSz="685754"/>
            <a:r>
              <a:rPr lang="en-IN" sz="3000" b="1" dirty="0" err="1">
                <a:solidFill>
                  <a:prstClr val="black"/>
                </a:solidFill>
                <a:latin typeface="Aparajita" pitchFamily="34" charset="0"/>
              </a:rPr>
              <a:t>बिद्यावान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चातुर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आतुर</a:t>
            </a:r>
            <a:r>
              <a:rPr lang="en-IN" sz="3000" b="1" dirty="0">
                <a:solidFill>
                  <a:prstClr val="black"/>
                </a:solidFill>
                <a:latin typeface="Aparajita" pitchFamily="34" charset="0"/>
              </a:rPr>
              <a:t> ॥७॥</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Vidyäväna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Guné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Cätura</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Karibe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Ätura</a:t>
            </a:r>
            <a:r>
              <a:rPr lang="en-US" sz="2700" b="1" dirty="0">
                <a:solidFill>
                  <a:prstClr val="black"/>
                </a:solidFill>
                <a:latin typeface="URW Palladio IT" pitchFamily="2" charset="0"/>
              </a:rPr>
              <a:t> || - 7</a:t>
            </a:r>
          </a:p>
          <a:p>
            <a:pPr algn="ctr" defTabSz="685754"/>
            <a:endParaRPr lang="en-US" sz="2700" b="1" dirty="0">
              <a:solidFill>
                <a:prstClr val="black"/>
              </a:solidFill>
              <a:latin typeface="URW Palladio IT" pitchFamily="2" charset="0"/>
            </a:endParaRPr>
          </a:p>
          <a:p>
            <a:pPr algn="ctr" defTabSz="685754"/>
            <a:r>
              <a:rPr lang="kn-IN" sz="2700" b="1" dirty="0">
                <a:solidFill>
                  <a:prstClr val="black"/>
                </a:solidFill>
                <a:latin typeface="Calibri" pitchFamily="34" charset="0"/>
                <a:ea typeface="Tunga" pitchFamily="2"/>
                <a:cs typeface="Tunga" pitchFamily="2"/>
              </a:rPr>
              <a:t>ಬಿ</a:t>
            </a:r>
            <a:r>
              <a:rPr lang="en-US" sz="2700" b="1" dirty="0" err="1">
                <a:solidFill>
                  <a:prstClr val="black"/>
                </a:solidFill>
                <a:latin typeface="Calibri" pitchFamily="34" charset="0"/>
              </a:rPr>
              <a:t>ದ್ಯಾವಾನ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en-US" sz="2700" b="1" dirty="0" err="1">
                <a:solidFill>
                  <a:srgbClr val="000000"/>
                </a:solidFill>
                <a:latin typeface="BRH Kannada" pitchFamily="2" charset="0"/>
              </a:rPr>
              <a:t>¤Ã</a:t>
            </a:r>
            <a:r>
              <a:rPr lang="en-US" sz="2700" b="1" dirty="0">
                <a:solidFill>
                  <a:prstClr val="black"/>
                </a:solidFill>
                <a:latin typeface="Calibri" pitchFamily="34" charset="0"/>
              </a:rPr>
              <a:t> </a:t>
            </a:r>
            <a:r>
              <a:rPr lang="en-US" sz="2700" b="1" dirty="0" err="1">
                <a:solidFill>
                  <a:prstClr val="black"/>
                </a:solidFill>
                <a:latin typeface="Calibri" pitchFamily="34" charset="0"/>
              </a:rPr>
              <a:t>ಅತಿ</a:t>
            </a:r>
            <a:r>
              <a:rPr lang="en-US" sz="2700" b="1" dirty="0">
                <a:solidFill>
                  <a:prstClr val="black"/>
                </a:solidFill>
                <a:latin typeface="Calibri" pitchFamily="34" charset="0"/>
              </a:rPr>
              <a:t> </a:t>
            </a:r>
            <a:r>
              <a:rPr lang="en-US" sz="2700" b="1" dirty="0" err="1">
                <a:solidFill>
                  <a:prstClr val="black"/>
                </a:solidFill>
                <a:latin typeface="Calibri" pitchFamily="34" charset="0"/>
              </a:rPr>
              <a:t>ಚಾತುರ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ಕರಿಬೇ</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ಆತುರ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೭</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repository learning, virtuous, very wise and highly keen to do the work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3421645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ChangeArrowheads="1"/>
          </p:cNvSpPr>
          <p:nvPr/>
        </p:nvSpPr>
        <p:spPr bwMode="auto">
          <a:xfrm>
            <a:off x="1143100" y="86"/>
            <a:ext cx="6857802" cy="5216813"/>
          </a:xfrm>
          <a:prstGeom prst="rect">
            <a:avLst/>
          </a:prstGeom>
          <a:noFill/>
          <a:ln w="9525">
            <a:noFill/>
            <a:miter lim="800000"/>
            <a:headEnd/>
            <a:tailEnd/>
          </a:ln>
        </p:spPr>
        <p:txBody>
          <a:bodyPr wrap="square">
            <a:spAutoFit/>
          </a:bodyPr>
          <a:lstStyle/>
          <a:p>
            <a:pPr algn="ctr" defTabSz="685754"/>
            <a:endParaRPr lang="en-US" sz="1200" dirty="0">
              <a:solidFill>
                <a:prstClr val="black"/>
              </a:solidFill>
              <a:latin typeface="Calibri" pitchFamily="34" charset="0"/>
            </a:endParaRPr>
          </a:p>
          <a:p>
            <a:pPr algn="ctr" defTabSz="685754"/>
            <a:r>
              <a:rPr lang="en-IN" sz="3000" b="1" dirty="0" err="1">
                <a:solidFill>
                  <a:prstClr val="black"/>
                </a:solidFill>
                <a:latin typeface="Aparajita" pitchFamily="34" charset="0"/>
              </a:rPr>
              <a:t>प्रभु</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रसिया</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लखन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बसिया</a:t>
            </a:r>
            <a:r>
              <a:rPr lang="en-IN" sz="3000" b="1" dirty="0">
                <a:solidFill>
                  <a:prstClr val="black"/>
                </a:solidFill>
                <a:latin typeface="Aparajita" pitchFamily="34" charset="0"/>
              </a:rPr>
              <a:t> ॥८॥</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Prabhu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Caritra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Sunibe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Rasiyä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Lakhana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Sétä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Basiyä</a:t>
            </a:r>
            <a:r>
              <a:rPr lang="en-US" sz="2700" b="1" dirty="0">
                <a:solidFill>
                  <a:prstClr val="black"/>
                </a:solidFill>
                <a:latin typeface="URW Palladio IT" pitchFamily="2" charset="0"/>
              </a:rPr>
              <a:t> || - 8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ಪ್ರಭು</a:t>
            </a:r>
            <a:r>
              <a:rPr lang="en-US" sz="2700" b="1" dirty="0">
                <a:solidFill>
                  <a:prstClr val="black"/>
                </a:solidFill>
                <a:latin typeface="Calibri" pitchFamily="34" charset="0"/>
              </a:rPr>
              <a:t> </a:t>
            </a:r>
            <a:r>
              <a:rPr lang="en-US" sz="2700" b="1" dirty="0" err="1">
                <a:solidFill>
                  <a:prstClr val="black"/>
                </a:solidFill>
                <a:latin typeface="Calibri" pitchFamily="34" charset="0"/>
              </a:rPr>
              <a:t>ಚರಿತ್ರ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ಸುನಿಬೇ</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ರಸಿಯಾ</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ಲಖ</a:t>
            </a:r>
            <a:r>
              <a:rPr lang="kn-IN" sz="2700" b="1" dirty="0">
                <a:solidFill>
                  <a:prstClr val="black"/>
                </a:solidFill>
                <a:latin typeface="Calibri" pitchFamily="34" charset="0"/>
                <a:ea typeface="Tunga" pitchFamily="2"/>
                <a:cs typeface="Tunga" pitchFamily="2"/>
              </a:rPr>
              <a:t>ನ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ಬಸಿಯಾ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You are intensely greedy for listening to the 	narration of Lord Ram's life-story and revel on its 	enjoyment. You ever dwell in the hearts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r>
              <a:rPr lang="en-US" b="1" dirty="0" err="1">
                <a:solidFill>
                  <a:prstClr val="black"/>
                </a:solidFill>
                <a:latin typeface="Palatino Linotype" pitchFamily="18" charset="0"/>
              </a:rPr>
              <a:t>Sita</a:t>
            </a:r>
            <a:r>
              <a:rPr lang="en-US" b="1" dirty="0">
                <a:solidFill>
                  <a:prstClr val="black"/>
                </a:solidFill>
                <a:latin typeface="Palatino Linotype" pitchFamily="18" charset="0"/>
              </a:rPr>
              <a:t> and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Lakshman</a:t>
            </a:r>
            <a:r>
              <a:rPr lang="en-US" b="1" dirty="0">
                <a:solidFill>
                  <a:prstClr val="black"/>
                </a:solidFill>
                <a:latin typeface="Palatino Linotype" pitchFamily="18" charset="0"/>
              </a:rPr>
              <a:t>.</a:t>
            </a:r>
            <a:br>
              <a:rPr lang="en-US" sz="1500" b="1" dirty="0">
                <a:solidFill>
                  <a:prstClr val="black"/>
                </a:solidFill>
                <a:latin typeface="Calibri" pitchFamily="34" charset="0"/>
              </a:rPr>
            </a:br>
            <a:endParaRPr lang="en-US" sz="1500" b="1" dirty="0">
              <a:solidFill>
                <a:prstClr val="black"/>
              </a:solidFill>
              <a:latin typeface="Calibri" pitchFamily="34" charset="0"/>
            </a:endParaRPr>
          </a:p>
        </p:txBody>
      </p:sp>
    </p:spTree>
    <p:extLst>
      <p:ext uri="{BB962C8B-B14F-4D97-AF65-F5344CB8AC3E}">
        <p14:creationId xmlns:p14="http://schemas.microsoft.com/office/powerpoint/2010/main" val="1168962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34819" name="Rectangle 1"/>
          <p:cNvSpPr>
            <a:spLocks noChangeArrowheads="1"/>
          </p:cNvSpPr>
          <p:nvPr/>
        </p:nvSpPr>
        <p:spPr bwMode="auto">
          <a:xfrm>
            <a:off x="1182390" y="3555190"/>
            <a:ext cx="6857802" cy="1708160"/>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algn="ctr" defTabSz="685754"/>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algn="ctr" defTabSz="685754"/>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algn="ctr" defTabSz="685754"/>
            <a:r>
              <a:rPr lang="kn-IN" sz="2100" b="1" dirty="0">
                <a:solidFill>
                  <a:srgbClr val="000000"/>
                </a:solidFill>
                <a:latin typeface="Calibri"/>
              </a:rPr>
              <a:t>ರಾಮ ಲಕ್ಷ್ಮಣ ಜಾನಕೀ</a:t>
            </a:r>
          </a:p>
          <a:p>
            <a:pPr algn="ctr" defTabSz="685754"/>
            <a:r>
              <a:rPr lang="kn-IN" sz="2100" b="1" dirty="0">
                <a:solidFill>
                  <a:srgbClr val="000000"/>
                </a:solidFill>
                <a:latin typeface="Calibri"/>
              </a:rPr>
              <a:t>ಜೈ ಬೋಲೋ ಹನುಮಾನ್ ಕೀ</a:t>
            </a:r>
            <a:endParaRPr lang="en-IN" sz="2100" b="1" dirty="0">
              <a:solidFill>
                <a:srgbClr val="000000"/>
              </a:solidFill>
              <a:latin typeface="Calibri"/>
            </a:endParaRPr>
          </a:p>
        </p:txBody>
      </p:sp>
      <p:pic>
        <p:nvPicPr>
          <p:cNvPr id="34820" name="Picture 2" descr="G:\Rama\1136sitaramlakshmanhanuman.jpg"/>
          <p:cNvPicPr>
            <a:picLocks noChangeAspect="1" noChangeArrowheads="1"/>
          </p:cNvPicPr>
          <p:nvPr/>
        </p:nvPicPr>
        <p:blipFill>
          <a:blip r:embed="rId2"/>
          <a:srcRect/>
          <a:stretch>
            <a:fillRect/>
          </a:stretch>
        </p:blipFill>
        <p:spPr bwMode="auto">
          <a:xfrm>
            <a:off x="2371789" y="7219"/>
            <a:ext cx="4400423" cy="3878944"/>
          </a:xfrm>
          <a:prstGeom prst="rect">
            <a:avLst/>
          </a:prstGeom>
          <a:noFill/>
          <a:ln w="9525">
            <a:noFill/>
            <a:miter lim="800000"/>
            <a:headEnd/>
            <a:tailEnd/>
          </a:ln>
        </p:spPr>
      </p:pic>
    </p:spTree>
    <p:extLst>
      <p:ext uri="{BB962C8B-B14F-4D97-AF65-F5344CB8AC3E}">
        <p14:creationId xmlns:p14="http://schemas.microsoft.com/office/powerpoint/2010/main" val="1681680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1143100" y="114387"/>
            <a:ext cx="6857802" cy="4801314"/>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सूक्ष्म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सियहिं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दिखावा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बिकट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लङ्क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जरावा</a:t>
            </a:r>
            <a:r>
              <a:rPr lang="en-IN" sz="3000" b="1" dirty="0">
                <a:solidFill>
                  <a:prstClr val="black"/>
                </a:solidFill>
                <a:latin typeface="Aparajita" pitchFamily="34" charset="0"/>
              </a:rPr>
              <a:t> ॥९॥</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Sükñma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Siyahià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Dikhävä</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Bikaöa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Laìka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Jarävä</a:t>
            </a:r>
            <a:r>
              <a:rPr lang="en-US" sz="2700" b="1" dirty="0">
                <a:solidFill>
                  <a:prstClr val="black"/>
                </a:solidFill>
                <a:latin typeface="URW Palladio IT" pitchFamily="2" charset="0"/>
              </a:rPr>
              <a:t> || - 9</a:t>
            </a:r>
          </a:p>
          <a:p>
            <a:pPr algn="ctr" defTabSz="685754"/>
            <a:endParaRPr lang="en-US" sz="2700" b="1" dirty="0">
              <a:solidFill>
                <a:prstClr val="black"/>
              </a:solidFill>
              <a:latin typeface="URW Palladio IT" pitchFamily="2" charset="0"/>
            </a:endParaRPr>
          </a:p>
          <a:p>
            <a:pPr algn="ctr" defTabSz="685754"/>
            <a:r>
              <a:rPr lang="kn-IN" sz="2700" b="1" dirty="0">
                <a:solidFill>
                  <a:prstClr val="black"/>
                </a:solidFill>
                <a:latin typeface="Calibri" pitchFamily="34" charset="0"/>
                <a:ea typeface="Tunga" pitchFamily="2"/>
                <a:cs typeface="Tunga" pitchFamily="2"/>
              </a:rPr>
              <a:t>ಸೂಕ್ಷ್ಮ ರೂಪ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ಸಿಯ</a:t>
            </a:r>
            <a:r>
              <a:rPr lang="kn-IN" sz="2700" b="1" dirty="0">
                <a:solidFill>
                  <a:prstClr val="black"/>
                </a:solidFill>
                <a:latin typeface="Calibri" pitchFamily="34" charset="0"/>
                <a:ea typeface="Tunga" pitchFamily="2"/>
                <a:cs typeface="Tunga" pitchFamily="2"/>
              </a:rPr>
              <a:t>ಹಿಂ </a:t>
            </a:r>
            <a:r>
              <a:rPr lang="en-US" sz="2700" b="1" dirty="0" err="1">
                <a:solidFill>
                  <a:prstClr val="black"/>
                </a:solidFill>
                <a:latin typeface="Calibri" pitchFamily="34" charset="0"/>
              </a:rPr>
              <a:t>ದಿಖಾವಾ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ಬಿಕಟ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ರೂಪ</a:t>
            </a:r>
            <a:r>
              <a:rPr lang="en-US" sz="2700" b="1" dirty="0">
                <a:solidFill>
                  <a:prstClr val="black"/>
                </a:solidFill>
                <a:latin typeface="Calibri" pitchFamily="34" charset="0"/>
              </a:rPr>
              <a:t>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ಜರಾವಾ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೯</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You appeared before </a:t>
            </a:r>
            <a:r>
              <a:rPr lang="en-US" b="1" dirty="0" err="1">
                <a:solidFill>
                  <a:prstClr val="black"/>
                </a:solidFill>
                <a:latin typeface="Palatino Linotype" pitchFamily="18" charset="0"/>
              </a:rPr>
              <a:t>Sita</a:t>
            </a:r>
            <a:r>
              <a:rPr lang="en-US" b="1" dirty="0">
                <a:solidFill>
                  <a:prstClr val="black"/>
                </a:solidFill>
                <a:latin typeface="Palatino Linotype" pitchFamily="18" charset="0"/>
              </a:rPr>
              <a:t> in a diminutive form and spoke to her, while you assumed an awesome form and struck terror by setting Lanka on fire.</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1169861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ChangeArrowheads="1"/>
          </p:cNvSpPr>
          <p:nvPr/>
        </p:nvSpPr>
        <p:spPr bwMode="auto">
          <a:xfrm>
            <a:off x="1143100" y="171536"/>
            <a:ext cx="6857802" cy="4685898"/>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भीम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रामचन्द्र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सँवारे</a:t>
            </a:r>
            <a:r>
              <a:rPr lang="en-IN" sz="3000" b="1" dirty="0">
                <a:solidFill>
                  <a:prstClr val="black"/>
                </a:solidFill>
                <a:latin typeface="Aparajita" pitchFamily="34" charset="0"/>
              </a:rPr>
              <a:t> ॥१०॥</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Bhéma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Asura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Saðhäre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Rämacandra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Saðväre</a:t>
            </a:r>
            <a:r>
              <a:rPr lang="en-US" sz="2700" b="1" dirty="0">
                <a:solidFill>
                  <a:prstClr val="black"/>
                </a:solidFill>
                <a:latin typeface="URW Palladio IT" pitchFamily="2" charset="0"/>
              </a:rPr>
              <a:t> || - 10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ಭೀಮ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ರೂಪ</a:t>
            </a:r>
            <a:r>
              <a:rPr lang="en-US" sz="2700" b="1" dirty="0">
                <a:solidFill>
                  <a:prstClr val="black"/>
                </a:solidFill>
                <a:latin typeface="Calibri" pitchFamily="34" charset="0"/>
              </a:rPr>
              <a:t>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ಅಸುರ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ಸಂಹಾರೇ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ರಾಮಚಂದ್ರ</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ಸಂವಾರೇ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೧೦</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He, with his terrible form, killed demons in Lanka and performed all acts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p>
        </p:txBody>
      </p:sp>
    </p:spTree>
    <p:extLst>
      <p:ext uri="{BB962C8B-B14F-4D97-AF65-F5344CB8AC3E}">
        <p14:creationId xmlns:p14="http://schemas.microsoft.com/office/powerpoint/2010/main" val="1716064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1143100" y="114371"/>
            <a:ext cx="6857802" cy="49628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सञ्जीवन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लखन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जियाये</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श्रीरघुबीर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हरषि</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लाये</a:t>
            </a:r>
            <a:r>
              <a:rPr lang="en-IN" sz="3000" b="1" dirty="0">
                <a:solidFill>
                  <a:prstClr val="black"/>
                </a:solidFill>
                <a:latin typeface="Aparajita" pitchFamily="34" charset="0"/>
              </a:rPr>
              <a:t> ॥११॥</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Läya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Sajévana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Lakhana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Jiyäye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Çréraghubéra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Harañi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Läye</a:t>
            </a:r>
            <a:r>
              <a:rPr lang="en-US" sz="2700" b="1" dirty="0">
                <a:solidFill>
                  <a:prstClr val="black"/>
                </a:solidFill>
                <a:latin typeface="URW Palladio IT" pitchFamily="2" charset="0"/>
              </a:rPr>
              <a:t> || - 11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ಲಾಯ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ಸಂಜೀವನ </a:t>
            </a:r>
            <a:r>
              <a:rPr lang="en-US" sz="2700" b="1" dirty="0" err="1">
                <a:solidFill>
                  <a:prstClr val="black"/>
                </a:solidFill>
                <a:latin typeface="Calibri" pitchFamily="34" charset="0"/>
              </a:rPr>
              <a:t>ಲಖ</a:t>
            </a:r>
            <a:r>
              <a:rPr lang="kn-IN" sz="2700" b="1" dirty="0">
                <a:solidFill>
                  <a:prstClr val="black"/>
                </a:solidFill>
                <a:latin typeface="Calibri" pitchFamily="34" charset="0"/>
                <a:ea typeface="Tunga" pitchFamily="2"/>
                <a:cs typeface="Tunga" pitchFamily="2"/>
              </a:rPr>
              <a:t>ನ </a:t>
            </a:r>
            <a:r>
              <a:rPr lang="en-US" sz="2700" b="1" dirty="0" err="1">
                <a:solidFill>
                  <a:prstClr val="black"/>
                </a:solidFill>
                <a:latin typeface="Calibri" pitchFamily="34" charset="0"/>
              </a:rPr>
              <a:t>ಜಿಯಾಯೇ</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ಶ್ರೀ</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kn-IN" sz="2700" b="1" dirty="0">
                <a:solidFill>
                  <a:prstClr val="black"/>
                </a:solidFill>
                <a:latin typeface="Calibri" pitchFamily="34" charset="0"/>
                <a:ea typeface="Tunga" pitchFamily="2"/>
                <a:cs typeface="Tunga" pitchFamily="2"/>
              </a:rPr>
              <a:t>ಷಿ</a:t>
            </a:r>
            <a:r>
              <a:rPr lang="en-US" sz="2700" b="1" dirty="0">
                <a:solidFill>
                  <a:prstClr val="black"/>
                </a:solidFill>
                <a:latin typeface="Calibri" pitchFamily="34" charset="0"/>
              </a:rPr>
              <a:t> </a:t>
            </a:r>
            <a:r>
              <a:rPr lang="en-US" sz="2700" b="1" dirty="0" err="1">
                <a:solidFill>
                  <a:prstClr val="black"/>
                </a:solidFill>
                <a:latin typeface="Calibri" pitchFamily="34" charset="0"/>
              </a:rPr>
              <a:t>ಉರ</a:t>
            </a:r>
            <a:r>
              <a:rPr lang="en-US" sz="2700" b="1" dirty="0">
                <a:solidFill>
                  <a:prstClr val="black"/>
                </a:solidFill>
                <a:latin typeface="Calibri" pitchFamily="34" charset="0"/>
              </a:rPr>
              <a:t> </a:t>
            </a:r>
            <a:r>
              <a:rPr lang="en-US" sz="2700" b="1" dirty="0" err="1">
                <a:solidFill>
                  <a:prstClr val="black"/>
                </a:solidFill>
                <a:latin typeface="Calibri" pitchFamily="34" charset="0"/>
              </a:rPr>
              <a:t>ಲಾಯೇ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೧೧</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When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made </a:t>
            </a:r>
            <a:r>
              <a:rPr lang="en-US" b="1" dirty="0" err="1">
                <a:solidFill>
                  <a:prstClr val="black"/>
                </a:solidFill>
                <a:latin typeface="Palatino Linotype" pitchFamily="18" charset="0"/>
              </a:rPr>
              <a:t>Lakshman</a:t>
            </a:r>
            <a:r>
              <a:rPr lang="en-US" b="1" dirty="0">
                <a:solidFill>
                  <a:prstClr val="black"/>
                </a:solidFill>
                <a:latin typeface="Palatino Linotype" pitchFamily="18" charset="0"/>
              </a:rPr>
              <a:t> alive after bringing '</a:t>
            </a:r>
            <a:r>
              <a:rPr lang="en-US" b="1" dirty="0" err="1">
                <a:solidFill>
                  <a:prstClr val="black"/>
                </a:solidFill>
                <a:latin typeface="Palatino Linotype" pitchFamily="18" charset="0"/>
              </a:rPr>
              <a:t>Sanjivni</a:t>
            </a:r>
            <a:r>
              <a:rPr lang="en-US" b="1" dirty="0">
                <a:solidFill>
                  <a:prstClr val="black"/>
                </a:solidFill>
                <a:latin typeface="Palatino Linotype" pitchFamily="18" charset="0"/>
              </a:rPr>
              <a:t> herb'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 took him in 	his deep embrace, his heart full of joy.</a:t>
            </a:r>
          </a:p>
        </p:txBody>
      </p:sp>
    </p:spTree>
    <p:extLst>
      <p:ext uri="{BB962C8B-B14F-4D97-AF65-F5344CB8AC3E}">
        <p14:creationId xmlns:p14="http://schemas.microsoft.com/office/powerpoint/2010/main" val="4234083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1200248" y="84"/>
            <a:ext cx="6800653" cy="5632311"/>
          </a:xfrm>
          <a:prstGeom prst="rect">
            <a:avLst/>
          </a:prstGeom>
          <a:noFill/>
          <a:ln w="9525">
            <a:noFill/>
            <a:miter lim="800000"/>
            <a:headEnd/>
            <a:tailEnd/>
          </a:ln>
        </p:spPr>
        <p:txBody>
          <a:bodyPr wrap="square">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रघुपति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बड़ाई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भरतहि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भाई</a:t>
            </a:r>
            <a:r>
              <a:rPr lang="en-IN" sz="3000" b="1" dirty="0">
                <a:solidFill>
                  <a:prstClr val="black"/>
                </a:solidFill>
                <a:latin typeface="Aparajita" pitchFamily="34" charset="0"/>
              </a:rPr>
              <a:t> ॥१२॥</a:t>
            </a:r>
          </a:p>
          <a:p>
            <a:pPr algn="ctr" defTabSz="685754"/>
            <a:endParaRPr lang="en-IN" sz="3000" b="1" dirty="0">
              <a:solidFill>
                <a:prstClr val="black"/>
              </a:solidFill>
              <a:latin typeface="Aparajita" pitchFamily="34" charset="0"/>
            </a:endParaRPr>
          </a:p>
          <a:p>
            <a:pPr algn="ctr" defTabSz="685754"/>
            <a:r>
              <a:rPr lang="en-US" sz="2400" b="1" dirty="0" err="1">
                <a:solidFill>
                  <a:prstClr val="black"/>
                </a:solidFill>
                <a:latin typeface="Aparajita" pitchFamily="34" charset="0"/>
              </a:rPr>
              <a:t>Raghupati</a:t>
            </a:r>
            <a:r>
              <a:rPr lang="en-US" sz="2400" b="1" dirty="0">
                <a:solidFill>
                  <a:prstClr val="black"/>
                </a:solidFill>
                <a:latin typeface="Aparajita" pitchFamily="34" charset="0"/>
              </a:rPr>
              <a:t> </a:t>
            </a:r>
            <a:r>
              <a:rPr lang="en-US" sz="2400" b="1" dirty="0" err="1">
                <a:solidFill>
                  <a:prstClr val="black"/>
                </a:solidFill>
                <a:latin typeface="Aparajita" pitchFamily="34" charset="0"/>
              </a:rPr>
              <a:t>Kénhé</a:t>
            </a:r>
            <a:r>
              <a:rPr lang="en-US" sz="2400" b="1" dirty="0">
                <a:solidFill>
                  <a:prstClr val="black"/>
                </a:solidFill>
                <a:latin typeface="Aparajita" pitchFamily="34" charset="0"/>
              </a:rPr>
              <a:t> </a:t>
            </a:r>
            <a:r>
              <a:rPr lang="en-US" sz="2400" b="1" dirty="0" err="1">
                <a:solidFill>
                  <a:prstClr val="black"/>
                </a:solidFill>
                <a:latin typeface="Aparajita" pitchFamily="34" charset="0"/>
              </a:rPr>
              <a:t>Bahuta</a:t>
            </a:r>
            <a:r>
              <a:rPr lang="en-US" sz="2400" b="1" dirty="0">
                <a:solidFill>
                  <a:prstClr val="black"/>
                </a:solidFill>
                <a:latin typeface="Aparajita" pitchFamily="34" charset="0"/>
              </a:rPr>
              <a:t> </a:t>
            </a:r>
            <a:r>
              <a:rPr lang="en-US" sz="2400" b="1" dirty="0" err="1">
                <a:solidFill>
                  <a:prstClr val="black"/>
                </a:solidFill>
                <a:latin typeface="Aparajita" pitchFamily="34" charset="0"/>
              </a:rPr>
              <a:t>Baòäé</a:t>
            </a:r>
            <a:r>
              <a:rPr lang="en-US" sz="2400" b="1" dirty="0">
                <a:solidFill>
                  <a:prstClr val="black"/>
                </a:solidFill>
                <a:latin typeface="Aparajita" pitchFamily="34" charset="0"/>
              </a:rPr>
              <a:t> | </a:t>
            </a:r>
          </a:p>
          <a:p>
            <a:pPr algn="ctr" defTabSz="685754"/>
            <a:r>
              <a:rPr lang="en-US" sz="2400" b="1" dirty="0" err="1">
                <a:solidFill>
                  <a:prstClr val="black"/>
                </a:solidFill>
                <a:latin typeface="Aparajita" pitchFamily="34" charset="0"/>
              </a:rPr>
              <a:t>Tum</a:t>
            </a:r>
            <a:r>
              <a:rPr lang="en-US" sz="2400" b="1" dirty="0">
                <a:solidFill>
                  <a:prstClr val="black"/>
                </a:solidFill>
                <a:latin typeface="Aparajita" pitchFamily="34" charset="0"/>
              </a:rPr>
              <a:t> Mama Priya </a:t>
            </a:r>
            <a:r>
              <a:rPr lang="en-US" sz="2400" b="1" dirty="0" err="1">
                <a:solidFill>
                  <a:prstClr val="black"/>
                </a:solidFill>
                <a:latin typeface="Aparajita" pitchFamily="34" charset="0"/>
              </a:rPr>
              <a:t>Bharatahi</a:t>
            </a:r>
            <a:r>
              <a:rPr lang="en-US" sz="2400" b="1" dirty="0">
                <a:solidFill>
                  <a:prstClr val="black"/>
                </a:solidFill>
                <a:latin typeface="Aparajita" pitchFamily="34" charset="0"/>
              </a:rPr>
              <a:t> Sama </a:t>
            </a:r>
            <a:r>
              <a:rPr lang="en-US" sz="2400" b="1" dirty="0" err="1">
                <a:solidFill>
                  <a:prstClr val="black"/>
                </a:solidFill>
                <a:latin typeface="Aparajita" pitchFamily="34" charset="0"/>
              </a:rPr>
              <a:t>Bhäé</a:t>
            </a:r>
            <a:r>
              <a:rPr lang="en-US" sz="2400" b="1" dirty="0">
                <a:solidFill>
                  <a:prstClr val="black"/>
                </a:solidFill>
                <a:latin typeface="Aparajita" pitchFamily="34" charset="0"/>
              </a:rPr>
              <a:t>||-12</a:t>
            </a:r>
          </a:p>
          <a:p>
            <a:pPr algn="ctr" defTabSz="685754"/>
            <a:r>
              <a:rPr lang="en-US" sz="2400" b="1" dirty="0">
                <a:solidFill>
                  <a:prstClr val="black"/>
                </a:solidFill>
                <a:latin typeface="Aparajita" pitchFamily="34" charset="0"/>
              </a:rPr>
              <a:t>	</a:t>
            </a:r>
          </a:p>
          <a:p>
            <a:pPr algn="ctr" defTabSz="685754"/>
            <a:r>
              <a:rPr lang="en-US" sz="2400" b="1" dirty="0" err="1">
                <a:solidFill>
                  <a:prstClr val="black"/>
                </a:solidFill>
                <a:latin typeface="Aparajita" pitchFamily="34" charset="0"/>
              </a:rPr>
              <a:t>ರಘುಪತಿ</a:t>
            </a:r>
            <a:r>
              <a:rPr lang="en-US" sz="2400" b="1" dirty="0">
                <a:solidFill>
                  <a:prstClr val="black"/>
                </a:solidFill>
                <a:latin typeface="Aparajita" pitchFamily="34" charset="0"/>
              </a:rPr>
              <a:t> </a:t>
            </a:r>
            <a:r>
              <a:rPr lang="en-US" sz="2400" b="1" dirty="0" err="1">
                <a:solidFill>
                  <a:prstClr val="black"/>
                </a:solidFill>
                <a:latin typeface="Aparajita" pitchFamily="34" charset="0"/>
              </a:rPr>
              <a:t>ಕೀಂಹೀ</a:t>
            </a:r>
            <a:r>
              <a:rPr lang="en-US" sz="2400" b="1" dirty="0">
                <a:solidFill>
                  <a:prstClr val="black"/>
                </a:solidFill>
                <a:latin typeface="Aparajita" pitchFamily="34" charset="0"/>
              </a:rPr>
              <a:t> </a:t>
            </a:r>
            <a:r>
              <a:rPr lang="en-US" sz="2400" b="1" dirty="0" err="1">
                <a:solidFill>
                  <a:prstClr val="black"/>
                </a:solidFill>
                <a:latin typeface="Aparajita" pitchFamily="34" charset="0"/>
              </a:rPr>
              <a:t>ಬಹುತ</a:t>
            </a:r>
            <a:r>
              <a:rPr lang="en-US" sz="2400" b="1" dirty="0">
                <a:solidFill>
                  <a:prstClr val="black"/>
                </a:solidFill>
                <a:latin typeface="Aparajita" pitchFamily="34" charset="0"/>
              </a:rPr>
              <a:t> </a:t>
            </a:r>
            <a:r>
              <a:rPr lang="en-US" sz="2400" b="1" dirty="0" err="1">
                <a:solidFill>
                  <a:prstClr val="black"/>
                </a:solidFill>
                <a:latin typeface="Aparajita" pitchFamily="34" charset="0"/>
              </a:rPr>
              <a:t>ಬಡಾಈ</a:t>
            </a:r>
            <a:r>
              <a:rPr lang="en-US" sz="2400" b="1" dirty="0">
                <a:solidFill>
                  <a:prstClr val="black"/>
                </a:solidFill>
                <a:latin typeface="Aparajita" pitchFamily="34" charset="0"/>
              </a:rPr>
              <a:t> ।</a:t>
            </a:r>
          </a:p>
          <a:p>
            <a:pPr algn="ctr" defTabSz="685754"/>
            <a:r>
              <a:rPr lang="en-US" sz="2400" b="1" dirty="0" err="1">
                <a:solidFill>
                  <a:prstClr val="black"/>
                </a:solidFill>
                <a:latin typeface="Aparajita" pitchFamily="34" charset="0"/>
              </a:rPr>
              <a:t>ತುಮ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ಮಮ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ಪ್ರಿಯ</a:t>
            </a:r>
            <a:r>
              <a:rPr lang="en-US" sz="2400" b="1" dirty="0">
                <a:solidFill>
                  <a:prstClr val="black"/>
                </a:solidFill>
                <a:latin typeface="Aparajita" pitchFamily="34" charset="0"/>
              </a:rPr>
              <a:t> </a:t>
            </a:r>
            <a:r>
              <a:rPr lang="en-US" sz="2400" b="1" dirty="0" err="1">
                <a:solidFill>
                  <a:prstClr val="black"/>
                </a:solidFill>
                <a:latin typeface="Aparajita" pitchFamily="34" charset="0"/>
              </a:rPr>
              <a:t>ಭರತಹಿ</a:t>
            </a:r>
            <a:r>
              <a:rPr lang="en-US" sz="2400" b="1" dirty="0">
                <a:solidFill>
                  <a:prstClr val="black"/>
                </a:solidFill>
                <a:latin typeface="Aparajita" pitchFamily="34" charset="0"/>
              </a:rPr>
              <a:t> </a:t>
            </a:r>
            <a:r>
              <a:rPr lang="en-US" sz="2400" b="1" dirty="0" err="1">
                <a:solidFill>
                  <a:prstClr val="black"/>
                </a:solidFill>
                <a:latin typeface="Aparajita" pitchFamily="34" charset="0"/>
              </a:rPr>
              <a:t>ಸಮ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ಭಾಈ</a:t>
            </a:r>
            <a:r>
              <a:rPr lang="en-US" sz="2400" b="1" dirty="0">
                <a:solidFill>
                  <a:prstClr val="black"/>
                </a:solidFill>
                <a:latin typeface="Aparajita" pitchFamily="34" charset="0"/>
              </a:rPr>
              <a:t> ॥</a:t>
            </a:r>
            <a:r>
              <a:rPr lang="kn-IN" sz="2400" b="1" dirty="0">
                <a:solidFill>
                  <a:prstClr val="black"/>
                </a:solidFill>
                <a:latin typeface="Aparajita" pitchFamily="34" charset="0"/>
              </a:rPr>
              <a:t>೧೨</a:t>
            </a:r>
            <a:r>
              <a:rPr lang="en-US" sz="2400" b="1" dirty="0">
                <a:solidFill>
                  <a:prstClr val="black"/>
                </a:solidFill>
                <a:latin typeface="Aparajita" pitchFamily="34" charset="0"/>
              </a:rPr>
              <a:t>॥</a:t>
            </a:r>
          </a:p>
          <a:p>
            <a:pPr algn="ctr" defTabSz="685754"/>
            <a:r>
              <a:rPr lang="en-US" sz="3000" b="1" dirty="0">
                <a:solidFill>
                  <a:prstClr val="black"/>
                </a:solidFill>
                <a:latin typeface="Aparajita" pitchFamily="34" charset="0"/>
              </a:rPr>
              <a:t>	</a:t>
            </a:r>
          </a:p>
          <a:p>
            <a:pPr algn="ctr" defTabSz="685754"/>
            <a:r>
              <a:rPr lang="en-US" b="1" dirty="0">
                <a:solidFill>
                  <a:prstClr val="black"/>
                </a:solidFill>
                <a:latin typeface="Aparajita" pitchFamily="34" charset="0"/>
              </a:rPr>
              <a:t>Shri Ram enthusiastically extolled </a:t>
            </a:r>
            <a:r>
              <a:rPr lang="en-US" b="1" dirty="0" err="1">
                <a:solidFill>
                  <a:prstClr val="black"/>
                </a:solidFill>
                <a:latin typeface="Aparajita" pitchFamily="34" charset="0"/>
              </a:rPr>
              <a:t>Hanumanji's</a:t>
            </a:r>
            <a:r>
              <a:rPr lang="en-US" b="1" dirty="0">
                <a:solidFill>
                  <a:prstClr val="black"/>
                </a:solidFill>
                <a:latin typeface="Aparajita" pitchFamily="34" charset="0"/>
              </a:rPr>
              <a:t> excellence and remarked, "you are as dear to me as 	my own brother Bharat”</a:t>
            </a:r>
          </a:p>
          <a:p>
            <a:pPr algn="ctr" defTabSz="685754"/>
            <a:r>
              <a:rPr lang="en-US" b="1" dirty="0">
                <a:solidFill>
                  <a:prstClr val="black"/>
                </a:solidFill>
                <a:latin typeface="Palatino Linotype" pitchFamily="18" charset="0"/>
              </a:rPr>
              <a:t>		</a:t>
            </a:r>
            <a:br>
              <a:rPr lang="en-US" b="1" dirty="0">
                <a:solidFill>
                  <a:prstClr val="black"/>
                </a:solidFill>
                <a:latin typeface="Calibri" pitchFamily="34" charset="0"/>
              </a:rPr>
            </a:br>
            <a:endParaRPr lang="en-US" b="1" dirty="0">
              <a:solidFill>
                <a:prstClr val="black"/>
              </a:solidFill>
              <a:latin typeface="Calibri" pitchFamily="34" charset="0"/>
            </a:endParaRPr>
          </a:p>
        </p:txBody>
      </p:sp>
    </p:spTree>
    <p:extLst>
      <p:ext uri="{BB962C8B-B14F-4D97-AF65-F5344CB8AC3E}">
        <p14:creationId xmlns:p14="http://schemas.microsoft.com/office/powerpoint/2010/main" val="2690984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1143100" y="85"/>
            <a:ext cx="6857802" cy="4939814"/>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सहस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श्रीपति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कण्ठ</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लगावैं</a:t>
            </a:r>
            <a:r>
              <a:rPr lang="en-IN" sz="3000" b="1" dirty="0">
                <a:solidFill>
                  <a:prstClr val="black"/>
                </a:solidFill>
                <a:latin typeface="Aparajita" pitchFamily="34" charset="0"/>
              </a:rPr>
              <a:t> ॥१३॥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Sahasa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Badana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Gävaià</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Asa </a:t>
            </a:r>
            <a:r>
              <a:rPr lang="en-US" sz="2700" b="1" dirty="0" err="1">
                <a:solidFill>
                  <a:prstClr val="black"/>
                </a:solidFill>
                <a:latin typeface="URW Palladio IT" pitchFamily="2" charset="0"/>
              </a:rPr>
              <a:t>Kahi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Çrépati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Kaëöha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Lagävaià</a:t>
            </a:r>
            <a:r>
              <a:rPr lang="en-US" sz="2700" b="1" dirty="0">
                <a:solidFill>
                  <a:prstClr val="black"/>
                </a:solidFill>
                <a:latin typeface="URW Palladio IT" pitchFamily="2" charset="0"/>
              </a:rPr>
              <a:t> || - 13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ಸಹಸ</a:t>
            </a:r>
            <a:r>
              <a:rPr lang="en-US" sz="2700" b="1" dirty="0">
                <a:solidFill>
                  <a:prstClr val="black"/>
                </a:solidFill>
                <a:latin typeface="Calibri" pitchFamily="34" charset="0"/>
              </a:rPr>
              <a:t> </a:t>
            </a:r>
            <a:r>
              <a:rPr lang="en-US" sz="2700" b="1" dirty="0" err="1">
                <a:solidFill>
                  <a:prstClr val="black"/>
                </a:solidFill>
                <a:latin typeface="Calibri" pitchFamily="34" charset="0"/>
              </a:rPr>
              <a:t>ಬದನ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ಜಸ</a:t>
            </a:r>
            <a:r>
              <a:rPr lang="en-US" sz="2700" b="1" dirty="0">
                <a:solidFill>
                  <a:prstClr val="black"/>
                </a:solidFill>
                <a:latin typeface="Calibri" pitchFamily="34" charset="0"/>
              </a:rPr>
              <a:t> </a:t>
            </a:r>
            <a:r>
              <a:rPr lang="en-US" sz="2700" b="1" dirty="0" err="1">
                <a:solidFill>
                  <a:prstClr val="black"/>
                </a:solidFill>
                <a:latin typeface="Calibri" pitchFamily="34" charset="0"/>
              </a:rPr>
              <a:t>ಗಾವೈ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ಶ್ರೀಪತಿ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ಕಂಠ</a:t>
            </a:r>
            <a:r>
              <a:rPr lang="en-US" sz="2700" b="1" dirty="0">
                <a:solidFill>
                  <a:prstClr val="black"/>
                </a:solidFill>
                <a:latin typeface="Calibri" pitchFamily="34" charset="0"/>
              </a:rPr>
              <a:t> </a:t>
            </a:r>
            <a:r>
              <a:rPr lang="en-US" sz="2700" b="1" dirty="0" err="1">
                <a:solidFill>
                  <a:prstClr val="black"/>
                </a:solidFill>
                <a:latin typeface="Calibri" pitchFamily="34" charset="0"/>
              </a:rPr>
              <a:t>ಲಗಾವೈ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೧೩</a:t>
            </a:r>
            <a:r>
              <a:rPr lang="en-US" sz="2700" b="1" dirty="0">
                <a:solidFill>
                  <a:prstClr val="black"/>
                </a:solidFill>
                <a:latin typeface="Calibri" pitchFamily="34" charset="0"/>
              </a:rPr>
              <a:t>॥</a:t>
            </a:r>
          </a:p>
          <a:p>
            <a:pPr algn="ctr" defTabSz="685754"/>
            <a:endParaRPr lang="en-US" sz="2700" b="1" dirty="0">
              <a:solidFill>
                <a:prstClr val="black"/>
              </a:solidFill>
              <a:latin typeface="Palatino Linotype" pitchFamily="18" charset="0"/>
            </a:endParaRPr>
          </a:p>
          <a:p>
            <a:pPr algn="ctr" defTabSz="685754"/>
            <a:r>
              <a:rPr lang="en-US" b="1" dirty="0">
                <a:solidFill>
                  <a:prstClr val="black"/>
                </a:solidFill>
                <a:latin typeface="Palatino Linotype" pitchFamily="18" charset="0"/>
              </a:rPr>
              <a:t>Shri Ram embraced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saying: "Let the thousand - tongued </a:t>
            </a:r>
            <a:r>
              <a:rPr lang="en-US" b="1" dirty="0" err="1">
                <a:solidFill>
                  <a:prstClr val="black"/>
                </a:solidFill>
                <a:latin typeface="Palatino Linotype" pitchFamily="18" charset="0"/>
              </a:rPr>
              <a:t>sheshnaag</a:t>
            </a:r>
            <a:r>
              <a:rPr lang="en-US" b="1" dirty="0">
                <a:solidFill>
                  <a:prstClr val="black"/>
                </a:solidFill>
                <a:latin typeface="Palatino Linotype" pitchFamily="18" charset="0"/>
              </a:rPr>
              <a:t> sing your glories”</a:t>
            </a:r>
          </a:p>
          <a:p>
            <a:pPr algn="ctr" defTabSz="685754"/>
            <a:r>
              <a:rPr lang="en-US" sz="2700" b="1" dirty="0">
                <a:solidFill>
                  <a:prstClr val="black"/>
                </a:solidFill>
                <a:latin typeface="Palatino Linotype" pitchFamily="18" charset="0"/>
              </a:rPr>
              <a:t>	</a:t>
            </a:r>
          </a:p>
        </p:txBody>
      </p:sp>
    </p:spTree>
    <p:extLst>
      <p:ext uri="{BB962C8B-B14F-4D97-AF65-F5344CB8AC3E}">
        <p14:creationId xmlns:p14="http://schemas.microsoft.com/office/powerpoint/2010/main" val="8006883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1314545" y="85"/>
            <a:ext cx="6457763" cy="5309146"/>
          </a:xfrm>
          <a:prstGeom prst="rect">
            <a:avLst/>
          </a:prstGeom>
          <a:noFill/>
          <a:ln w="9525">
            <a:noFill/>
            <a:miter lim="800000"/>
            <a:headEnd/>
            <a:tailEnd/>
          </a:ln>
        </p:spPr>
        <p:txBody>
          <a:bodyPr>
            <a:spAutoFit/>
          </a:bodyPr>
          <a:lstStyle/>
          <a:p>
            <a:pPr algn="ctr" defTabSz="685754"/>
            <a:endParaRPr lang="en-IN" sz="12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सनकादिक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ब्रह्मादि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नारद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अहीसा</a:t>
            </a:r>
            <a:r>
              <a:rPr lang="en-IN" sz="3000" b="1" dirty="0">
                <a:solidFill>
                  <a:prstClr val="black"/>
                </a:solidFill>
                <a:latin typeface="Aparajita" pitchFamily="34" charset="0"/>
              </a:rPr>
              <a:t> ॥१४॥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Sanakädika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Brahmädi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Munésä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Närada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Särada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Sahita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Ahésä</a:t>
            </a:r>
            <a:r>
              <a:rPr lang="en-US" sz="2700" b="1" dirty="0">
                <a:solidFill>
                  <a:prstClr val="black"/>
                </a:solidFill>
                <a:latin typeface="URW Palladio IT" pitchFamily="2" charset="0"/>
              </a:rPr>
              <a:t> || - 14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ಸನ</a:t>
            </a:r>
            <a:r>
              <a:rPr lang="kn-IN" sz="2700" b="1" dirty="0">
                <a:solidFill>
                  <a:prstClr val="black"/>
                </a:solidFill>
                <a:latin typeface="Calibri" pitchFamily="34" charset="0"/>
                <a:ea typeface="Tunga" pitchFamily="2"/>
                <a:cs typeface="Tunga" pitchFamily="2"/>
              </a:rPr>
              <a:t>ಕಾ</a:t>
            </a:r>
            <a:r>
              <a:rPr lang="en-US" sz="2700" b="1" dirty="0" err="1">
                <a:solidFill>
                  <a:prstClr val="black"/>
                </a:solidFill>
                <a:latin typeface="Calibri" pitchFamily="34" charset="0"/>
              </a:rPr>
              <a:t>ದಿಕ</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ಬ್ರಹ್ಮಾದಿ</a:t>
            </a:r>
            <a:r>
              <a:rPr lang="en-US" sz="2700" b="1" dirty="0">
                <a:solidFill>
                  <a:prstClr val="black"/>
                </a:solidFill>
                <a:latin typeface="Calibri" pitchFamily="34" charset="0"/>
              </a:rPr>
              <a:t> </a:t>
            </a:r>
            <a:r>
              <a:rPr lang="en-US" sz="2700" b="1" dirty="0" err="1">
                <a:solidFill>
                  <a:prstClr val="black"/>
                </a:solidFill>
                <a:latin typeface="Calibri" pitchFamily="34" charset="0"/>
              </a:rPr>
              <a:t>ಮು</a:t>
            </a:r>
            <a:r>
              <a:rPr lang="kn-IN" sz="2700" b="1" dirty="0">
                <a:solidFill>
                  <a:prstClr val="black"/>
                </a:solidFill>
                <a:latin typeface="Calibri" pitchFamily="34" charset="0"/>
                <a:ea typeface="Tunga" pitchFamily="2"/>
                <a:cs typeface="Tunga" pitchFamily="2"/>
              </a:rPr>
              <a:t>ನೀ</a:t>
            </a:r>
            <a:r>
              <a:rPr lang="en-US" sz="2700" b="1" dirty="0" err="1">
                <a:solidFill>
                  <a:prstClr val="black"/>
                </a:solidFill>
                <a:latin typeface="Calibri" pitchFamily="34" charset="0"/>
              </a:rPr>
              <a:t>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ನಾರದ</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ಸಾರದ</a:t>
            </a:r>
            <a:r>
              <a:rPr lang="en-US" sz="2700" b="1" dirty="0">
                <a:solidFill>
                  <a:prstClr val="black"/>
                </a:solidFill>
                <a:latin typeface="Calibri" pitchFamily="34" charset="0"/>
              </a:rPr>
              <a:t> </a:t>
            </a:r>
            <a:r>
              <a:rPr lang="en-US" sz="2700" b="1" dirty="0" err="1">
                <a:solidFill>
                  <a:prstClr val="black"/>
                </a:solidFill>
                <a:latin typeface="Calibri" pitchFamily="34" charset="0"/>
              </a:rPr>
              <a:t>ಸಹಿತ</a:t>
            </a:r>
            <a:r>
              <a:rPr lang="en-US" sz="2700" b="1" dirty="0">
                <a:solidFill>
                  <a:prstClr val="black"/>
                </a:solidFill>
                <a:latin typeface="Calibri" pitchFamily="34" charset="0"/>
              </a:rPr>
              <a:t> </a:t>
            </a:r>
            <a:r>
              <a:rPr lang="en-US" sz="2700" b="1" dirty="0" err="1">
                <a:solidFill>
                  <a:prstClr val="black"/>
                </a:solidFill>
                <a:latin typeface="Calibri" pitchFamily="34" charset="0"/>
              </a:rPr>
              <a:t>ಅಹೀಸಾ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೧೪</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Sanak</a:t>
            </a:r>
            <a:r>
              <a:rPr lang="en-US" b="1" dirty="0">
                <a:solidFill>
                  <a:prstClr val="black"/>
                </a:solidFill>
                <a:latin typeface="Palatino Linotype" pitchFamily="18" charset="0"/>
              </a:rPr>
              <a:t> and the sages, saints. Lord Brahma, the great hermits </a:t>
            </a:r>
            <a:r>
              <a:rPr lang="en-US" b="1" dirty="0" err="1">
                <a:solidFill>
                  <a:prstClr val="black"/>
                </a:solidFill>
                <a:latin typeface="Palatino Linotype" pitchFamily="18" charset="0"/>
              </a:rPr>
              <a:t>Narad</a:t>
            </a:r>
            <a:r>
              <a:rPr lang="en-US" b="1" dirty="0">
                <a:solidFill>
                  <a:prstClr val="black"/>
                </a:solidFill>
                <a:latin typeface="Palatino Linotype" pitchFamily="18" charset="0"/>
              </a:rPr>
              <a:t> and Goddess </a:t>
            </a:r>
            <a:r>
              <a:rPr lang="en-US" b="1" dirty="0" err="1">
                <a:solidFill>
                  <a:prstClr val="black"/>
                </a:solidFill>
                <a:latin typeface="Palatino Linotype" pitchFamily="18" charset="0"/>
              </a:rPr>
              <a:t>Saraswati</a:t>
            </a:r>
            <a:r>
              <a:rPr lang="en-US" b="1" dirty="0">
                <a:solidFill>
                  <a:prstClr val="black"/>
                </a:solidFill>
                <a:latin typeface="Palatino Linotype" pitchFamily="18" charset="0"/>
              </a:rPr>
              <a:t> along with </a:t>
            </a:r>
            <a:r>
              <a:rPr lang="en-US" b="1" dirty="0" err="1">
                <a:solidFill>
                  <a:prstClr val="black"/>
                </a:solidFill>
                <a:latin typeface="Palatino Linotype" pitchFamily="18" charset="0"/>
              </a:rPr>
              <a:t>Sheshnag</a:t>
            </a:r>
            <a:r>
              <a:rPr lang="en-US" b="1" dirty="0">
                <a:solidFill>
                  <a:prstClr val="black"/>
                </a:solidFill>
                <a:latin typeface="Palatino Linotype" pitchFamily="18" charset="0"/>
              </a:rPr>
              <a:t> the cosmic serpent, fail to sing the glories of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exactly</a:t>
            </a:r>
          </a:p>
          <a:p>
            <a:pPr algn="ctr" defTabSz="685754"/>
            <a:r>
              <a:rPr lang="en-US" sz="2100" b="1" dirty="0">
                <a:solidFill>
                  <a:prstClr val="black"/>
                </a:solidFill>
                <a:latin typeface="Palatino Linotype" pitchFamily="18" charset="0"/>
              </a:rPr>
              <a:t>		</a:t>
            </a:r>
            <a:endParaRPr lang="en-US" b="1" dirty="0">
              <a:solidFill>
                <a:prstClr val="black"/>
              </a:solidFill>
              <a:latin typeface="Palatino Linotype" pitchFamily="18" charset="0"/>
            </a:endParaRPr>
          </a:p>
        </p:txBody>
      </p:sp>
    </p:spTree>
    <p:extLst>
      <p:ext uri="{BB962C8B-B14F-4D97-AF65-F5344CB8AC3E}">
        <p14:creationId xmlns:p14="http://schemas.microsoft.com/office/powerpoint/2010/main" val="8375526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1143100" y="-114220"/>
            <a:ext cx="6857802" cy="5493812"/>
          </a:xfrm>
          <a:prstGeom prst="rect">
            <a:avLst/>
          </a:prstGeom>
          <a:noFill/>
          <a:ln w="9525">
            <a:noFill/>
            <a:miter lim="800000"/>
            <a:headEnd/>
            <a:tailEnd/>
          </a:ln>
        </p:spPr>
        <p:txBody>
          <a:bodyPr wrap="square">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दिगपाल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कोबिद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॥१५॥</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Jama </a:t>
            </a:r>
            <a:r>
              <a:rPr lang="en-US" sz="2700" b="1" dirty="0" err="1">
                <a:solidFill>
                  <a:prstClr val="black"/>
                </a:solidFill>
                <a:latin typeface="URW Palladio IT" pitchFamily="2" charset="0"/>
              </a:rPr>
              <a:t>Kubera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Digapäla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Kabi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Kobida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Kahi</a:t>
            </a:r>
            <a:r>
              <a:rPr lang="en-US" sz="2700" b="1" dirty="0">
                <a:solidFill>
                  <a:prstClr val="black"/>
                </a:solidFill>
                <a:latin typeface="URW Palladio IT" pitchFamily="2" charset="0"/>
              </a:rPr>
              <a:t> Sake </a:t>
            </a:r>
            <a:r>
              <a:rPr lang="en-US" sz="2700" b="1" dirty="0" err="1">
                <a:solidFill>
                  <a:prstClr val="black"/>
                </a:solidFill>
                <a:latin typeface="URW Palladio IT" pitchFamily="2" charset="0"/>
              </a:rPr>
              <a:t>Kahäð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a:t>
            </a:r>
            <a:r>
              <a:rPr lang="en-US" sz="2700" b="1" dirty="0">
                <a:solidFill>
                  <a:prstClr val="black"/>
                </a:solidFill>
                <a:latin typeface="URW Palladio IT" pitchFamily="2" charset="0"/>
              </a:rPr>
              <a:t> || - 15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ದಿಗಪಾಲ</a:t>
            </a:r>
            <a:r>
              <a:rPr lang="en-US" sz="2700" b="1" dirty="0">
                <a:solidFill>
                  <a:prstClr val="black"/>
                </a:solidFill>
                <a:latin typeface="Calibri" pitchFamily="34" charset="0"/>
              </a:rPr>
              <a:t> </a:t>
            </a:r>
            <a:r>
              <a:rPr lang="en-US" sz="2700" b="1" dirty="0" err="1">
                <a:solidFill>
                  <a:prstClr val="black"/>
                </a:solidFill>
                <a:latin typeface="Calibri" pitchFamily="34" charset="0"/>
              </a:rPr>
              <a:t>ಜಹಾ</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ಕಬಿ</a:t>
            </a:r>
            <a:r>
              <a:rPr lang="en-US" sz="2700" b="1" dirty="0">
                <a:solidFill>
                  <a:prstClr val="black"/>
                </a:solidFill>
                <a:latin typeface="Calibri" pitchFamily="34" charset="0"/>
              </a:rPr>
              <a:t> </a:t>
            </a:r>
            <a:r>
              <a:rPr lang="en-US" sz="2700" b="1" dirty="0" err="1">
                <a:solidFill>
                  <a:prstClr val="black"/>
                </a:solidFill>
                <a:latin typeface="Calibri" pitchFamily="34" charset="0"/>
              </a:rPr>
              <a:t>ಕೋಬಿದ</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ಸಕೇ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೧೫</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What to talk of denizens of the poets and scholars </a:t>
            </a:r>
            <a:r>
              <a:rPr lang="en-US" b="1" dirty="0" err="1">
                <a:solidFill>
                  <a:prstClr val="black"/>
                </a:solidFill>
                <a:latin typeface="Palatino Linotype" pitchFamily="18" charset="0"/>
              </a:rPr>
              <a:t>etc</a:t>
            </a:r>
            <a:r>
              <a:rPr lang="en-US" b="1" dirty="0">
                <a:solidFill>
                  <a:prstClr val="black"/>
                </a:solidFill>
                <a:latin typeface="Palatino Linotype" pitchFamily="18" charset="0"/>
              </a:rPr>
              <a:t>, even Gods like </a:t>
            </a:r>
            <a:r>
              <a:rPr lang="en-US" b="1" dirty="0" err="1">
                <a:solidFill>
                  <a:prstClr val="black"/>
                </a:solidFill>
                <a:latin typeface="Palatino Linotype" pitchFamily="18" charset="0"/>
              </a:rPr>
              <a:t>Yamraj</a:t>
            </a:r>
            <a:r>
              <a:rPr lang="en-US" b="1" dirty="0">
                <a:solidFill>
                  <a:prstClr val="black"/>
                </a:solidFill>
                <a:latin typeface="Palatino Linotype" pitchFamily="18" charset="0"/>
              </a:rPr>
              <a:t>, </a:t>
            </a:r>
            <a:r>
              <a:rPr lang="en-US" b="1" dirty="0" err="1">
                <a:solidFill>
                  <a:prstClr val="black"/>
                </a:solidFill>
                <a:latin typeface="Palatino Linotype" pitchFamily="18" charset="0"/>
              </a:rPr>
              <a:t>Kuber</a:t>
            </a:r>
            <a:r>
              <a:rPr lang="en-US" b="1" dirty="0">
                <a:solidFill>
                  <a:prstClr val="black"/>
                </a:solidFill>
                <a:latin typeface="Palatino Linotype" pitchFamily="18" charset="0"/>
              </a:rPr>
              <a:t>, and </a:t>
            </a:r>
            <a:r>
              <a:rPr lang="en-US" b="1" dirty="0" err="1">
                <a:solidFill>
                  <a:prstClr val="black"/>
                </a:solidFill>
                <a:latin typeface="Palatino Linotype" pitchFamily="18" charset="0"/>
              </a:rPr>
              <a:t>Digpal</a:t>
            </a:r>
            <a:r>
              <a:rPr lang="en-US" b="1" dirty="0">
                <a:solidFill>
                  <a:prstClr val="black"/>
                </a:solidFill>
                <a:latin typeface="Palatino Linotype" pitchFamily="18" charset="0"/>
              </a:rPr>
              <a:t> fail to narrate Hanuman's greatness in total.</a:t>
            </a:r>
          </a:p>
          <a:p>
            <a:pPr algn="ctr" defTabSz="685754"/>
            <a:r>
              <a:rPr lang="en-US" sz="2400" b="1" dirty="0">
                <a:solidFill>
                  <a:prstClr val="black"/>
                </a:solidFill>
                <a:latin typeface="Palatino Linotype" pitchFamily="18" charset="0"/>
              </a:rPr>
              <a:t>		</a:t>
            </a:r>
          </a:p>
        </p:txBody>
      </p:sp>
    </p:spTree>
    <p:extLst>
      <p:ext uri="{BB962C8B-B14F-4D97-AF65-F5344CB8AC3E}">
        <p14:creationId xmlns:p14="http://schemas.microsoft.com/office/powerpoint/2010/main" val="18600802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ChangeArrowheads="1"/>
          </p:cNvSpPr>
          <p:nvPr/>
        </p:nvSpPr>
        <p:spPr bwMode="auto">
          <a:xfrm>
            <a:off x="1257396" y="75"/>
            <a:ext cx="6572060" cy="51013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उपकार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सुग्रीवहिं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दीह्ना</a:t>
            </a:r>
            <a:r>
              <a:rPr lang="en-IN" sz="3000" b="1" dirty="0">
                <a:solidFill>
                  <a:prstClr val="black"/>
                </a:solidFill>
                <a:latin typeface="Aparajita" pitchFamily="34" charset="0"/>
              </a:rPr>
              <a:t> ॥१६॥</a:t>
            </a:r>
          </a:p>
          <a:p>
            <a:pPr algn="ctr" defTabSz="685754"/>
            <a:endParaRPr lang="en-IN" sz="2700" b="1" dirty="0">
              <a:solidFill>
                <a:prstClr val="black"/>
              </a:solidFill>
              <a:latin typeface="Aparajita" pitchFamily="34" charset="0"/>
            </a:endParaRPr>
          </a:p>
          <a:p>
            <a:pPr algn="ctr" defTabSz="685754"/>
            <a:r>
              <a:rPr lang="en-US" sz="2400" b="1" dirty="0" err="1">
                <a:solidFill>
                  <a:prstClr val="black"/>
                </a:solidFill>
                <a:latin typeface="URW Palladio IT" pitchFamily="2" charset="0"/>
              </a:rPr>
              <a:t>Tuma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Upakära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Sugrévahià</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Kénhä</a:t>
            </a:r>
            <a:r>
              <a:rPr lang="en-US" sz="2400" b="1" dirty="0">
                <a:solidFill>
                  <a:prstClr val="black"/>
                </a:solidFill>
                <a:latin typeface="URW Palladio IT" pitchFamily="2" charset="0"/>
              </a:rPr>
              <a:t> | </a:t>
            </a:r>
          </a:p>
          <a:p>
            <a:pPr algn="ctr" defTabSz="685754"/>
            <a:r>
              <a:rPr lang="en-US" sz="2400" b="1" dirty="0" err="1">
                <a:solidFill>
                  <a:prstClr val="black"/>
                </a:solidFill>
                <a:latin typeface="URW Palladio IT" pitchFamily="2" charset="0"/>
              </a:rPr>
              <a:t>Räma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Miläya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Räja</a:t>
            </a:r>
            <a:r>
              <a:rPr lang="en-US" sz="2400" b="1" dirty="0">
                <a:solidFill>
                  <a:prstClr val="black"/>
                </a:solidFill>
                <a:latin typeface="URW Palladio IT" pitchFamily="2" charset="0"/>
              </a:rPr>
              <a:t> Pada </a:t>
            </a:r>
            <a:r>
              <a:rPr lang="en-US" sz="2400" b="1" dirty="0" err="1">
                <a:solidFill>
                  <a:prstClr val="black"/>
                </a:solidFill>
                <a:latin typeface="URW Palladio IT" pitchFamily="2" charset="0"/>
              </a:rPr>
              <a:t>Dénhä</a:t>
            </a:r>
            <a:r>
              <a:rPr lang="en-US" sz="2400" b="1" dirty="0">
                <a:solidFill>
                  <a:prstClr val="black"/>
                </a:solidFill>
                <a:latin typeface="URW Palladio IT" pitchFamily="2" charset="0"/>
              </a:rPr>
              <a:t> || - 16</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ತುಮ</a:t>
            </a:r>
            <a:r>
              <a:rPr lang="en-US" sz="2400" b="1" dirty="0">
                <a:solidFill>
                  <a:prstClr val="black"/>
                </a:solidFill>
                <a:latin typeface="Calibri" pitchFamily="34" charset="0"/>
              </a:rPr>
              <a:t> </a:t>
            </a:r>
            <a:r>
              <a:rPr lang="en-US" sz="2400" b="1" dirty="0" err="1">
                <a:solidFill>
                  <a:prstClr val="black"/>
                </a:solidFill>
                <a:latin typeface="Calibri" pitchFamily="34" charset="0"/>
              </a:rPr>
              <a:t>ಉಪಕಾರ</a:t>
            </a:r>
            <a:r>
              <a:rPr lang="en-US" sz="2400" b="1" dirty="0">
                <a:solidFill>
                  <a:prstClr val="black"/>
                </a:solidFill>
                <a:latin typeface="Calibri" pitchFamily="34" charset="0"/>
              </a:rPr>
              <a:t> </a:t>
            </a:r>
            <a:r>
              <a:rPr lang="en-US" sz="2400" b="1" dirty="0" err="1">
                <a:solidFill>
                  <a:prstClr val="black"/>
                </a:solidFill>
                <a:latin typeface="Calibri" pitchFamily="34" charset="0"/>
              </a:rPr>
              <a:t>ಸುಗ್ರೀವಹಿ</a:t>
            </a:r>
            <a:r>
              <a:rPr lang="en-US" sz="2400" b="1" dirty="0">
                <a:solidFill>
                  <a:prstClr val="black"/>
                </a:solidFill>
                <a:latin typeface="Calibri" pitchFamily="34" charset="0"/>
              </a:rPr>
              <a:t> </a:t>
            </a:r>
            <a:r>
              <a:rPr lang="en-US" sz="2400" b="1" dirty="0" err="1">
                <a:solidFill>
                  <a:prstClr val="black"/>
                </a:solidFill>
                <a:latin typeface="Calibri" pitchFamily="34" charset="0"/>
              </a:rPr>
              <a:t>ಕೀಂಹಾ</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ರಾಮ</a:t>
            </a:r>
            <a:r>
              <a:rPr lang="en-US" sz="2400" b="1" dirty="0">
                <a:solidFill>
                  <a:prstClr val="black"/>
                </a:solidFill>
                <a:latin typeface="Calibri" pitchFamily="34" charset="0"/>
              </a:rPr>
              <a:t> </a:t>
            </a:r>
            <a:r>
              <a:rPr lang="en-US" sz="2400" b="1" dirty="0" err="1">
                <a:solidFill>
                  <a:prstClr val="black"/>
                </a:solidFill>
                <a:latin typeface="Calibri" pitchFamily="34" charset="0"/>
              </a:rPr>
              <a:t>ಮಿಲಾಯ</a:t>
            </a:r>
            <a:r>
              <a:rPr lang="en-US" sz="2400" b="1" dirty="0">
                <a:solidFill>
                  <a:prstClr val="black"/>
                </a:solidFill>
                <a:latin typeface="Calibri" pitchFamily="34" charset="0"/>
              </a:rPr>
              <a:t> </a:t>
            </a:r>
            <a:r>
              <a:rPr lang="en-US" sz="2400" b="1" dirty="0" err="1">
                <a:solidFill>
                  <a:prstClr val="black"/>
                </a:solidFill>
                <a:latin typeface="Calibri" pitchFamily="34" charset="0"/>
              </a:rPr>
              <a:t>ರಾಜ</a:t>
            </a:r>
            <a:r>
              <a:rPr lang="en-US" sz="2400" b="1" dirty="0">
                <a:solidFill>
                  <a:prstClr val="black"/>
                </a:solidFill>
                <a:latin typeface="Calibri" pitchFamily="34" charset="0"/>
              </a:rPr>
              <a:t> </a:t>
            </a:r>
            <a:r>
              <a:rPr lang="en-US" sz="2400" b="1" dirty="0" err="1">
                <a:solidFill>
                  <a:prstClr val="black"/>
                </a:solidFill>
                <a:latin typeface="Calibri" pitchFamily="34" charset="0"/>
              </a:rPr>
              <a:t>ಪದ</a:t>
            </a:r>
            <a:r>
              <a:rPr lang="en-US" sz="2400" b="1" dirty="0">
                <a:solidFill>
                  <a:prstClr val="black"/>
                </a:solidFill>
                <a:latin typeface="Calibri" pitchFamily="34" charset="0"/>
              </a:rPr>
              <a:t> </a:t>
            </a:r>
            <a:r>
              <a:rPr lang="en-US" sz="2400" b="1" dirty="0" err="1">
                <a:solidFill>
                  <a:prstClr val="black"/>
                </a:solidFill>
                <a:latin typeface="Calibri" pitchFamily="34" charset="0"/>
              </a:rPr>
              <a:t>ದೀಂಹಾ</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೧೬</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rendered a great service for Sugriva, It were you who united him with SHRI RAM and installed him on the Royal Throne.</a:t>
            </a:r>
          </a:p>
          <a:p>
            <a:pPr algn="ctr" defTabSz="685754"/>
            <a:r>
              <a:rPr lang="en-US" sz="2400" b="1" dirty="0">
                <a:solidFill>
                  <a:prstClr val="black"/>
                </a:solidFill>
                <a:latin typeface="Palatino Linotype" pitchFamily="18" charset="0"/>
              </a:rPr>
              <a:t>		</a:t>
            </a:r>
            <a:endParaRPr lang="en-US" sz="2400" dirty="0">
              <a:solidFill>
                <a:prstClr val="black"/>
              </a:solidFill>
              <a:latin typeface="Calibri" pitchFamily="34" charset="0"/>
            </a:endParaRPr>
          </a:p>
        </p:txBody>
      </p:sp>
    </p:spTree>
    <p:extLst>
      <p:ext uri="{BB962C8B-B14F-4D97-AF65-F5344CB8AC3E}">
        <p14:creationId xmlns:p14="http://schemas.microsoft.com/office/powerpoint/2010/main" val="976413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44035" name="Rectangle 1"/>
          <p:cNvSpPr>
            <a:spLocks noChangeArrowheads="1"/>
          </p:cNvSpPr>
          <p:nvPr/>
        </p:nvSpPr>
        <p:spPr bwMode="auto">
          <a:xfrm>
            <a:off x="1143100" y="3486124"/>
            <a:ext cx="6857802" cy="2031325"/>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sz="2100" b="1" dirty="0">
                <a:solidFill>
                  <a:srgbClr val="000000"/>
                </a:solidFill>
                <a:latin typeface="Calibri"/>
              </a:rPr>
              <a:t>ರಾಮ ಲಕ್ಷ್ಮಣ </a:t>
            </a:r>
            <a:r>
              <a:rPr lang="kn-IN" sz="2100" b="1" dirty="0" err="1">
                <a:solidFill>
                  <a:srgbClr val="000000"/>
                </a:solidFill>
                <a:latin typeface="Calibri"/>
              </a:rPr>
              <a:t>ಜಾನಕೀ</a:t>
            </a:r>
            <a:endParaRPr lang="kn-IN" sz="2100" b="1" dirty="0">
              <a:solidFill>
                <a:srgbClr val="000000"/>
              </a:solidFill>
              <a:latin typeface="Calibri"/>
            </a:endParaRPr>
          </a:p>
          <a:p>
            <a:pPr algn="ctr" defTabSz="685754"/>
            <a:r>
              <a:rPr lang="kn-IN" sz="2100" b="1" dirty="0">
                <a:solidFill>
                  <a:srgbClr val="000000"/>
                </a:solidFill>
                <a:latin typeface="Calibri"/>
              </a:rPr>
              <a:t>ಜೈ </a:t>
            </a:r>
            <a:r>
              <a:rPr lang="kn-IN" sz="2100" b="1" dirty="0" err="1">
                <a:solidFill>
                  <a:srgbClr val="000000"/>
                </a:solidFill>
                <a:latin typeface="Calibri"/>
              </a:rPr>
              <a:t>ಬೋಲೋ</a:t>
            </a:r>
            <a:r>
              <a:rPr lang="kn-IN" sz="2100" b="1" dirty="0">
                <a:solidFill>
                  <a:srgbClr val="000000"/>
                </a:solidFill>
                <a:latin typeface="Calibri"/>
              </a:rPr>
              <a:t> </a:t>
            </a:r>
            <a:r>
              <a:rPr lang="kn-IN" sz="2100" b="1" dirty="0" err="1">
                <a:solidFill>
                  <a:srgbClr val="000000"/>
                </a:solidFill>
                <a:latin typeface="Calibri"/>
              </a:rPr>
              <a:t>ಹನುಮಾನ್</a:t>
            </a:r>
            <a:r>
              <a:rPr lang="kn-IN" sz="2100" b="1" dirty="0">
                <a:solidFill>
                  <a:srgbClr val="000000"/>
                </a:solidFill>
                <a:latin typeface="Calibri"/>
              </a:rPr>
              <a:t> ಕೀ</a:t>
            </a:r>
            <a:endParaRPr lang="en-CA" sz="2100" b="1" dirty="0">
              <a:solidFill>
                <a:srgbClr val="000000"/>
              </a:solidFill>
              <a:latin typeface="Calibri"/>
            </a:endParaRPr>
          </a:p>
          <a:p>
            <a:pPr defTabSz="685754"/>
            <a:endParaRPr lang="en-IN" sz="2100" b="1" dirty="0">
              <a:solidFill>
                <a:srgbClr val="000000"/>
              </a:solidFill>
              <a:latin typeface="Calibri"/>
            </a:endParaRPr>
          </a:p>
        </p:txBody>
      </p:sp>
      <p:pic>
        <p:nvPicPr>
          <p:cNvPr id="44036" name="Picture 2" descr="G:\Rama\Lord-RamaLord-Shiva-And-Lord-Hanuman.jpg"/>
          <p:cNvPicPr>
            <a:picLocks noChangeAspect="1" noChangeArrowheads="1"/>
          </p:cNvPicPr>
          <p:nvPr/>
        </p:nvPicPr>
        <p:blipFill>
          <a:blip r:embed="rId2"/>
          <a:srcRect/>
          <a:stretch>
            <a:fillRect/>
          </a:stretch>
        </p:blipFill>
        <p:spPr bwMode="auto">
          <a:xfrm>
            <a:off x="1143100" y="-171370"/>
            <a:ext cx="6857802" cy="4057532"/>
          </a:xfrm>
          <a:prstGeom prst="rect">
            <a:avLst/>
          </a:prstGeom>
          <a:noFill/>
          <a:ln w="9525">
            <a:noFill/>
            <a:miter lim="800000"/>
            <a:headEnd/>
            <a:tailEnd/>
          </a:ln>
        </p:spPr>
      </p:pic>
    </p:spTree>
    <p:extLst>
      <p:ext uri="{BB962C8B-B14F-4D97-AF65-F5344CB8AC3E}">
        <p14:creationId xmlns:p14="http://schemas.microsoft.com/office/powerpoint/2010/main" val="28483075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ChangeArrowheads="1"/>
          </p:cNvSpPr>
          <p:nvPr/>
        </p:nvSpPr>
        <p:spPr bwMode="auto">
          <a:xfrm>
            <a:off x="1200248" y="75"/>
            <a:ext cx="6857802" cy="459356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300" b="1" dirty="0">
                <a:solidFill>
                  <a:srgbClr val="00B050"/>
                </a:solidFill>
                <a:latin typeface="Sanskrit 99" pitchFamily="2"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बिभीषन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लङ्केस्वर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भए</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a:t>
            </a:r>
            <a:r>
              <a:rPr lang="en-IN" sz="3000" b="1" dirty="0">
                <a:solidFill>
                  <a:prstClr val="black"/>
                </a:solidFill>
                <a:latin typeface="Aparajita" pitchFamily="34" charset="0"/>
              </a:rPr>
              <a:t> ॥१७॥</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Tumharo</a:t>
            </a:r>
            <a:r>
              <a:rPr lang="en-US" sz="2700" b="1" dirty="0">
                <a:solidFill>
                  <a:prstClr val="black"/>
                </a:solidFill>
                <a:latin typeface="URW Palladio IT" pitchFamily="2" charset="0"/>
              </a:rPr>
              <a:t> Mantra </a:t>
            </a:r>
            <a:r>
              <a:rPr lang="en-US" sz="2700" b="1" dirty="0" err="1">
                <a:solidFill>
                  <a:prstClr val="black"/>
                </a:solidFill>
                <a:latin typeface="URW Palladio IT" pitchFamily="2" charset="0"/>
              </a:rPr>
              <a:t>Bibhéñana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Mänä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Laìkesvara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Bhae</a:t>
            </a:r>
            <a:r>
              <a:rPr lang="en-US" sz="2700" b="1" dirty="0">
                <a:solidFill>
                  <a:prstClr val="black"/>
                </a:solidFill>
                <a:latin typeface="URW Palladio IT" pitchFamily="2" charset="0"/>
              </a:rPr>
              <a:t> Saba Jaga </a:t>
            </a:r>
            <a:r>
              <a:rPr lang="en-US" sz="2700" b="1" dirty="0" err="1">
                <a:solidFill>
                  <a:prstClr val="black"/>
                </a:solidFill>
                <a:latin typeface="URW Palladio IT" pitchFamily="2" charset="0"/>
              </a:rPr>
              <a:t>Jänä</a:t>
            </a:r>
            <a:r>
              <a:rPr lang="en-US" sz="2700" b="1" dirty="0">
                <a:solidFill>
                  <a:prstClr val="black"/>
                </a:solidFill>
                <a:latin typeface="URW Palladio IT" pitchFamily="2" charset="0"/>
              </a:rPr>
              <a:t> || - 17</a:t>
            </a:r>
          </a:p>
          <a:p>
            <a:pPr algn="ctr" defTabSz="685754"/>
            <a:endParaRPr lang="en-US" sz="27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ತುಮ್ಹ</a:t>
            </a:r>
            <a:r>
              <a:rPr lang="kn-IN" sz="2400" b="1" dirty="0" err="1">
                <a:solidFill>
                  <a:prstClr val="black"/>
                </a:solidFill>
                <a:latin typeface="Calibri" pitchFamily="34" charset="0"/>
                <a:ea typeface="Tunga" pitchFamily="2"/>
                <a:cs typeface="Tunga" pitchFamily="2"/>
              </a:rPr>
              <a:t>ರೋ</a:t>
            </a:r>
            <a:r>
              <a:rPr lang="en-US" sz="2400" b="1" dirty="0">
                <a:solidFill>
                  <a:prstClr val="black"/>
                </a:solidFill>
                <a:latin typeface="Calibri" pitchFamily="34" charset="0"/>
              </a:rPr>
              <a:t> </a:t>
            </a:r>
            <a:r>
              <a:rPr lang="en-US" sz="2400" b="1" dirty="0" err="1">
                <a:solidFill>
                  <a:prstClr val="black"/>
                </a:solidFill>
                <a:latin typeface="Calibri" pitchFamily="34" charset="0"/>
              </a:rPr>
              <a:t>ಮಂತ್ರ</a:t>
            </a:r>
            <a:r>
              <a:rPr lang="en-US" sz="2400" b="1" dirty="0">
                <a:solidFill>
                  <a:prstClr val="black"/>
                </a:solidFill>
                <a:latin typeface="Calibri" pitchFamily="34" charset="0"/>
              </a:rPr>
              <a:t> </a:t>
            </a:r>
            <a:r>
              <a:rPr lang="en-US" sz="2400" b="1" dirty="0" err="1">
                <a:solidFill>
                  <a:prstClr val="black"/>
                </a:solidFill>
                <a:latin typeface="Calibri" pitchFamily="34" charset="0"/>
              </a:rPr>
              <a:t>ಬಿಭೀಷಣ</a:t>
            </a:r>
            <a:r>
              <a:rPr lang="en-US" sz="2400" b="1" dirty="0">
                <a:solidFill>
                  <a:prstClr val="black"/>
                </a:solidFill>
                <a:latin typeface="Calibri" pitchFamily="34" charset="0"/>
              </a:rPr>
              <a:t> </a:t>
            </a:r>
            <a:r>
              <a:rPr lang="en-US" sz="2400" b="1" dirty="0" err="1">
                <a:solidFill>
                  <a:prstClr val="black"/>
                </a:solidFill>
                <a:latin typeface="Calibri" pitchFamily="34" charset="0"/>
              </a:rPr>
              <a:t>ಮಾನಾ</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ಲಂಕೇಶ್ವರ</a:t>
            </a:r>
            <a:r>
              <a:rPr lang="en-US" sz="2400" b="1" dirty="0">
                <a:solidFill>
                  <a:prstClr val="black"/>
                </a:solidFill>
                <a:latin typeface="Calibri" pitchFamily="34" charset="0"/>
              </a:rPr>
              <a:t> </a:t>
            </a:r>
            <a:r>
              <a:rPr lang="en-US" sz="2400" b="1" dirty="0" err="1">
                <a:solidFill>
                  <a:prstClr val="black"/>
                </a:solidFill>
                <a:latin typeface="Calibri" pitchFamily="34" charset="0"/>
              </a:rPr>
              <a:t>ಭಯೇ</a:t>
            </a:r>
            <a:r>
              <a:rPr lang="en-US" sz="2400" b="1" dirty="0">
                <a:solidFill>
                  <a:prstClr val="black"/>
                </a:solidFill>
                <a:latin typeface="Calibri" pitchFamily="34" charset="0"/>
              </a:rPr>
              <a:t> </a:t>
            </a:r>
            <a:r>
              <a:rPr lang="en-US" sz="2400" b="1" dirty="0" err="1">
                <a:solidFill>
                  <a:prstClr val="black"/>
                </a:solidFill>
                <a:latin typeface="Calibri" pitchFamily="34" charset="0"/>
              </a:rPr>
              <a:t>ಸಬ</a:t>
            </a:r>
            <a:r>
              <a:rPr lang="en-US" sz="2400" b="1" dirty="0">
                <a:solidFill>
                  <a:prstClr val="black"/>
                </a:solidFill>
                <a:latin typeface="Calibri" pitchFamily="34" charset="0"/>
              </a:rPr>
              <a:t> </a:t>
            </a:r>
            <a:r>
              <a:rPr lang="en-US" sz="2400" b="1" dirty="0" err="1">
                <a:solidFill>
                  <a:prstClr val="black"/>
                </a:solidFill>
                <a:latin typeface="Calibri" pitchFamily="34" charset="0"/>
              </a:rPr>
              <a:t>ಜಗ</a:t>
            </a:r>
            <a:r>
              <a:rPr lang="en-US" sz="2400" b="1" dirty="0">
                <a:solidFill>
                  <a:prstClr val="black"/>
                </a:solidFill>
                <a:latin typeface="Calibri" pitchFamily="34" charset="0"/>
              </a:rPr>
              <a:t> </a:t>
            </a:r>
            <a:r>
              <a:rPr lang="en-US" sz="2400" b="1" dirty="0" err="1">
                <a:solidFill>
                  <a:prstClr val="black"/>
                </a:solidFill>
                <a:latin typeface="Calibri" pitchFamily="34" charset="0"/>
              </a:rPr>
              <a:t>ಜಾನಾ</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೧೭</a:t>
            </a:r>
            <a:r>
              <a:rPr lang="en-US" sz="2400" b="1" dirty="0">
                <a:solidFill>
                  <a:prstClr val="black"/>
                </a:solidFill>
                <a:latin typeface="Calibri" pitchFamily="34" charset="0"/>
              </a:rPr>
              <a:t>॥</a:t>
            </a:r>
          </a:p>
          <a:p>
            <a:pPr algn="ctr" defTabSz="685754"/>
            <a:endParaRPr lang="en-US" sz="2400" b="1" dirty="0">
              <a:solidFill>
                <a:prstClr val="black"/>
              </a:solidFill>
              <a:latin typeface="Calibri" pitchFamily="34" charset="0"/>
            </a:endParaRPr>
          </a:p>
          <a:p>
            <a:pPr algn="ctr" defTabSz="685754"/>
            <a:r>
              <a:rPr lang="en-US" b="1" dirty="0">
                <a:solidFill>
                  <a:prstClr val="black"/>
                </a:solidFill>
                <a:latin typeface="Palatino Linotype" pitchFamily="18" charset="0"/>
              </a:rPr>
              <a:t>By heeding your advice. </a:t>
            </a:r>
            <a:r>
              <a:rPr lang="en-US" b="1" dirty="0" err="1">
                <a:solidFill>
                  <a:prstClr val="black"/>
                </a:solidFill>
                <a:latin typeface="Palatino Linotype" pitchFamily="18" charset="0"/>
              </a:rPr>
              <a:t>Vibhishan</a:t>
            </a:r>
            <a:r>
              <a:rPr lang="en-US" b="1" dirty="0">
                <a:solidFill>
                  <a:prstClr val="black"/>
                </a:solidFill>
                <a:latin typeface="Palatino Linotype" pitchFamily="18" charset="0"/>
              </a:rPr>
              <a:t> became Lord of Lanka, which is known all over the universe.</a:t>
            </a:r>
          </a:p>
        </p:txBody>
      </p:sp>
    </p:spTree>
    <p:extLst>
      <p:ext uri="{BB962C8B-B14F-4D97-AF65-F5344CB8AC3E}">
        <p14:creationId xmlns:p14="http://schemas.microsoft.com/office/powerpoint/2010/main" val="724623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ChangeArrowheads="1"/>
          </p:cNvSpPr>
          <p:nvPr/>
        </p:nvSpPr>
        <p:spPr bwMode="auto">
          <a:xfrm>
            <a:off x="1257396" y="86"/>
            <a:ext cx="6572060" cy="5770811"/>
          </a:xfrm>
          <a:prstGeom prst="rect">
            <a:avLst/>
          </a:prstGeom>
          <a:noFill/>
          <a:ln w="9525">
            <a:noFill/>
            <a:miter lim="800000"/>
            <a:headEnd/>
            <a:tailEnd/>
          </a:ln>
        </p:spPr>
        <p:txBody>
          <a:bodyPr>
            <a:spAutoFit/>
          </a:bodyPr>
          <a:lstStyle/>
          <a:p>
            <a:pPr algn="ctr" defTabSz="685754"/>
            <a:endParaRPr lang="en-IN" sz="12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जोजन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लील्यो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a:t>
            </a:r>
            <a:r>
              <a:rPr lang="en-IN" sz="3000" b="1" dirty="0">
                <a:solidFill>
                  <a:prstClr val="black"/>
                </a:solidFill>
                <a:latin typeface="Aparajita" pitchFamily="34" charset="0"/>
              </a:rPr>
              <a:t> ॥१८॥</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Juga </a:t>
            </a:r>
            <a:r>
              <a:rPr lang="en-US" sz="2700" b="1" dirty="0" err="1">
                <a:solidFill>
                  <a:prstClr val="black"/>
                </a:solidFill>
                <a:latin typeface="URW Palladio IT" pitchFamily="2" charset="0"/>
              </a:rPr>
              <a:t>Sahasra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Jojana</a:t>
            </a:r>
            <a:r>
              <a:rPr lang="en-US" sz="2700" b="1" dirty="0">
                <a:solidFill>
                  <a:prstClr val="black"/>
                </a:solidFill>
                <a:latin typeface="URW Palladio IT" pitchFamily="2" charset="0"/>
              </a:rPr>
              <a:t> Para </a:t>
            </a:r>
            <a:r>
              <a:rPr lang="en-US" sz="2700" b="1" dirty="0" err="1">
                <a:solidFill>
                  <a:prstClr val="black"/>
                </a:solidFill>
                <a:latin typeface="URW Palladio IT" pitchFamily="2" charset="0"/>
              </a:rPr>
              <a:t>Bhänü</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Lélyo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Tähi</a:t>
            </a:r>
            <a:r>
              <a:rPr lang="en-US" sz="2700" b="1" dirty="0">
                <a:solidFill>
                  <a:prstClr val="black"/>
                </a:solidFill>
                <a:latin typeface="URW Palladio IT" pitchFamily="2" charset="0"/>
              </a:rPr>
              <a:t> Madhura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Jänü</a:t>
            </a:r>
            <a:r>
              <a:rPr lang="en-US" sz="2700" b="1" dirty="0">
                <a:solidFill>
                  <a:prstClr val="black"/>
                </a:solidFill>
                <a:latin typeface="URW Palladio IT" pitchFamily="2" charset="0"/>
              </a:rPr>
              <a:t> || - 18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ಸಹ</a:t>
            </a:r>
            <a:r>
              <a:rPr lang="kn-IN" sz="2700" b="1" dirty="0" err="1">
                <a:solidFill>
                  <a:prstClr val="black"/>
                </a:solidFill>
                <a:latin typeface="Calibri" pitchFamily="34" charset="0"/>
                <a:ea typeface="Tunga" pitchFamily="2"/>
                <a:cs typeface="Tunga" pitchFamily="2"/>
              </a:rPr>
              <a:t>ಸ್ರ</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ಜೋಜನ</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ಲೀಲ್ಯೋ</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ತಾಹಿ</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ಮಧುರ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ಫಲ</a:t>
            </a:r>
            <a:r>
              <a:rPr lang="en-US" sz="2700" b="1" dirty="0">
                <a:solidFill>
                  <a:prstClr val="black"/>
                </a:solidFill>
                <a:latin typeface="Calibri" pitchFamily="34" charset="0"/>
              </a:rPr>
              <a:t> </a:t>
            </a:r>
            <a:r>
              <a:rPr lang="en-US" sz="2700" b="1" dirty="0" err="1">
                <a:solidFill>
                  <a:prstClr val="black"/>
                </a:solidFill>
                <a:latin typeface="Calibri" pitchFamily="34" charset="0"/>
              </a:rPr>
              <a:t>ಜಾನು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gulped, the SUN at distance of sixteen thousand miles considering it to be a sweet fruit.</a:t>
            </a:r>
          </a:p>
          <a:p>
            <a:pPr algn="ctr" defTabSz="685754"/>
            <a:r>
              <a:rPr lang="en-US" b="1" dirty="0">
                <a:solidFill>
                  <a:prstClr val="black"/>
                </a:solidFill>
                <a:latin typeface="Palatino Linotype" pitchFamily="18" charset="0"/>
              </a:rPr>
              <a:t>		</a:t>
            </a:r>
            <a:br>
              <a:rPr lang="en-US" sz="2700" b="1" dirty="0">
                <a:solidFill>
                  <a:prstClr val="black"/>
                </a:solidFill>
                <a:latin typeface="Calibri" pitchFamily="34" charset="0"/>
              </a:rPr>
            </a:br>
            <a:endParaRPr lang="en-US" sz="2700" b="1" dirty="0">
              <a:solidFill>
                <a:prstClr val="black"/>
              </a:solidFill>
              <a:latin typeface="Calibri" pitchFamily="34" charset="0"/>
            </a:endParaRPr>
          </a:p>
        </p:txBody>
      </p:sp>
    </p:spTree>
    <p:extLst>
      <p:ext uri="{BB962C8B-B14F-4D97-AF65-F5344CB8AC3E}">
        <p14:creationId xmlns:p14="http://schemas.microsoft.com/office/powerpoint/2010/main" val="26286589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ChangeArrowheads="1"/>
          </p:cNvSpPr>
          <p:nvPr/>
        </p:nvSpPr>
        <p:spPr bwMode="auto">
          <a:xfrm>
            <a:off x="1200248" y="75"/>
            <a:ext cx="6800653" cy="49628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प्रभु</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मुद्रिका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जलधि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लाँघि</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अचरज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नाहीं</a:t>
            </a:r>
            <a:r>
              <a:rPr lang="en-IN" sz="3000" b="1" dirty="0">
                <a:solidFill>
                  <a:prstClr val="black"/>
                </a:solidFill>
                <a:latin typeface="Aparajita" pitchFamily="34" charset="0"/>
              </a:rPr>
              <a:t> ॥१९॥</a:t>
            </a:r>
          </a:p>
          <a:p>
            <a:pPr algn="ctr" defTabSz="685754"/>
            <a:endParaRPr lang="en-IN" sz="3000" b="1" dirty="0">
              <a:solidFill>
                <a:prstClr val="black"/>
              </a:solidFill>
              <a:latin typeface="Aparajita" pitchFamily="34" charset="0"/>
            </a:endParaRPr>
          </a:p>
          <a:p>
            <a:pPr algn="ctr" defTabSz="685754"/>
            <a:r>
              <a:rPr lang="en-US" sz="2400" b="1" dirty="0">
                <a:solidFill>
                  <a:prstClr val="black"/>
                </a:solidFill>
                <a:latin typeface="URW Palladio IT" pitchFamily="2" charset="0"/>
              </a:rPr>
              <a:t>Prabhu </a:t>
            </a:r>
            <a:r>
              <a:rPr lang="en-US" sz="2400" b="1" dirty="0" err="1">
                <a:solidFill>
                  <a:prstClr val="black"/>
                </a:solidFill>
                <a:latin typeface="URW Palladio IT" pitchFamily="2" charset="0"/>
              </a:rPr>
              <a:t>Mudrikä</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Meli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Mukha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Mähéà</a:t>
            </a:r>
            <a:r>
              <a:rPr lang="en-US" sz="2400" b="1" dirty="0">
                <a:solidFill>
                  <a:prstClr val="black"/>
                </a:solidFill>
                <a:latin typeface="URW Palladio IT" pitchFamily="2" charset="0"/>
              </a:rPr>
              <a:t> | </a:t>
            </a:r>
          </a:p>
          <a:p>
            <a:pPr algn="ctr" defTabSz="685754"/>
            <a:r>
              <a:rPr lang="en-US" sz="2400" b="1" dirty="0" err="1">
                <a:solidFill>
                  <a:prstClr val="black"/>
                </a:solidFill>
                <a:latin typeface="URW Palladio IT" pitchFamily="2" charset="0"/>
              </a:rPr>
              <a:t>Jaladhi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Läðghi</a:t>
            </a:r>
            <a:r>
              <a:rPr lang="en-US" sz="2400" b="1" dirty="0">
                <a:solidFill>
                  <a:prstClr val="black"/>
                </a:solidFill>
                <a:latin typeface="URW Palladio IT" pitchFamily="2" charset="0"/>
              </a:rPr>
              <a:t> Gaye </a:t>
            </a:r>
            <a:r>
              <a:rPr lang="en-US" sz="2400" b="1" dirty="0" err="1">
                <a:solidFill>
                  <a:prstClr val="black"/>
                </a:solidFill>
                <a:latin typeface="URW Palladio IT" pitchFamily="2" charset="0"/>
              </a:rPr>
              <a:t>Acaraja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Nähéà</a:t>
            </a:r>
            <a:r>
              <a:rPr lang="en-US" sz="2400" b="1" dirty="0">
                <a:solidFill>
                  <a:prstClr val="black"/>
                </a:solidFill>
                <a:latin typeface="URW Palladio IT" pitchFamily="2" charset="0"/>
              </a:rPr>
              <a:t> || - 19</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ಪ್ರಭು</a:t>
            </a:r>
            <a:r>
              <a:rPr lang="en-US" sz="2400" b="1" dirty="0">
                <a:solidFill>
                  <a:prstClr val="black"/>
                </a:solidFill>
                <a:latin typeface="Calibri" pitchFamily="34" charset="0"/>
              </a:rPr>
              <a:t> </a:t>
            </a:r>
            <a:r>
              <a:rPr lang="en-US" sz="2400" b="1" dirty="0" err="1">
                <a:solidFill>
                  <a:prstClr val="black"/>
                </a:solidFill>
                <a:latin typeface="Calibri" pitchFamily="34" charset="0"/>
              </a:rPr>
              <a:t>ಮುದ್ರಿಕಾ</a:t>
            </a:r>
            <a:r>
              <a:rPr lang="en-US" sz="2400" b="1" dirty="0">
                <a:solidFill>
                  <a:prstClr val="black"/>
                </a:solidFill>
                <a:latin typeface="Calibri" pitchFamily="34" charset="0"/>
              </a:rPr>
              <a:t> </a:t>
            </a:r>
            <a:r>
              <a:rPr lang="en-US" sz="2400" b="1" dirty="0" err="1">
                <a:solidFill>
                  <a:prstClr val="black"/>
                </a:solidFill>
                <a:latin typeface="Calibri" pitchFamily="34" charset="0"/>
              </a:rPr>
              <a:t>ಮೇಲಿ</a:t>
            </a:r>
            <a:r>
              <a:rPr lang="en-US" sz="2400" b="1" dirty="0">
                <a:solidFill>
                  <a:prstClr val="black"/>
                </a:solidFill>
                <a:latin typeface="Calibri" pitchFamily="34" charset="0"/>
              </a:rPr>
              <a:t> </a:t>
            </a:r>
            <a:r>
              <a:rPr lang="en-US" sz="2400" b="1" dirty="0" err="1">
                <a:solidFill>
                  <a:prstClr val="black"/>
                </a:solidFill>
                <a:latin typeface="Calibri" pitchFamily="34" charset="0"/>
              </a:rPr>
              <a:t>ಮುಖ</a:t>
            </a:r>
            <a:r>
              <a:rPr lang="en-US" sz="2400" b="1" dirty="0">
                <a:solidFill>
                  <a:prstClr val="black"/>
                </a:solidFill>
                <a:latin typeface="Calibri" pitchFamily="34" charset="0"/>
              </a:rPr>
              <a:t> </a:t>
            </a:r>
            <a:r>
              <a:rPr lang="en-US" sz="2400" b="1" dirty="0" err="1">
                <a:solidFill>
                  <a:prstClr val="black"/>
                </a:solidFill>
                <a:latin typeface="Calibri" pitchFamily="34" charset="0"/>
              </a:rPr>
              <a:t>ಮಾಹೀಂ</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ಜಲಧಿಲಾಂಘಿ</a:t>
            </a:r>
            <a:r>
              <a:rPr lang="en-US" sz="2400" b="1" dirty="0">
                <a:solidFill>
                  <a:prstClr val="black"/>
                </a:solidFill>
                <a:latin typeface="Calibri" pitchFamily="34" charset="0"/>
              </a:rPr>
              <a:t> </a:t>
            </a:r>
            <a:r>
              <a:rPr lang="en-US" sz="2400" b="1" dirty="0" err="1">
                <a:solidFill>
                  <a:prstClr val="black"/>
                </a:solidFill>
                <a:latin typeface="Calibri" pitchFamily="34" charset="0"/>
              </a:rPr>
              <a:t>ಗಯೇ</a:t>
            </a:r>
            <a:r>
              <a:rPr lang="en-US" sz="2400" b="1" dirty="0">
                <a:solidFill>
                  <a:prstClr val="black"/>
                </a:solidFill>
                <a:latin typeface="Calibri" pitchFamily="34" charset="0"/>
              </a:rPr>
              <a:t> </a:t>
            </a:r>
            <a:r>
              <a:rPr lang="en-US" sz="2400" b="1" dirty="0" err="1">
                <a:solidFill>
                  <a:prstClr val="black"/>
                </a:solidFill>
                <a:latin typeface="Calibri" pitchFamily="34" charset="0"/>
              </a:rPr>
              <a:t>ಅಚರಜ</a:t>
            </a:r>
            <a:r>
              <a:rPr lang="en-US" sz="2400" b="1" dirty="0">
                <a:solidFill>
                  <a:prstClr val="black"/>
                </a:solidFill>
                <a:latin typeface="Calibri" pitchFamily="34" charset="0"/>
              </a:rPr>
              <a:t> </a:t>
            </a:r>
            <a:r>
              <a:rPr lang="en-US" sz="2400" b="1" dirty="0" err="1">
                <a:solidFill>
                  <a:prstClr val="black"/>
                </a:solidFill>
                <a:latin typeface="Calibri" pitchFamily="34" charset="0"/>
              </a:rPr>
              <a:t>ನಾಹೀಂ</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೧೯</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Carrying the Lord's ring in his mouth, he went across the ocean. There is no wonder in that.</a:t>
            </a:r>
          </a:p>
          <a:p>
            <a:pPr algn="ctr" defTabSz="685754"/>
            <a:r>
              <a:rPr lang="en-US" sz="3000" b="1" dirty="0">
                <a:solidFill>
                  <a:prstClr val="black"/>
                </a:solidFill>
                <a:latin typeface="Palatino Linotype" pitchFamily="18" charset="0"/>
              </a:rPr>
              <a:t>		</a:t>
            </a:r>
            <a:endParaRPr lang="en-US" sz="3000" dirty="0">
              <a:solidFill>
                <a:prstClr val="black"/>
              </a:solidFill>
              <a:latin typeface="Calibri" pitchFamily="34" charset="0"/>
            </a:endParaRPr>
          </a:p>
        </p:txBody>
      </p:sp>
    </p:spTree>
    <p:extLst>
      <p:ext uri="{BB962C8B-B14F-4D97-AF65-F5344CB8AC3E}">
        <p14:creationId xmlns:p14="http://schemas.microsoft.com/office/powerpoint/2010/main" val="325168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1257396" y="85"/>
            <a:ext cx="6857802" cy="4939814"/>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4050" b="1" dirty="0">
                <a:solidFill>
                  <a:prstClr val="black"/>
                </a:solidFill>
                <a:latin typeface="Aparajita" pitchFamily="34" charset="0"/>
              </a:rPr>
              <a:t> </a:t>
            </a:r>
            <a:r>
              <a:rPr lang="en-IN" sz="3000" b="1" dirty="0" err="1">
                <a:solidFill>
                  <a:prstClr val="black"/>
                </a:solidFill>
                <a:latin typeface="Aparajita" pitchFamily="34" charset="0"/>
              </a:rPr>
              <a:t>दुर्गम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अनुग्रह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तेते</a:t>
            </a:r>
            <a:r>
              <a:rPr lang="en-IN" sz="3000" b="1" dirty="0">
                <a:solidFill>
                  <a:prstClr val="black"/>
                </a:solidFill>
                <a:latin typeface="Aparajita" pitchFamily="34" charset="0"/>
              </a:rPr>
              <a:t> ॥२०॥</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Aparajita" pitchFamily="34" charset="0"/>
              </a:rPr>
              <a:t>    </a:t>
            </a:r>
            <a:r>
              <a:rPr lang="en-US" sz="2700" b="1" dirty="0" err="1">
                <a:solidFill>
                  <a:prstClr val="black"/>
                </a:solidFill>
                <a:latin typeface="URW Palladio IT" pitchFamily="2" charset="0"/>
              </a:rPr>
              <a:t>Durgama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Jete</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Sugama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Anugraha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Tete</a:t>
            </a:r>
            <a:r>
              <a:rPr lang="en-US" sz="2700" b="1" dirty="0">
                <a:solidFill>
                  <a:prstClr val="black"/>
                </a:solidFill>
                <a:latin typeface="URW Palladio IT" pitchFamily="2" charset="0"/>
              </a:rPr>
              <a:t> || - 20</a:t>
            </a:r>
          </a:p>
          <a:p>
            <a:pPr algn="ctr" defTabSz="685754"/>
            <a:endParaRPr lang="en-US" sz="2700" b="1" dirty="0">
              <a:solidFill>
                <a:prstClr val="black"/>
              </a:solidFill>
              <a:latin typeface="URW Palladio IT" pitchFamily="2" charset="0"/>
            </a:endParaRPr>
          </a:p>
          <a:p>
            <a:pPr algn="ctr" defTabSz="685754"/>
            <a:r>
              <a:rPr lang="en-US" sz="2700" b="1" dirty="0">
                <a:solidFill>
                  <a:prstClr val="black"/>
                </a:solidFill>
                <a:latin typeface="URW Palladio IT" pitchFamily="2" charset="0"/>
              </a:rPr>
              <a:t>    </a:t>
            </a:r>
            <a:r>
              <a:rPr lang="en-US" sz="2700" b="1" dirty="0" err="1">
                <a:solidFill>
                  <a:prstClr val="black"/>
                </a:solidFill>
                <a:latin typeface="Calibri" pitchFamily="34" charset="0"/>
              </a:rPr>
              <a:t>ದುರ್ಗಮ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ಜಗತ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ಜೇತೇ</a:t>
            </a:r>
            <a:r>
              <a:rPr lang="en-US" sz="2700" b="1" dirty="0">
                <a:solidFill>
                  <a:prstClr val="black"/>
                </a:solidFill>
                <a:latin typeface="Calibri" pitchFamily="34" charset="0"/>
              </a:rPr>
              <a:t> ।</a:t>
            </a:r>
          </a:p>
          <a:p>
            <a:pPr algn="ctr" defTabSz="685754"/>
            <a:r>
              <a:rPr lang="en-US" sz="2700" b="1" dirty="0">
                <a:solidFill>
                  <a:prstClr val="black"/>
                </a:solidFill>
                <a:latin typeface="Calibri" pitchFamily="34" charset="0"/>
              </a:rPr>
              <a:t>  </a:t>
            </a:r>
            <a:r>
              <a:rPr lang="en-US" sz="2700" b="1" dirty="0" err="1">
                <a:solidFill>
                  <a:prstClr val="black"/>
                </a:solidFill>
                <a:latin typeface="Calibri" pitchFamily="34" charset="0"/>
              </a:rPr>
              <a:t>ಸುಗಮ</a:t>
            </a:r>
            <a:r>
              <a:rPr lang="en-US" sz="2700" b="1" dirty="0">
                <a:solidFill>
                  <a:prstClr val="black"/>
                </a:solidFill>
                <a:latin typeface="Calibri" pitchFamily="34" charset="0"/>
              </a:rPr>
              <a:t> </a:t>
            </a:r>
            <a:r>
              <a:rPr lang="en-US" sz="2700" b="1" dirty="0" err="1">
                <a:solidFill>
                  <a:prstClr val="black"/>
                </a:solidFill>
                <a:latin typeface="Calibri" pitchFamily="34" charset="0"/>
              </a:rPr>
              <a:t>ಅನುಗ್ರಹ</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ತೇತೇ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೨೦</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URW Palladio IT" pitchFamily="2" charset="0"/>
              </a:rPr>
              <a:t>   </a:t>
            </a:r>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all the difficult tasks in the world are rendered easiest by your grace.</a:t>
            </a:r>
          </a:p>
          <a:p>
            <a:pPr algn="ctr" defTabSz="685754"/>
            <a:r>
              <a:rPr lang="en-US" b="1" dirty="0">
                <a:solidFill>
                  <a:prstClr val="black"/>
                </a:solidFill>
                <a:latin typeface="Palatino Linotype" pitchFamily="18" charset="0"/>
              </a:rPr>
              <a:t>		</a:t>
            </a:r>
            <a:endParaRPr lang="en-US" sz="3000" dirty="0">
              <a:solidFill>
                <a:prstClr val="black"/>
              </a:solidFill>
              <a:latin typeface="Calibri" pitchFamily="34" charset="0"/>
            </a:endParaRPr>
          </a:p>
        </p:txBody>
      </p:sp>
    </p:spTree>
    <p:extLst>
      <p:ext uri="{BB962C8B-B14F-4D97-AF65-F5344CB8AC3E}">
        <p14:creationId xmlns:p14="http://schemas.microsoft.com/office/powerpoint/2010/main" val="16154754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ChangeArrowheads="1"/>
          </p:cNvSpPr>
          <p:nvPr/>
        </p:nvSpPr>
        <p:spPr bwMode="auto">
          <a:xfrm>
            <a:off x="1371693" y="194143"/>
            <a:ext cx="6457763" cy="5239896"/>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दुआरे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रखवारे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आज्ञा</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पैसारे</a:t>
            </a:r>
            <a:r>
              <a:rPr lang="en-IN" sz="3000" b="1" dirty="0">
                <a:solidFill>
                  <a:prstClr val="black"/>
                </a:solidFill>
                <a:latin typeface="Aparajita" pitchFamily="34" charset="0"/>
              </a:rPr>
              <a:t> ॥२१॥</a:t>
            </a:r>
          </a:p>
          <a:p>
            <a:pPr algn="ctr" defTabSz="685754"/>
            <a:endParaRPr lang="en-IN" sz="27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Duäre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Rakhaväre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Hota</a:t>
            </a:r>
            <a:r>
              <a:rPr lang="en-US" sz="2700" b="1" dirty="0">
                <a:solidFill>
                  <a:prstClr val="black"/>
                </a:solidFill>
                <a:latin typeface="URW Palladio IT" pitchFamily="2" charset="0"/>
              </a:rPr>
              <a:t> Na </a:t>
            </a:r>
            <a:r>
              <a:rPr lang="en-US" sz="2700" b="1" dirty="0" err="1">
                <a:solidFill>
                  <a:prstClr val="black"/>
                </a:solidFill>
                <a:latin typeface="URW Palladio IT" pitchFamily="2" charset="0"/>
              </a:rPr>
              <a:t>Äjïä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Binu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Paisäre</a:t>
            </a:r>
            <a:r>
              <a:rPr lang="en-US" sz="2700" b="1" dirty="0">
                <a:solidFill>
                  <a:prstClr val="black"/>
                </a:solidFill>
                <a:latin typeface="URW Palladio IT" pitchFamily="2" charset="0"/>
              </a:rPr>
              <a:t> || - 21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ದುವಾರೇ</a:t>
            </a:r>
            <a:r>
              <a:rPr lang="en-US" sz="2700" b="1" dirty="0">
                <a:solidFill>
                  <a:prstClr val="black"/>
                </a:solidFill>
                <a:latin typeface="Calibri" pitchFamily="34" charset="0"/>
              </a:rPr>
              <a:t> </a:t>
            </a:r>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ರಖವಾರೇ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ಹೋತ</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ಆಜ್ಞಾ</a:t>
            </a:r>
            <a:r>
              <a:rPr lang="en-US" sz="2700" b="1" dirty="0">
                <a:solidFill>
                  <a:prstClr val="black"/>
                </a:solidFill>
                <a:latin typeface="Calibri" pitchFamily="34" charset="0"/>
              </a:rPr>
              <a:t> </a:t>
            </a:r>
            <a:r>
              <a:rPr lang="en-US" sz="2700" b="1" dirty="0" err="1">
                <a:solidFill>
                  <a:prstClr val="black"/>
                </a:solidFill>
                <a:latin typeface="Calibri" pitchFamily="34" charset="0"/>
              </a:rPr>
              <a:t>ಬಿನು</a:t>
            </a:r>
            <a:r>
              <a:rPr lang="en-US" sz="2700" b="1" dirty="0">
                <a:solidFill>
                  <a:prstClr val="black"/>
                </a:solidFill>
                <a:latin typeface="Calibri" pitchFamily="34" charset="0"/>
              </a:rPr>
              <a:t> </a:t>
            </a:r>
            <a:r>
              <a:rPr lang="en-US" sz="2700" b="1" dirty="0" err="1">
                <a:solidFill>
                  <a:prstClr val="black"/>
                </a:solidFill>
                <a:latin typeface="Calibri" pitchFamily="34" charset="0"/>
              </a:rPr>
              <a:t>ಪೈಸಾರೇ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೨೧</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sentinel at the door of Ram's mercy mansion or His divine abode. No one may enter without your permission.</a:t>
            </a:r>
          </a:p>
          <a:p>
            <a:pPr algn="ctr" defTabSz="685754"/>
            <a:r>
              <a:rPr lang="en-US" sz="2100" b="1" dirty="0">
                <a:solidFill>
                  <a:prstClr val="black"/>
                </a:solidFill>
                <a:latin typeface="Palatino Linotype" pitchFamily="18" charset="0"/>
              </a:rPr>
              <a:t>		</a:t>
            </a:r>
            <a:endParaRPr lang="en-US" sz="2100" b="1" dirty="0">
              <a:solidFill>
                <a:prstClr val="black"/>
              </a:solidFill>
              <a:latin typeface="Calibri" pitchFamily="34" charset="0"/>
            </a:endParaRPr>
          </a:p>
        </p:txBody>
      </p:sp>
    </p:spTree>
    <p:extLst>
      <p:ext uri="{BB962C8B-B14F-4D97-AF65-F5344CB8AC3E}">
        <p14:creationId xmlns:p14="http://schemas.microsoft.com/office/powerpoint/2010/main" val="22686908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ChangeArrowheads="1"/>
          </p:cNvSpPr>
          <p:nvPr/>
        </p:nvSpPr>
        <p:spPr bwMode="auto">
          <a:xfrm>
            <a:off x="1314544" y="88353"/>
            <a:ext cx="6686357" cy="5078313"/>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रच्छक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डर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॥२२॥</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Saba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Lahai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Tumhäré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Saranä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Racchaka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Kähü</a:t>
            </a:r>
            <a:r>
              <a:rPr lang="en-US" sz="2700" b="1" dirty="0">
                <a:solidFill>
                  <a:prstClr val="black"/>
                </a:solidFill>
                <a:latin typeface="URW Palladio IT" pitchFamily="2" charset="0"/>
              </a:rPr>
              <a:t> Ko </a:t>
            </a:r>
            <a:r>
              <a:rPr lang="en-US" sz="2700" b="1" dirty="0" err="1">
                <a:solidFill>
                  <a:prstClr val="black"/>
                </a:solidFill>
                <a:latin typeface="URW Palladio IT" pitchFamily="2" charset="0"/>
              </a:rPr>
              <a:t>Òara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a:t>
            </a:r>
            <a:r>
              <a:rPr lang="en-US" sz="2700" b="1" dirty="0">
                <a:solidFill>
                  <a:prstClr val="black"/>
                </a:solidFill>
                <a:latin typeface="URW Palladio IT" pitchFamily="2" charset="0"/>
              </a:rPr>
              <a:t> || - 22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ಲಹೈ</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a:t>
            </a:r>
            <a:r>
              <a:rPr lang="kn-IN" sz="2700" b="1" dirty="0" err="1">
                <a:solidFill>
                  <a:prstClr val="black"/>
                </a:solidFill>
                <a:latin typeface="Calibri" pitchFamily="34" charset="0"/>
                <a:ea typeface="Tunga" pitchFamily="2"/>
                <a:cs typeface="Tunga" pitchFamily="2"/>
              </a:rPr>
              <a:t>ಚ್ಛ</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ಡರನಾ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೨೨</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By your grace one can enjoy all happiness and one need not have any fear under your protection</a:t>
            </a:r>
            <a:r>
              <a:rPr lang="en-US" b="1" dirty="0">
                <a:solidFill>
                  <a:prstClr val="black"/>
                </a:solidFill>
                <a:latin typeface="Calibri" pitchFamily="34" charset="0"/>
              </a:rPr>
              <a:t>.</a:t>
            </a:r>
          </a:p>
          <a:p>
            <a:pPr algn="ctr" defTabSz="685754"/>
            <a:r>
              <a:rPr lang="en-IN" sz="2100" b="1" dirty="0">
                <a:solidFill>
                  <a:srgbClr val="00B050"/>
                </a:solidFill>
                <a:latin typeface="Sanskrit 99" pitchFamily="2" charset="0"/>
              </a:rPr>
              <a:t>		</a:t>
            </a:r>
            <a:br>
              <a:rPr lang="en-US" sz="1350" b="1" dirty="0">
                <a:solidFill>
                  <a:prstClr val="black"/>
                </a:solidFill>
                <a:latin typeface="Calibri" pitchFamily="34" charset="0"/>
              </a:rPr>
            </a:br>
            <a:endParaRPr lang="en-US" sz="1350" b="1" dirty="0">
              <a:solidFill>
                <a:prstClr val="black"/>
              </a:solidFill>
              <a:latin typeface="Calibri" pitchFamily="34" charset="0"/>
            </a:endParaRPr>
          </a:p>
        </p:txBody>
      </p:sp>
    </p:spTree>
    <p:extLst>
      <p:ext uri="{BB962C8B-B14F-4D97-AF65-F5344CB8AC3E}">
        <p14:creationId xmlns:p14="http://schemas.microsoft.com/office/powerpoint/2010/main" val="39476043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1143100" y="88"/>
            <a:ext cx="6857802" cy="5032147"/>
          </a:xfrm>
          <a:prstGeom prst="rect">
            <a:avLst/>
          </a:prstGeom>
          <a:noFill/>
          <a:ln w="9525">
            <a:noFill/>
            <a:miter lim="800000"/>
            <a:headEnd/>
            <a:tailEnd/>
          </a:ln>
        </p:spPr>
        <p:txBody>
          <a:bodyPr wrap="square">
            <a:spAutoFit/>
          </a:bodyPr>
          <a:lstStyle/>
          <a:p>
            <a:pPr algn="ctr" defTabSz="685754"/>
            <a:endParaRPr lang="en-IN" sz="9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आपन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आपै</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काँपै</a:t>
            </a:r>
            <a:r>
              <a:rPr lang="en-IN" sz="3000" b="1" dirty="0">
                <a:solidFill>
                  <a:prstClr val="black"/>
                </a:solidFill>
                <a:latin typeface="Aparajita" pitchFamily="34" charset="0"/>
              </a:rPr>
              <a:t> ॥२३॥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Äpana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Samhäro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Äpai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Ténoà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Loka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Häðka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Käðpai</a:t>
            </a:r>
            <a:r>
              <a:rPr lang="en-US" sz="2700" b="1" dirty="0">
                <a:solidFill>
                  <a:prstClr val="black"/>
                </a:solidFill>
                <a:latin typeface="URW Palladio IT" pitchFamily="2" charset="0"/>
              </a:rPr>
              <a:t> || - 23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ಆಪನ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ಆಪೈ</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ತೀನೋ</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ಹಾಂಕ</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ಕಾಂಪೈ</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When you roar all the three worlds tremble and only you can control your might.</a:t>
            </a:r>
          </a:p>
          <a:p>
            <a:pPr algn="ctr" defTabSz="685754"/>
            <a:r>
              <a:rPr lang="en-US" sz="2400" b="1" dirty="0">
                <a:solidFill>
                  <a:prstClr val="black"/>
                </a:solidFill>
                <a:latin typeface="Palatino Linotype" pitchFamily="18" charset="0"/>
              </a:rPr>
              <a:t>		</a:t>
            </a:r>
          </a:p>
        </p:txBody>
      </p:sp>
    </p:spTree>
    <p:extLst>
      <p:ext uri="{BB962C8B-B14F-4D97-AF65-F5344CB8AC3E}">
        <p14:creationId xmlns:p14="http://schemas.microsoft.com/office/powerpoint/2010/main" val="31686154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ChangeArrowheads="1"/>
          </p:cNvSpPr>
          <p:nvPr/>
        </p:nvSpPr>
        <p:spPr bwMode="auto">
          <a:xfrm>
            <a:off x="1371692" y="85"/>
            <a:ext cx="6629208" cy="5470728"/>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भूत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पिसाच</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महाबीर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सुनावै</a:t>
            </a:r>
            <a:r>
              <a:rPr lang="en-IN" sz="3000" b="1" dirty="0">
                <a:solidFill>
                  <a:prstClr val="black"/>
                </a:solidFill>
                <a:latin typeface="Aparajita" pitchFamily="34" charset="0"/>
              </a:rPr>
              <a:t> ॥२४॥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Bhüta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Pisäca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Nahim</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Ävai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Mahäbéra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Jaba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Sunävai</a:t>
            </a:r>
            <a:r>
              <a:rPr lang="en-US" sz="2700" b="1" dirty="0">
                <a:solidFill>
                  <a:prstClr val="black"/>
                </a:solidFill>
                <a:latin typeface="URW Palladio IT" pitchFamily="2" charset="0"/>
              </a:rPr>
              <a:t> || - 24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ಭೂತ</a:t>
            </a:r>
            <a:r>
              <a:rPr lang="en-US" sz="2700" b="1" dirty="0">
                <a:solidFill>
                  <a:prstClr val="black"/>
                </a:solidFill>
                <a:latin typeface="Calibri" pitchFamily="34" charset="0"/>
              </a:rPr>
              <a:t> </a:t>
            </a:r>
            <a:r>
              <a:rPr lang="en-US" sz="2700" b="1" dirty="0" err="1">
                <a:solidFill>
                  <a:prstClr val="black"/>
                </a:solidFill>
                <a:latin typeface="Calibri" pitchFamily="34" charset="0"/>
              </a:rPr>
              <a:t>ಪಿಸಾಚ</a:t>
            </a:r>
            <a:r>
              <a:rPr lang="en-US" sz="2700" b="1" dirty="0">
                <a:solidFill>
                  <a:prstClr val="black"/>
                </a:solidFill>
                <a:latin typeface="Calibri" pitchFamily="34" charset="0"/>
              </a:rPr>
              <a:t> </a:t>
            </a:r>
            <a:r>
              <a:rPr lang="en-US" sz="2700" b="1" dirty="0" err="1">
                <a:solidFill>
                  <a:prstClr val="black"/>
                </a:solidFill>
                <a:latin typeface="Calibri" pitchFamily="34" charset="0"/>
              </a:rPr>
              <a:t>ನಿಕಟ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ನಹಿ</a:t>
            </a:r>
            <a:r>
              <a:rPr lang="en-US" sz="2700" b="1" dirty="0">
                <a:solidFill>
                  <a:prstClr val="black"/>
                </a:solidFill>
                <a:latin typeface="Calibri" pitchFamily="34" charset="0"/>
              </a:rPr>
              <a:t> </a:t>
            </a:r>
            <a:r>
              <a:rPr lang="en-US" sz="2700" b="1" dirty="0" err="1">
                <a:solidFill>
                  <a:prstClr val="black"/>
                </a:solidFill>
                <a:latin typeface="Calibri" pitchFamily="34" charset="0"/>
              </a:rPr>
              <a:t>ಆವೈ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ಮಹಾ</a:t>
            </a:r>
            <a:r>
              <a:rPr lang="kn-IN" sz="2700" b="1" dirty="0">
                <a:solidFill>
                  <a:prstClr val="black"/>
                </a:solidFill>
                <a:latin typeface="Calibri" pitchFamily="34" charset="0"/>
                <a:ea typeface="Tunga" pitchFamily="2"/>
                <a:cs typeface="Tunga" pitchFamily="2"/>
              </a:rPr>
              <a:t>ಬೀ</a:t>
            </a:r>
            <a:r>
              <a:rPr lang="en-US" sz="2700" b="1" dirty="0" err="1">
                <a:solidFill>
                  <a:prstClr val="black"/>
                </a:solidFill>
                <a:latin typeface="Calibri" pitchFamily="34" charset="0"/>
              </a:rPr>
              <a:t>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ಜಬ</a:t>
            </a:r>
            <a:r>
              <a:rPr lang="en-US" sz="2700" b="1" dirty="0">
                <a:solidFill>
                  <a:prstClr val="black"/>
                </a:solidFill>
                <a:latin typeface="Calibri" pitchFamily="34" charset="0"/>
              </a:rPr>
              <a:t> </a:t>
            </a:r>
            <a:r>
              <a:rPr lang="en-US" sz="2700" b="1" dirty="0" err="1">
                <a:solidFill>
                  <a:prstClr val="black"/>
                </a:solidFill>
                <a:latin typeface="Calibri" pitchFamily="34" charset="0"/>
              </a:rPr>
              <a:t>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ಸುನಾವೈ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೨೪</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Great Brave on.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name keeps all the Ghosts, Demons &amp; evils spirits away from his devotees.</a:t>
            </a:r>
          </a:p>
          <a:p>
            <a:pPr algn="ctr" defTabSz="685754"/>
            <a:r>
              <a:rPr lang="en-US" sz="2700" b="1" dirty="0">
                <a:solidFill>
                  <a:prstClr val="black"/>
                </a:solidFill>
                <a:latin typeface="Palatino Linotype" pitchFamily="18" charset="0"/>
              </a:rPr>
              <a:t>		</a:t>
            </a:r>
            <a:br>
              <a:rPr lang="en-US" sz="2100" b="1" dirty="0">
                <a:solidFill>
                  <a:prstClr val="black"/>
                </a:solidFill>
                <a:latin typeface="Palatino Linotype" pitchFamily="18" charset="0"/>
              </a:rPr>
            </a:br>
            <a:endParaRPr lang="en-US" sz="2100" b="1" dirty="0">
              <a:solidFill>
                <a:prstClr val="black"/>
              </a:solidFill>
              <a:latin typeface="Palatino Linotype" pitchFamily="18" charset="0"/>
            </a:endParaRPr>
          </a:p>
        </p:txBody>
      </p:sp>
    </p:spTree>
    <p:extLst>
      <p:ext uri="{BB962C8B-B14F-4D97-AF65-F5344CB8AC3E}">
        <p14:creationId xmlns:p14="http://schemas.microsoft.com/office/powerpoint/2010/main" val="15578580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53251" name="Rectangle 1"/>
          <p:cNvSpPr>
            <a:spLocks noChangeArrowheads="1"/>
          </p:cNvSpPr>
          <p:nvPr/>
        </p:nvSpPr>
        <p:spPr bwMode="auto">
          <a:xfrm>
            <a:off x="1182390" y="3555190"/>
            <a:ext cx="6857802" cy="1985159"/>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b="1" dirty="0">
                <a:solidFill>
                  <a:srgbClr val="000000"/>
                </a:solidFill>
                <a:latin typeface="Calibri"/>
              </a:rPr>
              <a:t>ರಾಮ ಲಕ್ಷ್ಮಣ </a:t>
            </a:r>
            <a:r>
              <a:rPr lang="kn-IN" b="1" dirty="0" err="1">
                <a:solidFill>
                  <a:srgbClr val="000000"/>
                </a:solidFill>
                <a:latin typeface="Calibri"/>
              </a:rPr>
              <a:t>ಜಾನಕೀ</a:t>
            </a:r>
            <a:endParaRPr lang="kn-IN" b="1" dirty="0">
              <a:solidFill>
                <a:srgbClr val="000000"/>
              </a:solidFill>
              <a:latin typeface="Calibri"/>
            </a:endParaRPr>
          </a:p>
          <a:p>
            <a:pPr algn="ctr" defTabSz="685754"/>
            <a:r>
              <a:rPr lang="kn-IN" b="1" dirty="0">
                <a:solidFill>
                  <a:srgbClr val="000000"/>
                </a:solidFill>
                <a:latin typeface="Calibri"/>
              </a:rPr>
              <a:t>ಜೈ </a:t>
            </a:r>
            <a:r>
              <a:rPr lang="kn-IN" b="1" dirty="0" err="1">
                <a:solidFill>
                  <a:srgbClr val="000000"/>
                </a:solidFill>
                <a:latin typeface="Calibri"/>
              </a:rPr>
              <a:t>ಬೋಲೋ</a:t>
            </a:r>
            <a:r>
              <a:rPr lang="kn-IN" b="1" dirty="0">
                <a:solidFill>
                  <a:srgbClr val="000000"/>
                </a:solidFill>
                <a:latin typeface="Calibri"/>
              </a:rPr>
              <a:t> </a:t>
            </a:r>
            <a:r>
              <a:rPr lang="kn-IN" b="1" dirty="0" err="1">
                <a:solidFill>
                  <a:srgbClr val="000000"/>
                </a:solidFill>
                <a:latin typeface="Calibri"/>
              </a:rPr>
              <a:t>ಹನುಮಾನ್</a:t>
            </a:r>
            <a:r>
              <a:rPr lang="kn-IN" b="1" dirty="0">
                <a:solidFill>
                  <a:srgbClr val="000000"/>
                </a:solidFill>
                <a:latin typeface="Calibri"/>
              </a:rPr>
              <a:t> ಕೀ</a:t>
            </a:r>
            <a:endParaRPr lang="en-CA" b="1" dirty="0">
              <a:solidFill>
                <a:srgbClr val="000000"/>
              </a:solidFill>
              <a:latin typeface="Calibri"/>
            </a:endParaRPr>
          </a:p>
          <a:p>
            <a:pPr defTabSz="685754"/>
            <a:endParaRPr lang="en-IN" sz="2100" b="1" dirty="0">
              <a:solidFill>
                <a:srgbClr val="000000"/>
              </a:solidFill>
              <a:latin typeface="Calibri"/>
            </a:endParaRPr>
          </a:p>
        </p:txBody>
      </p:sp>
      <p:pic>
        <p:nvPicPr>
          <p:cNvPr id="53252" name="Picture 3" descr="G:\Rama\maxresdefault.jpg"/>
          <p:cNvPicPr>
            <a:picLocks noChangeAspect="1" noChangeArrowheads="1"/>
          </p:cNvPicPr>
          <p:nvPr/>
        </p:nvPicPr>
        <p:blipFill>
          <a:blip r:embed="rId2"/>
          <a:srcRect/>
          <a:stretch>
            <a:fillRect/>
          </a:stretch>
        </p:blipFill>
        <p:spPr bwMode="auto">
          <a:xfrm>
            <a:off x="1132383" y="13182"/>
            <a:ext cx="6868517" cy="3890851"/>
          </a:xfrm>
          <a:prstGeom prst="rect">
            <a:avLst/>
          </a:prstGeom>
          <a:noFill/>
          <a:ln w="9525">
            <a:noFill/>
            <a:miter lim="800000"/>
            <a:headEnd/>
            <a:tailEnd/>
          </a:ln>
        </p:spPr>
      </p:pic>
    </p:spTree>
    <p:extLst>
      <p:ext uri="{BB962C8B-B14F-4D97-AF65-F5344CB8AC3E}">
        <p14:creationId xmlns:p14="http://schemas.microsoft.com/office/powerpoint/2010/main" val="12303981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1314545" y="228681"/>
            <a:ext cx="6629208" cy="4524315"/>
          </a:xfrm>
          <a:prstGeom prst="rect">
            <a:avLst/>
          </a:prstGeom>
          <a:noFill/>
          <a:ln w="9525">
            <a:noFill/>
            <a:miter lim="800000"/>
            <a:headEnd/>
            <a:tailEnd/>
          </a:ln>
        </p:spPr>
        <p:txBody>
          <a:bodyPr>
            <a:spAutoFit/>
          </a:bodyPr>
          <a:lstStyle/>
          <a:p>
            <a:pPr algn="ctr" defTabSz="685754"/>
            <a:r>
              <a:rPr lang="en-IN" sz="1050" b="1" dirty="0">
                <a:solidFill>
                  <a:prstClr val="black"/>
                </a:solidFill>
                <a:latin typeface="Aparajita" pitchFamily="34" charset="0"/>
              </a:rPr>
              <a:t>	</a:t>
            </a:r>
            <a:r>
              <a:rPr lang="en-IN" sz="3000" b="1" dirty="0" err="1">
                <a:solidFill>
                  <a:prstClr val="black"/>
                </a:solidFill>
                <a:latin typeface="Aparajita" pitchFamily="34" charset="0"/>
              </a:rPr>
              <a:t>नासै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निरन्तर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॥२५॥</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Näsai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Roga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Harai</a:t>
            </a:r>
            <a:r>
              <a:rPr lang="en-US" sz="2700" b="1" dirty="0">
                <a:solidFill>
                  <a:prstClr val="black"/>
                </a:solidFill>
                <a:latin typeface="URW Palladio IT" pitchFamily="2" charset="0"/>
              </a:rPr>
              <a:t> Saba </a:t>
            </a:r>
            <a:r>
              <a:rPr lang="en-US" sz="2700" b="1" dirty="0" err="1">
                <a:solidFill>
                  <a:prstClr val="black"/>
                </a:solidFill>
                <a:latin typeface="URW Palladio IT" pitchFamily="2" charset="0"/>
              </a:rPr>
              <a:t>Pérä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Japata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Nirantara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Bérä</a:t>
            </a:r>
            <a:r>
              <a:rPr lang="en-US" sz="2700" b="1" dirty="0">
                <a:solidFill>
                  <a:prstClr val="black"/>
                </a:solidFill>
                <a:latin typeface="URW Palladio IT" pitchFamily="2" charset="0"/>
              </a:rPr>
              <a:t> || - 25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ನಾಸೈ</a:t>
            </a:r>
            <a:r>
              <a:rPr lang="en-US" sz="2700" b="1" dirty="0">
                <a:solidFill>
                  <a:prstClr val="black"/>
                </a:solidFill>
                <a:latin typeface="Calibri" pitchFamily="34" charset="0"/>
              </a:rPr>
              <a:t> </a:t>
            </a:r>
            <a:r>
              <a:rPr lang="en-US" sz="2700" b="1" dirty="0" err="1">
                <a:solidFill>
                  <a:prstClr val="black"/>
                </a:solidFill>
                <a:latin typeface="Calibri" pitchFamily="34" charset="0"/>
              </a:rPr>
              <a:t>ರೋಗ</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ನಿರಂತರ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೨೫</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sz="1200" b="1" dirty="0">
                <a:solidFill>
                  <a:prstClr val="black"/>
                </a:solidFill>
                <a:latin typeface="URW Palladio IT" pitchFamily="2" charset="0"/>
              </a:rPr>
              <a:t>  </a:t>
            </a:r>
            <a:r>
              <a:rPr lang="en-US" b="1" dirty="0">
                <a:solidFill>
                  <a:prstClr val="black"/>
                </a:solidFill>
                <a:latin typeface="Palatino Linotype" pitchFamily="18" charset="0"/>
              </a:rPr>
              <a:t>On reciting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holy name regularly all the  </a:t>
            </a:r>
          </a:p>
          <a:p>
            <a:pPr algn="ctr" defTabSz="685754"/>
            <a:r>
              <a:rPr lang="en-US" b="1" dirty="0">
                <a:solidFill>
                  <a:prstClr val="black"/>
                </a:solidFill>
                <a:latin typeface="Palatino Linotype" pitchFamily="18" charset="0"/>
              </a:rPr>
              <a:t> maladies perish the entire pain disappears</a:t>
            </a:r>
            <a:r>
              <a:rPr lang="en-US" b="1" dirty="0">
                <a:solidFill>
                  <a:prstClr val="black"/>
                </a:solidFill>
                <a:latin typeface="Calibri" pitchFamily="34" charset="0"/>
              </a:rPr>
              <a:t>.</a:t>
            </a:r>
          </a:p>
        </p:txBody>
      </p:sp>
    </p:spTree>
    <p:extLst>
      <p:ext uri="{BB962C8B-B14F-4D97-AF65-F5344CB8AC3E}">
        <p14:creationId xmlns:p14="http://schemas.microsoft.com/office/powerpoint/2010/main" val="37047986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ChangeArrowheads="1"/>
          </p:cNvSpPr>
          <p:nvPr/>
        </p:nvSpPr>
        <p:spPr bwMode="auto">
          <a:xfrm>
            <a:off x="1143100" y="75"/>
            <a:ext cx="6857802" cy="5147563"/>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सङ्कट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छुड़ावै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बचन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ध्यान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लावै</a:t>
            </a:r>
            <a:r>
              <a:rPr lang="en-IN" sz="3000" b="1" dirty="0">
                <a:solidFill>
                  <a:prstClr val="black"/>
                </a:solidFill>
                <a:latin typeface="Aparajita" pitchFamily="34" charset="0"/>
              </a:rPr>
              <a:t> ॥२६॥</a:t>
            </a:r>
          </a:p>
          <a:p>
            <a:pPr algn="ctr" defTabSz="685754"/>
            <a:endParaRPr lang="en-IN" sz="3000" b="1" dirty="0">
              <a:solidFill>
                <a:prstClr val="black"/>
              </a:solidFill>
              <a:latin typeface="Aparajita" pitchFamily="34" charset="0"/>
            </a:endParaRPr>
          </a:p>
          <a:p>
            <a:pPr algn="ctr" defTabSz="685754"/>
            <a:r>
              <a:rPr lang="en-US" sz="2400" b="1" dirty="0" err="1">
                <a:solidFill>
                  <a:prstClr val="black"/>
                </a:solidFill>
                <a:latin typeface="URW Palladio IT" pitchFamily="2" charset="0"/>
              </a:rPr>
              <a:t>Saìkaöa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Teà</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Hanumäna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Chuåävai</a:t>
            </a:r>
            <a:r>
              <a:rPr lang="en-US" sz="2400" b="1" dirty="0">
                <a:solidFill>
                  <a:prstClr val="black"/>
                </a:solidFill>
                <a:latin typeface="URW Palladio IT" pitchFamily="2" charset="0"/>
              </a:rPr>
              <a:t> | </a:t>
            </a:r>
          </a:p>
          <a:p>
            <a:pPr algn="ctr" defTabSz="685754"/>
            <a:r>
              <a:rPr lang="en-US" sz="2400" b="1" dirty="0">
                <a:solidFill>
                  <a:prstClr val="black"/>
                </a:solidFill>
                <a:latin typeface="URW Palladio IT" pitchFamily="2" charset="0"/>
              </a:rPr>
              <a:t>Mana Krama </a:t>
            </a:r>
            <a:r>
              <a:rPr lang="en-US" sz="2400" b="1" dirty="0" err="1">
                <a:solidFill>
                  <a:prstClr val="black"/>
                </a:solidFill>
                <a:latin typeface="URW Palladio IT" pitchFamily="2" charset="0"/>
              </a:rPr>
              <a:t>Bacana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Dhyäna</a:t>
            </a:r>
            <a:r>
              <a:rPr lang="en-US" sz="2400" b="1" dirty="0">
                <a:solidFill>
                  <a:prstClr val="black"/>
                </a:solidFill>
                <a:latin typeface="URW Palladio IT" pitchFamily="2" charset="0"/>
              </a:rPr>
              <a:t> Jo </a:t>
            </a:r>
            <a:r>
              <a:rPr lang="en-US" sz="2400" b="1" dirty="0" err="1">
                <a:solidFill>
                  <a:prstClr val="black"/>
                </a:solidFill>
                <a:latin typeface="URW Palladio IT" pitchFamily="2" charset="0"/>
              </a:rPr>
              <a:t>Lävai</a:t>
            </a:r>
            <a:r>
              <a:rPr lang="en-US" sz="2400" b="1" dirty="0">
                <a:solidFill>
                  <a:prstClr val="black"/>
                </a:solidFill>
                <a:latin typeface="URW Palladio IT" pitchFamily="2" charset="0"/>
              </a:rPr>
              <a:t> || - 26</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ಸಂಕಟ</a:t>
            </a:r>
            <a:r>
              <a:rPr lang="en-US" sz="2400" b="1" dirty="0">
                <a:solidFill>
                  <a:prstClr val="black"/>
                </a:solidFill>
                <a:latin typeface="Calibri" pitchFamily="34" charset="0"/>
              </a:rPr>
              <a:t> </a:t>
            </a:r>
            <a:r>
              <a:rPr lang="en-US" sz="2400" b="1" dirty="0" err="1">
                <a:solidFill>
                  <a:prstClr val="black"/>
                </a:solidFill>
                <a:latin typeface="Calibri" pitchFamily="34" charset="0"/>
              </a:rPr>
              <a:t>ತೇ</a:t>
            </a:r>
            <a:r>
              <a:rPr lang="en-US" sz="2400" b="1" dirty="0">
                <a:solidFill>
                  <a:prstClr val="black"/>
                </a:solidFill>
                <a:latin typeface="Calibri" pitchFamily="34" charset="0"/>
              </a:rPr>
              <a:t> </a:t>
            </a:r>
            <a:r>
              <a:rPr lang="en-US" sz="2400" b="1" dirty="0" err="1">
                <a:solidFill>
                  <a:prstClr val="black"/>
                </a:solidFill>
                <a:latin typeface="Calibri" pitchFamily="34" charset="0"/>
              </a:rPr>
              <a:t>ಹನುಮಾನ</a:t>
            </a:r>
            <a:r>
              <a:rPr lang="en-US" sz="2400" b="1" dirty="0">
                <a:solidFill>
                  <a:prstClr val="black"/>
                </a:solidFill>
                <a:latin typeface="Calibri" pitchFamily="34" charset="0"/>
              </a:rPr>
              <a:t> </a:t>
            </a:r>
            <a:r>
              <a:rPr lang="en-US" sz="2400" b="1" dirty="0" err="1">
                <a:solidFill>
                  <a:prstClr val="black"/>
                </a:solidFill>
                <a:latin typeface="Calibri" pitchFamily="34" charset="0"/>
              </a:rPr>
              <a:t>ಛುಡಾವೈ</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ಮನ</a:t>
            </a:r>
            <a:r>
              <a:rPr lang="en-US" sz="2400" b="1" dirty="0">
                <a:solidFill>
                  <a:prstClr val="black"/>
                </a:solidFill>
                <a:latin typeface="Calibri" pitchFamily="34" charset="0"/>
              </a:rPr>
              <a:t> </a:t>
            </a:r>
            <a:r>
              <a:rPr lang="en-US" sz="2400" b="1" dirty="0" err="1">
                <a:solidFill>
                  <a:prstClr val="black"/>
                </a:solidFill>
                <a:latin typeface="Calibri" pitchFamily="34" charset="0"/>
              </a:rPr>
              <a:t>ಕ್ರಮ</a:t>
            </a:r>
            <a:r>
              <a:rPr lang="en-US" sz="2400" b="1" dirty="0">
                <a:solidFill>
                  <a:prstClr val="black"/>
                </a:solidFill>
                <a:latin typeface="Calibri" pitchFamily="34" charset="0"/>
              </a:rPr>
              <a:t> </a:t>
            </a:r>
            <a:r>
              <a:rPr lang="en-US" sz="2400" b="1" dirty="0" err="1">
                <a:solidFill>
                  <a:prstClr val="black"/>
                </a:solidFill>
                <a:latin typeface="Calibri" pitchFamily="34" charset="0"/>
              </a:rPr>
              <a:t>ಬಚನ</a:t>
            </a:r>
            <a:r>
              <a:rPr lang="en-US" sz="2400" b="1" dirty="0">
                <a:solidFill>
                  <a:prstClr val="black"/>
                </a:solidFill>
                <a:latin typeface="Calibri" pitchFamily="34" charset="0"/>
              </a:rPr>
              <a:t> </a:t>
            </a:r>
            <a:r>
              <a:rPr lang="en-US" sz="2400" b="1" dirty="0" err="1">
                <a:solidFill>
                  <a:prstClr val="black"/>
                </a:solidFill>
                <a:latin typeface="Calibri" pitchFamily="34" charset="0"/>
              </a:rPr>
              <a:t>ಧ್ಯಾನ</a:t>
            </a:r>
            <a:r>
              <a:rPr lang="en-US" sz="2400" b="1" dirty="0">
                <a:solidFill>
                  <a:prstClr val="black"/>
                </a:solidFill>
                <a:latin typeface="Calibri" pitchFamily="34" charset="0"/>
              </a:rPr>
              <a:t> </a:t>
            </a:r>
            <a:r>
              <a:rPr lang="en-US" sz="2400" b="1" dirty="0" err="1">
                <a:solidFill>
                  <a:prstClr val="black"/>
                </a:solidFill>
                <a:latin typeface="Calibri" pitchFamily="34" charset="0"/>
              </a:rPr>
              <a:t>ಜೋ</a:t>
            </a:r>
            <a:r>
              <a:rPr lang="en-US" sz="2400" b="1" dirty="0">
                <a:solidFill>
                  <a:prstClr val="black"/>
                </a:solidFill>
                <a:latin typeface="Calibri" pitchFamily="34" charset="0"/>
              </a:rPr>
              <a:t> </a:t>
            </a:r>
            <a:r>
              <a:rPr lang="en-US" sz="2400" b="1" dirty="0" err="1">
                <a:solidFill>
                  <a:prstClr val="black"/>
                </a:solidFill>
                <a:latin typeface="Calibri" pitchFamily="34" charset="0"/>
              </a:rPr>
              <a:t>ಲಾವೈ</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೨೬</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Those who remember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in thought, word and deed are well guarded against their odds in life</a:t>
            </a:r>
            <a:r>
              <a:rPr lang="en-US" b="1" dirty="0">
                <a:solidFill>
                  <a:prstClr val="black"/>
                </a:solidFill>
                <a:latin typeface="Calibri" pitchFamily="34" charset="0"/>
              </a:rPr>
              <a:t>.</a:t>
            </a:r>
          </a:p>
          <a:p>
            <a:pPr algn="ctr" defTabSz="685754"/>
            <a:r>
              <a:rPr lang="en-IN" sz="2100" b="1" dirty="0">
                <a:solidFill>
                  <a:srgbClr val="00B050"/>
                </a:solidFill>
                <a:latin typeface="Sanskrit 99" pitchFamily="2" charset="0"/>
              </a:rPr>
              <a:t>		</a:t>
            </a:r>
            <a:br>
              <a:rPr lang="en-US" sz="2100" dirty="0">
                <a:solidFill>
                  <a:prstClr val="black"/>
                </a:solidFill>
                <a:latin typeface="Calibri" pitchFamily="34" charset="0"/>
              </a:rPr>
            </a:br>
            <a:endParaRPr lang="en-US" sz="2100" dirty="0">
              <a:solidFill>
                <a:prstClr val="black"/>
              </a:solidFill>
              <a:latin typeface="Calibri" pitchFamily="34" charset="0"/>
            </a:endParaRPr>
          </a:p>
        </p:txBody>
      </p:sp>
    </p:spTree>
    <p:extLst>
      <p:ext uri="{BB962C8B-B14F-4D97-AF65-F5344CB8AC3E}">
        <p14:creationId xmlns:p14="http://schemas.microsoft.com/office/powerpoint/2010/main" val="9554760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1200248" y="57230"/>
            <a:ext cx="6857802" cy="5055230"/>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तपस्वी</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सकल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साजा</a:t>
            </a:r>
            <a:r>
              <a:rPr lang="en-IN" sz="3000" b="1" dirty="0">
                <a:solidFill>
                  <a:prstClr val="black"/>
                </a:solidFill>
                <a:latin typeface="Aparajita" pitchFamily="34" charset="0"/>
              </a:rPr>
              <a:t> ॥२७॥</a:t>
            </a:r>
          </a:p>
          <a:p>
            <a:pPr algn="ctr" defTabSz="685754"/>
            <a:endParaRPr lang="en-US" sz="2700" b="1" dirty="0">
              <a:solidFill>
                <a:prstClr val="black"/>
              </a:solidFill>
              <a:latin typeface="URW Palladio IT" pitchFamily="2" charset="0"/>
            </a:endParaRPr>
          </a:p>
          <a:p>
            <a:pPr algn="ctr" defTabSz="685754"/>
            <a:r>
              <a:rPr lang="en-US" sz="2400" b="1" dirty="0">
                <a:solidFill>
                  <a:prstClr val="black"/>
                </a:solidFill>
                <a:latin typeface="URW Palladio IT" pitchFamily="2" charset="0"/>
              </a:rPr>
              <a:t>Saba Para </a:t>
            </a:r>
            <a:r>
              <a:rPr lang="en-US" sz="2400" b="1" dirty="0" err="1">
                <a:solidFill>
                  <a:prstClr val="black"/>
                </a:solidFill>
                <a:latin typeface="URW Palladio IT" pitchFamily="2" charset="0"/>
              </a:rPr>
              <a:t>Räma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Tapasvé</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Räjä</a:t>
            </a:r>
            <a:r>
              <a:rPr lang="en-US" sz="2400" b="1" dirty="0">
                <a:solidFill>
                  <a:prstClr val="black"/>
                </a:solidFill>
                <a:latin typeface="URW Palladio IT" pitchFamily="2" charset="0"/>
              </a:rPr>
              <a:t> | </a:t>
            </a:r>
          </a:p>
          <a:p>
            <a:pPr algn="ctr" defTabSz="685754"/>
            <a:r>
              <a:rPr lang="en-US" sz="2400" b="1" dirty="0">
                <a:solidFill>
                  <a:prstClr val="black"/>
                </a:solidFill>
                <a:latin typeface="URW Palladio IT" pitchFamily="2" charset="0"/>
              </a:rPr>
              <a:t>Tina </a:t>
            </a:r>
            <a:r>
              <a:rPr lang="en-US" sz="2400" b="1" dirty="0" err="1">
                <a:solidFill>
                  <a:prstClr val="black"/>
                </a:solidFill>
                <a:latin typeface="URW Palladio IT" pitchFamily="2" charset="0"/>
              </a:rPr>
              <a:t>Ke</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Käja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Sakala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Tuma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Säjä</a:t>
            </a:r>
            <a:r>
              <a:rPr lang="en-US" sz="2400" b="1" dirty="0">
                <a:solidFill>
                  <a:prstClr val="black"/>
                </a:solidFill>
                <a:latin typeface="URW Palladio IT" pitchFamily="2" charset="0"/>
              </a:rPr>
              <a:t> || - 27</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ಸಬ</a:t>
            </a:r>
            <a:r>
              <a:rPr lang="en-US" sz="2400" b="1" dirty="0">
                <a:solidFill>
                  <a:prstClr val="black"/>
                </a:solidFill>
                <a:latin typeface="Calibri" pitchFamily="34" charset="0"/>
              </a:rPr>
              <a:t> </a:t>
            </a:r>
            <a:r>
              <a:rPr lang="en-US" sz="2400" b="1" dirty="0" err="1">
                <a:solidFill>
                  <a:prstClr val="black"/>
                </a:solidFill>
                <a:latin typeface="Calibri" pitchFamily="34" charset="0"/>
              </a:rPr>
              <a:t>ಪರ</a:t>
            </a:r>
            <a:r>
              <a:rPr lang="en-US" sz="2400" b="1" dirty="0">
                <a:solidFill>
                  <a:prstClr val="black"/>
                </a:solidFill>
                <a:latin typeface="Calibri" pitchFamily="34" charset="0"/>
              </a:rPr>
              <a:t> </a:t>
            </a:r>
            <a:r>
              <a:rPr lang="en-US" sz="2400" b="1" dirty="0" err="1">
                <a:solidFill>
                  <a:prstClr val="black"/>
                </a:solidFill>
                <a:latin typeface="Calibri" pitchFamily="34" charset="0"/>
              </a:rPr>
              <a:t>ರಾಮ</a:t>
            </a:r>
            <a:r>
              <a:rPr lang="en-US" sz="2400" b="1" dirty="0">
                <a:solidFill>
                  <a:prstClr val="black"/>
                </a:solidFill>
                <a:latin typeface="Calibri" pitchFamily="34" charset="0"/>
              </a:rPr>
              <a:t> </a:t>
            </a:r>
            <a:r>
              <a:rPr lang="kn-IN" sz="2400" b="1" dirty="0" err="1">
                <a:solidFill>
                  <a:prstClr val="black"/>
                </a:solidFill>
                <a:latin typeface="Calibri" pitchFamily="34" charset="0"/>
                <a:ea typeface="Tunga" pitchFamily="2"/>
                <a:cs typeface="Tunga" pitchFamily="2"/>
              </a:rPr>
              <a:t>ತಪಸ್ವೀ</a:t>
            </a:r>
            <a:r>
              <a:rPr lang="kn-IN" sz="2400" b="1" dirty="0">
                <a:solidFill>
                  <a:prstClr val="black"/>
                </a:solidFill>
                <a:latin typeface="Calibri" pitchFamily="34" charset="0"/>
                <a:ea typeface="Tunga" pitchFamily="2"/>
                <a:cs typeface="Tunga" pitchFamily="2"/>
              </a:rPr>
              <a:t> </a:t>
            </a:r>
            <a:r>
              <a:rPr lang="en-US" sz="2400" b="1" dirty="0" err="1">
                <a:solidFill>
                  <a:prstClr val="black"/>
                </a:solidFill>
                <a:latin typeface="Calibri" pitchFamily="34" charset="0"/>
              </a:rPr>
              <a:t>ರಾಜಾ</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ತಿನಕೇ</a:t>
            </a:r>
            <a:r>
              <a:rPr lang="en-US" sz="2400" b="1" dirty="0">
                <a:solidFill>
                  <a:prstClr val="black"/>
                </a:solidFill>
                <a:latin typeface="Calibri" pitchFamily="34" charset="0"/>
              </a:rPr>
              <a:t> </a:t>
            </a:r>
            <a:r>
              <a:rPr lang="en-US" sz="2400" b="1" dirty="0" err="1">
                <a:solidFill>
                  <a:prstClr val="black"/>
                </a:solidFill>
                <a:latin typeface="Calibri" pitchFamily="34" charset="0"/>
              </a:rPr>
              <a:t>ಕಾಜ</a:t>
            </a:r>
            <a:r>
              <a:rPr lang="en-US" sz="2400" b="1" dirty="0">
                <a:solidFill>
                  <a:prstClr val="black"/>
                </a:solidFill>
                <a:latin typeface="Calibri" pitchFamily="34" charset="0"/>
              </a:rPr>
              <a:t> </a:t>
            </a:r>
            <a:r>
              <a:rPr lang="en-US" sz="2400" b="1" dirty="0" err="1">
                <a:solidFill>
                  <a:prstClr val="black"/>
                </a:solidFill>
                <a:latin typeface="Calibri" pitchFamily="34" charset="0"/>
              </a:rPr>
              <a:t>ಸಕಲ</a:t>
            </a:r>
            <a:r>
              <a:rPr lang="en-US" sz="2400" b="1" dirty="0">
                <a:solidFill>
                  <a:prstClr val="black"/>
                </a:solidFill>
                <a:latin typeface="Calibri" pitchFamily="34" charset="0"/>
              </a:rPr>
              <a:t> </a:t>
            </a:r>
            <a:r>
              <a:rPr lang="en-US" sz="2400" b="1" dirty="0" err="1">
                <a:solidFill>
                  <a:prstClr val="black"/>
                </a:solidFill>
                <a:latin typeface="Calibri" pitchFamily="34" charset="0"/>
              </a:rPr>
              <a:t>ತುಮ</a:t>
            </a:r>
            <a:r>
              <a:rPr lang="en-US" sz="2400" b="1" dirty="0">
                <a:solidFill>
                  <a:prstClr val="black"/>
                </a:solidFill>
                <a:latin typeface="Calibri" pitchFamily="34" charset="0"/>
              </a:rPr>
              <a:t> </a:t>
            </a:r>
            <a:r>
              <a:rPr lang="en-US" sz="2400" b="1" dirty="0" err="1">
                <a:solidFill>
                  <a:prstClr val="black"/>
                </a:solidFill>
                <a:latin typeface="Calibri" pitchFamily="34" charset="0"/>
              </a:rPr>
              <a:t>ಸಾಜಾ</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೨೭</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caretaker of even Lord Rama, who has been hailed as the Supreme Lord and the Monarch of all those devoted in penances.</a:t>
            </a:r>
          </a:p>
          <a:p>
            <a:pPr algn="ctr" defTabSz="685754"/>
            <a:r>
              <a:rPr lang="en-US" sz="2100" b="1" dirty="0">
                <a:solidFill>
                  <a:prstClr val="black"/>
                </a:solidFill>
                <a:latin typeface="Palatino Linotype" pitchFamily="18" charset="0"/>
              </a:rPr>
              <a:t>		</a:t>
            </a:r>
          </a:p>
        </p:txBody>
      </p:sp>
    </p:spTree>
    <p:extLst>
      <p:ext uri="{BB962C8B-B14F-4D97-AF65-F5344CB8AC3E}">
        <p14:creationId xmlns:p14="http://schemas.microsoft.com/office/powerpoint/2010/main" val="31383563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ChangeArrowheads="1"/>
          </p:cNvSpPr>
          <p:nvPr/>
        </p:nvSpPr>
        <p:spPr bwMode="auto">
          <a:xfrm>
            <a:off x="1257396" y="74"/>
            <a:ext cx="6514912" cy="5401479"/>
          </a:xfrm>
          <a:prstGeom prst="rect">
            <a:avLst/>
          </a:prstGeom>
          <a:noFill/>
          <a:ln w="9525">
            <a:noFill/>
            <a:miter lim="800000"/>
            <a:headEnd/>
            <a:tailEnd/>
          </a:ln>
        </p:spPr>
        <p:txBody>
          <a:bodyPr>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और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मनोरथ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कोई</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सोई</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a:t>
            </a:r>
            <a:r>
              <a:rPr lang="en-IN" sz="3000" b="1" dirty="0">
                <a:solidFill>
                  <a:prstClr val="black"/>
                </a:solidFill>
                <a:latin typeface="Aparajita" pitchFamily="34" charset="0"/>
              </a:rPr>
              <a:t> ॥२८॥</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Aura </a:t>
            </a:r>
            <a:r>
              <a:rPr lang="en-US" sz="2700" b="1" dirty="0" err="1">
                <a:solidFill>
                  <a:prstClr val="black"/>
                </a:solidFill>
                <a:latin typeface="URW Palladio IT" pitchFamily="2" charset="0"/>
              </a:rPr>
              <a:t>Manoratha</a:t>
            </a:r>
            <a:r>
              <a:rPr lang="en-US" sz="2700" b="1" dirty="0">
                <a:solidFill>
                  <a:prstClr val="black"/>
                </a:solidFill>
                <a:latin typeface="URW Palladio IT" pitchFamily="2" charset="0"/>
              </a:rPr>
              <a:t> Jo </a:t>
            </a:r>
            <a:r>
              <a:rPr lang="en-US" sz="2700" b="1" dirty="0" err="1">
                <a:solidFill>
                  <a:prstClr val="black"/>
                </a:solidFill>
                <a:latin typeface="URW Palladio IT" pitchFamily="2" charset="0"/>
              </a:rPr>
              <a:t>Koé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Lävai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Soé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Amita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Jévana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Pävai</a:t>
            </a:r>
            <a:r>
              <a:rPr lang="en-US" sz="2700" b="1" dirty="0">
                <a:solidFill>
                  <a:prstClr val="black"/>
                </a:solidFill>
                <a:latin typeface="URW Palladio IT" pitchFamily="2" charset="0"/>
              </a:rPr>
              <a:t> || - 28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ಔರ</a:t>
            </a:r>
            <a:r>
              <a:rPr lang="en-US" sz="2700" b="1" dirty="0">
                <a:solidFill>
                  <a:prstClr val="black"/>
                </a:solidFill>
                <a:latin typeface="Calibri" pitchFamily="34" charset="0"/>
              </a:rPr>
              <a:t> </a:t>
            </a:r>
            <a:r>
              <a:rPr lang="en-US" sz="2700" b="1" dirty="0" err="1">
                <a:solidFill>
                  <a:prstClr val="black"/>
                </a:solidFill>
                <a:latin typeface="Calibri" pitchFamily="34" charset="0"/>
              </a:rPr>
              <a:t>ಮನೋರಥ</a:t>
            </a:r>
            <a:r>
              <a:rPr lang="en-US" sz="2700" b="1" dirty="0">
                <a:solidFill>
                  <a:prstClr val="black"/>
                </a:solidFill>
                <a:latin typeface="Calibri" pitchFamily="34" charset="0"/>
              </a:rPr>
              <a:t> </a:t>
            </a:r>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ಕೋಈ</a:t>
            </a:r>
            <a:r>
              <a:rPr lang="en-US" sz="2700" b="1" dirty="0">
                <a:solidFill>
                  <a:prstClr val="black"/>
                </a:solidFill>
                <a:latin typeface="Calibri" pitchFamily="34" charset="0"/>
              </a:rPr>
              <a:t> </a:t>
            </a:r>
            <a:r>
              <a:rPr lang="en-US" sz="2700" b="1" dirty="0" err="1">
                <a:solidFill>
                  <a:prstClr val="black"/>
                </a:solidFill>
                <a:latin typeface="Calibri" pitchFamily="34" charset="0"/>
              </a:rPr>
              <a:t>ಲಾವೈ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ಸೋಈ</a:t>
            </a:r>
            <a:r>
              <a:rPr lang="en-US" sz="2700" b="1" dirty="0">
                <a:solidFill>
                  <a:prstClr val="black"/>
                </a:solidFill>
                <a:latin typeface="Calibri" pitchFamily="34" charset="0"/>
              </a:rPr>
              <a:t> </a:t>
            </a:r>
            <a:r>
              <a:rPr lang="en-US" sz="2700" b="1" dirty="0" err="1">
                <a:solidFill>
                  <a:prstClr val="black"/>
                </a:solidFill>
                <a:latin typeface="Calibri" pitchFamily="34" charset="0"/>
              </a:rPr>
              <a:t>ಅಮಿತ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ಜೀವನ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ಫಲ</a:t>
            </a:r>
            <a:r>
              <a:rPr lang="en-US" sz="2700" b="1" dirty="0">
                <a:solidFill>
                  <a:prstClr val="black"/>
                </a:solidFill>
                <a:latin typeface="Calibri" pitchFamily="34" charset="0"/>
              </a:rPr>
              <a:t> </a:t>
            </a:r>
            <a:r>
              <a:rPr lang="en-US" sz="2700" b="1" dirty="0" err="1">
                <a:solidFill>
                  <a:prstClr val="black"/>
                </a:solidFill>
                <a:latin typeface="Calibri" pitchFamily="34" charset="0"/>
              </a:rPr>
              <a:t>ಪಾವೈ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fulfill the desires of those who come to you and bestow the eternal nectar the highest fruit of life.</a:t>
            </a:r>
          </a:p>
        </p:txBody>
      </p:sp>
    </p:spTree>
    <p:extLst>
      <p:ext uri="{BB962C8B-B14F-4D97-AF65-F5344CB8AC3E}">
        <p14:creationId xmlns:p14="http://schemas.microsoft.com/office/powerpoint/2010/main" val="36665579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ChangeArrowheads="1"/>
          </p:cNvSpPr>
          <p:nvPr/>
        </p:nvSpPr>
        <p:spPr bwMode="auto">
          <a:xfrm>
            <a:off x="1371693" y="57235"/>
            <a:ext cx="6457763" cy="5193729"/>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परताप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उजियारा</a:t>
            </a:r>
            <a:r>
              <a:rPr lang="en-IN" sz="3000" b="1" dirty="0">
                <a:solidFill>
                  <a:prstClr val="black"/>
                </a:solidFill>
                <a:latin typeface="Aparajita" pitchFamily="34" charset="0"/>
              </a:rPr>
              <a:t> ॥२९॥</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Cäroà</a:t>
            </a:r>
            <a:r>
              <a:rPr lang="en-US" sz="2700" b="1" dirty="0">
                <a:solidFill>
                  <a:prstClr val="black"/>
                </a:solidFill>
                <a:latin typeface="URW Palladio IT" pitchFamily="2" charset="0"/>
              </a:rPr>
              <a:t> Juga </a:t>
            </a:r>
            <a:r>
              <a:rPr lang="en-US" sz="2700" b="1" dirty="0" err="1">
                <a:solidFill>
                  <a:prstClr val="black"/>
                </a:solidFill>
                <a:latin typeface="URW Palladio IT" pitchFamily="2" charset="0"/>
              </a:rPr>
              <a:t>Paratäpa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Tumhärä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Hai </a:t>
            </a:r>
            <a:r>
              <a:rPr lang="en-US" sz="2700" b="1" dirty="0" err="1">
                <a:solidFill>
                  <a:prstClr val="black"/>
                </a:solidFill>
                <a:latin typeface="URW Palladio IT" pitchFamily="2" charset="0"/>
              </a:rPr>
              <a:t>Parasiddha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Ujiyärä</a:t>
            </a:r>
            <a:r>
              <a:rPr lang="en-US" sz="2700" b="1" dirty="0">
                <a:solidFill>
                  <a:prstClr val="black"/>
                </a:solidFill>
                <a:latin typeface="URW Palladio IT" pitchFamily="2" charset="0"/>
              </a:rPr>
              <a:t> || - 29</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ಚಾರೋ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ಪರತಾಪ</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ಪರಸಿದ್ಧ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ಜಗತ</a:t>
            </a:r>
            <a:r>
              <a:rPr lang="en-US" sz="2700" b="1" dirty="0">
                <a:solidFill>
                  <a:prstClr val="black"/>
                </a:solidFill>
                <a:latin typeface="Calibri" pitchFamily="34" charset="0"/>
              </a:rPr>
              <a:t> </a:t>
            </a:r>
            <a:r>
              <a:rPr lang="en-US" sz="2700" b="1" dirty="0" err="1">
                <a:solidFill>
                  <a:prstClr val="black"/>
                </a:solidFill>
                <a:latin typeface="Calibri" pitchFamily="34" charset="0"/>
              </a:rPr>
              <a:t>ಉಜಿಯಾರಾ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೨೯</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magnificent glory is acclaimed far and wide all through the four ages and your fame is </a:t>
            </a:r>
            <a:r>
              <a:rPr lang="en-US" b="1" dirty="0" err="1">
                <a:solidFill>
                  <a:prstClr val="black"/>
                </a:solidFill>
                <a:latin typeface="Palatino Linotype" pitchFamily="18" charset="0"/>
              </a:rPr>
              <a:t>radianlty</a:t>
            </a:r>
            <a:r>
              <a:rPr lang="en-US" b="1" dirty="0">
                <a:solidFill>
                  <a:prstClr val="black"/>
                </a:solidFill>
                <a:latin typeface="Palatino Linotype" pitchFamily="18" charset="0"/>
              </a:rPr>
              <a:t> noted all over the cosmos</a:t>
            </a:r>
            <a:r>
              <a:rPr lang="en-US" b="1" dirty="0">
                <a:solidFill>
                  <a:prstClr val="black"/>
                </a:solidFill>
                <a:latin typeface="Calibri" pitchFamily="34" charset="0"/>
              </a:rPr>
              <a:t>.</a:t>
            </a:r>
          </a:p>
          <a:p>
            <a:pPr algn="ctr" defTabSz="685754"/>
            <a:r>
              <a:rPr lang="en-US" sz="1500" b="1" dirty="0">
                <a:solidFill>
                  <a:prstClr val="black"/>
                </a:solidFill>
                <a:latin typeface="Calibri" pitchFamily="34" charset="0"/>
              </a:rPr>
              <a:t>		</a:t>
            </a:r>
            <a:endParaRPr lang="en-US" sz="2100" b="1" dirty="0">
              <a:solidFill>
                <a:prstClr val="black"/>
              </a:solidFill>
              <a:latin typeface="Calibri" pitchFamily="34" charset="0"/>
            </a:endParaRPr>
          </a:p>
        </p:txBody>
      </p:sp>
    </p:spTree>
    <p:extLst>
      <p:ext uri="{BB962C8B-B14F-4D97-AF65-F5344CB8AC3E}">
        <p14:creationId xmlns:p14="http://schemas.microsoft.com/office/powerpoint/2010/main" val="22020027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ChangeArrowheads="1"/>
          </p:cNvSpPr>
          <p:nvPr/>
        </p:nvSpPr>
        <p:spPr bwMode="auto">
          <a:xfrm>
            <a:off x="1143100" y="77473"/>
            <a:ext cx="6857802" cy="5586145"/>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रखवारे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निकन्दन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दुलारे</a:t>
            </a:r>
            <a:r>
              <a:rPr lang="en-IN" sz="3000" b="1" dirty="0">
                <a:solidFill>
                  <a:prstClr val="black"/>
                </a:solidFill>
                <a:latin typeface="Aparajita" pitchFamily="34" charset="0"/>
              </a:rPr>
              <a:t> ॥३०॥</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Sädhu</a:t>
            </a:r>
            <a:r>
              <a:rPr lang="en-US" sz="2700" b="1" dirty="0">
                <a:solidFill>
                  <a:prstClr val="black"/>
                </a:solidFill>
                <a:latin typeface="URW Palladio IT" pitchFamily="2" charset="0"/>
              </a:rPr>
              <a:t> Santa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Rakhaväre</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Asura </a:t>
            </a:r>
            <a:r>
              <a:rPr lang="en-US" sz="2700" b="1" dirty="0" err="1">
                <a:solidFill>
                  <a:prstClr val="black"/>
                </a:solidFill>
                <a:latin typeface="URW Palladio IT" pitchFamily="2" charset="0"/>
              </a:rPr>
              <a:t>Nikandana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Duläre</a:t>
            </a:r>
            <a:r>
              <a:rPr lang="en-US" sz="2700" b="1" dirty="0">
                <a:solidFill>
                  <a:prstClr val="black"/>
                </a:solidFill>
                <a:latin typeface="URW Palladio IT" pitchFamily="2" charset="0"/>
              </a:rPr>
              <a:t> || - 30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ಸಾಧು</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ರಖವಾರೇ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ನಿಕಂದನ</a:t>
            </a:r>
            <a:r>
              <a:rPr lang="en-US" sz="2700" b="1" dirty="0">
                <a:solidFill>
                  <a:prstClr val="black"/>
                </a:solidFill>
                <a:latin typeface="Calibri" pitchFamily="34" charset="0"/>
              </a:rPr>
              <a:t> </a:t>
            </a:r>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ದುಲಾರೇ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೩೦</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a:t>
            </a:r>
            <a:r>
              <a:rPr lang="en-US" b="1" dirty="0" err="1">
                <a:solidFill>
                  <a:prstClr val="black"/>
                </a:solidFill>
                <a:latin typeface="Palatino Linotype" pitchFamily="18" charset="0"/>
              </a:rPr>
              <a:t>saviour</a:t>
            </a:r>
            <a:r>
              <a:rPr lang="en-US" b="1" dirty="0">
                <a:solidFill>
                  <a:prstClr val="black"/>
                </a:solidFill>
                <a:latin typeface="Palatino Linotype" pitchFamily="18" charset="0"/>
              </a:rPr>
              <a:t> and the guardian angel of saints and sages and destroy all the Demons, you are the seraphic darling of Shri Ram.</a:t>
            </a:r>
          </a:p>
          <a:p>
            <a:pPr algn="ctr" defTabSz="685754"/>
            <a:r>
              <a:rPr lang="en-US" b="1" dirty="0">
                <a:solidFill>
                  <a:prstClr val="black"/>
                </a:solidFill>
                <a:latin typeface="Palatino Linotype" pitchFamily="18" charset="0"/>
              </a:rPr>
              <a:t>	</a:t>
            </a:r>
            <a:r>
              <a:rPr lang="en-IN" b="1" dirty="0">
                <a:solidFill>
                  <a:srgbClr val="00B050"/>
                </a:solidFill>
                <a:latin typeface="Sanskrit 99" pitchFamily="2" charset="0"/>
              </a:rPr>
              <a:t> 	</a:t>
            </a:r>
          </a:p>
          <a:p>
            <a:pPr algn="ctr" defTabSz="685754"/>
            <a:r>
              <a:rPr lang="en-IN" b="1" dirty="0">
                <a:solidFill>
                  <a:srgbClr val="00B050"/>
                </a:solidFill>
                <a:latin typeface="Sanskrit 99" pitchFamily="2" charset="0"/>
              </a:rPr>
              <a:t>	</a:t>
            </a:r>
            <a:br>
              <a:rPr lang="en-US" sz="1350" b="1" dirty="0">
                <a:solidFill>
                  <a:prstClr val="black"/>
                </a:solidFill>
                <a:latin typeface="Calibri" pitchFamily="34" charset="0"/>
              </a:rPr>
            </a:br>
            <a:endParaRPr lang="en-US" sz="1350" b="1" dirty="0">
              <a:solidFill>
                <a:prstClr val="black"/>
              </a:solidFill>
              <a:latin typeface="Calibri" pitchFamily="34" charset="0"/>
            </a:endParaRPr>
          </a:p>
        </p:txBody>
      </p:sp>
    </p:spTree>
    <p:extLst>
      <p:ext uri="{BB962C8B-B14F-4D97-AF65-F5344CB8AC3E}">
        <p14:creationId xmlns:p14="http://schemas.microsoft.com/office/powerpoint/2010/main" val="9193842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ChangeArrowheads="1"/>
          </p:cNvSpPr>
          <p:nvPr/>
        </p:nvSpPr>
        <p:spPr bwMode="auto">
          <a:xfrm>
            <a:off x="1257396" y="74"/>
            <a:ext cx="6514912" cy="537839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अष्टसिद्धि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माता</a:t>
            </a:r>
            <a:r>
              <a:rPr lang="en-IN" sz="3000" b="1" dirty="0">
                <a:solidFill>
                  <a:prstClr val="black"/>
                </a:solidFill>
                <a:latin typeface="Aparajita" pitchFamily="34" charset="0"/>
              </a:rPr>
              <a:t> ॥३१॥</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Añöa</a:t>
            </a:r>
            <a:r>
              <a:rPr lang="en-US" sz="2700" b="1" dirty="0">
                <a:solidFill>
                  <a:prstClr val="black"/>
                </a:solidFill>
                <a:latin typeface="URW Palladio IT" pitchFamily="2" charset="0"/>
              </a:rPr>
              <a:t> Siddhi Nau Nidhi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Dätä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Asa Bara </a:t>
            </a:r>
            <a:r>
              <a:rPr lang="en-US" sz="2700" b="1" dirty="0" err="1">
                <a:solidFill>
                  <a:prstClr val="black"/>
                </a:solidFill>
                <a:latin typeface="URW Palladio IT" pitchFamily="2" charset="0"/>
              </a:rPr>
              <a:t>Déna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Jänaké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Mätä</a:t>
            </a:r>
            <a:r>
              <a:rPr lang="en-US" sz="2700" b="1" dirty="0">
                <a:solidFill>
                  <a:prstClr val="black"/>
                </a:solidFill>
                <a:latin typeface="URW Palladio IT" pitchFamily="2" charset="0"/>
              </a:rPr>
              <a:t> || - 31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ಅಷ್ಟ</a:t>
            </a:r>
            <a:r>
              <a:rPr lang="en-US" sz="2700" b="1" dirty="0">
                <a:solidFill>
                  <a:prstClr val="black"/>
                </a:solidFill>
                <a:latin typeface="Calibri" pitchFamily="34" charset="0"/>
              </a:rPr>
              <a:t> </a:t>
            </a:r>
            <a:r>
              <a:rPr lang="en-US" sz="2700" b="1" dirty="0" err="1">
                <a:solidFill>
                  <a:prstClr val="black"/>
                </a:solidFill>
                <a:latin typeface="Calibri" pitchFamily="34" charset="0"/>
              </a:rPr>
              <a:t>ಸಿದ್ಧಿ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ನಿಧಿ</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ದಾತಾ</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ದೀಂಹ</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ಜಾನಕೀ</a:t>
            </a:r>
            <a:r>
              <a:rPr lang="en-US" sz="2700" b="1" dirty="0">
                <a:solidFill>
                  <a:prstClr val="black"/>
                </a:solidFill>
                <a:latin typeface="Calibri" pitchFamily="34" charset="0"/>
              </a:rPr>
              <a:t> </a:t>
            </a:r>
            <a:r>
              <a:rPr lang="en-US" sz="2700" b="1" dirty="0" err="1">
                <a:solidFill>
                  <a:prstClr val="black"/>
                </a:solidFill>
                <a:latin typeface="Calibri" pitchFamily="34" charset="0"/>
              </a:rPr>
              <a:t>ಮಾತಾ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೩೧</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has been blessed with mother </a:t>
            </a:r>
            <a:r>
              <a:rPr lang="en-US" b="1" dirty="0" err="1">
                <a:solidFill>
                  <a:prstClr val="black"/>
                </a:solidFill>
                <a:latin typeface="Palatino Linotype" pitchFamily="18" charset="0"/>
              </a:rPr>
              <a:t>Janki</a:t>
            </a:r>
            <a:r>
              <a:rPr lang="en-US" b="1" dirty="0">
                <a:solidFill>
                  <a:prstClr val="black"/>
                </a:solidFill>
                <a:latin typeface="Palatino Linotype" pitchFamily="18" charset="0"/>
              </a:rPr>
              <a:t> to grant to any one any YOGIC power of eight </a:t>
            </a:r>
            <a:r>
              <a:rPr lang="en-US" b="1" dirty="0" err="1">
                <a:solidFill>
                  <a:prstClr val="black"/>
                </a:solidFill>
                <a:latin typeface="Palatino Linotype" pitchFamily="18" charset="0"/>
              </a:rPr>
              <a:t>Sidhis</a:t>
            </a:r>
            <a:r>
              <a:rPr lang="en-US" b="1" dirty="0">
                <a:solidFill>
                  <a:prstClr val="black"/>
                </a:solidFill>
                <a:latin typeface="Palatino Linotype" pitchFamily="18" charset="0"/>
              </a:rPr>
              <a:t> and Nava </a:t>
            </a:r>
            <a:r>
              <a:rPr lang="en-US" b="1" dirty="0" err="1">
                <a:solidFill>
                  <a:prstClr val="black"/>
                </a:solidFill>
                <a:latin typeface="Palatino Linotype" pitchFamily="18" charset="0"/>
              </a:rPr>
              <a:t>Nidhis</a:t>
            </a:r>
            <a:r>
              <a:rPr lang="en-US" b="1" dirty="0">
                <a:solidFill>
                  <a:prstClr val="black"/>
                </a:solidFill>
                <a:latin typeface="Palatino Linotype" pitchFamily="18" charset="0"/>
              </a:rPr>
              <a:t> as per choice.</a:t>
            </a:r>
          </a:p>
          <a:p>
            <a:pPr algn="ctr" defTabSz="685754"/>
            <a:r>
              <a:rPr lang="en-IN" sz="2400" b="1" dirty="0">
                <a:solidFill>
                  <a:srgbClr val="00B050"/>
                </a:solidFill>
                <a:latin typeface="Sanskrit 99" pitchFamily="2" charset="0"/>
              </a:rPr>
              <a:t>		</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6245020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ChangeArrowheads="1"/>
          </p:cNvSpPr>
          <p:nvPr/>
        </p:nvSpPr>
        <p:spPr bwMode="auto">
          <a:xfrm>
            <a:off x="1314544" y="57223"/>
            <a:ext cx="6572060" cy="556306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रसायन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सदा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दासा</a:t>
            </a:r>
            <a:r>
              <a:rPr lang="en-IN" sz="3000" b="1" dirty="0">
                <a:solidFill>
                  <a:prstClr val="black"/>
                </a:solidFill>
                <a:latin typeface="Aparajita" pitchFamily="34" charset="0"/>
              </a:rPr>
              <a:t> ॥३२॥</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Rasäyana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Päsä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Sadä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Raho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Raghupati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Däsä</a:t>
            </a:r>
            <a:r>
              <a:rPr lang="en-US" sz="2700" b="1" dirty="0">
                <a:solidFill>
                  <a:prstClr val="black"/>
                </a:solidFill>
                <a:latin typeface="URW Palladio IT" pitchFamily="2" charset="0"/>
              </a:rPr>
              <a:t> || - 32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ರಸಾಯನ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ಸದಾ</a:t>
            </a:r>
            <a:r>
              <a:rPr lang="en-US" sz="2700" b="1" dirty="0">
                <a:solidFill>
                  <a:prstClr val="black"/>
                </a:solidFill>
                <a:latin typeface="Calibri" pitchFamily="34" charset="0"/>
              </a:rPr>
              <a:t> </a:t>
            </a:r>
            <a:r>
              <a:rPr lang="en-US" sz="2700" b="1" dirty="0" err="1">
                <a:solidFill>
                  <a:prstClr val="black"/>
                </a:solidFill>
                <a:latin typeface="Calibri" pitchFamily="34" charset="0"/>
              </a:rPr>
              <a:t>ರಹೋ</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ದಾಸಾ</a:t>
            </a:r>
            <a:r>
              <a:rPr lang="kn-IN" sz="2700" b="1" dirty="0">
                <a:solidFill>
                  <a:prstClr val="black"/>
                </a:solidFill>
                <a:latin typeface="Calibri" pitchFamily="34" charset="0"/>
                <a:ea typeface="Tunga" pitchFamily="2"/>
                <a:cs typeface="Tunga" pitchFamily="2"/>
              </a:rPr>
              <a:t> </a:t>
            </a:r>
            <a:r>
              <a:rPr lang="en-US" sz="2700" b="1" dirty="0">
                <a:solidFill>
                  <a:prstClr val="black"/>
                </a:solidFill>
                <a:latin typeface="Calibri" pitchFamily="34" charset="0"/>
              </a:rPr>
              <a:t>॥</a:t>
            </a:r>
            <a:r>
              <a:rPr lang="kn-IN" sz="2700" b="1" dirty="0">
                <a:solidFill>
                  <a:prstClr val="black"/>
                </a:solidFill>
                <a:latin typeface="Calibri" pitchFamily="34" charset="0"/>
                <a:ea typeface="Tunga" pitchFamily="2"/>
                <a:cs typeface="Tunga" pitchFamily="2"/>
              </a:rPr>
              <a:t>೩೨</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hold the essence of devotion to RAM, always remaining His Servant.</a:t>
            </a:r>
          </a:p>
          <a:p>
            <a:pPr algn="ctr" defTabSz="685754"/>
            <a:r>
              <a:rPr lang="en-US" sz="2700" b="1" dirty="0">
                <a:solidFill>
                  <a:prstClr val="black"/>
                </a:solidFill>
                <a:latin typeface="Palatino Linotype" pitchFamily="18" charset="0"/>
              </a:rPr>
              <a:t>		</a:t>
            </a:r>
            <a:br>
              <a:rPr lang="en-US" sz="2700" dirty="0">
                <a:solidFill>
                  <a:prstClr val="black"/>
                </a:solidFill>
                <a:latin typeface="Calibri" pitchFamily="34" charset="0"/>
              </a:rPr>
            </a:b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26059282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ChangeArrowheads="1"/>
          </p:cNvSpPr>
          <p:nvPr/>
        </p:nvSpPr>
        <p:spPr bwMode="auto">
          <a:xfrm>
            <a:off x="1257396" y="74"/>
            <a:ext cx="6514912" cy="5378395"/>
          </a:xfrm>
          <a:prstGeom prst="rect">
            <a:avLst/>
          </a:prstGeom>
          <a:noFill/>
          <a:ln w="9525">
            <a:noFill/>
            <a:miter lim="800000"/>
            <a:headEnd/>
            <a:tailEnd/>
          </a:ln>
        </p:spPr>
        <p:txBody>
          <a:bodyPr>
            <a:spAutoFit/>
          </a:bodyPr>
          <a:lstStyle/>
          <a:p>
            <a:pPr algn="ctr" defTabSz="685754"/>
            <a:endParaRPr lang="en-IN" sz="1050" b="1" dirty="0">
              <a:solidFill>
                <a:srgbClr val="000000"/>
              </a:solidFill>
              <a:latin typeface="Aparajita" pitchFamily="34" charset="0"/>
            </a:endParaRPr>
          </a:p>
          <a:p>
            <a:pPr algn="ctr" defTabSz="685754"/>
            <a:r>
              <a:rPr lang="en-IN" sz="3000" b="1" dirty="0" err="1">
                <a:solidFill>
                  <a:srgbClr val="000000"/>
                </a:solidFill>
                <a:latin typeface="Aparajita" pitchFamily="34" charset="0"/>
              </a:rPr>
              <a:t>अष्टसिद्धि</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निधि</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दाता</a:t>
            </a:r>
            <a:r>
              <a:rPr lang="en-IN" sz="3000" b="1" dirty="0">
                <a:solidFill>
                  <a:srgbClr val="000000"/>
                </a:solidFill>
                <a:latin typeface="Aparajita" pitchFamily="34" charset="0"/>
              </a:rPr>
              <a:t> ।</a:t>
            </a:r>
            <a:br>
              <a:rPr lang="en-IN" sz="3000" b="1" dirty="0">
                <a:solidFill>
                  <a:srgbClr val="000000"/>
                </a:solidFill>
                <a:latin typeface="Aparajita" pitchFamily="34" charset="0"/>
              </a:rPr>
            </a:br>
            <a:r>
              <a:rPr lang="en-IN" sz="3000" b="1" dirty="0" err="1">
                <a:solidFill>
                  <a:srgbClr val="000000"/>
                </a:solidFill>
                <a:latin typeface="Aparajita" pitchFamily="34" charset="0"/>
              </a:rPr>
              <a:t>अस</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बर</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जानकी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माता</a:t>
            </a:r>
            <a:r>
              <a:rPr lang="en-IN" sz="3000" b="1" dirty="0">
                <a:solidFill>
                  <a:srgbClr val="000000"/>
                </a:solidFill>
                <a:latin typeface="Aparajita" pitchFamily="34" charset="0"/>
              </a:rPr>
              <a:t> ॥३१॥</a:t>
            </a:r>
          </a:p>
          <a:p>
            <a:pPr algn="ctr" defTabSz="685754"/>
            <a:endParaRPr lang="en-IN" sz="3000" b="1" dirty="0">
              <a:solidFill>
                <a:srgbClr val="000000"/>
              </a:solidFill>
              <a:latin typeface="Aparajita" pitchFamily="34" charset="0"/>
            </a:endParaRPr>
          </a:p>
          <a:p>
            <a:pPr algn="ctr" defTabSz="685754"/>
            <a:r>
              <a:rPr lang="en-US" sz="2700" b="1" dirty="0" err="1">
                <a:solidFill>
                  <a:srgbClr val="000000"/>
                </a:solidFill>
                <a:latin typeface="URW Palladio IT" pitchFamily="2" charset="0"/>
              </a:rPr>
              <a:t>Añöa</a:t>
            </a:r>
            <a:r>
              <a:rPr lang="en-US" sz="2700" b="1" dirty="0">
                <a:solidFill>
                  <a:srgbClr val="000000"/>
                </a:solidFill>
                <a:latin typeface="URW Palladio IT" pitchFamily="2" charset="0"/>
              </a:rPr>
              <a:t> Siddhi Nau Nidhi </a:t>
            </a:r>
            <a:r>
              <a:rPr lang="en-US" sz="2700" b="1" dirty="0" err="1">
                <a:solidFill>
                  <a:srgbClr val="000000"/>
                </a:solidFill>
                <a:latin typeface="URW Palladio IT" pitchFamily="2" charset="0"/>
              </a:rPr>
              <a:t>Ke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Dätä</a:t>
            </a:r>
            <a:r>
              <a:rPr lang="en-US" sz="2700" b="1" dirty="0">
                <a:solidFill>
                  <a:srgbClr val="000000"/>
                </a:solidFill>
                <a:latin typeface="URW Palladio IT" pitchFamily="2" charset="0"/>
              </a:rPr>
              <a:t> | </a:t>
            </a:r>
          </a:p>
          <a:p>
            <a:pPr algn="ctr" defTabSz="685754"/>
            <a:r>
              <a:rPr lang="en-US" sz="2700" b="1" dirty="0">
                <a:solidFill>
                  <a:srgbClr val="000000"/>
                </a:solidFill>
                <a:latin typeface="URW Palladio IT" pitchFamily="2" charset="0"/>
              </a:rPr>
              <a:t>Asa Bara </a:t>
            </a:r>
            <a:r>
              <a:rPr lang="en-US" sz="2700" b="1" dirty="0" err="1">
                <a:solidFill>
                  <a:srgbClr val="000000"/>
                </a:solidFill>
                <a:latin typeface="URW Palladio IT" pitchFamily="2" charset="0"/>
              </a:rPr>
              <a:t>Déna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Jänaké</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Mätä</a:t>
            </a:r>
            <a:r>
              <a:rPr lang="en-US" sz="2700" b="1" dirty="0">
                <a:solidFill>
                  <a:srgbClr val="000000"/>
                </a:solidFill>
                <a:latin typeface="URW Palladio IT" pitchFamily="2" charset="0"/>
              </a:rPr>
              <a:t> || - 31</a:t>
            </a:r>
          </a:p>
          <a:p>
            <a:pPr algn="ctr" defTabSz="685754"/>
            <a:endParaRPr lang="en-US" sz="2700" b="1" dirty="0">
              <a:solidFill>
                <a:srgbClr val="000000"/>
              </a:solidFill>
              <a:latin typeface="URW Palladio IT" pitchFamily="2" charset="0"/>
            </a:endParaRPr>
          </a:p>
          <a:p>
            <a:pPr algn="ctr" defTabSz="685754"/>
            <a:r>
              <a:rPr lang="en-US" sz="2700" b="1" dirty="0" err="1">
                <a:solidFill>
                  <a:srgbClr val="000000"/>
                </a:solidFill>
                <a:latin typeface="Calibri" pitchFamily="34" charset="0"/>
              </a:rPr>
              <a:t>ಅಷ್ಟ</a:t>
            </a:r>
            <a:r>
              <a:rPr lang="en-US" sz="2700" b="1" dirty="0">
                <a:solidFill>
                  <a:srgbClr val="000000"/>
                </a:solidFill>
                <a:latin typeface="Calibri" pitchFamily="34" charset="0"/>
              </a:rPr>
              <a:t> </a:t>
            </a:r>
            <a:r>
              <a:rPr lang="en-US" sz="2700" b="1" dirty="0" err="1">
                <a:solidFill>
                  <a:srgbClr val="000000"/>
                </a:solidFill>
                <a:latin typeface="Calibri" pitchFamily="34" charset="0"/>
              </a:rPr>
              <a:t>ಸಿದ್ಧಿ</a:t>
            </a:r>
            <a:r>
              <a:rPr lang="en-US" sz="2700" b="1" dirty="0">
                <a:solidFill>
                  <a:srgbClr val="000000"/>
                </a:solidFill>
                <a:latin typeface="Calibri" pitchFamily="34" charset="0"/>
              </a:rPr>
              <a:t> </a:t>
            </a:r>
            <a:r>
              <a:rPr lang="en-US" sz="2700" b="1" dirty="0" err="1">
                <a:solidFill>
                  <a:srgbClr val="000000"/>
                </a:solidFill>
                <a:latin typeface="Calibri" pitchFamily="34" charset="0"/>
              </a:rPr>
              <a:t>ನೌ</a:t>
            </a:r>
            <a:r>
              <a:rPr lang="en-US" sz="2700" b="1" dirty="0">
                <a:solidFill>
                  <a:srgbClr val="000000"/>
                </a:solidFill>
                <a:latin typeface="Calibri" pitchFamily="34" charset="0"/>
              </a:rPr>
              <a:t> </a:t>
            </a:r>
            <a:r>
              <a:rPr lang="en-US" sz="2700" b="1" dirty="0" err="1">
                <a:solidFill>
                  <a:srgbClr val="000000"/>
                </a:solidFill>
                <a:latin typeface="Calibri" pitchFamily="34" charset="0"/>
              </a:rPr>
              <a:t>ನಿಧಿ</a:t>
            </a:r>
            <a:r>
              <a:rPr lang="en-US" sz="2700" b="1" dirty="0">
                <a:solidFill>
                  <a:srgbClr val="000000"/>
                </a:solidFill>
                <a:latin typeface="Calibri" pitchFamily="34" charset="0"/>
              </a:rPr>
              <a:t> </a:t>
            </a:r>
            <a:r>
              <a:rPr lang="en-US" sz="2700" b="1" dirty="0" err="1">
                <a:solidFill>
                  <a:srgbClr val="000000"/>
                </a:solidFill>
                <a:latin typeface="Calibri" pitchFamily="34" charset="0"/>
              </a:rPr>
              <a:t>ಕೇ</a:t>
            </a:r>
            <a:r>
              <a:rPr lang="en-US" sz="2700" b="1" dirty="0">
                <a:solidFill>
                  <a:srgbClr val="000000"/>
                </a:solidFill>
                <a:latin typeface="Calibri" pitchFamily="34" charset="0"/>
              </a:rPr>
              <a:t> </a:t>
            </a:r>
            <a:r>
              <a:rPr lang="en-US" sz="2700" b="1" dirty="0" err="1">
                <a:solidFill>
                  <a:srgbClr val="000000"/>
                </a:solidFill>
                <a:latin typeface="Calibri" pitchFamily="34" charset="0"/>
              </a:rPr>
              <a:t>ದಾತಾ</a:t>
            </a:r>
            <a:r>
              <a:rPr lang="en-US" sz="2700" b="1" dirty="0">
                <a:solidFill>
                  <a:srgbClr val="000000"/>
                </a:solidFill>
                <a:latin typeface="Calibri" pitchFamily="34" charset="0"/>
              </a:rPr>
              <a:t> ।</a:t>
            </a:r>
          </a:p>
          <a:p>
            <a:pPr algn="ctr" defTabSz="685754"/>
            <a:r>
              <a:rPr lang="en-US" sz="2700" b="1" dirty="0" err="1">
                <a:solidFill>
                  <a:srgbClr val="000000"/>
                </a:solidFill>
                <a:latin typeface="Calibri" pitchFamily="34" charset="0"/>
              </a:rPr>
              <a:t>ಅಸ</a:t>
            </a:r>
            <a:r>
              <a:rPr lang="en-US" sz="2700" b="1" dirty="0">
                <a:solidFill>
                  <a:srgbClr val="000000"/>
                </a:solidFill>
                <a:latin typeface="Calibri" pitchFamily="34" charset="0"/>
              </a:rPr>
              <a:t> </a:t>
            </a:r>
            <a:r>
              <a:rPr lang="en-US" sz="2700" b="1" dirty="0" err="1">
                <a:solidFill>
                  <a:srgbClr val="000000"/>
                </a:solidFill>
                <a:latin typeface="Calibri" pitchFamily="34" charset="0"/>
              </a:rPr>
              <a:t>ಬರ</a:t>
            </a:r>
            <a:r>
              <a:rPr lang="en-US" sz="2700" b="1" dirty="0">
                <a:solidFill>
                  <a:srgbClr val="000000"/>
                </a:solidFill>
                <a:latin typeface="Calibri" pitchFamily="34" charset="0"/>
              </a:rPr>
              <a:t> </a:t>
            </a:r>
            <a:r>
              <a:rPr lang="en-US" sz="2700" b="1" dirty="0" err="1">
                <a:solidFill>
                  <a:srgbClr val="000000"/>
                </a:solidFill>
                <a:latin typeface="Calibri" pitchFamily="34" charset="0"/>
              </a:rPr>
              <a:t>ದೀಂಹ</a:t>
            </a:r>
            <a:r>
              <a:rPr lang="en-US" sz="2700" b="1" dirty="0">
                <a:solidFill>
                  <a:srgbClr val="000000"/>
                </a:solidFill>
                <a:latin typeface="Calibri" pitchFamily="34" charset="0"/>
              </a:rPr>
              <a:t> </a:t>
            </a:r>
            <a:r>
              <a:rPr lang="en-US" sz="2700" b="1" dirty="0" err="1">
                <a:solidFill>
                  <a:srgbClr val="000000"/>
                </a:solidFill>
                <a:latin typeface="Calibri" pitchFamily="34" charset="0"/>
              </a:rPr>
              <a:t>ಜಾನಕೀ</a:t>
            </a:r>
            <a:r>
              <a:rPr lang="en-US" sz="2700" b="1" dirty="0">
                <a:solidFill>
                  <a:srgbClr val="000000"/>
                </a:solidFill>
                <a:latin typeface="Calibri" pitchFamily="34" charset="0"/>
              </a:rPr>
              <a:t> </a:t>
            </a:r>
            <a:r>
              <a:rPr lang="en-US" sz="2700" b="1" dirty="0" err="1">
                <a:solidFill>
                  <a:srgbClr val="000000"/>
                </a:solidFill>
                <a:latin typeface="Calibri" pitchFamily="34" charset="0"/>
              </a:rPr>
              <a:t>ಮಾತಾ</a:t>
            </a:r>
            <a:r>
              <a:rPr lang="en-US" sz="2700" b="1" dirty="0">
                <a:solidFill>
                  <a:srgbClr val="000000"/>
                </a:solidFill>
                <a:latin typeface="Calibri" pitchFamily="34" charset="0"/>
              </a:rPr>
              <a:t> ॥</a:t>
            </a:r>
            <a:r>
              <a:rPr lang="kn-IN" sz="2700" b="1" dirty="0">
                <a:solidFill>
                  <a:srgbClr val="000000"/>
                </a:solidFill>
                <a:latin typeface="Calibri" pitchFamily="34" charset="0"/>
                <a:ea typeface="Tunga" pitchFamily="2"/>
                <a:cs typeface="Tunga" pitchFamily="2"/>
              </a:rPr>
              <a:t>೩೧</a:t>
            </a:r>
            <a:r>
              <a:rPr lang="en-US" sz="2700" b="1" dirty="0">
                <a:solidFill>
                  <a:srgbClr val="000000"/>
                </a:solidFill>
                <a:latin typeface="Calibri" pitchFamily="34" charset="0"/>
              </a:rPr>
              <a:t>॥</a:t>
            </a:r>
          </a:p>
          <a:p>
            <a:pPr algn="ctr" defTabSz="685754"/>
            <a:endParaRPr lang="en-US" sz="3000" b="1" dirty="0">
              <a:solidFill>
                <a:srgbClr val="000000"/>
              </a:solidFill>
              <a:latin typeface="Calibri" pitchFamily="34" charset="0"/>
            </a:endParaRPr>
          </a:p>
          <a:p>
            <a:pPr algn="ctr" defTabSz="685754"/>
            <a:r>
              <a:rPr lang="en-US" b="1" dirty="0" err="1">
                <a:solidFill>
                  <a:srgbClr val="000000"/>
                </a:solidFill>
                <a:latin typeface="Palatino Linotype" pitchFamily="18" charset="0"/>
              </a:rPr>
              <a:t>Hanumanji</a:t>
            </a:r>
            <a:r>
              <a:rPr lang="en-US" b="1" dirty="0">
                <a:solidFill>
                  <a:srgbClr val="000000"/>
                </a:solidFill>
                <a:latin typeface="Palatino Linotype" pitchFamily="18" charset="0"/>
              </a:rPr>
              <a:t> has been blessed with mother </a:t>
            </a:r>
            <a:r>
              <a:rPr lang="en-US" b="1" dirty="0" err="1">
                <a:solidFill>
                  <a:srgbClr val="000000"/>
                </a:solidFill>
                <a:latin typeface="Palatino Linotype" pitchFamily="18" charset="0"/>
              </a:rPr>
              <a:t>Janki</a:t>
            </a:r>
            <a:r>
              <a:rPr lang="en-US" b="1" dirty="0">
                <a:solidFill>
                  <a:srgbClr val="000000"/>
                </a:solidFill>
                <a:latin typeface="Palatino Linotype" pitchFamily="18" charset="0"/>
              </a:rPr>
              <a:t> to grant to any one any YOGIC power of eight </a:t>
            </a:r>
            <a:r>
              <a:rPr lang="en-US" b="1" dirty="0" err="1">
                <a:solidFill>
                  <a:srgbClr val="000000"/>
                </a:solidFill>
                <a:latin typeface="Palatino Linotype" pitchFamily="18" charset="0"/>
              </a:rPr>
              <a:t>Sidhis</a:t>
            </a:r>
            <a:r>
              <a:rPr lang="en-US" b="1" dirty="0">
                <a:solidFill>
                  <a:srgbClr val="000000"/>
                </a:solidFill>
                <a:latin typeface="Palatino Linotype" pitchFamily="18" charset="0"/>
              </a:rPr>
              <a:t> and Nava </a:t>
            </a:r>
            <a:r>
              <a:rPr lang="en-US" b="1" dirty="0" err="1">
                <a:solidFill>
                  <a:srgbClr val="000000"/>
                </a:solidFill>
                <a:latin typeface="Palatino Linotype" pitchFamily="18" charset="0"/>
              </a:rPr>
              <a:t>Nidhis</a:t>
            </a:r>
            <a:r>
              <a:rPr lang="en-US" b="1" dirty="0">
                <a:solidFill>
                  <a:srgbClr val="000000"/>
                </a:solidFill>
                <a:latin typeface="Palatino Linotype" pitchFamily="18" charset="0"/>
              </a:rPr>
              <a:t> as per choice.</a:t>
            </a:r>
          </a:p>
          <a:p>
            <a:pPr algn="ctr" defTabSz="685754"/>
            <a:r>
              <a:rPr lang="en-IN" sz="2400" b="1" dirty="0">
                <a:solidFill>
                  <a:srgbClr val="00B050"/>
                </a:solidFill>
                <a:latin typeface="Sanskrit 99" pitchFamily="2" charset="0"/>
              </a:rPr>
              <a:t>		</a:t>
            </a:r>
            <a:endParaRPr lang="en-US" sz="2400" b="1" dirty="0">
              <a:solidFill>
                <a:srgbClr val="000000"/>
              </a:solidFill>
              <a:latin typeface="Palatino Linotype" pitchFamily="18" charset="0"/>
            </a:endParaRPr>
          </a:p>
        </p:txBody>
      </p:sp>
    </p:spTree>
    <p:extLst>
      <p:ext uri="{BB962C8B-B14F-4D97-AF65-F5344CB8AC3E}">
        <p14:creationId xmlns:p14="http://schemas.microsoft.com/office/powerpoint/2010/main" val="4398230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1314544" y="57224"/>
            <a:ext cx="6572060" cy="5516895"/>
          </a:xfrm>
          <a:prstGeom prst="rect">
            <a:avLst/>
          </a:prstGeom>
          <a:noFill/>
          <a:ln w="9525">
            <a:noFill/>
            <a:miter lim="800000"/>
            <a:headEnd/>
            <a:tailEnd/>
          </a:ln>
        </p:spPr>
        <p:txBody>
          <a:bodyPr>
            <a:spAutoFit/>
          </a:bodyPr>
          <a:lstStyle/>
          <a:p>
            <a:pPr algn="ctr" defTabSz="685754"/>
            <a:endParaRPr lang="en-IN" sz="1050" b="1" dirty="0">
              <a:solidFill>
                <a:srgbClr val="000000"/>
              </a:solidFill>
              <a:latin typeface="Aparajita" pitchFamily="34" charset="0"/>
            </a:endParaRPr>
          </a:p>
          <a:p>
            <a:pPr algn="ctr" defTabSz="685754"/>
            <a:r>
              <a:rPr lang="en-IN" sz="3000" b="1" dirty="0" err="1">
                <a:solidFill>
                  <a:srgbClr val="000000"/>
                </a:solidFill>
                <a:latin typeface="Aparajita" pitchFamily="34" charset="0"/>
              </a:rPr>
              <a:t>राम</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रसायन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तुह्मरे</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पासा</a:t>
            </a:r>
            <a:r>
              <a:rPr lang="en-IN" sz="3000" b="1" dirty="0">
                <a:solidFill>
                  <a:srgbClr val="000000"/>
                </a:solidFill>
                <a:latin typeface="Aparajita" pitchFamily="34" charset="0"/>
              </a:rPr>
              <a:t> ।</a:t>
            </a:r>
            <a:br>
              <a:rPr lang="en-IN" sz="3000" b="1" dirty="0">
                <a:solidFill>
                  <a:srgbClr val="000000"/>
                </a:solidFill>
                <a:latin typeface="Aparajita" pitchFamily="34" charset="0"/>
              </a:rPr>
            </a:br>
            <a:r>
              <a:rPr lang="en-IN" sz="3000" b="1" dirty="0" err="1">
                <a:solidFill>
                  <a:srgbClr val="000000"/>
                </a:solidFill>
                <a:latin typeface="Aparajita" pitchFamily="34" charset="0"/>
              </a:rPr>
              <a:t>सदा</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रहो</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रघुपति</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दासा</a:t>
            </a:r>
            <a:r>
              <a:rPr lang="en-IN" sz="3000" b="1" dirty="0">
                <a:solidFill>
                  <a:srgbClr val="000000"/>
                </a:solidFill>
                <a:latin typeface="Aparajita" pitchFamily="34" charset="0"/>
              </a:rPr>
              <a:t> ॥३२॥</a:t>
            </a:r>
          </a:p>
          <a:p>
            <a:pPr algn="ctr" defTabSz="685754"/>
            <a:endParaRPr lang="en-IN" sz="2700" b="1" dirty="0">
              <a:solidFill>
                <a:srgbClr val="000000"/>
              </a:solidFill>
              <a:latin typeface="Aparajita" pitchFamily="34" charset="0"/>
            </a:endParaRPr>
          </a:p>
          <a:p>
            <a:pPr algn="ctr" defTabSz="685754"/>
            <a:r>
              <a:rPr lang="en-US" sz="2700" b="1" dirty="0" err="1">
                <a:solidFill>
                  <a:srgbClr val="000000"/>
                </a:solidFill>
                <a:latin typeface="URW Palladio IT" pitchFamily="2" charset="0"/>
              </a:rPr>
              <a:t>Räma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Rasäyana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Tumhare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Päsä</a:t>
            </a:r>
            <a:r>
              <a:rPr lang="en-US" sz="2700" b="1" dirty="0">
                <a:solidFill>
                  <a:srgbClr val="000000"/>
                </a:solidFill>
                <a:latin typeface="URW Palladio IT" pitchFamily="2" charset="0"/>
              </a:rPr>
              <a:t> | </a:t>
            </a:r>
          </a:p>
          <a:p>
            <a:pPr algn="ctr" defTabSz="685754"/>
            <a:r>
              <a:rPr lang="en-US" sz="2700" b="1" dirty="0" err="1">
                <a:solidFill>
                  <a:srgbClr val="000000"/>
                </a:solidFill>
                <a:latin typeface="URW Palladio IT" pitchFamily="2" charset="0"/>
              </a:rPr>
              <a:t>Sadä</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Raho</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Raghupati</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Ke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Däsä</a:t>
            </a:r>
            <a:r>
              <a:rPr lang="en-US" sz="2700" b="1" dirty="0">
                <a:solidFill>
                  <a:srgbClr val="000000"/>
                </a:solidFill>
                <a:latin typeface="URW Palladio IT" pitchFamily="2" charset="0"/>
              </a:rPr>
              <a:t> || - 32</a:t>
            </a:r>
          </a:p>
          <a:p>
            <a:pPr algn="ctr" defTabSz="685754"/>
            <a:endParaRPr lang="en-US" sz="2700" b="1" dirty="0">
              <a:solidFill>
                <a:srgbClr val="000000"/>
              </a:solidFill>
              <a:latin typeface="URW Palladio IT" pitchFamily="2" charset="0"/>
            </a:endParaRPr>
          </a:p>
          <a:p>
            <a:pPr algn="ctr" defTabSz="685754"/>
            <a:r>
              <a:rPr lang="en-US" sz="2700" b="1" dirty="0" err="1">
                <a:solidFill>
                  <a:srgbClr val="000000"/>
                </a:solidFill>
                <a:latin typeface="Calibri" pitchFamily="34" charset="0"/>
              </a:rPr>
              <a:t>ರಾಮ</a:t>
            </a:r>
            <a:r>
              <a:rPr lang="en-US" sz="2700" b="1" dirty="0">
                <a:solidFill>
                  <a:srgbClr val="000000"/>
                </a:solidFill>
                <a:latin typeface="Calibri" pitchFamily="34" charset="0"/>
              </a:rPr>
              <a:t> </a:t>
            </a:r>
            <a:r>
              <a:rPr lang="en-US" sz="2700" b="1" dirty="0" err="1">
                <a:solidFill>
                  <a:srgbClr val="000000"/>
                </a:solidFill>
                <a:latin typeface="Calibri" pitchFamily="34" charset="0"/>
              </a:rPr>
              <a:t>ರಸಾಯನ</a:t>
            </a:r>
            <a:r>
              <a:rPr lang="en-US" sz="2700" b="1" dirty="0">
                <a:solidFill>
                  <a:srgbClr val="000000"/>
                </a:solidFill>
                <a:latin typeface="Calibri" pitchFamily="34" charset="0"/>
              </a:rPr>
              <a:t> </a:t>
            </a:r>
            <a:r>
              <a:rPr lang="en-US" sz="2700" b="1" dirty="0" err="1">
                <a:solidFill>
                  <a:srgbClr val="000000"/>
                </a:solidFill>
                <a:latin typeface="Calibri" pitchFamily="34" charset="0"/>
              </a:rPr>
              <a:t>ತುಮ್ಹರೇ</a:t>
            </a:r>
            <a:r>
              <a:rPr lang="en-US" sz="2700" b="1" dirty="0">
                <a:solidFill>
                  <a:srgbClr val="000000"/>
                </a:solidFill>
                <a:latin typeface="Calibri" pitchFamily="34" charset="0"/>
              </a:rPr>
              <a:t> </a:t>
            </a:r>
            <a:r>
              <a:rPr lang="en-US" sz="2700" b="1" dirty="0" err="1">
                <a:solidFill>
                  <a:srgbClr val="000000"/>
                </a:solidFill>
                <a:latin typeface="Calibri" pitchFamily="34" charset="0"/>
              </a:rPr>
              <a:t>ಪಾಸಾ</a:t>
            </a:r>
            <a:r>
              <a:rPr lang="en-US" sz="2700" b="1" dirty="0">
                <a:solidFill>
                  <a:srgbClr val="000000"/>
                </a:solidFill>
                <a:latin typeface="Calibri" pitchFamily="34" charset="0"/>
              </a:rPr>
              <a:t> ।</a:t>
            </a:r>
          </a:p>
          <a:p>
            <a:pPr algn="ctr" defTabSz="685754"/>
            <a:r>
              <a:rPr lang="en-US" sz="2700" b="1" dirty="0" err="1">
                <a:solidFill>
                  <a:srgbClr val="000000"/>
                </a:solidFill>
                <a:latin typeface="Calibri" pitchFamily="34" charset="0"/>
              </a:rPr>
              <a:t>ಸದಾ</a:t>
            </a:r>
            <a:r>
              <a:rPr lang="en-US" sz="2700" b="1" dirty="0">
                <a:solidFill>
                  <a:srgbClr val="000000"/>
                </a:solidFill>
                <a:latin typeface="Calibri" pitchFamily="34" charset="0"/>
              </a:rPr>
              <a:t> </a:t>
            </a:r>
            <a:r>
              <a:rPr lang="en-US" sz="2700" b="1" dirty="0" err="1">
                <a:solidFill>
                  <a:srgbClr val="000000"/>
                </a:solidFill>
                <a:latin typeface="Calibri" pitchFamily="34" charset="0"/>
              </a:rPr>
              <a:t>ರಹೋ</a:t>
            </a:r>
            <a:r>
              <a:rPr lang="en-US" sz="2700" b="1" dirty="0">
                <a:solidFill>
                  <a:srgbClr val="000000"/>
                </a:solidFill>
                <a:latin typeface="Calibri" pitchFamily="34" charset="0"/>
              </a:rPr>
              <a:t> </a:t>
            </a:r>
            <a:r>
              <a:rPr lang="en-US" sz="2700" b="1" dirty="0" err="1">
                <a:solidFill>
                  <a:srgbClr val="000000"/>
                </a:solidFill>
                <a:latin typeface="Calibri" pitchFamily="34" charset="0"/>
              </a:rPr>
              <a:t>ರಘುಪತಿ</a:t>
            </a:r>
            <a:r>
              <a:rPr lang="en-US" sz="2700" b="1" dirty="0">
                <a:solidFill>
                  <a:srgbClr val="000000"/>
                </a:solidFill>
                <a:latin typeface="Calibri" pitchFamily="34" charset="0"/>
              </a:rPr>
              <a:t> </a:t>
            </a:r>
            <a:r>
              <a:rPr lang="en-US" sz="2700" b="1" dirty="0" err="1">
                <a:solidFill>
                  <a:srgbClr val="000000"/>
                </a:solidFill>
                <a:latin typeface="Calibri" pitchFamily="34" charset="0"/>
              </a:rPr>
              <a:t>ಕೇ</a:t>
            </a:r>
            <a:r>
              <a:rPr lang="en-US" sz="2700" b="1" dirty="0">
                <a:solidFill>
                  <a:srgbClr val="000000"/>
                </a:solidFill>
                <a:latin typeface="Calibri" pitchFamily="34" charset="0"/>
              </a:rPr>
              <a:t> </a:t>
            </a:r>
            <a:r>
              <a:rPr lang="kn-IN" sz="2700" b="1" dirty="0" err="1">
                <a:solidFill>
                  <a:srgbClr val="000000"/>
                </a:solidFill>
                <a:latin typeface="Calibri" pitchFamily="34" charset="0"/>
                <a:ea typeface="Tunga" pitchFamily="2"/>
                <a:cs typeface="Tunga" pitchFamily="2"/>
              </a:rPr>
              <a:t>ದಾಸಾ</a:t>
            </a:r>
            <a:r>
              <a:rPr lang="kn-IN" sz="2700" b="1" dirty="0">
                <a:solidFill>
                  <a:srgbClr val="000000"/>
                </a:solidFill>
                <a:latin typeface="Calibri" pitchFamily="34" charset="0"/>
                <a:ea typeface="Tunga" pitchFamily="2"/>
                <a:cs typeface="Tunga" pitchFamily="2"/>
              </a:rPr>
              <a:t> </a:t>
            </a:r>
            <a:r>
              <a:rPr lang="en-US" sz="2700" b="1" dirty="0">
                <a:solidFill>
                  <a:srgbClr val="000000"/>
                </a:solidFill>
                <a:latin typeface="Calibri" pitchFamily="34" charset="0"/>
              </a:rPr>
              <a:t>॥</a:t>
            </a:r>
            <a:r>
              <a:rPr lang="kn-IN" sz="2700" b="1" dirty="0">
                <a:solidFill>
                  <a:srgbClr val="000000"/>
                </a:solidFill>
                <a:latin typeface="Calibri" pitchFamily="34" charset="0"/>
                <a:ea typeface="Tunga" pitchFamily="2"/>
                <a:cs typeface="Tunga" pitchFamily="2"/>
              </a:rPr>
              <a:t>೩೨</a:t>
            </a:r>
            <a:r>
              <a:rPr lang="en-US" sz="2700" b="1" dirty="0">
                <a:solidFill>
                  <a:srgbClr val="000000"/>
                </a:solidFill>
                <a:latin typeface="Calibri" pitchFamily="34" charset="0"/>
              </a:rPr>
              <a:t>॥</a:t>
            </a:r>
          </a:p>
          <a:p>
            <a:pPr algn="ctr" defTabSz="685754"/>
            <a:endParaRPr lang="en-US" sz="3000" b="1" dirty="0">
              <a:solidFill>
                <a:srgbClr val="000000"/>
              </a:solidFill>
              <a:latin typeface="Calibri" pitchFamily="34" charset="0"/>
            </a:endParaRPr>
          </a:p>
          <a:p>
            <a:pPr algn="ctr" defTabSz="685754"/>
            <a:r>
              <a:rPr lang="en-US" b="1" dirty="0">
                <a:solidFill>
                  <a:srgbClr val="000000"/>
                </a:solidFill>
                <a:latin typeface="Palatino Linotype" pitchFamily="18" charset="0"/>
              </a:rPr>
              <a:t>Oh </a:t>
            </a:r>
            <a:r>
              <a:rPr lang="en-US" b="1" dirty="0" err="1">
                <a:solidFill>
                  <a:srgbClr val="000000"/>
                </a:solidFill>
                <a:latin typeface="Palatino Linotype" pitchFamily="18" charset="0"/>
              </a:rPr>
              <a:t>Hanumanji</a:t>
            </a:r>
            <a:r>
              <a:rPr lang="en-US" b="1" dirty="0">
                <a:solidFill>
                  <a:srgbClr val="000000"/>
                </a:solidFill>
                <a:latin typeface="Palatino Linotype" pitchFamily="18" charset="0"/>
              </a:rPr>
              <a:t>! You hold the essence of devotion to RAM, always remaining His Servant.</a:t>
            </a:r>
          </a:p>
          <a:p>
            <a:pPr algn="ctr" defTabSz="685754"/>
            <a:r>
              <a:rPr lang="en-US" sz="2700" b="1" dirty="0">
                <a:solidFill>
                  <a:srgbClr val="000000"/>
                </a:solidFill>
                <a:latin typeface="Palatino Linotype" pitchFamily="18" charset="0"/>
              </a:rPr>
              <a:t>		</a:t>
            </a:r>
            <a:br>
              <a:rPr lang="en-US" sz="2700" dirty="0">
                <a:solidFill>
                  <a:srgbClr val="000000"/>
                </a:solidFill>
                <a:latin typeface="Calibri" pitchFamily="34" charset="0"/>
              </a:rPr>
            </a:br>
            <a:endParaRPr lang="en-US" sz="2700" dirty="0">
              <a:solidFill>
                <a:srgbClr val="000000"/>
              </a:solidFill>
              <a:latin typeface="Calibri" pitchFamily="34" charset="0"/>
            </a:endParaRPr>
          </a:p>
        </p:txBody>
      </p:sp>
    </p:spTree>
    <p:extLst>
      <p:ext uri="{BB962C8B-B14F-4D97-AF65-F5344CB8AC3E}">
        <p14:creationId xmlns:p14="http://schemas.microsoft.com/office/powerpoint/2010/main" val="28085312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64515" name="Rectangle 1"/>
          <p:cNvSpPr>
            <a:spLocks noChangeArrowheads="1"/>
          </p:cNvSpPr>
          <p:nvPr/>
        </p:nvSpPr>
        <p:spPr bwMode="auto">
          <a:xfrm>
            <a:off x="1182390" y="3555179"/>
            <a:ext cx="6857802" cy="2031325"/>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sz="2100" b="1" dirty="0">
                <a:solidFill>
                  <a:srgbClr val="000000"/>
                </a:solidFill>
                <a:latin typeface="Calibri"/>
              </a:rPr>
              <a:t>ರಾಮ ಲಕ್ಷ್ಮಣ </a:t>
            </a:r>
            <a:r>
              <a:rPr lang="kn-IN" sz="2100" b="1" dirty="0" err="1">
                <a:solidFill>
                  <a:srgbClr val="000000"/>
                </a:solidFill>
                <a:latin typeface="Calibri"/>
              </a:rPr>
              <a:t>ಜಾನಕೀ</a:t>
            </a:r>
            <a:endParaRPr lang="kn-IN" sz="2100" b="1" dirty="0">
              <a:solidFill>
                <a:srgbClr val="000000"/>
              </a:solidFill>
              <a:latin typeface="Calibri"/>
            </a:endParaRPr>
          </a:p>
          <a:p>
            <a:pPr algn="ctr" defTabSz="685754"/>
            <a:r>
              <a:rPr lang="kn-IN" sz="2100" b="1" dirty="0">
                <a:solidFill>
                  <a:srgbClr val="000000"/>
                </a:solidFill>
                <a:latin typeface="Calibri"/>
              </a:rPr>
              <a:t>ಜೈ </a:t>
            </a:r>
            <a:r>
              <a:rPr lang="kn-IN" sz="2100" b="1" dirty="0" err="1">
                <a:solidFill>
                  <a:srgbClr val="000000"/>
                </a:solidFill>
                <a:latin typeface="Calibri"/>
              </a:rPr>
              <a:t>ಬೋಲೋ</a:t>
            </a:r>
            <a:r>
              <a:rPr lang="kn-IN" sz="2100" b="1" dirty="0">
                <a:solidFill>
                  <a:srgbClr val="000000"/>
                </a:solidFill>
                <a:latin typeface="Calibri"/>
              </a:rPr>
              <a:t> </a:t>
            </a:r>
            <a:r>
              <a:rPr lang="kn-IN" sz="2100" b="1" dirty="0" err="1">
                <a:solidFill>
                  <a:srgbClr val="000000"/>
                </a:solidFill>
                <a:latin typeface="Calibri"/>
              </a:rPr>
              <a:t>ಹನುಮಾನ್</a:t>
            </a:r>
            <a:r>
              <a:rPr lang="kn-IN" sz="2100" b="1" dirty="0">
                <a:solidFill>
                  <a:srgbClr val="000000"/>
                </a:solidFill>
                <a:latin typeface="Calibri"/>
              </a:rPr>
              <a:t> ಕೀ</a:t>
            </a:r>
            <a:endParaRPr lang="en-CA" sz="2100" b="1" dirty="0">
              <a:solidFill>
                <a:srgbClr val="000000"/>
              </a:solidFill>
              <a:latin typeface="Calibri"/>
            </a:endParaRPr>
          </a:p>
          <a:p>
            <a:pPr defTabSz="685754"/>
            <a:endParaRPr lang="en-IN" sz="2100" b="1" dirty="0">
              <a:solidFill>
                <a:srgbClr val="000000"/>
              </a:solidFill>
              <a:latin typeface="Calibri"/>
            </a:endParaRPr>
          </a:p>
        </p:txBody>
      </p:sp>
      <p:pic>
        <p:nvPicPr>
          <p:cNvPr id="64516" name="Picture 2" descr="G:\Rama\sri-rama-shri-hanuman.jpg"/>
          <p:cNvPicPr>
            <a:picLocks noChangeAspect="1" noChangeArrowheads="1"/>
          </p:cNvPicPr>
          <p:nvPr/>
        </p:nvPicPr>
        <p:blipFill>
          <a:blip r:embed="rId2"/>
          <a:srcRect/>
          <a:stretch>
            <a:fillRect/>
          </a:stretch>
        </p:blipFill>
        <p:spPr bwMode="auto">
          <a:xfrm>
            <a:off x="1731261" y="-10639"/>
            <a:ext cx="5755314" cy="3886089"/>
          </a:xfrm>
          <a:prstGeom prst="rect">
            <a:avLst/>
          </a:prstGeom>
          <a:noFill/>
          <a:ln w="9525">
            <a:noFill/>
            <a:miter lim="800000"/>
            <a:headEnd/>
            <a:tailEnd/>
          </a:ln>
        </p:spPr>
      </p:pic>
    </p:spTree>
    <p:extLst>
      <p:ext uri="{BB962C8B-B14F-4D97-AF65-F5344CB8AC3E}">
        <p14:creationId xmlns:p14="http://schemas.microsoft.com/office/powerpoint/2010/main" val="21576877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p:cNvSpPr>
            <a:spLocks noChangeArrowheads="1"/>
          </p:cNvSpPr>
          <p:nvPr/>
        </p:nvSpPr>
        <p:spPr bwMode="auto">
          <a:xfrm>
            <a:off x="1314544" y="160805"/>
            <a:ext cx="6686357" cy="4870564"/>
          </a:xfrm>
          <a:prstGeom prst="rect">
            <a:avLst/>
          </a:prstGeom>
          <a:noFill/>
          <a:ln w="9525">
            <a:noFill/>
            <a:miter lim="800000"/>
            <a:headEnd/>
            <a:tailEnd/>
          </a:ln>
        </p:spPr>
        <p:txBody>
          <a:bodyPr>
            <a:spAutoFit/>
          </a:bodyPr>
          <a:lstStyle/>
          <a:p>
            <a:pPr algn="ctr" defTabSz="685754"/>
            <a:r>
              <a:rPr lang="en-IN" sz="105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भजन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बिसरावै</a:t>
            </a:r>
            <a:r>
              <a:rPr lang="en-IN" sz="3000" b="1" dirty="0">
                <a:solidFill>
                  <a:prstClr val="black"/>
                </a:solidFill>
                <a:latin typeface="Aparajita" pitchFamily="34" charset="0"/>
              </a:rPr>
              <a:t> ॥३३॥</a:t>
            </a:r>
          </a:p>
          <a:p>
            <a:pPr algn="ctr" defTabSz="685754"/>
            <a:endParaRPr lang="en-IN" sz="3300" b="1" dirty="0">
              <a:solidFill>
                <a:prstClr val="black"/>
              </a:solidFill>
              <a:latin typeface="Aparajita" pitchFamily="34" charset="0"/>
            </a:endParaRPr>
          </a:p>
          <a:p>
            <a:pPr algn="ctr" defTabSz="685754"/>
            <a:r>
              <a:rPr lang="en-US" sz="2100" b="1" dirty="0" err="1">
                <a:solidFill>
                  <a:prstClr val="black"/>
                </a:solidFill>
                <a:latin typeface="URW Palladio IT" pitchFamily="2" charset="0"/>
              </a:rPr>
              <a:t>Tumhare</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Bhajana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Räma</a:t>
            </a:r>
            <a:r>
              <a:rPr lang="en-US" sz="2100" b="1" dirty="0">
                <a:solidFill>
                  <a:prstClr val="black"/>
                </a:solidFill>
                <a:latin typeface="URW Palladio IT" pitchFamily="2" charset="0"/>
              </a:rPr>
              <a:t> Ko </a:t>
            </a:r>
            <a:r>
              <a:rPr lang="en-US" sz="2100" b="1" dirty="0" err="1">
                <a:solidFill>
                  <a:prstClr val="black"/>
                </a:solidFill>
                <a:latin typeface="URW Palladio IT" pitchFamily="2" charset="0"/>
              </a:rPr>
              <a:t>Pävai</a:t>
            </a:r>
            <a:r>
              <a:rPr lang="en-US" sz="2100" b="1" dirty="0">
                <a:solidFill>
                  <a:prstClr val="black"/>
                </a:solidFill>
                <a:latin typeface="URW Palladio IT" pitchFamily="2" charset="0"/>
              </a:rPr>
              <a:t> | </a:t>
            </a:r>
          </a:p>
          <a:p>
            <a:pPr algn="ctr" defTabSz="685754"/>
            <a:r>
              <a:rPr lang="en-US" sz="2100" b="1" dirty="0" err="1">
                <a:solidFill>
                  <a:prstClr val="black"/>
                </a:solidFill>
                <a:latin typeface="URW Palladio IT" pitchFamily="2" charset="0"/>
              </a:rPr>
              <a:t>Janama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Janama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Ke</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Dukha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Bisarävai</a:t>
            </a:r>
            <a:r>
              <a:rPr lang="en-US" sz="2100" b="1" dirty="0">
                <a:solidFill>
                  <a:prstClr val="black"/>
                </a:solidFill>
                <a:latin typeface="URW Palladio IT" pitchFamily="2" charset="0"/>
              </a:rPr>
              <a:t> || - 33</a:t>
            </a:r>
          </a:p>
          <a:p>
            <a:pPr algn="ctr" defTabSz="685754"/>
            <a:endParaRPr lang="en-US" sz="2100" b="1" dirty="0">
              <a:solidFill>
                <a:prstClr val="black"/>
              </a:solidFill>
              <a:latin typeface="URW Palladio IT" pitchFamily="2" charset="0"/>
            </a:endParaRPr>
          </a:p>
          <a:p>
            <a:pPr algn="ctr" defTabSz="685754"/>
            <a:endParaRPr lang="en-US" sz="105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ಭಜನ</a:t>
            </a:r>
            <a:r>
              <a:rPr lang="en-US" sz="2700" b="1" dirty="0">
                <a:solidFill>
                  <a:prstClr val="black"/>
                </a:solidFill>
                <a:latin typeface="Calibri" pitchFamily="34" charset="0"/>
              </a:rPr>
              <a:t> </a:t>
            </a:r>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ಪಾವೈ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ದುಖ</a:t>
            </a:r>
            <a:r>
              <a:rPr lang="en-US" sz="2700" b="1" dirty="0">
                <a:solidFill>
                  <a:prstClr val="black"/>
                </a:solidFill>
                <a:latin typeface="Calibri" pitchFamily="34" charset="0"/>
              </a:rPr>
              <a:t> </a:t>
            </a:r>
            <a:r>
              <a:rPr lang="en-US" sz="2700" b="1" dirty="0" err="1">
                <a:solidFill>
                  <a:prstClr val="black"/>
                </a:solidFill>
                <a:latin typeface="Calibri" pitchFamily="34" charset="0"/>
              </a:rPr>
              <a:t>ಬಿಸರಾವೈ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through devotion to you, one comes to RAM and becomes free from suffering of several lives.</a:t>
            </a:r>
            <a:endParaRPr lang="en-US" dirty="0">
              <a:solidFill>
                <a:prstClr val="black"/>
              </a:solidFill>
              <a:latin typeface="Calibri" pitchFamily="34" charset="0"/>
            </a:endParaRPr>
          </a:p>
        </p:txBody>
      </p:sp>
    </p:spTree>
    <p:extLst>
      <p:ext uri="{BB962C8B-B14F-4D97-AF65-F5344CB8AC3E}">
        <p14:creationId xmlns:p14="http://schemas.microsoft.com/office/powerpoint/2010/main" val="32045089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a:spLocks noChangeArrowheads="1"/>
          </p:cNvSpPr>
          <p:nvPr/>
        </p:nvSpPr>
        <p:spPr bwMode="auto">
          <a:xfrm>
            <a:off x="1314545" y="57223"/>
            <a:ext cx="6514912" cy="537839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अन्त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हरिभक्त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कहाई</a:t>
            </a:r>
            <a:r>
              <a:rPr lang="en-IN" sz="3000" b="1" dirty="0">
                <a:solidFill>
                  <a:prstClr val="black"/>
                </a:solidFill>
                <a:latin typeface="Aparajita" pitchFamily="34" charset="0"/>
              </a:rPr>
              <a:t> ॥३४॥</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Anta </a:t>
            </a:r>
            <a:r>
              <a:rPr lang="en-US" sz="2700" b="1" dirty="0" err="1">
                <a:solidFill>
                  <a:prstClr val="black"/>
                </a:solidFill>
                <a:latin typeface="URW Palladio IT" pitchFamily="2" charset="0"/>
              </a:rPr>
              <a:t>Käla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Raghubara</a:t>
            </a:r>
            <a:r>
              <a:rPr lang="en-US" sz="2700" b="1" dirty="0">
                <a:solidFill>
                  <a:prstClr val="black"/>
                </a:solidFill>
                <a:latin typeface="URW Palladio IT" pitchFamily="2" charset="0"/>
              </a:rPr>
              <a:t> Pura </a:t>
            </a:r>
            <a:r>
              <a:rPr lang="en-US" sz="2700" b="1" dirty="0" err="1">
                <a:solidFill>
                  <a:prstClr val="black"/>
                </a:solidFill>
                <a:latin typeface="URW Palladio IT" pitchFamily="2" charset="0"/>
              </a:rPr>
              <a:t>Jäé</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Jahäð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Janma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Haribhakta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Kahäé</a:t>
            </a:r>
            <a:r>
              <a:rPr lang="en-US" sz="2700" b="1" dirty="0">
                <a:solidFill>
                  <a:prstClr val="black"/>
                </a:solidFill>
                <a:latin typeface="URW Palladio IT" pitchFamily="2" charset="0"/>
              </a:rPr>
              <a:t> || - 34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ಅಂತ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ಕಾಲ</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ಜಹಾ</a:t>
            </a:r>
            <a:r>
              <a:rPr lang="en-US" sz="2700" b="1" dirty="0">
                <a:solidFill>
                  <a:prstClr val="black"/>
                </a:solidFill>
                <a:latin typeface="Calibri" pitchFamily="34" charset="0"/>
              </a:rPr>
              <a:t> </a:t>
            </a:r>
            <a:r>
              <a:rPr lang="en-US" sz="2700" b="1" dirty="0" err="1">
                <a:solidFill>
                  <a:prstClr val="black"/>
                </a:solidFill>
                <a:latin typeface="Calibri" pitchFamily="34" charset="0"/>
              </a:rPr>
              <a:t>ಜ</a:t>
            </a:r>
            <a:r>
              <a:rPr lang="kn-IN" sz="2700" b="1" dirty="0" err="1">
                <a:solidFill>
                  <a:prstClr val="black"/>
                </a:solidFill>
                <a:latin typeface="Calibri" pitchFamily="34" charset="0"/>
                <a:ea typeface="Tunga" pitchFamily="2"/>
                <a:cs typeface="Tunga" pitchFamily="2"/>
              </a:rPr>
              <a:t>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ಭಕ್ತ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ಕಹಾಈ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೩೪</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After death he enters the eternal abode of Sri Ram and remains a devotee of him, whenever, taking new birth on earth.</a:t>
            </a:r>
          </a:p>
          <a:p>
            <a:pPr algn="ctr" defTabSz="685754"/>
            <a:endParaRPr lang="en-IN" sz="600" b="1" dirty="0">
              <a:solidFill>
                <a:prstClr val="black"/>
              </a:solidFill>
              <a:latin typeface="Aparajita" pitchFamily="34" charset="0"/>
            </a:endParaRPr>
          </a:p>
          <a:p>
            <a:pPr algn="ctr" defTabSz="685754"/>
            <a:r>
              <a:rPr lang="en-IN" sz="1500" b="1" dirty="0">
                <a:solidFill>
                  <a:srgbClr val="00B050"/>
                </a:solidFill>
                <a:latin typeface="Sanskrit 99" pitchFamily="2" charset="0"/>
              </a:rPr>
              <a:t>   		</a:t>
            </a:r>
            <a:br>
              <a:rPr lang="en-US" sz="1500" dirty="0">
                <a:solidFill>
                  <a:prstClr val="black"/>
                </a:solidFill>
                <a:latin typeface="Calibri" pitchFamily="34" charset="0"/>
              </a:rPr>
            </a:br>
            <a:endParaRPr lang="en-US" sz="1500" dirty="0">
              <a:solidFill>
                <a:prstClr val="black"/>
              </a:solidFill>
              <a:latin typeface="Calibri" pitchFamily="34" charset="0"/>
            </a:endParaRPr>
          </a:p>
        </p:txBody>
      </p:sp>
    </p:spTree>
    <p:extLst>
      <p:ext uri="{BB962C8B-B14F-4D97-AF65-F5344CB8AC3E}">
        <p14:creationId xmlns:p14="http://schemas.microsoft.com/office/powerpoint/2010/main" val="38273683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ChangeArrowheads="1"/>
          </p:cNvSpPr>
          <p:nvPr/>
        </p:nvSpPr>
        <p:spPr bwMode="auto">
          <a:xfrm>
            <a:off x="1314545" y="74"/>
            <a:ext cx="6514912" cy="5932393"/>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और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देवता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चित्त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सेइ</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करई</a:t>
            </a:r>
            <a:r>
              <a:rPr lang="en-IN" sz="3000" b="1" dirty="0">
                <a:solidFill>
                  <a:prstClr val="black"/>
                </a:solidFill>
                <a:latin typeface="Aparajita" pitchFamily="34" charset="0"/>
              </a:rPr>
              <a:t> ॥३५॥</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Aura </a:t>
            </a:r>
            <a:r>
              <a:rPr lang="en-US" sz="2700" b="1" dirty="0" err="1">
                <a:solidFill>
                  <a:prstClr val="black"/>
                </a:solidFill>
                <a:latin typeface="URW Palladio IT" pitchFamily="2" charset="0"/>
              </a:rPr>
              <a:t>Devatä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Citta</a:t>
            </a:r>
            <a:r>
              <a:rPr lang="en-US" sz="2700" b="1" dirty="0">
                <a:solidFill>
                  <a:prstClr val="black"/>
                </a:solidFill>
                <a:latin typeface="URW Palladio IT" pitchFamily="2" charset="0"/>
              </a:rPr>
              <a:t> Na </a:t>
            </a:r>
            <a:r>
              <a:rPr lang="en-US" sz="2700" b="1" dirty="0" err="1">
                <a:solidFill>
                  <a:prstClr val="black"/>
                </a:solidFill>
                <a:latin typeface="URW Palladio IT" pitchFamily="2" charset="0"/>
              </a:rPr>
              <a:t>Dharaé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Seé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Sarba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Karaé</a:t>
            </a:r>
            <a:r>
              <a:rPr lang="en-US" sz="2700" b="1" dirty="0">
                <a:solidFill>
                  <a:prstClr val="black"/>
                </a:solidFill>
                <a:latin typeface="URW Palladio IT" pitchFamily="2" charset="0"/>
              </a:rPr>
              <a:t> || - 35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ಔರ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ದೇವತಾ</a:t>
            </a:r>
            <a:r>
              <a:rPr lang="en-US" sz="2700" b="1" dirty="0">
                <a:solidFill>
                  <a:prstClr val="black"/>
                </a:solidFill>
                <a:latin typeface="Calibri" pitchFamily="34" charset="0"/>
              </a:rPr>
              <a:t> </a:t>
            </a:r>
            <a:r>
              <a:rPr lang="en-US" sz="2700" b="1" dirty="0" err="1">
                <a:solidFill>
                  <a:prstClr val="black"/>
                </a:solidFill>
                <a:latin typeface="Calibri" pitchFamily="34" charset="0"/>
              </a:rPr>
              <a:t>ಚಿತ್ತ</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ಧರಈ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ಹನುಮತ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ಸೇಈ</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ಸರ್ಬ</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ಕರಈ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೩೫</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You need not hold any other demigod in mind.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alone will give all happiness.</a:t>
            </a:r>
          </a:p>
          <a:p>
            <a:pPr algn="ctr" defTabSz="685754"/>
            <a:r>
              <a:rPr lang="en-US" sz="2700" b="1" dirty="0">
                <a:solidFill>
                  <a:prstClr val="black"/>
                </a:solidFill>
                <a:latin typeface="Palatino Linotype" pitchFamily="18" charset="0"/>
              </a:rPr>
              <a:t>		</a:t>
            </a: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14442282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ChangeArrowheads="1"/>
          </p:cNvSpPr>
          <p:nvPr/>
        </p:nvSpPr>
        <p:spPr bwMode="auto">
          <a:xfrm>
            <a:off x="1371693" y="-57074"/>
            <a:ext cx="6457763" cy="577081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सङ्कट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बलबीरा</a:t>
            </a:r>
            <a:r>
              <a:rPr lang="en-IN" sz="3000" b="1" dirty="0">
                <a:solidFill>
                  <a:prstClr val="black"/>
                </a:solidFill>
                <a:latin typeface="Aparajita" pitchFamily="34" charset="0"/>
              </a:rPr>
              <a:t> ॥३६॥</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Saìkaöa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Kaöai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Miöai</a:t>
            </a:r>
            <a:r>
              <a:rPr lang="en-US" sz="2700" b="1" dirty="0">
                <a:solidFill>
                  <a:prstClr val="black"/>
                </a:solidFill>
                <a:latin typeface="URW Palladio IT" pitchFamily="2" charset="0"/>
              </a:rPr>
              <a:t> Saba </a:t>
            </a:r>
            <a:r>
              <a:rPr lang="en-US" sz="2700" b="1" dirty="0" err="1">
                <a:solidFill>
                  <a:prstClr val="black"/>
                </a:solidFill>
                <a:latin typeface="URW Palladio IT" pitchFamily="2" charset="0"/>
              </a:rPr>
              <a:t>Pérä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Sumirai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Balabérä</a:t>
            </a:r>
            <a:r>
              <a:rPr lang="en-US" sz="2700" b="1" dirty="0">
                <a:solidFill>
                  <a:prstClr val="black"/>
                </a:solidFill>
                <a:latin typeface="URW Palladio IT" pitchFamily="2" charset="0"/>
              </a:rPr>
              <a:t> || - 36</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ಮಿಟೈ</a:t>
            </a:r>
            <a:r>
              <a:rPr lang="en-US" sz="2700" b="1" dirty="0">
                <a:solidFill>
                  <a:prstClr val="black"/>
                </a:solidFill>
                <a:latin typeface="Calibri" pitchFamily="34" charset="0"/>
              </a:rPr>
              <a:t> </a:t>
            </a:r>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ಸುಮಿರೈ</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ಹನುಮತ್</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ಬಲಬೀರಾ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೩೬</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Powerful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end the sufferings and remove all the pain from those who remember you.</a:t>
            </a:r>
          </a:p>
          <a:p>
            <a:pPr algn="ctr" defTabSz="685754"/>
            <a:br>
              <a:rPr lang="en-US" sz="1350" dirty="0">
                <a:solidFill>
                  <a:prstClr val="black"/>
                </a:solidFill>
                <a:latin typeface="Calibri" pitchFamily="34" charset="0"/>
              </a:rPr>
            </a:br>
            <a:br>
              <a:rPr lang="en-US" sz="1350" dirty="0">
                <a:solidFill>
                  <a:prstClr val="black"/>
                </a:solidFill>
                <a:latin typeface="Calibri" pitchFamily="34" charset="0"/>
              </a:rPr>
            </a:b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34333286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ChangeArrowheads="1"/>
          </p:cNvSpPr>
          <p:nvPr/>
        </p:nvSpPr>
        <p:spPr bwMode="auto">
          <a:xfrm>
            <a:off x="1314545" y="57234"/>
            <a:ext cx="6514912" cy="630172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गोसाईं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गुरुदेव</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नाईं</a:t>
            </a:r>
            <a:r>
              <a:rPr lang="en-IN" sz="3000" b="1" dirty="0">
                <a:solidFill>
                  <a:prstClr val="black"/>
                </a:solidFill>
                <a:latin typeface="Aparajita" pitchFamily="34" charset="0"/>
              </a:rPr>
              <a:t> ॥३७॥</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Jaya Jaya Jaya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Gosäéà</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Kåpä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Karahu</a:t>
            </a:r>
            <a:r>
              <a:rPr lang="en-US" sz="2700" b="1" dirty="0">
                <a:solidFill>
                  <a:prstClr val="black"/>
                </a:solidFill>
                <a:latin typeface="URW Palladio IT" pitchFamily="2" charset="0"/>
              </a:rPr>
              <a:t> Guru Deva </a:t>
            </a:r>
            <a:r>
              <a:rPr lang="en-US" sz="2700" b="1" dirty="0" err="1">
                <a:solidFill>
                  <a:prstClr val="black"/>
                </a:solidFill>
                <a:latin typeface="URW Palladio IT" pitchFamily="2" charset="0"/>
              </a:rPr>
              <a:t>Ké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Näéà</a:t>
            </a:r>
            <a:r>
              <a:rPr lang="en-US" sz="2700" b="1" dirty="0">
                <a:solidFill>
                  <a:prstClr val="black"/>
                </a:solidFill>
                <a:latin typeface="URW Palladio IT" pitchFamily="2" charset="0"/>
              </a:rPr>
              <a:t> || - 37</a:t>
            </a: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ಗೋಸಾಈ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ಕೃಪಾ</a:t>
            </a:r>
            <a:r>
              <a:rPr lang="en-US" sz="2700" b="1" dirty="0">
                <a:solidFill>
                  <a:prstClr val="black"/>
                </a:solidFill>
                <a:latin typeface="Calibri" pitchFamily="34" charset="0"/>
              </a:rPr>
              <a:t> </a:t>
            </a:r>
            <a:r>
              <a:rPr lang="en-US" sz="2700" b="1" dirty="0" err="1">
                <a:solidFill>
                  <a:prstClr val="black"/>
                </a:solidFill>
                <a:latin typeface="Calibri" pitchFamily="34" charset="0"/>
              </a:rPr>
              <a:t>ಕರ</a:t>
            </a:r>
            <a:r>
              <a:rPr lang="kn-IN" sz="2700" b="1" dirty="0" err="1">
                <a:solidFill>
                  <a:prstClr val="black"/>
                </a:solidFill>
                <a:latin typeface="Calibri" pitchFamily="34" charset="0"/>
                <a:ea typeface="Tunga" pitchFamily="2"/>
                <a:cs typeface="Tunga" pitchFamily="2"/>
              </a:rPr>
              <a:t>ಹು</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kn-IN" sz="2700" b="1" dirty="0" err="1">
                <a:solidFill>
                  <a:prstClr val="black"/>
                </a:solidFill>
                <a:latin typeface="Calibri" pitchFamily="34" charset="0"/>
                <a:ea typeface="Tunga" pitchFamily="2"/>
                <a:cs typeface="Tunga" pitchFamily="2"/>
              </a:rPr>
              <a:t>ರು</a:t>
            </a:r>
            <a:r>
              <a:rPr lang="en-US" sz="2700" b="1" dirty="0" err="1">
                <a:solidFill>
                  <a:prstClr val="black"/>
                </a:solidFill>
                <a:latin typeface="Calibri" pitchFamily="34" charset="0"/>
              </a:rPr>
              <a:t>ದೇವ</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ನಾಈ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೩೭</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Hail-Hail-Hail-Lord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 beseech you </a:t>
            </a:r>
            <a:r>
              <a:rPr lang="en-US" b="1" dirty="0" err="1">
                <a:solidFill>
                  <a:prstClr val="black"/>
                </a:solidFill>
                <a:latin typeface="Palatino Linotype" pitchFamily="18" charset="0"/>
              </a:rPr>
              <a:t>Honour</a:t>
            </a:r>
            <a:r>
              <a:rPr lang="en-US" b="1" dirty="0">
                <a:solidFill>
                  <a:prstClr val="black"/>
                </a:solidFill>
                <a:latin typeface="Palatino Linotype" pitchFamily="18" charset="0"/>
              </a:rPr>
              <a:t> to bless me in the capacity of my supreme 'GURU' (teacher).</a:t>
            </a:r>
          </a:p>
          <a:p>
            <a:pPr algn="ctr" defTabSz="685754"/>
            <a:r>
              <a:rPr lang="en-US" sz="2400" b="1" dirty="0">
                <a:solidFill>
                  <a:prstClr val="black"/>
                </a:solidFill>
                <a:latin typeface="Palatino Linotype" pitchFamily="18" charset="0"/>
              </a:rPr>
              <a:t>	</a:t>
            </a:r>
            <a:endParaRPr lang="en-IN" sz="2400" b="1" dirty="0">
              <a:solidFill>
                <a:srgbClr val="00B050"/>
              </a:solidFill>
              <a:latin typeface="Aparajita" pitchFamily="34" charset="0"/>
            </a:endParaRPr>
          </a:p>
          <a:p>
            <a:pPr algn="ctr" defTabSz="685754"/>
            <a:endParaRPr lang="en-US" sz="2400" dirty="0">
              <a:solidFill>
                <a:prstClr val="black"/>
              </a:solidFill>
              <a:latin typeface="Calibri" pitchFamily="34" charset="0"/>
            </a:endParaRPr>
          </a:p>
        </p:txBody>
      </p:sp>
    </p:spTree>
    <p:extLst>
      <p:ext uri="{BB962C8B-B14F-4D97-AF65-F5344CB8AC3E}">
        <p14:creationId xmlns:p14="http://schemas.microsoft.com/office/powerpoint/2010/main" val="28384065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ChangeArrowheads="1"/>
          </p:cNvSpPr>
          <p:nvPr/>
        </p:nvSpPr>
        <p:spPr bwMode="auto">
          <a:xfrm>
            <a:off x="1314545" y="-135643"/>
            <a:ext cx="6457763" cy="6278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पाठ</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छूटहि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होई</a:t>
            </a:r>
            <a:r>
              <a:rPr lang="en-IN" sz="3000" b="1" dirty="0">
                <a:solidFill>
                  <a:prstClr val="black"/>
                </a:solidFill>
                <a:latin typeface="Aparajita" pitchFamily="34" charset="0"/>
              </a:rPr>
              <a:t> ॥३८॥</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Sata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Bära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Päöha</a:t>
            </a:r>
            <a:r>
              <a:rPr lang="en-US" sz="2700" b="1" dirty="0">
                <a:solidFill>
                  <a:prstClr val="black"/>
                </a:solidFill>
                <a:latin typeface="URW Palladio IT" pitchFamily="2" charset="0"/>
              </a:rPr>
              <a:t> Kara </a:t>
            </a:r>
            <a:r>
              <a:rPr lang="en-US" sz="2700" b="1" dirty="0" err="1">
                <a:solidFill>
                  <a:prstClr val="black"/>
                </a:solidFill>
                <a:latin typeface="URW Palladio IT" pitchFamily="2" charset="0"/>
              </a:rPr>
              <a:t>Koé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Chüöahi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Bandi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Mahä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Hoé</a:t>
            </a:r>
            <a:r>
              <a:rPr lang="en-US" sz="2700" b="1" dirty="0">
                <a:solidFill>
                  <a:prstClr val="black"/>
                </a:solidFill>
                <a:latin typeface="URW Palladio IT" pitchFamily="2" charset="0"/>
              </a:rPr>
              <a:t> || - 38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ಪಾಠ</a:t>
            </a:r>
            <a:r>
              <a:rPr lang="en-US" sz="2700" b="1" dirty="0">
                <a:solidFill>
                  <a:prstClr val="black"/>
                </a:solidFill>
                <a:latin typeface="Calibri" pitchFamily="34" charset="0"/>
              </a:rPr>
              <a:t> </a:t>
            </a:r>
            <a:r>
              <a:rPr lang="en-US" sz="2700" b="1" dirty="0" err="1">
                <a:solidFill>
                  <a:prstClr val="black"/>
                </a:solidFill>
                <a:latin typeface="Calibri" pitchFamily="34" charset="0"/>
              </a:rPr>
              <a:t>ಕರ</a:t>
            </a:r>
            <a:r>
              <a:rPr lang="en-US" sz="2700" b="1" dirty="0">
                <a:solidFill>
                  <a:prstClr val="black"/>
                </a:solidFill>
                <a:latin typeface="Calibri" pitchFamily="34" charset="0"/>
              </a:rPr>
              <a:t> </a:t>
            </a:r>
            <a:r>
              <a:rPr lang="en-US" sz="2700" b="1" dirty="0" err="1">
                <a:solidFill>
                  <a:prstClr val="black"/>
                </a:solidFill>
                <a:latin typeface="Calibri" pitchFamily="34" charset="0"/>
              </a:rPr>
              <a:t>ಕೋಈ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ಛೂಟಹಿ</a:t>
            </a:r>
            <a:r>
              <a:rPr lang="en-US" sz="2700" b="1" dirty="0">
                <a:solidFill>
                  <a:prstClr val="black"/>
                </a:solidFill>
                <a:latin typeface="Calibri" pitchFamily="34" charset="0"/>
              </a:rPr>
              <a:t> </a:t>
            </a:r>
            <a:r>
              <a:rPr lang="en-US" sz="2700" b="1" dirty="0" err="1">
                <a:solidFill>
                  <a:prstClr val="black"/>
                </a:solidFill>
                <a:latin typeface="Calibri" pitchFamily="34" charset="0"/>
              </a:rPr>
              <a:t>ಬಂದಿ</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ಹೋಈ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೩೮</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One who recites this Hanuman </a:t>
            </a:r>
            <a:r>
              <a:rPr lang="en-US" b="1" dirty="0" err="1">
                <a:solidFill>
                  <a:prstClr val="black"/>
                </a:solidFill>
                <a:latin typeface="Palatino Linotype" pitchFamily="18" charset="0"/>
              </a:rPr>
              <a:t>Chalisa</a:t>
            </a:r>
            <a:r>
              <a:rPr lang="en-US" b="1" dirty="0">
                <a:solidFill>
                  <a:prstClr val="black"/>
                </a:solidFill>
                <a:latin typeface="Palatino Linotype" pitchFamily="18" charset="0"/>
              </a:rPr>
              <a:t> one hundred times daily for one hundred days becomes free from the bondage of life and death and enjoys the highest bliss at last.</a:t>
            </a:r>
          </a:p>
          <a:p>
            <a:pPr algn="ctr" defTabSz="685754"/>
            <a:endParaRPr lang="en-IN" sz="750" b="1" dirty="0">
              <a:solidFill>
                <a:prstClr val="black"/>
              </a:solidFill>
              <a:latin typeface="Aparajita" pitchFamily="34" charset="0"/>
            </a:endParaRPr>
          </a:p>
          <a:p>
            <a:pPr algn="ctr" defTabSz="685754"/>
            <a:r>
              <a:rPr lang="en-IN" sz="2400" b="1" dirty="0">
                <a:solidFill>
                  <a:srgbClr val="00B050"/>
                </a:solidFill>
                <a:latin typeface="Sanskrit 99" pitchFamily="2" charset="0"/>
              </a:rPr>
              <a:t>   		</a:t>
            </a:r>
            <a:br>
              <a:rPr lang="en-US" sz="2400" dirty="0">
                <a:solidFill>
                  <a:prstClr val="black"/>
                </a:solidFill>
                <a:latin typeface="Calibri" pitchFamily="34" charset="0"/>
              </a:rPr>
            </a:br>
            <a:br>
              <a:rPr lang="en-US" sz="1350" dirty="0">
                <a:solidFill>
                  <a:prstClr val="black"/>
                </a:solidFill>
                <a:latin typeface="Calibri" pitchFamily="34" charset="0"/>
              </a:rPr>
            </a:b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29565014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ChangeArrowheads="1"/>
          </p:cNvSpPr>
          <p:nvPr/>
        </p:nvSpPr>
        <p:spPr bwMode="auto">
          <a:xfrm>
            <a:off x="1314544" y="76"/>
            <a:ext cx="6572060" cy="556306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यह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पढ़ै</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चालीसा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गौरीसा</a:t>
            </a:r>
            <a:r>
              <a:rPr lang="en-IN" sz="3000" b="1" dirty="0">
                <a:solidFill>
                  <a:prstClr val="black"/>
                </a:solidFill>
                <a:latin typeface="Aparajita" pitchFamily="34" charset="0"/>
              </a:rPr>
              <a:t> ॥३९॥</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Yaha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Paåhai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Cälésä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Hoya Siddhi </a:t>
            </a:r>
            <a:r>
              <a:rPr lang="en-US" sz="2700" b="1" dirty="0" err="1">
                <a:solidFill>
                  <a:prstClr val="black"/>
                </a:solidFill>
                <a:latin typeface="URW Palladio IT" pitchFamily="2" charset="0"/>
              </a:rPr>
              <a:t>Säkhé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Gaurésä</a:t>
            </a:r>
            <a:r>
              <a:rPr lang="en-US" sz="2700" b="1" dirty="0">
                <a:solidFill>
                  <a:prstClr val="black"/>
                </a:solidFill>
                <a:latin typeface="URW Palladio IT" pitchFamily="2" charset="0"/>
              </a:rPr>
              <a:t> || - 39</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ಯಹ</a:t>
            </a:r>
            <a:r>
              <a:rPr lang="en-US" sz="2700" b="1" dirty="0">
                <a:solidFill>
                  <a:prstClr val="black"/>
                </a:solidFill>
                <a:latin typeface="Calibri" pitchFamily="34" charset="0"/>
              </a:rPr>
              <a:t> </a:t>
            </a:r>
            <a:r>
              <a:rPr lang="en-US" sz="2700" b="1" dirty="0" err="1">
                <a:solidFill>
                  <a:prstClr val="black"/>
                </a:solidFill>
                <a:latin typeface="Calibri" pitchFamily="34" charset="0"/>
              </a:rPr>
              <a:t>ಪಢೈ</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ಚಾ</a:t>
            </a:r>
            <a:r>
              <a:rPr lang="en-US" sz="2700" b="1" dirty="0" err="1">
                <a:solidFill>
                  <a:prstClr val="black"/>
                </a:solidFill>
                <a:latin typeface="Calibri" pitchFamily="34" charset="0"/>
              </a:rPr>
              <a:t>ಲೀಸಾ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ಹೋಯ</a:t>
            </a:r>
            <a:r>
              <a:rPr lang="en-US" sz="2700" b="1" dirty="0">
                <a:solidFill>
                  <a:prstClr val="black"/>
                </a:solidFill>
                <a:latin typeface="Calibri" pitchFamily="34" charset="0"/>
              </a:rPr>
              <a:t> </a:t>
            </a:r>
            <a:r>
              <a:rPr lang="en-US" sz="2700" b="1" dirty="0" err="1">
                <a:solidFill>
                  <a:prstClr val="black"/>
                </a:solidFill>
                <a:latin typeface="Calibri" pitchFamily="34" charset="0"/>
              </a:rPr>
              <a:t>ಸಿ</a:t>
            </a:r>
            <a:r>
              <a:rPr lang="kn-IN" sz="2700" b="1" dirty="0" err="1">
                <a:solidFill>
                  <a:prstClr val="black"/>
                </a:solidFill>
                <a:latin typeface="Calibri" pitchFamily="34" charset="0"/>
                <a:ea typeface="Tunga" pitchFamily="2"/>
                <a:cs typeface="Tunga" pitchFamily="2"/>
              </a:rPr>
              <a:t>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ಗೌರೀಸಾ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೩೯</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As Lord Shankar witnesses, all those who recite Hanuman </a:t>
            </a:r>
            <a:r>
              <a:rPr lang="en-US" b="1" dirty="0" err="1">
                <a:solidFill>
                  <a:prstClr val="black"/>
                </a:solidFill>
                <a:latin typeface="Palatino Linotype" pitchFamily="18" charset="0"/>
              </a:rPr>
              <a:t>Chalisa</a:t>
            </a:r>
            <a:r>
              <a:rPr lang="en-US" b="1" dirty="0">
                <a:solidFill>
                  <a:prstClr val="black"/>
                </a:solidFill>
                <a:latin typeface="Palatino Linotype" pitchFamily="18" charset="0"/>
              </a:rPr>
              <a:t> regularly are sure to be </a:t>
            </a:r>
            <a:r>
              <a:rPr lang="en-US" b="1" dirty="0" err="1">
                <a:solidFill>
                  <a:prstClr val="black"/>
                </a:solidFill>
                <a:latin typeface="Palatino Linotype" pitchFamily="18" charset="0"/>
              </a:rPr>
              <a:t>benedicted</a:t>
            </a:r>
            <a:endParaRPr lang="en-US" b="1" dirty="0">
              <a:solidFill>
                <a:prstClr val="black"/>
              </a:solidFill>
              <a:latin typeface="Palatino Linotype" pitchFamily="18" charset="0"/>
            </a:endParaRPr>
          </a:p>
          <a:p>
            <a:pPr algn="ctr" defTabSz="685754"/>
            <a:r>
              <a:rPr lang="en-US" sz="2700" b="1" dirty="0">
                <a:solidFill>
                  <a:prstClr val="black"/>
                </a:solidFill>
                <a:latin typeface="Palatino Linotype" pitchFamily="18" charset="0"/>
              </a:rPr>
              <a:t>		</a:t>
            </a: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18504886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ChangeArrowheads="1"/>
          </p:cNvSpPr>
          <p:nvPr/>
        </p:nvSpPr>
        <p:spPr bwMode="auto">
          <a:xfrm>
            <a:off x="1257396" y="-114222"/>
            <a:ext cx="6457763" cy="5793894"/>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तुलसीदास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हृदय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डेरा</a:t>
            </a:r>
            <a:r>
              <a:rPr lang="en-IN" sz="3000" b="1" dirty="0">
                <a:solidFill>
                  <a:prstClr val="black"/>
                </a:solidFill>
                <a:latin typeface="Aparajita" pitchFamily="34" charset="0"/>
              </a:rPr>
              <a:t> ॥४०॥</a:t>
            </a:r>
          </a:p>
          <a:p>
            <a:pPr algn="ctr" defTabSz="685754"/>
            <a:endParaRPr lang="en-IN" sz="27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Tulasédäsa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Sadä</a:t>
            </a:r>
            <a:r>
              <a:rPr lang="en-US" sz="2700" b="1" dirty="0">
                <a:solidFill>
                  <a:prstClr val="black"/>
                </a:solidFill>
                <a:latin typeface="URW Palladio IT" pitchFamily="2" charset="0"/>
              </a:rPr>
              <a:t> Hari </a:t>
            </a:r>
            <a:r>
              <a:rPr lang="en-US" sz="2700" b="1" dirty="0" err="1">
                <a:solidFill>
                  <a:prstClr val="black"/>
                </a:solidFill>
                <a:latin typeface="URW Palladio IT" pitchFamily="2" charset="0"/>
              </a:rPr>
              <a:t>Cerä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Kéjai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Nätha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Hådaya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Maðha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Òerä</a:t>
            </a:r>
            <a:r>
              <a:rPr lang="en-US" sz="2700" b="1" dirty="0">
                <a:solidFill>
                  <a:prstClr val="black"/>
                </a:solidFill>
                <a:latin typeface="URW Palladio IT" pitchFamily="2" charset="0"/>
              </a:rPr>
              <a:t> ||- 40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ತುಲಸೀದಾಸ</a:t>
            </a:r>
            <a:r>
              <a:rPr lang="en-US" sz="2700" b="1" dirty="0">
                <a:solidFill>
                  <a:prstClr val="black"/>
                </a:solidFill>
                <a:latin typeface="Calibri" pitchFamily="34" charset="0"/>
              </a:rPr>
              <a:t> </a:t>
            </a:r>
            <a:r>
              <a:rPr lang="en-US" sz="2700" b="1" dirty="0" err="1">
                <a:solidFill>
                  <a:prstClr val="black"/>
                </a:solidFill>
                <a:latin typeface="Calibri" pitchFamily="34" charset="0"/>
              </a:rPr>
              <a:t>ಸದಾ</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ಚೇರಾ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ನಾಥ</a:t>
            </a:r>
            <a:r>
              <a:rPr lang="en-US" sz="2700" b="1" dirty="0">
                <a:solidFill>
                  <a:prstClr val="black"/>
                </a:solidFill>
                <a:latin typeface="Calibri" pitchFamily="34" charset="0"/>
              </a:rPr>
              <a:t> </a:t>
            </a:r>
            <a:r>
              <a:rPr lang="en-US" sz="2700" b="1" dirty="0" err="1">
                <a:solidFill>
                  <a:prstClr val="black"/>
                </a:solidFill>
                <a:latin typeface="Calibri" pitchFamily="34" charset="0"/>
              </a:rPr>
              <a:t>ಹೃದಯ</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ಡೇರಾ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೪೦</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Tulsidas</a:t>
            </a:r>
            <a:r>
              <a:rPr lang="en-US" b="1" dirty="0">
                <a:solidFill>
                  <a:prstClr val="black"/>
                </a:solidFill>
                <a:latin typeface="Palatino Linotype" pitchFamily="18" charset="0"/>
              </a:rPr>
              <a:t> always the servant of Lord prays. "Oh my Lord! You enshrine within my heart.!</a:t>
            </a:r>
          </a:p>
          <a:p>
            <a:pPr algn="ctr" defTabSz="685754"/>
            <a:r>
              <a:rPr lang="en-US" sz="3000" b="1" dirty="0">
                <a:solidFill>
                  <a:prstClr val="black"/>
                </a:solidFill>
                <a:latin typeface="Palatino Linotype" pitchFamily="18" charset="0"/>
              </a:rPr>
              <a:t>		</a:t>
            </a:r>
            <a:br>
              <a:rPr lang="en-US" sz="1500" dirty="0">
                <a:solidFill>
                  <a:prstClr val="black"/>
                </a:solidFill>
                <a:latin typeface="Calibri" pitchFamily="34" charset="0"/>
              </a:rPr>
            </a:br>
            <a:endParaRPr lang="en-US" sz="1500" dirty="0">
              <a:solidFill>
                <a:prstClr val="black"/>
              </a:solidFill>
              <a:latin typeface="Calibri" pitchFamily="34" charset="0"/>
            </a:endParaRPr>
          </a:p>
        </p:txBody>
      </p:sp>
    </p:spTree>
    <p:extLst>
      <p:ext uri="{BB962C8B-B14F-4D97-AF65-F5344CB8AC3E}">
        <p14:creationId xmlns:p14="http://schemas.microsoft.com/office/powerpoint/2010/main" val="27707925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prstClr val="white"/>
                </a:solidFill>
                <a:latin typeface="Aparajita" pitchFamily="34" charset="0"/>
              </a:rPr>
              <a:t>॥ इति श्रीमद्गोस्वामीतुलसीदासजी अवधी भाषायां विरचितं श्रीहनुमान चालीसा ॥</a:t>
            </a:r>
            <a:endParaRPr lang="en-US" sz="1875" b="1">
              <a:solidFill>
                <a:prstClr val="white"/>
              </a:solidFill>
              <a:latin typeface="Aparajita" pitchFamily="34" charset="0"/>
            </a:endParaRPr>
          </a:p>
        </p:txBody>
      </p:sp>
      <p:sp>
        <p:nvSpPr>
          <p:cNvPr id="73731" name="Rectangle 1"/>
          <p:cNvSpPr>
            <a:spLocks noChangeArrowheads="1"/>
          </p:cNvSpPr>
          <p:nvPr/>
        </p:nvSpPr>
        <p:spPr bwMode="auto">
          <a:xfrm>
            <a:off x="1182390" y="3555190"/>
            <a:ext cx="6857802" cy="1708160"/>
          </a:xfrm>
          <a:prstGeom prst="rect">
            <a:avLst/>
          </a:prstGeom>
          <a:noFill/>
          <a:ln w="9525">
            <a:noFill/>
            <a:miter lim="800000"/>
            <a:headEnd/>
            <a:tailEnd/>
          </a:ln>
        </p:spPr>
        <p:txBody>
          <a:bodyPr>
            <a:spAutoFit/>
          </a:bodyPr>
          <a:lstStyle/>
          <a:p>
            <a:pPr defTabSz="685754"/>
            <a:r>
              <a:rPr lang="en-US" sz="2100" b="1" dirty="0">
                <a:solidFill>
                  <a:prstClr val="black"/>
                </a:solidFill>
                <a:latin typeface="Calibri"/>
              </a:rPr>
              <a:t>	</a:t>
            </a:r>
            <a:r>
              <a:rPr lang="hi-IN" sz="2100" b="1" dirty="0">
                <a:solidFill>
                  <a:prstClr val="black"/>
                </a:solidFill>
                <a:latin typeface="Calibri"/>
              </a:rPr>
              <a:t>राम लक्ष्मण जानकी</a:t>
            </a:r>
            <a:r>
              <a:rPr lang="en-US" sz="2100" b="1" dirty="0">
                <a:solidFill>
                  <a:prstClr val="black"/>
                </a:solidFill>
                <a:latin typeface="Calibri"/>
              </a:rPr>
              <a:t>	</a:t>
            </a:r>
            <a:r>
              <a:rPr lang="en-US" sz="2100" dirty="0" err="1">
                <a:solidFill>
                  <a:prstClr val="black"/>
                </a:solidFill>
                <a:latin typeface="URW Palladio IT" pitchFamily="2" charset="0"/>
              </a:rPr>
              <a:t>Räma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La</a:t>
            </a:r>
            <a:r>
              <a:rPr lang="en-US" altLang="zh-CN" sz="2100" dirty="0" err="1">
                <a:solidFill>
                  <a:prstClr val="black"/>
                </a:solidFill>
                <a:latin typeface="URW Palladio IT" pitchFamily="2" charset="0"/>
                <a:ea typeface="宋体" panose="02010600030101010101" pitchFamily="2" charset="-122"/>
                <a:sym typeface="URW Palladio IT" pitchFamily="2" charset="0"/>
              </a:rPr>
              <a:t>kñ</a:t>
            </a:r>
            <a:r>
              <a:rPr lang="en-US" sz="2100" dirty="0" err="1">
                <a:solidFill>
                  <a:prstClr val="black"/>
                </a:solidFill>
                <a:latin typeface="URW Palladio IT" pitchFamily="2" charset="0"/>
              </a:rPr>
              <a:t>hmaëa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Jänaké</a:t>
            </a:r>
            <a:endParaRPr lang="en-US" sz="2100" dirty="0">
              <a:solidFill>
                <a:prstClr val="black"/>
              </a:solidFill>
              <a:latin typeface="URW Palladio IT" pitchFamily="2" charset="0"/>
            </a:endParaRPr>
          </a:p>
          <a:p>
            <a:pPr defTabSz="685754"/>
            <a:r>
              <a:rPr lang="en-US" sz="2100" b="1" dirty="0">
                <a:solidFill>
                  <a:prstClr val="black"/>
                </a:solidFill>
                <a:latin typeface="Calibri"/>
              </a:rPr>
              <a:t>	</a:t>
            </a:r>
            <a:r>
              <a:rPr lang="hi-IN" sz="2100" b="1" dirty="0">
                <a:solidFill>
                  <a:prstClr val="black"/>
                </a:solidFill>
                <a:latin typeface="Calibri"/>
              </a:rPr>
              <a:t>जय बोलो हनुमान की</a:t>
            </a:r>
            <a:r>
              <a:rPr lang="en-US" sz="2100" b="1" dirty="0">
                <a:solidFill>
                  <a:prstClr val="black"/>
                </a:solidFill>
                <a:latin typeface="Calibri"/>
              </a:rPr>
              <a:t>	</a:t>
            </a:r>
            <a:r>
              <a:rPr lang="en-US" sz="2100" dirty="0">
                <a:solidFill>
                  <a:prstClr val="black"/>
                </a:solidFill>
                <a:latin typeface="URW Palladio IT" pitchFamily="2" charset="0"/>
              </a:rPr>
              <a:t> Jaya Bolo </a:t>
            </a:r>
            <a:r>
              <a:rPr lang="en-US" sz="2100" dirty="0" err="1">
                <a:solidFill>
                  <a:prstClr val="black"/>
                </a:solidFill>
                <a:latin typeface="URW Palladio IT" pitchFamily="2" charset="0"/>
              </a:rPr>
              <a:t>Hanumäna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Ké</a:t>
            </a:r>
            <a:endParaRPr lang="en-CA" sz="2100" b="1" dirty="0">
              <a:solidFill>
                <a:prstClr val="black"/>
              </a:solidFill>
              <a:latin typeface="Calibri"/>
            </a:endParaRPr>
          </a:p>
          <a:p>
            <a:pPr defTabSz="685754"/>
            <a:r>
              <a:rPr lang="en-CA" sz="2100" b="1" dirty="0">
                <a:solidFill>
                  <a:prstClr val="black"/>
                </a:solidFill>
                <a:latin typeface="Calibri"/>
              </a:rPr>
              <a:t>			  </a:t>
            </a:r>
            <a:r>
              <a:rPr lang="kn-IN" sz="2100" b="1" dirty="0">
                <a:solidFill>
                  <a:prstClr val="black"/>
                </a:solidFill>
                <a:latin typeface="Calibri"/>
              </a:rPr>
              <a:t>ರಾಮ ಲಕ್ಷ್ಮಣ </a:t>
            </a:r>
            <a:r>
              <a:rPr lang="kn-IN" sz="2100" b="1" dirty="0" err="1">
                <a:solidFill>
                  <a:prstClr val="black"/>
                </a:solidFill>
                <a:latin typeface="Calibri"/>
              </a:rPr>
              <a:t>ಜಾನಕೀ</a:t>
            </a:r>
            <a:endParaRPr lang="kn-IN" sz="2100" b="1" dirty="0">
              <a:solidFill>
                <a:prstClr val="black"/>
              </a:solidFill>
              <a:latin typeface="Calibri"/>
            </a:endParaRPr>
          </a:p>
          <a:p>
            <a:pPr algn="ctr" defTabSz="685754"/>
            <a:r>
              <a:rPr lang="kn-IN" sz="2100" b="1" dirty="0">
                <a:solidFill>
                  <a:prstClr val="black"/>
                </a:solidFill>
                <a:latin typeface="Calibri"/>
              </a:rPr>
              <a:t>ಜೈ </a:t>
            </a:r>
            <a:r>
              <a:rPr lang="kn-IN" sz="2100" b="1" dirty="0" err="1">
                <a:solidFill>
                  <a:prstClr val="black"/>
                </a:solidFill>
                <a:latin typeface="Calibri"/>
              </a:rPr>
              <a:t>ಬೋಲೋ</a:t>
            </a:r>
            <a:r>
              <a:rPr lang="kn-IN" sz="2100" b="1" dirty="0">
                <a:solidFill>
                  <a:prstClr val="black"/>
                </a:solidFill>
                <a:latin typeface="Calibri"/>
              </a:rPr>
              <a:t> </a:t>
            </a:r>
            <a:r>
              <a:rPr lang="kn-IN" sz="2100" b="1" dirty="0" err="1">
                <a:solidFill>
                  <a:prstClr val="black"/>
                </a:solidFill>
                <a:latin typeface="Calibri"/>
              </a:rPr>
              <a:t>ಹನುಮಾನ್</a:t>
            </a:r>
            <a:r>
              <a:rPr lang="kn-IN" sz="2100" b="1" dirty="0">
                <a:solidFill>
                  <a:prstClr val="black"/>
                </a:solidFill>
                <a:latin typeface="Calibri"/>
              </a:rPr>
              <a:t> ಕೀ</a:t>
            </a:r>
            <a:endParaRPr lang="en-CA" sz="2100" b="1" dirty="0">
              <a:solidFill>
                <a:prstClr val="black"/>
              </a:solidFill>
              <a:latin typeface="Calibri"/>
            </a:endParaRPr>
          </a:p>
          <a:p>
            <a:pPr defTabSz="685754"/>
            <a:endParaRPr lang="en-IN" sz="2100" b="1" dirty="0">
              <a:solidFill>
                <a:prstClr val="black"/>
              </a:solidFill>
              <a:latin typeface="Calibri"/>
            </a:endParaRPr>
          </a:p>
        </p:txBody>
      </p:sp>
      <p:pic>
        <p:nvPicPr>
          <p:cNvPr id="73732" name="Picture 5" descr="C:\Users\GATEWAY\Desktop\HANUMAN_LANKA_by_VISHNU108.gif"/>
          <p:cNvPicPr>
            <a:picLocks noChangeAspect="1" noChangeArrowheads="1" noCrop="1"/>
          </p:cNvPicPr>
          <p:nvPr/>
        </p:nvPicPr>
        <p:blipFill>
          <a:blip r:embed="rId2"/>
          <a:srcRect/>
          <a:stretch>
            <a:fillRect/>
          </a:stretch>
        </p:blipFill>
        <p:spPr bwMode="auto">
          <a:xfrm>
            <a:off x="1657434" y="7219"/>
            <a:ext cx="5886280" cy="3593202"/>
          </a:xfrm>
          <a:prstGeom prst="rect">
            <a:avLst/>
          </a:prstGeom>
          <a:noFill/>
          <a:ln w="9525">
            <a:noFill/>
            <a:miter lim="800000"/>
            <a:headEnd/>
            <a:tailEnd/>
          </a:ln>
        </p:spPr>
      </p:pic>
    </p:spTree>
    <p:extLst>
      <p:ext uri="{BB962C8B-B14F-4D97-AF65-F5344CB8AC3E}">
        <p14:creationId xmlns:p14="http://schemas.microsoft.com/office/powerpoint/2010/main" val="15949220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pic>
        <p:nvPicPr>
          <p:cNvPr id="7" name="Picture 6" descr="om-wallpaper-high-resolution.jpg"/>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4902091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098" name="Rectangle 3"/>
          <p:cNvSpPr>
            <a:spLocks noChangeArrowheads="1"/>
          </p:cNvSpPr>
          <p:nvPr/>
        </p:nvSpPr>
        <p:spPr bwMode="auto">
          <a:xfrm>
            <a:off x="2133600" y="3028950"/>
            <a:ext cx="4495800" cy="1585483"/>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296" tIns="45649" rIns="91296" bIns="45649">
            <a:spAutoFit/>
          </a:bodyPr>
          <a:lstStyle/>
          <a:p>
            <a:pPr algn="ctr" fontAlgn="base">
              <a:lnSpc>
                <a:spcPct val="107000"/>
              </a:lnSpc>
              <a:spcBef>
                <a:spcPct val="0"/>
              </a:spcBef>
              <a:spcAft>
                <a:spcPct val="0"/>
              </a:spcAft>
              <a:buFont typeface="Arial" pitchFamily="34" charset="0"/>
              <a:buNone/>
            </a:pPr>
            <a:r>
              <a:rPr lang="en-US" sz="2400" b="1" dirty="0" err="1">
                <a:solidFill>
                  <a:prstClr val="white"/>
                </a:solidFill>
                <a:latin typeface="URW Palladio IT" pitchFamily="2" charset="0"/>
                <a:ea typeface="Calibri" pitchFamily="34" charset="0"/>
                <a:cs typeface="URW Palladio IT" pitchFamily="2" charset="0"/>
              </a:rPr>
              <a:t>Jïänayoga</a:t>
            </a:r>
            <a:r>
              <a:rPr lang="en-US" sz="2400" b="1" dirty="0">
                <a:solidFill>
                  <a:prstClr val="white"/>
                </a:solidFill>
                <a:latin typeface="URW Palladio IT" pitchFamily="2" charset="0"/>
                <a:ea typeface="Calibri" pitchFamily="34" charset="0"/>
                <a:cs typeface="URW Palladio IT" pitchFamily="2" charset="0"/>
              </a:rPr>
              <a:t> </a:t>
            </a:r>
            <a:r>
              <a:rPr lang="en-US" sz="2400" b="1" dirty="0" err="1">
                <a:solidFill>
                  <a:prstClr val="white"/>
                </a:solidFill>
                <a:latin typeface="URW Palladio IT" pitchFamily="2" charset="0"/>
                <a:ea typeface="Calibri" pitchFamily="34" charset="0"/>
                <a:cs typeface="URW Palladio IT" pitchFamily="2" charset="0"/>
              </a:rPr>
              <a:t>çloka</a:t>
            </a:r>
            <a:r>
              <a:rPr lang="en-US" sz="2400" b="1" dirty="0">
                <a:solidFill>
                  <a:prstClr val="white"/>
                </a:solidFill>
                <a:latin typeface="URW Palladio IT" pitchFamily="2" charset="0"/>
                <a:ea typeface="Calibri" pitchFamily="34" charset="0"/>
                <a:cs typeface="URW Palladio IT" pitchFamily="2" charset="0"/>
              </a:rPr>
              <a:t> </a:t>
            </a:r>
            <a:r>
              <a:rPr lang="en-US" sz="2400" b="1" dirty="0" err="1">
                <a:solidFill>
                  <a:prstClr val="white"/>
                </a:solidFill>
                <a:latin typeface="URW Palladio IT" pitchFamily="2" charset="0"/>
                <a:ea typeface="Calibri" pitchFamily="34" charset="0"/>
                <a:cs typeface="URW Palladio IT" pitchFamily="2" charset="0"/>
              </a:rPr>
              <a:t>saìgrahaù</a:t>
            </a:r>
            <a:endParaRPr lang="en-US" sz="2400" b="1" dirty="0">
              <a:solidFill>
                <a:prstClr val="white"/>
              </a:solidFill>
              <a:latin typeface="URW Palladio IT" pitchFamily="2" charset="0"/>
              <a:ea typeface="Calibri" pitchFamily="34" charset="0"/>
              <a:cs typeface="URW Palladio IT" pitchFamily="2" charset="0"/>
            </a:endParaRPr>
          </a:p>
          <a:p>
            <a:pPr algn="ctr" fontAlgn="base">
              <a:lnSpc>
                <a:spcPct val="107000"/>
              </a:lnSpc>
              <a:spcBef>
                <a:spcPts val="1200"/>
              </a:spcBef>
              <a:spcAft>
                <a:spcPct val="0"/>
              </a:spcAft>
            </a:pPr>
            <a:r>
              <a:rPr lang="kn-IN" sz="2400" b="1" dirty="0">
                <a:solidFill>
                  <a:prstClr val="white"/>
                </a:solidFill>
                <a:latin typeface="Arial" pitchFamily="34" charset="0"/>
                <a:ea typeface="Calibri" pitchFamily="34" charset="0"/>
                <a:cs typeface="URW Palladio IT" pitchFamily="2" charset="0"/>
              </a:rPr>
              <a:t>ಜ್ಞಾನಯೋಗ ಶ್ಲೋಕ ಸಂಗ್ರಹಃ</a:t>
            </a:r>
            <a:endParaRPr lang="en-CA" sz="2400" b="1" dirty="0">
              <a:solidFill>
                <a:prstClr val="white"/>
              </a:solidFill>
              <a:latin typeface="Arial" pitchFamily="34" charset="0"/>
              <a:ea typeface="Calibri" pitchFamily="34" charset="0"/>
              <a:cs typeface="URW Palladio IT" pitchFamily="2" charset="0"/>
            </a:endParaRPr>
          </a:p>
          <a:p>
            <a:pPr algn="ctr" fontAlgn="base">
              <a:lnSpc>
                <a:spcPct val="107000"/>
              </a:lnSpc>
              <a:spcBef>
                <a:spcPts val="1200"/>
              </a:spcBef>
              <a:spcAft>
                <a:spcPct val="0"/>
              </a:spcAft>
            </a:pPr>
            <a:r>
              <a:rPr lang="en-US" sz="2400" b="1" dirty="0">
                <a:solidFill>
                  <a:prstClr val="white"/>
                </a:solidFill>
                <a:latin typeface="Sanskrit 99" pitchFamily="2" charset="0"/>
                <a:ea typeface="Calibri" pitchFamily="34" charset="0"/>
                <a:cs typeface="Sanskrit 99" pitchFamily="2" charset="0"/>
              </a:rPr>
              <a:t>}</a:t>
            </a:r>
            <a:r>
              <a:rPr lang="en-US" sz="2400" b="1" dirty="0" err="1">
                <a:solidFill>
                  <a:prstClr val="white"/>
                </a:solidFill>
                <a:latin typeface="Sanskrit 99" pitchFamily="2" charset="0"/>
                <a:ea typeface="Calibri" pitchFamily="34" charset="0"/>
                <a:cs typeface="Sanskrit 99" pitchFamily="2" charset="0"/>
              </a:rPr>
              <a:t>anyaegðaeks'œ¢h</a:t>
            </a:r>
            <a:r>
              <a:rPr lang="en-US" sz="2400" b="1" dirty="0">
                <a:solidFill>
                  <a:prstClr val="white"/>
                </a:solidFill>
                <a:latin typeface="Sanskrit 99" pitchFamily="2" charset="0"/>
                <a:ea typeface="Calibri" pitchFamily="34" charset="0"/>
                <a:cs typeface="Sanskrit 99" pitchFamily="2" charset="0"/>
              </a:rPr>
              <a:t>&gt;</a:t>
            </a:r>
            <a:endParaRPr lang="en-US" b="1" dirty="0">
              <a:solidFill>
                <a:prstClr val="white"/>
              </a:solidFill>
              <a:latin typeface="Arial" pitchFamily="34" charset="0"/>
              <a:ea typeface="Calibri" pitchFamily="34" charset="0"/>
              <a:cs typeface="Times New Roman" pitchFamily="18" charset="0"/>
            </a:endParaRPr>
          </a:p>
        </p:txBody>
      </p:sp>
    </p:spTree>
    <p:extLst>
      <p:ext uri="{BB962C8B-B14F-4D97-AF65-F5344CB8AC3E}">
        <p14:creationId xmlns:p14="http://schemas.microsoft.com/office/powerpoint/2010/main" val="34053984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Rectangle 4"/>
          <p:cNvSpPr>
            <a:spLocks noChangeArrowheads="1"/>
          </p:cNvSpPr>
          <p:nvPr/>
        </p:nvSpPr>
        <p:spPr bwMode="auto">
          <a:xfrm>
            <a:off x="304800" y="1059582"/>
            <a:ext cx="8534400" cy="2762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spAutoFit/>
          </a:bodyPr>
          <a:lstStyle/>
          <a:p>
            <a:pPr algn="ctr">
              <a:lnSpc>
                <a:spcPct val="150000"/>
              </a:lnSpc>
            </a:pPr>
            <a:r>
              <a:rPr lang="hi-IN" sz="4000" b="1" dirty="0">
                <a:solidFill>
                  <a:schemeClr val="tx1"/>
                </a:solidFill>
                <a:latin typeface="Sanskrit 2003" pitchFamily="2" charset="-78"/>
                <a:cs typeface="Sanskrit 2003" pitchFamily="2" charset="-78"/>
              </a:rPr>
              <a:t>ध्यानश्लोकः</a:t>
            </a:r>
          </a:p>
          <a:p>
            <a:pPr algn="ctr">
              <a:lnSpc>
                <a:spcPct val="150000"/>
              </a:lnSpc>
            </a:pPr>
            <a:r>
              <a:rPr lang="en-US" sz="4000" b="1" dirty="0" err="1">
                <a:solidFill>
                  <a:schemeClr val="tx1"/>
                </a:solidFill>
                <a:latin typeface="URW Palladio IT" pitchFamily="2" charset="0"/>
              </a:rPr>
              <a:t>Dhyānaślo</a:t>
            </a:r>
            <a:r>
              <a:rPr lang="en-US" sz="4000" b="1" dirty="0" err="1">
                <a:solidFill>
                  <a:schemeClr val="tx1"/>
                </a:solidFill>
                <a:latin typeface="URW Palladio IT" pitchFamily="2" charset="0"/>
                <a:cs typeface="Sanskrit 2003" pitchFamily="2" charset="-78"/>
              </a:rPr>
              <a:t>kaḥ</a:t>
            </a:r>
            <a:endParaRPr lang="en-US" sz="4000" b="1" dirty="0">
              <a:solidFill>
                <a:schemeClr val="tx1"/>
              </a:solidFill>
              <a:latin typeface="URW Palladio IT" pitchFamily="2" charset="0"/>
              <a:cs typeface="Sanskrit 2003" pitchFamily="2" charset="-78"/>
            </a:endParaRPr>
          </a:p>
          <a:p>
            <a:pPr algn="ctr">
              <a:lnSpc>
                <a:spcPct val="150000"/>
              </a:lnSpc>
            </a:pPr>
            <a:r>
              <a:rPr lang="en-IN" sz="4000" b="1" dirty="0" err="1">
                <a:solidFill>
                  <a:schemeClr val="tx1"/>
                </a:solidFill>
              </a:rPr>
              <a:t>ಧ್ಯಾನಶ್ಲೋಕಃ</a:t>
            </a:r>
            <a:endParaRPr lang="en-US" sz="4000" b="1" dirty="0">
              <a:solidFill>
                <a:schemeClr val="tx1"/>
              </a:solidFill>
            </a:endParaRPr>
          </a:p>
        </p:txBody>
      </p:sp>
    </p:spTree>
    <p:extLst>
      <p:ext uri="{BB962C8B-B14F-4D97-AF65-F5344CB8AC3E}">
        <p14:creationId xmlns:p14="http://schemas.microsoft.com/office/powerpoint/2010/main" val="24494253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a:spLocks noGrp="1"/>
          </p:cNvSpPr>
          <p:nvPr>
            <p:ph idx="1"/>
          </p:nvPr>
        </p:nvSpPr>
        <p:spPr>
          <a:xfrm>
            <a:off x="-41275" y="0"/>
            <a:ext cx="9144000" cy="5143500"/>
          </a:xfrm>
        </p:spPr>
        <p:txBody>
          <a:bodyPr rtlCol="0">
            <a:noAutofit/>
          </a:bodyPr>
          <a:lstStyle/>
          <a:p>
            <a:pPr marL="0" indent="0" algn="ctr" eaLnBrk="1" fontAlgn="auto" hangingPunct="1">
              <a:lnSpc>
                <a:spcPct val="150000"/>
              </a:lnSpc>
              <a:spcBef>
                <a:spcPct val="0"/>
              </a:spcBef>
              <a:spcAft>
                <a:spcPts val="600"/>
              </a:spcAft>
              <a:buFont typeface="Arial" pitchFamily="34" charset="0"/>
              <a:buNone/>
              <a:defRPr/>
            </a:pPr>
            <a:r>
              <a:rPr lang="en-US" sz="2200" dirty="0">
                <a:solidFill>
                  <a:srgbClr val="000000"/>
                </a:solidFill>
                <a:latin typeface="Sanskrit 99" pitchFamily="2" charset="0"/>
              </a:rPr>
              <a:t>` </a:t>
            </a:r>
            <a:r>
              <a:rPr lang="en-US" sz="2200" dirty="0" err="1">
                <a:solidFill>
                  <a:srgbClr val="000000"/>
                </a:solidFill>
                <a:latin typeface="Sanskrit 99" pitchFamily="2" charset="0"/>
              </a:rPr>
              <a:t>pawaRy</a:t>
            </a:r>
            <a:r>
              <a:rPr lang="en-US" sz="2200" dirty="0">
                <a:solidFill>
                  <a:srgbClr val="000000"/>
                </a:solidFill>
                <a:latin typeface="Sanskrit 99" pitchFamily="2" charset="0"/>
              </a:rPr>
              <a:t> </a:t>
            </a:r>
            <a:r>
              <a:rPr lang="en-US" sz="2200" dirty="0" err="1">
                <a:solidFill>
                  <a:srgbClr val="000000"/>
                </a:solidFill>
                <a:latin typeface="Sanskrit 99" pitchFamily="2" charset="0"/>
              </a:rPr>
              <a:t>àitbaeixta</a:t>
            </a:r>
            <a:r>
              <a:rPr lang="en-US" sz="2200" dirty="0">
                <a:solidFill>
                  <a:srgbClr val="000000"/>
                </a:solidFill>
                <a:latin typeface="Sanskrit 99" pitchFamily="2" charset="0"/>
              </a:rPr>
              <a:t>&lt; </a:t>
            </a:r>
            <a:r>
              <a:rPr lang="en-US" sz="2200" dirty="0" err="1">
                <a:solidFill>
                  <a:srgbClr val="000000"/>
                </a:solidFill>
                <a:latin typeface="Sanskrit 99" pitchFamily="2" charset="0"/>
              </a:rPr>
              <a:t>Égvta</a:t>
            </a:r>
            <a:r>
              <a:rPr lang="en-US" sz="2200" dirty="0">
                <a:solidFill>
                  <a:srgbClr val="000000"/>
                </a:solidFill>
                <a:latin typeface="Sanskrit 99" pitchFamily="2" charset="0"/>
              </a:rPr>
              <a:t> </a:t>
            </a:r>
            <a:r>
              <a:rPr lang="en-US" sz="2200" dirty="0" err="1">
                <a:solidFill>
                  <a:srgbClr val="000000"/>
                </a:solidFill>
                <a:latin typeface="Sanskrit 99" pitchFamily="2" charset="0"/>
              </a:rPr>
              <a:t>naray</a:t>
            </a:r>
            <a:r>
              <a:rPr lang="en-US" sz="2200" dirty="0">
                <a:solidFill>
                  <a:srgbClr val="000000"/>
                </a:solidFill>
                <a:latin typeface="Sanskrit 99" pitchFamily="2" charset="0"/>
              </a:rPr>
              <a:t>[en </a:t>
            </a:r>
            <a:r>
              <a:rPr lang="en-US" sz="2200" dirty="0" err="1">
                <a:solidFill>
                  <a:srgbClr val="000000"/>
                </a:solidFill>
                <a:latin typeface="Sanskrit 99" pitchFamily="2" charset="0"/>
              </a:rPr>
              <a:t>Svym</a:t>
            </a:r>
            <a:r>
              <a:rPr lang="en-US" sz="2200" dirty="0">
                <a:solidFill>
                  <a:srgbClr val="000000"/>
                </a:solidFill>
                <a:latin typeface="Sanskrit 99" pitchFamily="2" charset="0"/>
              </a:rPr>
              <a:t>!</a:t>
            </a:r>
          </a:p>
          <a:p>
            <a:pPr marL="0" indent="0" algn="ctr" eaLnBrk="1" fontAlgn="auto" hangingPunct="1">
              <a:lnSpc>
                <a:spcPct val="150000"/>
              </a:lnSpc>
              <a:spcBef>
                <a:spcPct val="0"/>
              </a:spcBef>
              <a:spcAft>
                <a:spcPts val="600"/>
              </a:spcAft>
              <a:buFont typeface="Arial" pitchFamily="34" charset="0"/>
              <a:buNone/>
              <a:defRPr/>
            </a:pPr>
            <a:r>
              <a:rPr lang="en-US" sz="2200" dirty="0" err="1">
                <a:solidFill>
                  <a:srgbClr val="000000"/>
                </a:solidFill>
                <a:latin typeface="Sanskrit 99" pitchFamily="2" charset="0"/>
              </a:rPr>
              <a:t>Vyasen</a:t>
            </a:r>
            <a:r>
              <a:rPr lang="en-US" sz="2200" dirty="0">
                <a:solidFill>
                  <a:srgbClr val="000000"/>
                </a:solidFill>
                <a:latin typeface="Sanskrit 99" pitchFamily="2" charset="0"/>
              </a:rPr>
              <a:t> ¢</a:t>
            </a:r>
            <a:r>
              <a:rPr lang="en-US" sz="2200" dirty="0" err="1">
                <a:solidFill>
                  <a:srgbClr val="000000"/>
                </a:solidFill>
                <a:latin typeface="Sanskrit 99" pitchFamily="2" charset="0"/>
              </a:rPr>
              <a:t>iwta</a:t>
            </a:r>
            <a:r>
              <a:rPr lang="en-US" sz="2200" dirty="0">
                <a:solidFill>
                  <a:srgbClr val="000000"/>
                </a:solidFill>
                <a:latin typeface="Sanskrit 99" pitchFamily="2" charset="0"/>
              </a:rPr>
              <a:t>&lt; </a:t>
            </a:r>
            <a:r>
              <a:rPr lang="en-US" sz="2200" dirty="0" err="1">
                <a:solidFill>
                  <a:srgbClr val="000000"/>
                </a:solidFill>
                <a:latin typeface="Sanskrit 99" pitchFamily="2" charset="0"/>
              </a:rPr>
              <a:t>pura</a:t>
            </a:r>
            <a:r>
              <a:rPr lang="en-US" sz="2200" dirty="0">
                <a:solidFill>
                  <a:srgbClr val="000000"/>
                </a:solidFill>
                <a:latin typeface="Sanskrit 99" pitchFamily="2" charset="0"/>
              </a:rPr>
              <a:t>[</a:t>
            </a:r>
            <a:r>
              <a:rPr lang="en-US" sz="2200" dirty="0" err="1">
                <a:solidFill>
                  <a:srgbClr val="000000"/>
                </a:solidFill>
                <a:latin typeface="Sanskrit 99" pitchFamily="2" charset="0"/>
              </a:rPr>
              <a:t>muinna</a:t>
            </a:r>
            <a:r>
              <a:rPr lang="en-US" sz="2200" dirty="0">
                <a:solidFill>
                  <a:srgbClr val="000000"/>
                </a:solidFill>
                <a:latin typeface="Sanskrit 99" pitchFamily="2" charset="0"/>
              </a:rPr>
              <a:t> </a:t>
            </a:r>
            <a:r>
              <a:rPr lang="en-US" sz="2200" dirty="0" err="1">
                <a:solidFill>
                  <a:srgbClr val="000000"/>
                </a:solidFill>
                <a:latin typeface="Sanskrit 99" pitchFamily="2" charset="0"/>
              </a:rPr>
              <a:t>mXye</a:t>
            </a:r>
            <a:r>
              <a:rPr lang="en-US" sz="2200" dirty="0">
                <a:solidFill>
                  <a:srgbClr val="000000"/>
                </a:solidFill>
                <a:latin typeface="Sanskrit 99" pitchFamily="2" charset="0"/>
              </a:rPr>
              <a:t> </a:t>
            </a:r>
            <a:r>
              <a:rPr lang="en-US" sz="2200" dirty="0" err="1">
                <a:solidFill>
                  <a:srgbClr val="000000"/>
                </a:solidFill>
                <a:latin typeface="Sanskrit 99" pitchFamily="2" charset="0"/>
              </a:rPr>
              <a:t>mhaÉartm</a:t>
            </a:r>
            <a:r>
              <a:rPr lang="en-US" sz="2200" dirty="0">
                <a:solidFill>
                  <a:srgbClr val="000000"/>
                </a:solidFill>
                <a:latin typeface="Sanskrit 99" pitchFamily="2" charset="0"/>
              </a:rPr>
              <a:t>!,</a:t>
            </a:r>
            <a:endParaRPr lang="en-US" sz="2200" dirty="0">
              <a:solidFill>
                <a:srgbClr val="000000"/>
              </a:solidFill>
              <a:latin typeface="URW Palladio IT" pitchFamily="2" charset="0"/>
            </a:endParaRPr>
          </a:p>
          <a:p>
            <a:pPr marL="0" indent="0" algn="ctr" eaLnBrk="1" fontAlgn="auto" hangingPunct="1">
              <a:lnSpc>
                <a:spcPct val="150000"/>
              </a:lnSpc>
              <a:spcBef>
                <a:spcPct val="0"/>
              </a:spcBef>
              <a:spcAft>
                <a:spcPts val="0"/>
              </a:spcAft>
              <a:buFont typeface="Arial" pitchFamily="34" charset="0"/>
              <a:buNone/>
              <a:defRPr/>
            </a:pPr>
            <a:r>
              <a:rPr lang="en-US" sz="2200" dirty="0">
                <a:solidFill>
                  <a:srgbClr val="000000"/>
                </a:solidFill>
                <a:latin typeface="URW Palladio IT" pitchFamily="2" charset="0"/>
              </a:rPr>
              <a:t>Om </a:t>
            </a:r>
            <a:r>
              <a:rPr lang="en-US" sz="2200" dirty="0" err="1">
                <a:solidFill>
                  <a:srgbClr val="000000"/>
                </a:solidFill>
                <a:latin typeface="URW Palladio IT" pitchFamily="2" charset="0"/>
              </a:rPr>
              <a:t>pärthäya</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pratibodhitäm</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bhagavatä</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näräyaëena</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svayaà</a:t>
            </a:r>
            <a:endParaRPr lang="en-US" sz="2200" dirty="0">
              <a:solidFill>
                <a:srgbClr val="000000"/>
              </a:solidFill>
              <a:latin typeface="URW Palladio IT" pitchFamily="2" charset="0"/>
            </a:endParaRPr>
          </a:p>
          <a:p>
            <a:pPr marL="0" indent="0" algn="ctr" eaLnBrk="1" fontAlgn="auto" hangingPunct="1">
              <a:lnSpc>
                <a:spcPct val="150000"/>
              </a:lnSpc>
              <a:spcBef>
                <a:spcPct val="0"/>
              </a:spcBef>
              <a:spcAft>
                <a:spcPts val="0"/>
              </a:spcAft>
              <a:buFont typeface="Arial" pitchFamily="34" charset="0"/>
              <a:buNone/>
              <a:defRPr/>
            </a:pPr>
            <a:r>
              <a:rPr lang="en-US" sz="2200" dirty="0" err="1">
                <a:solidFill>
                  <a:srgbClr val="000000"/>
                </a:solidFill>
                <a:latin typeface="URW Palladio IT" pitchFamily="2" charset="0"/>
              </a:rPr>
              <a:t>Vyäsena</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grathitäm</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puräëamuninä</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madhye</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mahäbhärataà</a:t>
            </a:r>
            <a:r>
              <a:rPr lang="en-US" sz="2200" dirty="0">
                <a:solidFill>
                  <a:srgbClr val="000000"/>
                </a:solidFill>
                <a:latin typeface="URW Palladio IT" pitchFamily="2" charset="0"/>
              </a:rPr>
              <a:t> |</a:t>
            </a:r>
            <a:endParaRPr lang="en-US" sz="2200" b="1" dirty="0">
              <a:solidFill>
                <a:srgbClr val="000000"/>
              </a:solidFill>
              <a:latin typeface="URW Palladio IT" pitchFamily="2" charset="0"/>
            </a:endParaRPr>
          </a:p>
          <a:p>
            <a:pPr marL="0" indent="0" algn="ctr" eaLnBrk="1" fontAlgn="auto" hangingPunct="1">
              <a:lnSpc>
                <a:spcPct val="150000"/>
              </a:lnSpc>
              <a:spcBef>
                <a:spcPct val="0"/>
              </a:spcBef>
              <a:spcAft>
                <a:spcPts val="0"/>
              </a:spcAft>
              <a:buFont typeface="Arial" pitchFamily="34" charset="0"/>
              <a:buNone/>
              <a:defRPr/>
            </a:pPr>
            <a:r>
              <a:rPr lang="en-US" sz="2200" b="1" dirty="0">
                <a:solidFill>
                  <a:srgbClr val="000000"/>
                </a:solidFill>
                <a:latin typeface="BRH Kannada" pitchFamily="2" charset="0"/>
              </a:rPr>
              <a:t>NA ¥</a:t>
            </a:r>
            <a:r>
              <a:rPr lang="en-US" sz="2200" b="1" dirty="0" err="1">
                <a:solidFill>
                  <a:srgbClr val="000000"/>
                </a:solidFill>
                <a:latin typeface="BRH Kannada" pitchFamily="2" charset="0"/>
              </a:rPr>
              <a:t>ÁxÁðAiÀÄ</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Àæw¨ÉÆÃ¢üvÁªÀiï</a:t>
            </a:r>
            <a:endParaRPr lang="en-US" sz="2200" b="1" dirty="0">
              <a:solidFill>
                <a:srgbClr val="000000"/>
              </a:solidFill>
              <a:latin typeface="BRH Kannada" pitchFamily="2" charset="0"/>
            </a:endParaRPr>
          </a:p>
          <a:p>
            <a:pPr marL="0" indent="0" algn="ctr" eaLnBrk="1" fontAlgn="auto" hangingPunct="1">
              <a:lnSpc>
                <a:spcPct val="150000"/>
              </a:lnSpc>
              <a:spcBef>
                <a:spcPct val="0"/>
              </a:spcBef>
              <a:spcAft>
                <a:spcPts val="0"/>
              </a:spcAft>
              <a:buFont typeface="Arial" pitchFamily="34" charset="0"/>
              <a:buNone/>
              <a:defRPr/>
            </a:pPr>
            <a:r>
              <a:rPr lang="en-US" sz="2200" b="1" dirty="0">
                <a:solidFill>
                  <a:srgbClr val="000000"/>
                </a:solidFill>
                <a:latin typeface="BRH Kannada" pitchFamily="2" charset="0"/>
              </a:rPr>
              <a:t>¨</a:t>
            </a:r>
            <a:r>
              <a:rPr lang="en-US" sz="2200" b="1" dirty="0" err="1">
                <a:solidFill>
                  <a:srgbClr val="000000"/>
                </a:solidFill>
                <a:latin typeface="BRH Kannada" pitchFamily="2" charset="0"/>
              </a:rPr>
              <a:t>sÀUÀªÀvÁ</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ÁgÁAiÀÄuÉÃ£À</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ÀéAiÀÄA</a:t>
            </a:r>
            <a:endParaRPr lang="en-US" sz="2200" b="1" dirty="0">
              <a:solidFill>
                <a:srgbClr val="000000"/>
              </a:solidFill>
              <a:latin typeface="BRH Kannada" pitchFamily="2" charset="0"/>
            </a:endParaRPr>
          </a:p>
          <a:p>
            <a:pPr marL="0" indent="0" algn="ctr" eaLnBrk="1" fontAlgn="auto" hangingPunct="1">
              <a:lnSpc>
                <a:spcPct val="150000"/>
              </a:lnSpc>
              <a:spcBef>
                <a:spcPct val="0"/>
              </a:spcBef>
              <a:spcAft>
                <a:spcPts val="0"/>
              </a:spcAft>
              <a:buFont typeface="Arial" pitchFamily="34" charset="0"/>
              <a:buNone/>
              <a:defRPr/>
            </a:pPr>
            <a:r>
              <a:rPr lang="en-US" sz="2200" b="1" dirty="0">
                <a:solidFill>
                  <a:srgbClr val="000000"/>
                </a:solidFill>
                <a:latin typeface="BRH Kannada" pitchFamily="2" charset="0"/>
              </a:rPr>
              <a:t>ª</a:t>
            </a:r>
            <a:r>
              <a:rPr lang="en-US" sz="2200" b="1" dirty="0" err="1">
                <a:solidFill>
                  <a:srgbClr val="000000"/>
                </a:solidFill>
                <a:latin typeface="BRH Kannada" pitchFamily="2" charset="0"/>
              </a:rPr>
              <a:t>Áå¸ÉÃ£À</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UÀæyvÁªÀiï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ÀÅgÁtªÀÄÄ</a:t>
            </a:r>
            <a:r>
              <a:rPr lang="en-US" sz="2200" b="1" dirty="0">
                <a:solidFill>
                  <a:srgbClr val="000000"/>
                </a:solidFill>
                <a:latin typeface="BRH Kannada" pitchFamily="2" charset="0"/>
              </a:rPr>
              <a:t>¤£Á ª</a:t>
            </a:r>
            <a:r>
              <a:rPr lang="en-US" sz="2200" b="1" dirty="0" err="1">
                <a:solidFill>
                  <a:srgbClr val="000000"/>
                </a:solidFill>
                <a:latin typeface="BRH Kannada" pitchFamily="2" charset="0"/>
              </a:rPr>
              <a:t>ÀÄzsÉåÃ</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ÀÄºÁ¨sÁgÀvÀA</a:t>
            </a:r>
            <a:endParaRPr lang="en-US" sz="2200" b="1" dirty="0">
              <a:solidFill>
                <a:srgbClr val="000000"/>
              </a:solidFill>
              <a:latin typeface="System"/>
            </a:endParaRPr>
          </a:p>
          <a:p>
            <a:pPr marL="342357" indent="-342357" algn="ctr" eaLnBrk="1" fontAlgn="auto" hangingPunct="1">
              <a:spcAft>
                <a:spcPts val="0"/>
              </a:spcAft>
              <a:buFont typeface="Arial" pitchFamily="34" charset="0"/>
              <a:buNone/>
              <a:defRPr/>
            </a:pPr>
            <a:endParaRPr lang="en-CA" sz="2000" dirty="0"/>
          </a:p>
        </p:txBody>
      </p:sp>
    </p:spTree>
    <p:extLst>
      <p:ext uri="{BB962C8B-B14F-4D97-AF65-F5344CB8AC3E}">
        <p14:creationId xmlns:p14="http://schemas.microsoft.com/office/powerpoint/2010/main" val="42581039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a:spLocks noGrp="1"/>
          </p:cNvSpPr>
          <p:nvPr>
            <p:ph idx="1"/>
          </p:nvPr>
        </p:nvSpPr>
        <p:spPr>
          <a:xfrm>
            <a:off x="-31531" y="0"/>
            <a:ext cx="9144000" cy="4743450"/>
          </a:xfrm>
        </p:spPr>
        <p:txBody>
          <a:bodyPr/>
          <a:lstStyle/>
          <a:p>
            <a:pPr marL="0" indent="0" algn="ctr" eaLnBrk="1" hangingPunct="1">
              <a:lnSpc>
                <a:spcPct val="150000"/>
              </a:lnSpc>
              <a:spcBef>
                <a:spcPct val="0"/>
              </a:spcBef>
              <a:spcAft>
                <a:spcPts val="600"/>
              </a:spcAft>
              <a:buFont typeface="Arial" pitchFamily="34" charset="0"/>
              <a:buNone/>
            </a:pPr>
            <a:r>
              <a:rPr lang="en-US" sz="2200" dirty="0" err="1">
                <a:solidFill>
                  <a:srgbClr val="000000"/>
                </a:solidFill>
                <a:latin typeface="Sanskrit 99" pitchFamily="2" charset="0"/>
              </a:rPr>
              <a:t>AÖEtam&amp;tvi;R</a:t>
            </a:r>
            <a:r>
              <a:rPr lang="en-US" sz="2200" dirty="0">
                <a:solidFill>
                  <a:srgbClr val="000000"/>
                </a:solidFill>
                <a:latin typeface="Sanskrit 99" pitchFamily="2" charset="0"/>
              </a:rPr>
              <a:t>[I&lt; </a:t>
            </a:r>
            <a:r>
              <a:rPr lang="en-US" sz="2200" dirty="0" err="1">
                <a:solidFill>
                  <a:srgbClr val="000000"/>
                </a:solidFill>
                <a:latin typeface="Sanskrit 99" pitchFamily="2" charset="0"/>
              </a:rPr>
              <a:t>ÉgvtI</a:t>
            </a:r>
            <a:r>
              <a:rPr lang="en-US" sz="2200" dirty="0">
                <a:solidFill>
                  <a:srgbClr val="000000"/>
                </a:solidFill>
                <a:latin typeface="Sanskrit 99" pitchFamily="2" charset="0"/>
              </a:rPr>
              <a:t>&lt; </a:t>
            </a:r>
            <a:r>
              <a:rPr lang="en-US" sz="2200" dirty="0" err="1">
                <a:solidFill>
                  <a:srgbClr val="000000"/>
                </a:solidFill>
                <a:latin typeface="Sanskrit 99" pitchFamily="2" charset="0"/>
              </a:rPr>
              <a:t>AòadzaXyaiynIm</a:t>
            </a:r>
            <a:r>
              <a:rPr lang="en-US" sz="2200" dirty="0">
                <a:solidFill>
                  <a:srgbClr val="000000"/>
                </a:solidFill>
                <a:latin typeface="Sanskrit 99" pitchFamily="2" charset="0"/>
              </a:rPr>
              <a:t>! </a:t>
            </a:r>
          </a:p>
          <a:p>
            <a:pPr marL="0" indent="0" algn="ctr" eaLnBrk="1" hangingPunct="1">
              <a:lnSpc>
                <a:spcPct val="150000"/>
              </a:lnSpc>
              <a:spcBef>
                <a:spcPct val="0"/>
              </a:spcBef>
              <a:spcAft>
                <a:spcPts val="600"/>
              </a:spcAft>
              <a:buFont typeface="Arial" pitchFamily="34" charset="0"/>
              <a:buNone/>
            </a:pPr>
            <a:r>
              <a:rPr lang="en-US" sz="2200" dirty="0" err="1">
                <a:solidFill>
                  <a:srgbClr val="000000"/>
                </a:solidFill>
                <a:latin typeface="Sanskrit 99" pitchFamily="2" charset="0"/>
              </a:rPr>
              <a:t>AMb</a:t>
            </a:r>
            <a:r>
              <a:rPr lang="en-US" sz="2200" dirty="0">
                <a:solidFill>
                  <a:srgbClr val="000000"/>
                </a:solidFill>
                <a:latin typeface="Sanskrit 99" pitchFamily="2" charset="0"/>
              </a:rPr>
              <a:t> </a:t>
            </a:r>
            <a:r>
              <a:rPr lang="en-US" sz="2200" dirty="0" err="1">
                <a:solidFill>
                  <a:srgbClr val="000000"/>
                </a:solidFill>
                <a:latin typeface="Sanskrit 99" pitchFamily="2" charset="0"/>
              </a:rPr>
              <a:t>Tvam</a:t>
            </a:r>
            <a:r>
              <a:rPr lang="en-US" sz="2200" dirty="0">
                <a:solidFill>
                  <a:srgbClr val="000000"/>
                </a:solidFill>
                <a:latin typeface="Sanskrit 99" pitchFamily="2" charset="0"/>
              </a:rPr>
              <a:t>! </a:t>
            </a:r>
            <a:r>
              <a:rPr lang="en-US" sz="2200" dirty="0" err="1">
                <a:solidFill>
                  <a:srgbClr val="000000"/>
                </a:solidFill>
                <a:latin typeface="Sanskrit 99" pitchFamily="2" charset="0"/>
              </a:rPr>
              <a:t>AnusNdxaim</a:t>
            </a:r>
            <a:r>
              <a:rPr lang="en-US" sz="2200" dirty="0">
                <a:solidFill>
                  <a:srgbClr val="000000"/>
                </a:solidFill>
                <a:latin typeface="Sanskrit 99" pitchFamily="2" charset="0"/>
              </a:rPr>
              <a:t> </a:t>
            </a:r>
            <a:r>
              <a:rPr lang="en-US" sz="2200" dirty="0" err="1">
                <a:solidFill>
                  <a:srgbClr val="000000"/>
                </a:solidFill>
                <a:latin typeface="Sanskrit 99" pitchFamily="2" charset="0"/>
              </a:rPr>
              <a:t>ÉgvÌIte</a:t>
            </a:r>
            <a:r>
              <a:rPr lang="en-US" sz="2200" dirty="0">
                <a:solidFill>
                  <a:srgbClr val="000000"/>
                </a:solidFill>
                <a:latin typeface="Sanskrit 99" pitchFamily="2" charset="0"/>
              </a:rPr>
              <a:t> </a:t>
            </a:r>
            <a:r>
              <a:rPr lang="en-US" sz="2200" dirty="0" err="1">
                <a:solidFill>
                  <a:srgbClr val="000000"/>
                </a:solidFill>
                <a:latin typeface="Sanskrit 99" pitchFamily="2" charset="0"/>
              </a:rPr>
              <a:t>ÉvÖei</a:t>
            </a:r>
            <a:r>
              <a:rPr lang="en-US" sz="2200" dirty="0">
                <a:solidFill>
                  <a:srgbClr val="000000"/>
                </a:solidFill>
                <a:latin typeface="Sanskrit 99" pitchFamily="2" charset="0"/>
              </a:rPr>
              <a:t>;[</a:t>
            </a:r>
            <a:r>
              <a:rPr lang="en-US" sz="2200" dirty="0" err="1">
                <a:solidFill>
                  <a:srgbClr val="000000"/>
                </a:solidFill>
                <a:latin typeface="Sanskrit 99" pitchFamily="2" charset="0"/>
              </a:rPr>
              <a:t>Im</a:t>
            </a:r>
            <a:r>
              <a:rPr lang="en-US" sz="2200" dirty="0">
                <a:solidFill>
                  <a:srgbClr val="000000"/>
                </a:solidFill>
                <a:latin typeface="Sanskrit 99" pitchFamily="2" charset="0"/>
              </a:rPr>
              <a:t>!,</a:t>
            </a:r>
            <a:endParaRPr lang="en-US" sz="2200" dirty="0">
              <a:solidFill>
                <a:srgbClr val="000000"/>
              </a:solidFill>
              <a:latin typeface="URW Palladio IT" pitchFamily="2" charset="0"/>
            </a:endParaRPr>
          </a:p>
          <a:p>
            <a:pPr marL="0" indent="0" algn="ctr" eaLnBrk="1" hangingPunct="1">
              <a:lnSpc>
                <a:spcPct val="150000"/>
              </a:lnSpc>
              <a:spcBef>
                <a:spcPct val="0"/>
              </a:spcBef>
              <a:buFont typeface="Arial" pitchFamily="34" charset="0"/>
              <a:buNone/>
            </a:pPr>
            <a:r>
              <a:rPr lang="en-US" sz="2200" dirty="0" err="1">
                <a:solidFill>
                  <a:srgbClr val="000000"/>
                </a:solidFill>
                <a:latin typeface="URW Palladio IT" pitchFamily="2" charset="0"/>
              </a:rPr>
              <a:t>Advaitämåtavarñiëém</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bhagavatém</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añöädaçädhyäyiném</a:t>
            </a:r>
            <a:r>
              <a:rPr lang="en-US" sz="2200" dirty="0">
                <a:solidFill>
                  <a:srgbClr val="000000"/>
                </a:solidFill>
                <a:latin typeface="URW Palladio IT" pitchFamily="2" charset="0"/>
              </a:rPr>
              <a:t> </a:t>
            </a:r>
          </a:p>
          <a:p>
            <a:pPr marL="0" indent="0" algn="ctr" eaLnBrk="1" hangingPunct="1">
              <a:lnSpc>
                <a:spcPct val="150000"/>
              </a:lnSpc>
              <a:spcBef>
                <a:spcPct val="0"/>
              </a:spcBef>
              <a:buFont typeface="Arial" pitchFamily="34" charset="0"/>
              <a:buNone/>
            </a:pPr>
            <a:r>
              <a:rPr lang="en-US" sz="2200" dirty="0" err="1">
                <a:solidFill>
                  <a:srgbClr val="000000"/>
                </a:solidFill>
                <a:latin typeface="URW Palladio IT" pitchFamily="2" charset="0"/>
              </a:rPr>
              <a:t>Amba</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tväm</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anusandadhämi</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bhagavadgéte</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bhavadveñiëéà</a:t>
            </a:r>
            <a:r>
              <a:rPr lang="en-US" sz="2200" dirty="0">
                <a:solidFill>
                  <a:srgbClr val="000000"/>
                </a:solidFill>
                <a:latin typeface="URW Palladio IT" pitchFamily="2" charset="0"/>
              </a:rPr>
              <a:t> |</a:t>
            </a:r>
            <a:endParaRPr lang="en-US" sz="2200" b="1" dirty="0">
              <a:solidFill>
                <a:srgbClr val="000000"/>
              </a:solidFill>
              <a:latin typeface="URW Palladio IT" pitchFamily="2" charset="0"/>
            </a:endParaRPr>
          </a:p>
          <a:p>
            <a:pPr marL="0" indent="0" algn="ctr" eaLnBrk="1" hangingPunct="1">
              <a:lnSpc>
                <a:spcPct val="150000"/>
              </a:lnSpc>
              <a:spcBef>
                <a:spcPct val="0"/>
              </a:spcBef>
              <a:buFont typeface="Arial" pitchFamily="34" charset="0"/>
              <a:buNone/>
            </a:pPr>
            <a:r>
              <a:rPr lang="en-US" sz="2200" b="1" dirty="0" err="1">
                <a:solidFill>
                  <a:srgbClr val="000000"/>
                </a:solidFill>
                <a:latin typeface="BRH Kannada" pitchFamily="2" charset="0"/>
              </a:rPr>
              <a:t>CzÉéöÊvÁªÀÄÈvÀªÀ¶ðtÂÃA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sÀUÀªÀwÃA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CµÁÖzÀ±ÁzsÁå¬Ä¤ÃA</a:t>
            </a:r>
            <a:endParaRPr lang="en-US" sz="2200" b="1" dirty="0">
              <a:solidFill>
                <a:srgbClr val="000000"/>
              </a:solidFill>
              <a:latin typeface="BRH Kannada" pitchFamily="2" charset="0"/>
            </a:endParaRPr>
          </a:p>
          <a:p>
            <a:pPr marL="0" indent="0" algn="ctr" eaLnBrk="1" hangingPunct="1">
              <a:lnSpc>
                <a:spcPct val="150000"/>
              </a:lnSpc>
              <a:spcBef>
                <a:spcPct val="0"/>
              </a:spcBef>
              <a:buFont typeface="Arial" pitchFamily="34" charset="0"/>
              <a:buNone/>
            </a:pPr>
            <a:r>
              <a:rPr lang="en-US" sz="2200" b="1" dirty="0">
                <a:solidFill>
                  <a:srgbClr val="000000"/>
                </a:solidFill>
                <a:latin typeface="BRH Kannada" pitchFamily="2" charset="0"/>
              </a:rPr>
              <a:t>CA§ </a:t>
            </a:r>
            <a:r>
              <a:rPr lang="en-US" sz="2200" b="1" dirty="0" err="1">
                <a:solidFill>
                  <a:srgbClr val="000000"/>
                </a:solidFill>
                <a:latin typeface="BRH Kannada" pitchFamily="2" charset="0"/>
              </a:rPr>
              <a:t>vÁéA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C£ÀÄ¸ÀAzÀzsÁ«Ä</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sÀUÀªÀ¢ÎÃvÉÃ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sÀªÀzÉéÃ¶tÂÃA</a:t>
            </a:r>
            <a:endParaRPr lang="en-US" sz="2200" b="1" dirty="0">
              <a:solidFill>
                <a:srgbClr val="000000"/>
              </a:solidFill>
              <a:latin typeface="BRH Kannada" pitchFamily="2" charset="0"/>
            </a:endParaRPr>
          </a:p>
        </p:txBody>
      </p:sp>
    </p:spTree>
    <p:extLst>
      <p:ext uri="{BB962C8B-B14F-4D97-AF65-F5344CB8AC3E}">
        <p14:creationId xmlns:p14="http://schemas.microsoft.com/office/powerpoint/2010/main" val="3309337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a:spLocks noGrp="1"/>
          </p:cNvSpPr>
          <p:nvPr>
            <p:ph idx="1"/>
          </p:nvPr>
        </p:nvSpPr>
        <p:spPr>
          <a:xfrm>
            <a:off x="149225" y="819150"/>
            <a:ext cx="8763000" cy="3352800"/>
          </a:xfrm>
        </p:spPr>
        <p:txBody>
          <a:bodyPr/>
          <a:lstStyle/>
          <a:p>
            <a:pPr marL="0" indent="0" algn="ctr" eaLnBrk="1" hangingPunct="1">
              <a:lnSpc>
                <a:spcPct val="150000"/>
              </a:lnSpc>
              <a:spcBef>
                <a:spcPct val="0"/>
              </a:spcBef>
              <a:buFont typeface="Arial" pitchFamily="34" charset="0"/>
              <a:buNone/>
            </a:pPr>
            <a:r>
              <a:rPr lang="en-US" dirty="0">
                <a:solidFill>
                  <a:srgbClr val="000000"/>
                </a:solidFill>
                <a:latin typeface="Sanskrit 99" pitchFamily="2" charset="0"/>
              </a:rPr>
              <a:t>Aw </a:t>
            </a:r>
            <a:r>
              <a:rPr lang="en-US" dirty="0" err="1">
                <a:solidFill>
                  <a:srgbClr val="000000"/>
                </a:solidFill>
                <a:latin typeface="Sanskrit 99" pitchFamily="2" charset="0"/>
              </a:rPr>
              <a:t>ïImÑgvÌItasu</a:t>
            </a:r>
            <a:r>
              <a:rPr lang="en-US" dirty="0">
                <a:solidFill>
                  <a:srgbClr val="000000"/>
                </a:solidFill>
                <a:latin typeface="Sanskrit 99" pitchFamily="2" charset="0"/>
              </a:rPr>
              <a:t> }</a:t>
            </a:r>
            <a:r>
              <a:rPr lang="en-US" dirty="0" err="1">
                <a:solidFill>
                  <a:srgbClr val="000000"/>
                </a:solidFill>
                <a:latin typeface="Sanskrit 99" pitchFamily="2" charset="0"/>
              </a:rPr>
              <a:t>anyaeg</a:t>
            </a:r>
            <a:r>
              <a:rPr lang="en-US" dirty="0">
                <a:solidFill>
                  <a:srgbClr val="000000"/>
                </a:solidFill>
                <a:latin typeface="Sanskrit 99" pitchFamily="2" charset="0"/>
              </a:rPr>
              <a:t> </a:t>
            </a:r>
            <a:r>
              <a:rPr lang="en-US" dirty="0" err="1">
                <a:solidFill>
                  <a:srgbClr val="000000"/>
                </a:solidFill>
                <a:latin typeface="Sanskrit 99" pitchFamily="2" charset="0"/>
              </a:rPr>
              <a:t>ðaek</a:t>
            </a:r>
            <a:r>
              <a:rPr lang="en-US" dirty="0">
                <a:solidFill>
                  <a:srgbClr val="000000"/>
                </a:solidFill>
                <a:latin typeface="Sanskrit 99" pitchFamily="2" charset="0"/>
              </a:rPr>
              <a:t> </a:t>
            </a:r>
            <a:r>
              <a:rPr lang="en-US" dirty="0" err="1">
                <a:solidFill>
                  <a:srgbClr val="000000"/>
                </a:solidFill>
                <a:latin typeface="Sanskrit 99" pitchFamily="2" charset="0"/>
              </a:rPr>
              <a:t>s'œ¢h</a:t>
            </a:r>
            <a:r>
              <a:rPr lang="en-US" dirty="0">
                <a:solidFill>
                  <a:srgbClr val="000000"/>
                </a:solidFill>
                <a:latin typeface="Sanskrit 99" pitchFamily="2" charset="0"/>
              </a:rPr>
              <a:t>&gt;,</a:t>
            </a:r>
          </a:p>
          <a:p>
            <a:pPr marL="0" indent="0" algn="ctr" eaLnBrk="1" hangingPunct="1">
              <a:lnSpc>
                <a:spcPct val="150000"/>
              </a:lnSpc>
              <a:spcBef>
                <a:spcPct val="0"/>
              </a:spcBef>
              <a:buFont typeface="Arial" pitchFamily="34" charset="0"/>
              <a:buNone/>
            </a:pPr>
            <a:r>
              <a:rPr lang="en-US" dirty="0" err="1">
                <a:solidFill>
                  <a:srgbClr val="000000"/>
                </a:solidFill>
                <a:latin typeface="URW Palladio IT" pitchFamily="2" charset="0"/>
              </a:rPr>
              <a:t>Atha</a:t>
            </a:r>
            <a:r>
              <a:rPr lang="en-US" dirty="0">
                <a:solidFill>
                  <a:srgbClr val="000000"/>
                </a:solidFill>
                <a:latin typeface="URW Palladio IT" pitchFamily="2" charset="0"/>
              </a:rPr>
              <a:t> </a:t>
            </a:r>
            <a:r>
              <a:rPr lang="en-US" dirty="0" err="1">
                <a:solidFill>
                  <a:srgbClr val="000000"/>
                </a:solidFill>
                <a:latin typeface="URW Palladio IT" pitchFamily="2" charset="0"/>
              </a:rPr>
              <a:t>çrémadbhagavadgétäsu</a:t>
            </a:r>
            <a:r>
              <a:rPr lang="en-US" dirty="0">
                <a:solidFill>
                  <a:srgbClr val="000000"/>
                </a:solidFill>
                <a:latin typeface="URW Palladio IT" pitchFamily="2" charset="0"/>
              </a:rPr>
              <a:t> </a:t>
            </a:r>
          </a:p>
          <a:p>
            <a:pPr marL="0" indent="0" algn="ctr" eaLnBrk="1" hangingPunct="1">
              <a:lnSpc>
                <a:spcPct val="150000"/>
              </a:lnSpc>
              <a:spcBef>
                <a:spcPct val="0"/>
              </a:spcBef>
              <a:buFont typeface="Arial" pitchFamily="34" charset="0"/>
              <a:buNone/>
            </a:pPr>
            <a:r>
              <a:rPr lang="en-US" dirty="0" err="1">
                <a:solidFill>
                  <a:srgbClr val="000000"/>
                </a:solidFill>
                <a:latin typeface="URW Palladio IT" pitchFamily="2" charset="0"/>
              </a:rPr>
              <a:t>jïänayoga</a:t>
            </a:r>
            <a:r>
              <a:rPr lang="en-US" dirty="0">
                <a:solidFill>
                  <a:srgbClr val="000000"/>
                </a:solidFill>
                <a:latin typeface="URW Palladio IT" pitchFamily="2" charset="0"/>
              </a:rPr>
              <a:t> </a:t>
            </a:r>
            <a:r>
              <a:rPr lang="en-US" dirty="0" err="1">
                <a:solidFill>
                  <a:srgbClr val="000000"/>
                </a:solidFill>
                <a:latin typeface="URW Palladio IT" pitchFamily="2" charset="0"/>
              </a:rPr>
              <a:t>çloka</a:t>
            </a:r>
            <a:r>
              <a:rPr lang="en-US" dirty="0">
                <a:solidFill>
                  <a:srgbClr val="000000"/>
                </a:solidFill>
                <a:latin typeface="URW Palladio IT" pitchFamily="2" charset="0"/>
              </a:rPr>
              <a:t> </a:t>
            </a:r>
            <a:r>
              <a:rPr lang="en-US" dirty="0" err="1">
                <a:solidFill>
                  <a:srgbClr val="000000"/>
                </a:solidFill>
                <a:latin typeface="URW Palladio IT" pitchFamily="2" charset="0"/>
              </a:rPr>
              <a:t>saìgrahaù</a:t>
            </a:r>
            <a:endParaRPr lang="en-US" b="1" dirty="0">
              <a:solidFill>
                <a:srgbClr val="000000"/>
              </a:solidFill>
              <a:latin typeface="URW Palladio IT" pitchFamily="2" charset="0"/>
            </a:endParaRPr>
          </a:p>
          <a:p>
            <a:pPr marL="0" indent="0" algn="ctr" eaLnBrk="1" hangingPunct="1">
              <a:lnSpc>
                <a:spcPct val="150000"/>
              </a:lnSpc>
              <a:spcBef>
                <a:spcPct val="0"/>
              </a:spcBef>
              <a:buFont typeface="Arial" pitchFamily="34" charset="0"/>
              <a:buNone/>
            </a:pPr>
            <a:r>
              <a:rPr lang="en-US" b="1" dirty="0" err="1">
                <a:solidFill>
                  <a:srgbClr val="000000"/>
                </a:solidFill>
                <a:latin typeface="BRH Kannada" pitchFamily="2" charset="0"/>
              </a:rPr>
              <a:t>CxÀ</a:t>
            </a:r>
            <a:r>
              <a:rPr lang="en-US" b="1" dirty="0">
                <a:solidFill>
                  <a:srgbClr val="000000"/>
                </a:solidFill>
                <a:latin typeface="BRH Kannada" pitchFamily="2" charset="0"/>
              </a:rPr>
              <a:t> ²æÃªÀÄzÀãUÀªÀ¢ÎÃvÁ¸ÀÄ </a:t>
            </a:r>
            <a:r>
              <a:rPr lang="en-US" b="1" dirty="0" err="1">
                <a:solidFill>
                  <a:srgbClr val="000000"/>
                </a:solidFill>
                <a:latin typeface="BRH Kannada" pitchFamily="2" charset="0"/>
              </a:rPr>
              <a:t>eÁÕ£ÀAiÉÆÃUÀ</a:t>
            </a:r>
            <a:r>
              <a:rPr lang="en-US" b="1" dirty="0">
                <a:solidFill>
                  <a:srgbClr val="000000"/>
                </a:solidFill>
                <a:latin typeface="BRH Kannada" pitchFamily="2" charset="0"/>
              </a:rPr>
              <a:t> ±</a:t>
            </a:r>
            <a:r>
              <a:rPr lang="en-US" b="1" dirty="0" err="1">
                <a:solidFill>
                  <a:srgbClr val="000000"/>
                </a:solidFill>
                <a:latin typeface="BRH Kannada" pitchFamily="2" charset="0"/>
              </a:rPr>
              <a:t>ÉÆèÃPÀ</a:t>
            </a:r>
            <a:r>
              <a:rPr lang="en-US" b="1" dirty="0">
                <a:solidFill>
                  <a:srgbClr val="000000"/>
                </a:solidFill>
                <a:latin typeface="BRH Kannada" pitchFamily="2" charset="0"/>
              </a:rPr>
              <a:t> ¸</a:t>
            </a:r>
            <a:r>
              <a:rPr lang="en-US" b="1" dirty="0" err="1">
                <a:solidFill>
                  <a:srgbClr val="000000"/>
                </a:solidFill>
                <a:latin typeface="BRH Kannada" pitchFamily="2" charset="0"/>
              </a:rPr>
              <a:t>ÀAUÀæºÀB</a:t>
            </a:r>
            <a:r>
              <a:rPr lang="en-US" b="1" dirty="0">
                <a:solidFill>
                  <a:srgbClr val="000000"/>
                </a:solidFill>
                <a:latin typeface="BRH Kannada" pitchFamily="2" charset="0"/>
              </a:rPr>
              <a:t> |</a:t>
            </a:r>
            <a:r>
              <a:rPr lang="en-US" b="1" dirty="0">
                <a:solidFill>
                  <a:srgbClr val="000000"/>
                </a:solidFill>
                <a:latin typeface="AkrutiKndPadmini" pitchFamily="2" charset="0"/>
              </a:rPr>
              <a:t> </a:t>
            </a:r>
            <a:endParaRPr lang="en-US" b="1" dirty="0">
              <a:solidFill>
                <a:srgbClr val="000000"/>
              </a:solidFill>
              <a:latin typeface="BRH Kannada" pitchFamily="2" charset="0"/>
            </a:endParaRPr>
          </a:p>
        </p:txBody>
      </p:sp>
    </p:spTree>
    <p:extLst>
      <p:ext uri="{BB962C8B-B14F-4D97-AF65-F5344CB8AC3E}">
        <p14:creationId xmlns:p14="http://schemas.microsoft.com/office/powerpoint/2010/main" val="6534491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Content Placeholder 2"/>
          <p:cNvSpPr txBox="1">
            <a:spLocks/>
          </p:cNvSpPr>
          <p:nvPr/>
        </p:nvSpPr>
        <p:spPr>
          <a:xfrm>
            <a:off x="0" y="0"/>
            <a:ext cx="9144000" cy="5143500"/>
          </a:xfrm>
          <a:prstGeom prst="rect">
            <a:avLst/>
          </a:prstGeom>
        </p:spPr>
        <p:txBody>
          <a:bodyPr>
            <a:normAutofit/>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 typeface="Arial" pitchFamily="34" charset="0"/>
              <a:buNone/>
            </a:pPr>
            <a:endParaRPr lang="en-US" sz="4000" b="1">
              <a:latin typeface="Sanskrit 2003" pitchFamily="2" charset="-78"/>
              <a:cs typeface="Sanskrit 2003" pitchFamily="2" charset="-78"/>
            </a:endParaRPr>
          </a:p>
          <a:p>
            <a:pPr algn="ctr">
              <a:buFont typeface="Arial" pitchFamily="34" charset="0"/>
              <a:buNone/>
            </a:pPr>
            <a:endParaRPr lang="en-US" sz="4000" b="1">
              <a:latin typeface="Sanskrit 2003" pitchFamily="2" charset="-78"/>
              <a:cs typeface="Sanskrit 2003" pitchFamily="2" charset="-78"/>
            </a:endParaRPr>
          </a:p>
          <a:p>
            <a:pPr algn="ctr">
              <a:buFont typeface="Arial" pitchFamily="34" charset="0"/>
              <a:buNone/>
            </a:pPr>
            <a:r>
              <a:rPr lang="hi-IN" sz="4000" b="1">
                <a:latin typeface="Sanskrit 2003" pitchFamily="2" charset="-78"/>
                <a:cs typeface="Sanskrit 2003" pitchFamily="2" charset="-78"/>
              </a:rPr>
              <a:t>अर्जुन उवाच</a:t>
            </a:r>
          </a:p>
          <a:p>
            <a:pPr algn="ctr">
              <a:buFont typeface="Arial" pitchFamily="34" charset="0"/>
              <a:buNone/>
            </a:pPr>
            <a:r>
              <a:rPr lang="en-US" sz="4000" b="1">
                <a:latin typeface="URW Palladio IT" pitchFamily="2" charset="0"/>
                <a:cs typeface="Sanskrit 2003" pitchFamily="2" charset="-78"/>
              </a:rPr>
              <a:t>Arjuna uvāca</a:t>
            </a:r>
            <a:endParaRPr lang="en-US" sz="4000" b="1">
              <a:latin typeface="URW Palladio ITU" pitchFamily="2" charset="0"/>
              <a:cs typeface="Sanskrit 2003" pitchFamily="2" charset="-78"/>
            </a:endParaRPr>
          </a:p>
          <a:p>
            <a:pPr algn="ctr">
              <a:buFont typeface="Arial" pitchFamily="34" charset="0"/>
              <a:buNone/>
            </a:pPr>
            <a:r>
              <a:rPr lang="kn-IN" sz="4000" b="1">
                <a:latin typeface="Arial" pitchFamily="34" charset="0"/>
                <a:cs typeface="Arial" pitchFamily="34" charset="0"/>
              </a:rPr>
              <a:t>ಅರ್ಜುನ ಉವಾಚ</a:t>
            </a:r>
            <a:endParaRPr lang="en-US" sz="4000" dirty="0"/>
          </a:p>
        </p:txBody>
      </p:sp>
    </p:spTree>
    <p:extLst>
      <p:ext uri="{BB962C8B-B14F-4D97-AF65-F5344CB8AC3E}">
        <p14:creationId xmlns:p14="http://schemas.microsoft.com/office/powerpoint/2010/main" val="10436076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a:spLocks noGrp="1"/>
          </p:cNvSpPr>
          <p:nvPr>
            <p:ph idx="1"/>
          </p:nvPr>
        </p:nvSpPr>
        <p:spPr>
          <a:xfrm>
            <a:off x="0" y="0"/>
            <a:ext cx="9144000" cy="3943350"/>
          </a:xfrm>
        </p:spPr>
        <p:txBody>
          <a:bodyPr rtlCol="0">
            <a:noAutofit/>
          </a:bodyPr>
          <a:lstStyle/>
          <a:p>
            <a:pPr marL="0" indent="-342357" algn="ctr" eaLnBrk="1" fontAlgn="auto" hangingPunct="1">
              <a:lnSpc>
                <a:spcPct val="170000"/>
              </a:lnSpc>
              <a:spcBef>
                <a:spcPts val="0"/>
              </a:spcBef>
              <a:spcAft>
                <a:spcPts val="0"/>
              </a:spcAft>
              <a:buFont typeface="Arial" pitchFamily="34" charset="0"/>
              <a:buNone/>
              <a:defRPr/>
            </a:pPr>
            <a:r>
              <a:rPr lang="en-US" sz="2200" dirty="0">
                <a:solidFill>
                  <a:srgbClr val="000000"/>
                </a:solidFill>
                <a:latin typeface="Sanskrit 99"/>
                <a:ea typeface="Calibri"/>
                <a:cs typeface="Sanskrit 99"/>
              </a:rPr>
              <a:t>1, 	</a:t>
            </a:r>
            <a:r>
              <a:rPr lang="en-US" sz="2200" dirty="0" err="1">
                <a:solidFill>
                  <a:srgbClr val="000000"/>
                </a:solidFill>
                <a:latin typeface="Sanskrit 99"/>
                <a:ea typeface="Calibri"/>
                <a:cs typeface="Sanskrit 99"/>
              </a:rPr>
              <a:t>Ahae</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bt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mhTpap</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ktu</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Vyvista</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vym</a:t>
            </a:r>
            <a:r>
              <a:rPr lang="en-US" sz="2200" dirty="0">
                <a:solidFill>
                  <a:srgbClr val="000000"/>
                </a:solidFill>
                <a:latin typeface="Sanskrit 99"/>
                <a:ea typeface="Calibri"/>
                <a:cs typeface="Sanskrit 99"/>
              </a:rPr>
              <a:t>!,</a:t>
            </a:r>
            <a:endParaRPr lang="en-US" sz="2200" dirty="0">
              <a:ea typeface="Calibri"/>
              <a:cs typeface="Times New Roman"/>
            </a:endParaRPr>
          </a:p>
          <a:p>
            <a:pPr marL="0" indent="-342357" algn="ctr" eaLnBrk="1" fontAlgn="auto" hangingPunct="1">
              <a:lnSpc>
                <a:spcPct val="170000"/>
              </a:lnSpc>
              <a:spcBef>
                <a:spcPts val="0"/>
              </a:spcBef>
              <a:spcAft>
                <a:spcPts val="0"/>
              </a:spcAft>
              <a:buFont typeface="Arial" pitchFamily="34" charset="0"/>
              <a:buNone/>
              <a:defRPr/>
            </a:pP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yÔaJysuolaeÉen</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hNtu</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Svjnmu</a:t>
            </a:r>
            <a:r>
              <a:rPr lang="en-US" sz="2200" dirty="0">
                <a:solidFill>
                  <a:srgbClr val="000000"/>
                </a:solidFill>
                <a:latin typeface="Sanskrit 99"/>
                <a:ea typeface="Calibri"/>
                <a:cs typeface="Sanskrit 99"/>
              </a:rPr>
              <a:t>*</a:t>
            </a:r>
            <a:r>
              <a:rPr lang="en-US" sz="2200" dirty="0" err="1">
                <a:solidFill>
                  <a:srgbClr val="000000"/>
                </a:solidFill>
                <a:latin typeface="Sanskrit 99"/>
                <a:ea typeface="Calibri"/>
                <a:cs typeface="Sanskrit 99"/>
              </a:rPr>
              <a:t>ta</a:t>
            </a:r>
            <a:r>
              <a:rPr lang="en-US" sz="2200" dirty="0">
                <a:solidFill>
                  <a:srgbClr val="000000"/>
                </a:solidFill>
                <a:latin typeface="Sanskrit 99"/>
                <a:ea typeface="Calibri"/>
                <a:cs typeface="Sanskrit 99"/>
              </a:rPr>
              <a:t>&gt;. 1</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45.</a:t>
            </a:r>
            <a:endParaRPr lang="en-US" sz="2200" dirty="0">
              <a:ea typeface="Calibri"/>
              <a:cs typeface="Times New Roman"/>
            </a:endParaRPr>
          </a:p>
          <a:p>
            <a:pPr marL="0" indent="-342357" algn="ctr" eaLnBrk="1" fontAlgn="auto" hangingPunct="1">
              <a:lnSpc>
                <a:spcPct val="170000"/>
              </a:lnSpc>
              <a:spcBef>
                <a:spcPts val="0"/>
              </a:spcBef>
              <a:spcAft>
                <a:spcPts val="0"/>
              </a:spcAft>
              <a:buFont typeface="Arial" pitchFamily="34" charset="0"/>
              <a:buNone/>
              <a:defRPr/>
            </a:pPr>
            <a:r>
              <a:rPr lang="en-US" sz="2200" dirty="0">
                <a:solidFill>
                  <a:srgbClr val="000000"/>
                </a:solidFill>
                <a:latin typeface="URW Palladio IT"/>
                <a:ea typeface="Calibri"/>
                <a:cs typeface="URW Palladio IT"/>
              </a:rPr>
              <a:t>1| 	</a:t>
            </a:r>
            <a:r>
              <a:rPr lang="en-US" sz="2200" dirty="0" err="1">
                <a:solidFill>
                  <a:srgbClr val="000000"/>
                </a:solidFill>
                <a:latin typeface="URW Palladio IT"/>
                <a:ea typeface="Calibri"/>
                <a:cs typeface="URW Palladio IT"/>
              </a:rPr>
              <a:t>Aho</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bata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mahatpäpaà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Kartuà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vyavasitä</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vayam</a:t>
            </a:r>
            <a:r>
              <a:rPr lang="en-US" sz="2200" dirty="0">
                <a:solidFill>
                  <a:srgbClr val="000000"/>
                </a:solidFill>
                <a:latin typeface="URW Palladio IT"/>
                <a:ea typeface="Calibri"/>
                <a:cs typeface="URW Palladio IT"/>
              </a:rPr>
              <a:t> |</a:t>
            </a:r>
            <a:endParaRPr lang="en-US" sz="2200" dirty="0">
              <a:ea typeface="Calibri"/>
              <a:cs typeface="Times New Roman"/>
            </a:endParaRPr>
          </a:p>
          <a:p>
            <a:pPr marL="0" indent="-342357" algn="ctr" eaLnBrk="1" fontAlgn="auto" hangingPunct="1">
              <a:lnSpc>
                <a:spcPct val="170000"/>
              </a:lnSpc>
              <a:spcBef>
                <a:spcPts val="0"/>
              </a:spcBef>
              <a:spcAft>
                <a:spcPts val="0"/>
              </a:spcAft>
              <a:buFont typeface="Arial" pitchFamily="34" charset="0"/>
              <a:buNone/>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Yadräjyasukhalobhena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Hantuà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svajanamudyatäù</a:t>
            </a:r>
            <a:r>
              <a:rPr lang="en-US" sz="2200" dirty="0">
                <a:solidFill>
                  <a:srgbClr val="000000"/>
                </a:solidFill>
                <a:latin typeface="URW Palladio IT"/>
                <a:ea typeface="Calibri"/>
                <a:cs typeface="URW Palladio IT"/>
              </a:rPr>
              <a:t> ||1</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45||</a:t>
            </a:r>
          </a:p>
          <a:p>
            <a:pPr marL="0" indent="0" algn="ctr" eaLnBrk="1" fontAlgn="auto" hangingPunct="1">
              <a:lnSpc>
                <a:spcPct val="170000"/>
              </a:lnSpc>
              <a:spcBef>
                <a:spcPct val="0"/>
              </a:spcBef>
              <a:spcAft>
                <a:spcPts val="0"/>
              </a:spcAft>
              <a:buFont typeface="Arial" pitchFamily="34" charset="0"/>
              <a:buNone/>
              <a:defRPr/>
            </a:pPr>
            <a:r>
              <a:rPr lang="en-US" sz="2200" b="1" dirty="0">
                <a:solidFill>
                  <a:srgbClr val="000000"/>
                </a:solidFill>
                <a:latin typeface="BRH Kannada" pitchFamily="2" charset="0"/>
              </a:rPr>
              <a:t>1. 	CºÉÆÃ §</a:t>
            </a:r>
            <a:r>
              <a:rPr lang="en-US" sz="2200" b="1" dirty="0" err="1">
                <a:solidFill>
                  <a:srgbClr val="000000"/>
                </a:solidFill>
                <a:latin typeface="BRH Kannada" pitchFamily="2" charset="0"/>
              </a:rPr>
              <a:t>vÀ</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ÀÄºÀvï</a:t>
            </a:r>
            <a:r>
              <a:rPr lang="en-US" sz="2200" b="1" dirty="0">
                <a:solidFill>
                  <a:srgbClr val="000000"/>
                </a:solidFill>
                <a:latin typeface="BRH Kannada" pitchFamily="2" charset="0"/>
              </a:rPr>
              <a:t> ¥Á¥ÀA </a:t>
            </a:r>
            <a:r>
              <a:rPr lang="en-US" sz="2200" b="1" dirty="0" err="1">
                <a:solidFill>
                  <a:srgbClr val="000000"/>
                </a:solidFill>
                <a:latin typeface="BRH Kannada" pitchFamily="2" charset="0"/>
              </a:rPr>
              <a:t>PÀvÀÄðA</a:t>
            </a:r>
            <a:r>
              <a:rPr lang="en-US" sz="2200" b="1" dirty="0">
                <a:solidFill>
                  <a:srgbClr val="000000"/>
                </a:solidFill>
                <a:latin typeface="BRH Kannada" pitchFamily="2" charset="0"/>
              </a:rPr>
              <a:t> ªÀåªÀ¹vÁ ª</a:t>
            </a:r>
            <a:r>
              <a:rPr lang="en-US" sz="2200" b="1" dirty="0" err="1">
                <a:solidFill>
                  <a:srgbClr val="000000"/>
                </a:solidFill>
                <a:latin typeface="BRH Kannada" pitchFamily="2" charset="0"/>
              </a:rPr>
              <a:t>ÀAiÀÄA</a:t>
            </a:r>
            <a:endParaRPr lang="en-US" sz="2200" b="1" dirty="0">
              <a:solidFill>
                <a:srgbClr val="000000"/>
              </a:solidFill>
              <a:latin typeface="BRH Kannada" pitchFamily="2" charset="0"/>
            </a:endParaRPr>
          </a:p>
          <a:p>
            <a:pPr marL="0" indent="0" algn="ctr" eaLnBrk="1" fontAlgn="auto" hangingPunct="1">
              <a:lnSpc>
                <a:spcPct val="170000"/>
              </a:lnSpc>
              <a:spcBef>
                <a:spcPct val="0"/>
              </a:spcBef>
              <a:spcAft>
                <a:spcPts val="0"/>
              </a:spcAft>
              <a:buFont typeface="Arial" pitchFamily="34" charset="0"/>
              <a:buNone/>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AiÀÄzÁædå</a:t>
            </a:r>
            <a:r>
              <a:rPr lang="en-US" sz="2200" b="1" dirty="0">
                <a:solidFill>
                  <a:srgbClr val="000000"/>
                </a:solidFill>
                <a:latin typeface="BRH Kannada" pitchFamily="2" charset="0"/>
              </a:rPr>
              <a:t> ¸ÀÄR ¯</a:t>
            </a:r>
            <a:r>
              <a:rPr lang="en-US" sz="2200" b="1" dirty="0" err="1">
                <a:solidFill>
                  <a:srgbClr val="000000"/>
                </a:solidFill>
                <a:latin typeface="BRH Kannada" pitchFamily="2" charset="0"/>
              </a:rPr>
              <a:t>ÉÆÃ¨sÉÃ£À</a:t>
            </a:r>
            <a:r>
              <a:rPr lang="en-US" sz="2200" b="1" dirty="0">
                <a:solidFill>
                  <a:srgbClr val="000000"/>
                </a:solidFill>
                <a:latin typeface="BRH Kannada" pitchFamily="2" charset="0"/>
              </a:rPr>
              <a:t> º</a:t>
            </a:r>
            <a:r>
              <a:rPr lang="en-US" sz="2200" b="1" dirty="0" err="1">
                <a:solidFill>
                  <a:srgbClr val="000000"/>
                </a:solidFill>
                <a:latin typeface="BRH Kannada" pitchFamily="2" charset="0"/>
              </a:rPr>
              <a:t>ÀAvÀÄªÀiï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Àéd£ÀªÀÄÄzÀåvÁB</a:t>
            </a:r>
            <a:r>
              <a:rPr lang="en-US" sz="2200" b="1" dirty="0">
                <a:solidFill>
                  <a:srgbClr val="000000"/>
                </a:solidFill>
                <a:latin typeface="BRH Kannada" pitchFamily="2" charset="0"/>
              </a:rPr>
              <a:t> ||1.45 ||</a:t>
            </a:r>
            <a:endParaRPr lang="en-US" sz="2200" b="1" dirty="0">
              <a:ea typeface="Calibri"/>
              <a:cs typeface="Times New Roman"/>
            </a:endParaRPr>
          </a:p>
          <a:p>
            <a:pPr marL="342357" indent="-342357" algn="ctr" eaLnBrk="1" fontAlgn="auto" hangingPunct="1">
              <a:lnSpc>
                <a:spcPct val="170000"/>
              </a:lnSpc>
              <a:spcAft>
                <a:spcPts val="0"/>
              </a:spcAft>
              <a:buFont typeface="Arial" pitchFamily="34" charset="0"/>
              <a:buNone/>
              <a:defRPr/>
            </a:pPr>
            <a:endParaRPr lang="en-US" sz="2200" dirty="0"/>
          </a:p>
        </p:txBody>
      </p:sp>
      <p:sp>
        <p:nvSpPr>
          <p:cNvPr id="4" name="Rectangle 3"/>
          <p:cNvSpPr/>
          <p:nvPr/>
        </p:nvSpPr>
        <p:spPr>
          <a:xfrm>
            <a:off x="0" y="3851673"/>
            <a:ext cx="9144000" cy="923186"/>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Alas! We are involved in a great sin in that we are prepared to kill our kinsmen through greed for the pleasures of a kingdom.</a:t>
            </a:r>
          </a:p>
        </p:txBody>
      </p:sp>
    </p:spTree>
    <p:extLst>
      <p:ext uri="{BB962C8B-B14F-4D97-AF65-F5344CB8AC3E}">
        <p14:creationId xmlns:p14="http://schemas.microsoft.com/office/powerpoint/2010/main" val="8246104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4" name="Content Placeholder 2"/>
          <p:cNvSpPr txBox="1">
            <a:spLocks/>
          </p:cNvSpPr>
          <p:nvPr/>
        </p:nvSpPr>
        <p:spPr bwMode="auto">
          <a:xfrm>
            <a:off x="-2628"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marL="342900" indent="-342900">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a:spcBef>
                <a:spcPct val="20000"/>
              </a:spcBef>
            </a:pPr>
            <a:endParaRPr lang="en-US" sz="4000" b="1" dirty="0">
              <a:solidFill>
                <a:schemeClr val="tx1"/>
              </a:solidFill>
              <a:latin typeface="Sanskrit 2003" pitchFamily="2" charset="-78"/>
              <a:cs typeface="Sanskrit 2003" pitchFamily="2" charset="-78"/>
            </a:endParaRPr>
          </a:p>
          <a:p>
            <a:pPr algn="ctr">
              <a:spcBef>
                <a:spcPct val="20000"/>
              </a:spcBef>
            </a:pPr>
            <a:r>
              <a:rPr lang="en-US" sz="4000" b="1" dirty="0">
                <a:solidFill>
                  <a:schemeClr val="tx1"/>
                </a:solidFill>
                <a:latin typeface="Sanskrit 2003" pitchFamily="2" charset="-78"/>
                <a:cs typeface="Sanskrit 2003" pitchFamily="2" charset="-78"/>
              </a:rPr>
              <a:t>   </a:t>
            </a:r>
            <a:r>
              <a:rPr lang="hi-IN" sz="4000" b="1" dirty="0">
                <a:solidFill>
                  <a:schemeClr val="tx1"/>
                </a:solidFill>
                <a:latin typeface="Sanskrit 2003" pitchFamily="2" charset="-78"/>
                <a:cs typeface="Sanskrit 2003" pitchFamily="2" charset="-78"/>
              </a:rPr>
              <a:t>श्रीभगवानुवाच</a:t>
            </a:r>
          </a:p>
          <a:p>
            <a:pPr algn="ctr">
              <a:lnSpc>
                <a:spcPct val="150000"/>
              </a:lnSpc>
              <a:spcBef>
                <a:spcPts val="600"/>
              </a:spcBef>
            </a:pPr>
            <a:r>
              <a:rPr lang="en-US" sz="4000" b="1" dirty="0" err="1">
                <a:solidFill>
                  <a:schemeClr val="tx1"/>
                </a:solidFill>
                <a:latin typeface="URW Palladio IT" pitchFamily="2" charset="0"/>
              </a:rPr>
              <a:t>Śrībhagavānuvāca</a:t>
            </a:r>
            <a:endParaRPr lang="kn-IN" sz="4000" b="1" dirty="0">
              <a:solidFill>
                <a:schemeClr val="tx1"/>
              </a:solidFill>
              <a:latin typeface="URW Palladio IT" pitchFamily="2" charset="0"/>
            </a:endParaRPr>
          </a:p>
          <a:p>
            <a:pPr algn="ctr">
              <a:lnSpc>
                <a:spcPct val="150000"/>
              </a:lnSpc>
              <a:spcBef>
                <a:spcPts val="600"/>
              </a:spcBef>
            </a:pPr>
            <a:r>
              <a:rPr lang="kn-IN" sz="4000" b="1" dirty="0">
                <a:solidFill>
                  <a:schemeClr val="tx1"/>
                </a:solidFill>
                <a:latin typeface="Calibri" pitchFamily="34" charset="0"/>
              </a:rPr>
              <a:t>ಶ್ರೀಭಗವಾನ್ಉವಾಚ</a:t>
            </a:r>
          </a:p>
        </p:txBody>
      </p:sp>
    </p:spTree>
    <p:extLst>
      <p:ext uri="{BB962C8B-B14F-4D97-AF65-F5344CB8AC3E}">
        <p14:creationId xmlns:p14="http://schemas.microsoft.com/office/powerpoint/2010/main" val="21720877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76200" y="402866"/>
            <a:ext cx="9144000" cy="3829050"/>
          </a:xfrm>
          <a:prstGeom prst="rect">
            <a:avLst/>
          </a:prstGeom>
        </p:spPr>
        <p:txBody>
          <a:bodyPr lIns="91296" tIns="45649" rIns="91296" bIns="45649">
            <a:noAutofit/>
          </a:bodyPr>
          <a:lstStyle/>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2, 	</a:t>
            </a:r>
            <a:r>
              <a:rPr lang="en-US" sz="2200" dirty="0" err="1">
                <a:solidFill>
                  <a:srgbClr val="000000"/>
                </a:solidFill>
                <a:latin typeface="Sanskrit 99"/>
                <a:ea typeface="Calibri"/>
                <a:cs typeface="Sanskrit 99"/>
              </a:rPr>
              <a:t>Aip</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cedis</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pape_y</a:t>
            </a:r>
            <a:r>
              <a:rPr lang="en-US" sz="2200" dirty="0">
                <a:solidFill>
                  <a:srgbClr val="000000"/>
                </a:solidFill>
                <a:latin typeface="Sanskrit 99"/>
                <a:ea typeface="Calibri"/>
                <a:cs typeface="Sanskrit 99"/>
              </a:rPr>
              <a:t>&gt; </a:t>
            </a:r>
            <a:r>
              <a:rPr lang="en-US" sz="2200" dirty="0" err="1">
                <a:solidFill>
                  <a:srgbClr val="000000"/>
                </a:solidFill>
                <a:latin typeface="Sanskrit 99"/>
                <a:ea typeface="Calibri"/>
                <a:cs typeface="Sanskrit 99"/>
              </a:rPr>
              <a:t>sveR_y</a:t>
            </a:r>
            <a:r>
              <a:rPr lang="en-US" sz="2200" dirty="0">
                <a:solidFill>
                  <a:srgbClr val="000000"/>
                </a:solidFill>
                <a:latin typeface="Sanskrit 99"/>
                <a:ea typeface="Calibri"/>
                <a:cs typeface="Sanskrit 99"/>
              </a:rPr>
              <a:t>&gt; </a:t>
            </a:r>
            <a:r>
              <a:rPr lang="en-US" sz="2200" dirty="0" err="1">
                <a:solidFill>
                  <a:srgbClr val="000000"/>
                </a:solidFill>
                <a:latin typeface="Sanskrit 99"/>
                <a:ea typeface="Calibri"/>
                <a:cs typeface="Sanskrit 99"/>
              </a:rPr>
              <a:t>papk«Äm</a:t>
            </a:r>
            <a:r>
              <a:rPr lang="en-US" sz="2200" dirty="0">
                <a:solidFill>
                  <a:srgbClr val="000000"/>
                </a:solidFill>
                <a:latin typeface="Sanskrit 99"/>
                <a:ea typeface="Calibri"/>
                <a:cs typeface="Sanskrit 99"/>
              </a:rPr>
              <a:t>&gt;,</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sv</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anPlvenEv</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v&amp;ijn</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sNtir:yis</a:t>
            </a:r>
            <a:r>
              <a:rPr lang="en-US" sz="2200" dirty="0">
                <a:solidFill>
                  <a:srgbClr val="000000"/>
                </a:solidFill>
                <a:latin typeface="Sanskrit 99"/>
                <a:ea typeface="Calibri"/>
                <a:cs typeface="Sanskrit 99"/>
              </a:rPr>
              <a:t>. 4</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36.</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2| 	</a:t>
            </a:r>
            <a:r>
              <a:rPr lang="en-US" sz="2200" dirty="0" err="1">
                <a:solidFill>
                  <a:srgbClr val="000000"/>
                </a:solidFill>
                <a:latin typeface="URW Palladio IT"/>
                <a:ea typeface="Calibri"/>
                <a:cs typeface="URW Palladio IT"/>
              </a:rPr>
              <a:t>Api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cedasi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päpebhyaù</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Sarvebhyaù</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päpakåttamaù</a:t>
            </a:r>
            <a:r>
              <a:rPr lang="en-US" sz="2200" dirty="0">
                <a:solidFill>
                  <a:srgbClr val="000000"/>
                </a:solidFill>
                <a:latin typeface="URW Palladio IT"/>
                <a:ea typeface="Calibri"/>
                <a:cs typeface="URW Palladio IT"/>
              </a:rPr>
              <a:t> |</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Sarvaà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jïänaplavenaiva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Våjinaà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santariñyasi</a:t>
            </a:r>
            <a:r>
              <a:rPr lang="en-US" sz="2200" dirty="0">
                <a:solidFill>
                  <a:srgbClr val="000000"/>
                </a:solidFill>
                <a:latin typeface="URW Palladio IT"/>
                <a:ea typeface="Calibri"/>
                <a:cs typeface="URW Palladio IT"/>
              </a:rPr>
              <a:t> ||4</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36||</a:t>
            </a:r>
          </a:p>
          <a:p>
            <a:pPr algn="ctr">
              <a:lnSpc>
                <a:spcPct val="150000"/>
              </a:lnSpc>
              <a:defRPr/>
            </a:pPr>
            <a:r>
              <a:rPr lang="en-US" sz="2200" b="1" dirty="0">
                <a:solidFill>
                  <a:srgbClr val="000000"/>
                </a:solidFill>
                <a:latin typeface="BRH Kannada"/>
              </a:rPr>
              <a:t>2.	C¦ ZÉÃzÀ¹ ¥Á¥ÉÃ</a:t>
            </a:r>
            <a:r>
              <a:rPr lang="kn-IN" sz="2200" b="1" dirty="0">
                <a:latin typeface="Arial" charset="0"/>
                <a:cs typeface="Arial" charset="0"/>
              </a:rPr>
              <a:t>ಭ್ಯಃ</a:t>
            </a:r>
            <a:r>
              <a:rPr lang="en-CA" sz="2200" b="1" dirty="0">
                <a:latin typeface="Arial" charset="0"/>
                <a:cs typeface="Arial" charset="0"/>
              </a:rPr>
              <a:t> </a:t>
            </a:r>
            <a:r>
              <a:rPr lang="en-US" sz="2200" b="1" dirty="0">
                <a:solidFill>
                  <a:srgbClr val="000000"/>
                </a:solidFill>
                <a:latin typeface="BRH Kannada"/>
              </a:rPr>
              <a:t>¸</a:t>
            </a:r>
            <a:r>
              <a:rPr lang="en-US" sz="2200" b="1" dirty="0" err="1">
                <a:solidFill>
                  <a:srgbClr val="000000"/>
                </a:solidFill>
                <a:latin typeface="BRH Kannada"/>
              </a:rPr>
              <a:t>ÀªÉÃð</a:t>
            </a:r>
            <a:r>
              <a:rPr lang="kn-IN" sz="2200" b="1" dirty="0">
                <a:latin typeface="Arial" charset="0"/>
                <a:cs typeface="Arial" charset="0"/>
              </a:rPr>
              <a:t>ಭ್ಯಃ</a:t>
            </a:r>
            <a:r>
              <a:rPr lang="en-US" sz="2200" b="1" dirty="0">
                <a:solidFill>
                  <a:srgbClr val="000000"/>
                </a:solidFill>
                <a:latin typeface="BRH Kannada"/>
              </a:rPr>
              <a:t> ¥</a:t>
            </a:r>
            <a:r>
              <a:rPr lang="en-US" sz="2200" b="1" dirty="0" err="1">
                <a:solidFill>
                  <a:srgbClr val="000000"/>
                </a:solidFill>
                <a:latin typeface="BRH Kannada"/>
              </a:rPr>
              <a:t>Á¥ÀPÀÈvÀÛªÀÄB</a:t>
            </a:r>
            <a:r>
              <a:rPr lang="en-US" sz="2200" b="1" dirty="0">
                <a:solidFill>
                  <a:srgbClr val="000000"/>
                </a:solidFill>
                <a:latin typeface="BRH Kannada"/>
              </a:rPr>
              <a:t> |</a:t>
            </a:r>
          </a:p>
          <a:p>
            <a:pPr algn="ctr">
              <a:lnSpc>
                <a:spcPct val="150000"/>
              </a:lnSpc>
              <a:defRPr/>
            </a:pPr>
            <a:r>
              <a:rPr lang="en-US" sz="2200" b="1" dirty="0">
                <a:solidFill>
                  <a:srgbClr val="000000"/>
                </a:solidFill>
                <a:latin typeface="BRH Kannada"/>
              </a:rPr>
              <a:t>	¸</a:t>
            </a:r>
            <a:r>
              <a:rPr lang="en-US" sz="2200" b="1" dirty="0" err="1">
                <a:solidFill>
                  <a:srgbClr val="000000"/>
                </a:solidFill>
                <a:latin typeface="BRH Kannada"/>
              </a:rPr>
              <a:t>ÀªÀðA</a:t>
            </a:r>
            <a:r>
              <a:rPr lang="en-US" sz="2200" b="1" dirty="0">
                <a:solidFill>
                  <a:srgbClr val="000000"/>
                </a:solidFill>
                <a:latin typeface="BRH Kannada"/>
              </a:rPr>
              <a:t> </a:t>
            </a:r>
            <a:r>
              <a:rPr lang="en-US" sz="2200" b="1" dirty="0" err="1">
                <a:solidFill>
                  <a:srgbClr val="000000"/>
                </a:solidFill>
                <a:latin typeface="BRH Kannada"/>
              </a:rPr>
              <a:t>eÁÕ£À¥ÀèªÉÃ£ÉÊªÀ</a:t>
            </a:r>
            <a:r>
              <a:rPr lang="en-US" sz="2200" b="1" dirty="0">
                <a:solidFill>
                  <a:srgbClr val="000000"/>
                </a:solidFill>
                <a:latin typeface="BRH Kannada"/>
              </a:rPr>
              <a:t> ª</a:t>
            </a:r>
            <a:r>
              <a:rPr lang="en-US" sz="2200" b="1" dirty="0" err="1">
                <a:solidFill>
                  <a:srgbClr val="000000"/>
                </a:solidFill>
                <a:latin typeface="BRH Kannada"/>
              </a:rPr>
              <a:t>ÀÈf£ÀA</a:t>
            </a:r>
            <a:r>
              <a:rPr lang="en-US" sz="2200" b="1" dirty="0">
                <a:solidFill>
                  <a:srgbClr val="000000"/>
                </a:solidFill>
                <a:latin typeface="BRH Kannada"/>
              </a:rPr>
              <a:t> ¸ÀAvÀjµÀå¹ ||4.36||</a:t>
            </a:r>
            <a:endParaRPr lang="en-US" sz="2200" b="1" dirty="0">
              <a:ea typeface="Calibri"/>
              <a:cs typeface="Times New Roman"/>
            </a:endParaRPr>
          </a:p>
        </p:txBody>
      </p:sp>
      <p:sp>
        <p:nvSpPr>
          <p:cNvPr id="4" name="Rectangle 3"/>
          <p:cNvSpPr/>
          <p:nvPr/>
        </p:nvSpPr>
        <p:spPr>
          <a:xfrm>
            <a:off x="0" y="3908823"/>
            <a:ext cx="9144000" cy="880803"/>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Even if thou art the most sinful of all sinners, yet thou shalt verily cross all sins by the raft of knowledge.</a:t>
            </a:r>
          </a:p>
        </p:txBody>
      </p:sp>
    </p:spTree>
    <p:extLst>
      <p:ext uri="{BB962C8B-B14F-4D97-AF65-F5344CB8AC3E}">
        <p14:creationId xmlns:p14="http://schemas.microsoft.com/office/powerpoint/2010/main" val="12688411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114300"/>
            <a:ext cx="9144000" cy="3543300"/>
          </a:xfrm>
          <a:prstGeom prst="rect">
            <a:avLst/>
          </a:prstGeom>
        </p:spPr>
        <p:txBody>
          <a:bodyPr lIns="91296" tIns="45649" rIns="91296" bIns="45649">
            <a:noAutofit/>
          </a:bodyPr>
          <a:lstStyle/>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3, 	</a:t>
            </a:r>
            <a:r>
              <a:rPr lang="en-US" sz="2200" dirty="0" err="1">
                <a:solidFill>
                  <a:srgbClr val="000000"/>
                </a:solidFill>
                <a:latin typeface="Sanskrit 99"/>
                <a:ea typeface="Calibri"/>
                <a:cs typeface="Sanskrit 99"/>
              </a:rPr>
              <a:t>tiÖiÏ</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ài</a:t>
            </a:r>
            <a:r>
              <a:rPr lang="en-US" sz="2200" dirty="0">
                <a:solidFill>
                  <a:srgbClr val="000000"/>
                </a:solidFill>
                <a:latin typeface="Sanskrit 99"/>
                <a:ea typeface="Calibri"/>
                <a:cs typeface="Sanskrit 99"/>
              </a:rPr>
              <a:t>[paten </a:t>
            </a:r>
            <a:r>
              <a:rPr lang="en-US" sz="2200" dirty="0" err="1">
                <a:solidFill>
                  <a:srgbClr val="000000"/>
                </a:solidFill>
                <a:latin typeface="Sanskrit 99"/>
                <a:ea typeface="Calibri"/>
                <a:cs typeface="Sanskrit 99"/>
              </a:rPr>
              <a:t>piràîen</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sevya</a:t>
            </a:r>
            <a:r>
              <a:rPr lang="en-US" sz="2200" dirty="0">
                <a:solidFill>
                  <a:srgbClr val="000000"/>
                </a:solidFill>
                <a:latin typeface="Sanskrit 99"/>
                <a:ea typeface="Calibri"/>
                <a:cs typeface="Sanskrit 99"/>
              </a:rPr>
              <a:t>,</a:t>
            </a:r>
            <a:endParaRPr lang="en-US" sz="2200" dirty="0">
              <a:ea typeface="Calibri"/>
              <a:cs typeface="Times New Roman"/>
            </a:endParaRPr>
          </a:p>
          <a:p>
            <a:pPr algn="ctr" eaLnBrk="1" fontAlgn="auto" hangingPunct="1">
              <a:lnSpc>
                <a:spcPct val="150000"/>
              </a:lnSpc>
              <a:spcBef>
                <a:spcPts val="0"/>
              </a:spcBef>
              <a:spcAft>
                <a:spcPts val="1200"/>
              </a:spcAft>
              <a:defRPr/>
            </a:pP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pdeúyiNt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te</a:t>
            </a:r>
            <a:r>
              <a:rPr lang="en-US" sz="2200" dirty="0">
                <a:solidFill>
                  <a:srgbClr val="000000"/>
                </a:solidFill>
                <a:latin typeface="Sanskrit 99"/>
                <a:ea typeface="Calibri"/>
                <a:cs typeface="Sanskrit 99"/>
              </a:rPr>
              <a:t> }an&lt; }</a:t>
            </a:r>
            <a:r>
              <a:rPr lang="en-US" sz="2200" dirty="0" err="1">
                <a:solidFill>
                  <a:srgbClr val="000000"/>
                </a:solidFill>
                <a:latin typeface="Sanskrit 99"/>
                <a:ea typeface="Calibri"/>
                <a:cs typeface="Sanskrit 99"/>
              </a:rPr>
              <a:t>ainnStÅvdizRn</a:t>
            </a:r>
            <a:r>
              <a:rPr lang="en-US" sz="2200" dirty="0">
                <a:solidFill>
                  <a:srgbClr val="000000"/>
                </a:solidFill>
                <a:latin typeface="Sanskrit 99"/>
                <a:ea typeface="Calibri"/>
                <a:cs typeface="Sanskrit 99"/>
              </a:rPr>
              <a:t>&gt;.4</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34.</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3| 	</a:t>
            </a:r>
            <a:r>
              <a:rPr lang="en-US" sz="2200" dirty="0" err="1">
                <a:solidFill>
                  <a:srgbClr val="000000"/>
                </a:solidFill>
                <a:latin typeface="URW Palladio IT"/>
                <a:ea typeface="Calibri"/>
                <a:cs typeface="URW Palladio IT"/>
              </a:rPr>
              <a:t>Tadviddhi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praëipätena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Paripraçnena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sevayä</a:t>
            </a:r>
            <a:r>
              <a:rPr lang="en-US" sz="2200" dirty="0">
                <a:solidFill>
                  <a:srgbClr val="000000"/>
                </a:solidFill>
                <a:latin typeface="URW Palladio IT"/>
                <a:ea typeface="Calibri"/>
                <a:cs typeface="URW Palladio IT"/>
              </a:rPr>
              <a:t> |</a:t>
            </a:r>
            <a:endParaRPr lang="en-US" sz="2200" dirty="0">
              <a:ea typeface="Calibri"/>
              <a:cs typeface="Times New Roman"/>
            </a:endParaRPr>
          </a:p>
          <a:p>
            <a:pPr algn="ctr" eaLnBrk="1" fontAlgn="auto" hangingPunct="1">
              <a:lnSpc>
                <a:spcPct val="150000"/>
              </a:lnSpc>
              <a:spcBef>
                <a:spcPts val="0"/>
              </a:spcBef>
              <a:spcAft>
                <a:spcPts val="1800"/>
              </a:spcAft>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Upadekñyanti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te</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jïänaà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Jïäninastattvadarçinaù</a:t>
            </a:r>
            <a:r>
              <a:rPr lang="en-US" sz="2200" dirty="0">
                <a:solidFill>
                  <a:srgbClr val="000000"/>
                </a:solidFill>
                <a:latin typeface="URW Palladio IT"/>
                <a:ea typeface="Calibri"/>
                <a:cs typeface="URW Palladio IT"/>
              </a:rPr>
              <a:t> ||4</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34||</a:t>
            </a:r>
          </a:p>
          <a:p>
            <a:pPr algn="ctr">
              <a:lnSpc>
                <a:spcPct val="150000"/>
              </a:lnSpc>
              <a:defRPr/>
            </a:pPr>
            <a:r>
              <a:rPr lang="pt-BR" sz="2200" b="1" dirty="0">
                <a:solidFill>
                  <a:srgbClr val="000000"/>
                </a:solidFill>
                <a:latin typeface="BRH Kannada" pitchFamily="2" charset="0"/>
              </a:rPr>
              <a:t>3.	vÀ¢é¢Þ ¥ÀætÂ¥ÁvÉÃ£À ¥Àj¥Àæ</a:t>
            </a:r>
            <a:r>
              <a:rPr lang="kn-IN" sz="2200" b="1" dirty="0">
                <a:latin typeface="Arial" charset="0"/>
                <a:cs typeface="Arial" charset="0"/>
              </a:rPr>
              <a:t>ಶ್ನೇ</a:t>
            </a:r>
            <a:r>
              <a:rPr lang="pt-BR" sz="2200" b="1" dirty="0">
                <a:solidFill>
                  <a:srgbClr val="000000"/>
                </a:solidFill>
                <a:latin typeface="BRH Kannada" pitchFamily="2" charset="0"/>
              </a:rPr>
              <a:t>£À ¸ÉÃªÀAiÀiÁ |</a:t>
            </a:r>
          </a:p>
          <a:p>
            <a:pPr algn="ctr">
              <a:lnSpc>
                <a:spcPct val="150000"/>
              </a:lnSpc>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G¥ÀzÉÃ</a:t>
            </a:r>
            <a:r>
              <a:rPr lang="kn-IN" sz="2200" b="1" dirty="0">
                <a:latin typeface="Arial" charset="0"/>
                <a:cs typeface="Arial" charset="0"/>
              </a:rPr>
              <a:t>ಕ್ಷ್ಯ</a:t>
            </a:r>
            <a:r>
              <a:rPr lang="en-US" sz="2200" b="1" dirty="0">
                <a:solidFill>
                  <a:srgbClr val="000000"/>
                </a:solidFill>
                <a:latin typeface="BRH Kannada" pitchFamily="2" charset="0"/>
              </a:rPr>
              <a:t>Aw </a:t>
            </a:r>
            <a:r>
              <a:rPr lang="en-US" sz="2200" b="1" dirty="0" err="1">
                <a:solidFill>
                  <a:srgbClr val="000000"/>
                </a:solidFill>
                <a:latin typeface="BRH Kannada" pitchFamily="2" charset="0"/>
              </a:rPr>
              <a:t>vÉÃ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eÁÕ£ÀªÀiï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eÁÕ</a:t>
            </a:r>
            <a:r>
              <a:rPr lang="en-US" sz="2200" b="1" dirty="0">
                <a:solidFill>
                  <a:srgbClr val="000000"/>
                </a:solidFill>
                <a:latin typeface="BRH Kannada" pitchFamily="2" charset="0"/>
              </a:rPr>
              <a:t>¤£À¸ÀÛvÀÛézÀ²ð£ÀB ||4.34||</a:t>
            </a:r>
            <a:endParaRPr lang="en-US" sz="2200" b="1" dirty="0">
              <a:ea typeface="Calibri"/>
              <a:cs typeface="Times New Roman"/>
            </a:endParaRPr>
          </a:p>
        </p:txBody>
      </p:sp>
      <p:sp>
        <p:nvSpPr>
          <p:cNvPr id="4" name="Rectangle 3"/>
          <p:cNvSpPr/>
          <p:nvPr/>
        </p:nvSpPr>
        <p:spPr>
          <a:xfrm>
            <a:off x="0" y="4089223"/>
            <a:ext cx="9144000" cy="880803"/>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Know that by long prostration, by question and by service, the wise who have realised</a:t>
            </a:r>
          </a:p>
          <a:p>
            <a:pPr algn="ctr" eaLnBrk="1" hangingPunct="1">
              <a:lnSpc>
                <a:spcPct val="150000"/>
              </a:lnSpc>
              <a:defRPr/>
            </a:pPr>
            <a:r>
              <a:rPr lang="en-IN" b="1" i="1" dirty="0">
                <a:latin typeface="Palatino Linotype" panose="02040502050505030304" pitchFamily="18" charset="0"/>
              </a:rPr>
              <a:t>the Truth will instruct thee in (that) knowledge.</a:t>
            </a:r>
          </a:p>
        </p:txBody>
      </p:sp>
    </p:spTree>
    <p:extLst>
      <p:ext uri="{BB962C8B-B14F-4D97-AF65-F5344CB8AC3E}">
        <p14:creationId xmlns:p14="http://schemas.microsoft.com/office/powerpoint/2010/main" val="5915493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148828"/>
            <a:ext cx="9144000" cy="3394472"/>
          </a:xfrm>
          <a:prstGeom prst="rect">
            <a:avLst/>
          </a:prstGeom>
        </p:spPr>
        <p:txBody>
          <a:bodyPr lIns="91296" tIns="45649" rIns="91296" bIns="45649">
            <a:normAutofit lnSpcReduction="10000"/>
          </a:bodyPr>
          <a:lstStyle/>
          <a:p>
            <a:pPr algn="ctr" eaLnBrk="1" fontAlgn="auto" hangingPunct="1">
              <a:lnSpc>
                <a:spcPct val="170000"/>
              </a:lnSpc>
              <a:spcBef>
                <a:spcPts val="0"/>
              </a:spcBef>
              <a:spcAft>
                <a:spcPts val="0"/>
              </a:spcAft>
              <a:defRPr/>
            </a:pPr>
            <a:r>
              <a:rPr lang="en-US" sz="2200" dirty="0">
                <a:solidFill>
                  <a:srgbClr val="000000"/>
                </a:solidFill>
                <a:latin typeface="Sanskrit 99"/>
                <a:ea typeface="Calibri"/>
                <a:cs typeface="Sanskrit 99"/>
              </a:rPr>
              <a:t>4,	n </a:t>
            </a:r>
            <a:r>
              <a:rPr lang="en-US" sz="2200" dirty="0" err="1">
                <a:solidFill>
                  <a:srgbClr val="000000"/>
                </a:solidFill>
                <a:latin typeface="Sanskrit 99"/>
                <a:ea typeface="Calibri"/>
                <a:cs typeface="Sanskrit 99"/>
              </a:rPr>
              <a:t>jayte</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ièyte</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va</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kdaict</a:t>
            </a:r>
            <a:r>
              <a:rPr lang="en-US" sz="2200" dirty="0">
                <a:solidFill>
                  <a:srgbClr val="000000"/>
                </a:solidFill>
                <a:latin typeface="Sanskrit 99"/>
                <a:ea typeface="Calibri"/>
                <a:cs typeface="Sanskrit 99"/>
              </a:rPr>
              <a:t>!</a:t>
            </a:r>
          </a:p>
          <a:p>
            <a:pPr algn="ctr" eaLnBrk="1" fontAlgn="auto" hangingPunct="1">
              <a:lnSpc>
                <a:spcPct val="170000"/>
              </a:lnSpc>
              <a:spcBef>
                <a:spcPts val="0"/>
              </a:spcBef>
              <a:spcAft>
                <a:spcPts val="0"/>
              </a:spcAft>
              <a:defRPr/>
            </a:pPr>
            <a:r>
              <a:rPr lang="en-US" sz="2200" dirty="0">
                <a:solidFill>
                  <a:srgbClr val="000000"/>
                </a:solidFill>
                <a:latin typeface="Sanskrit 99"/>
                <a:ea typeface="Calibri"/>
                <a:cs typeface="Sanskrit 99"/>
              </a:rPr>
              <a:t>	nay&lt; </a:t>
            </a:r>
            <a:r>
              <a:rPr lang="en-US" sz="2200" dirty="0" err="1">
                <a:solidFill>
                  <a:srgbClr val="000000"/>
                </a:solidFill>
                <a:latin typeface="Sanskrit 99"/>
                <a:ea typeface="Calibri"/>
                <a:cs typeface="Sanskrit 99"/>
              </a:rPr>
              <a:t>ÉUTva</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Éivta</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va</a:t>
            </a:r>
            <a:r>
              <a:rPr lang="en-US" sz="2200" dirty="0">
                <a:solidFill>
                  <a:srgbClr val="000000"/>
                </a:solidFill>
                <a:latin typeface="Sanskrit 99"/>
                <a:ea typeface="Calibri"/>
                <a:cs typeface="Sanskrit 99"/>
              </a:rPr>
              <a:t> n </a:t>
            </a:r>
            <a:r>
              <a:rPr lang="en-US" sz="2200" dirty="0" err="1">
                <a:solidFill>
                  <a:srgbClr val="000000"/>
                </a:solidFill>
                <a:latin typeface="Sanskrit 99"/>
                <a:ea typeface="Calibri"/>
                <a:cs typeface="Sanskrit 99"/>
              </a:rPr>
              <a:t>ÉUy</a:t>
            </a:r>
            <a:r>
              <a:rPr lang="en-US" sz="2200" dirty="0">
                <a:solidFill>
                  <a:srgbClr val="000000"/>
                </a:solidFill>
                <a:latin typeface="Sanskrit 99"/>
                <a:ea typeface="Calibri"/>
                <a:cs typeface="Sanskrit 99"/>
              </a:rPr>
              <a:t>&gt;,</a:t>
            </a:r>
            <a:endParaRPr lang="en-US" sz="2200" dirty="0">
              <a:ea typeface="Calibri"/>
              <a:cs typeface="Times New Roman"/>
            </a:endParaRPr>
          </a:p>
          <a:p>
            <a:pPr algn="ctr" eaLnBrk="1" fontAlgn="auto" hangingPunct="1">
              <a:lnSpc>
                <a:spcPct val="170000"/>
              </a:lnSpc>
              <a:spcBef>
                <a:spcPts val="0"/>
              </a:spcBef>
              <a:spcAft>
                <a:spcPts val="0"/>
              </a:spcAft>
              <a:defRPr/>
            </a:pPr>
            <a:r>
              <a:rPr lang="en-US" sz="2200" dirty="0">
                <a:solidFill>
                  <a:srgbClr val="000000"/>
                </a:solidFill>
                <a:latin typeface="URW Palladio IT"/>
                <a:ea typeface="Calibri"/>
                <a:cs typeface="URW Palladio IT"/>
              </a:rPr>
              <a:t>4| 	Na </a:t>
            </a:r>
            <a:r>
              <a:rPr lang="en-US" sz="2200" dirty="0" err="1">
                <a:solidFill>
                  <a:srgbClr val="000000"/>
                </a:solidFill>
                <a:latin typeface="URW Palladio IT"/>
                <a:ea typeface="Calibri"/>
                <a:cs typeface="URW Palladio IT"/>
              </a:rPr>
              <a:t>jäyate</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mriyate</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vä</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kadäcit</a:t>
            </a:r>
            <a:r>
              <a:rPr lang="en-US" sz="2200" dirty="0">
                <a:solidFill>
                  <a:srgbClr val="000000"/>
                </a:solidFill>
                <a:latin typeface="URW Palladio IT"/>
                <a:ea typeface="Calibri"/>
                <a:cs typeface="URW Palladio IT"/>
              </a:rPr>
              <a:t> </a:t>
            </a:r>
            <a:endParaRPr lang="en-US" sz="2200" dirty="0">
              <a:ea typeface="Calibri"/>
              <a:cs typeface="Times New Roman"/>
            </a:endParaRPr>
          </a:p>
          <a:p>
            <a:pPr algn="ctr" eaLnBrk="1" fontAlgn="auto" hangingPunct="1">
              <a:lnSpc>
                <a:spcPct val="170000"/>
              </a:lnSpc>
              <a:spcBef>
                <a:spcPts val="0"/>
              </a:spcBef>
              <a:spcAft>
                <a:spcPts val="0"/>
              </a:spcAft>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Näyaà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bhütvä</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bhavitä</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vä</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na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bhüyaù</a:t>
            </a:r>
            <a:r>
              <a:rPr lang="en-US" sz="2200" dirty="0">
                <a:solidFill>
                  <a:srgbClr val="000000"/>
                </a:solidFill>
                <a:latin typeface="URW Palladio IT"/>
                <a:ea typeface="Calibri"/>
                <a:cs typeface="URW Palladio IT"/>
              </a:rPr>
              <a:t> |</a:t>
            </a:r>
          </a:p>
          <a:p>
            <a:pPr algn="ctr">
              <a:lnSpc>
                <a:spcPct val="170000"/>
              </a:lnSpc>
              <a:defRPr/>
            </a:pPr>
            <a:r>
              <a:rPr lang="en-US" sz="2200" b="1" dirty="0">
                <a:solidFill>
                  <a:srgbClr val="000000"/>
                </a:solidFill>
                <a:latin typeface="BRH Kannada" pitchFamily="2" charset="0"/>
                <a:cs typeface="Arial" charset="0"/>
              </a:rPr>
              <a:t>4.	£À </a:t>
            </a:r>
            <a:r>
              <a:rPr lang="en-US" sz="2200" b="1" dirty="0" err="1">
                <a:solidFill>
                  <a:srgbClr val="000000"/>
                </a:solidFill>
                <a:latin typeface="BRH Kannada" pitchFamily="2" charset="0"/>
                <a:cs typeface="Arial" charset="0"/>
              </a:rPr>
              <a:t>eÁAiÀÄvÉÃ</a:t>
            </a:r>
            <a:r>
              <a:rPr lang="en-US" sz="2200" b="1" dirty="0">
                <a:solidFill>
                  <a:srgbClr val="000000"/>
                </a:solidFill>
                <a:latin typeface="BRH Kannada" pitchFamily="2" charset="0"/>
                <a:cs typeface="Arial" charset="0"/>
              </a:rPr>
              <a:t> «</a:t>
            </a:r>
            <a:r>
              <a:rPr lang="en-US" sz="2200" b="1" dirty="0" err="1">
                <a:solidFill>
                  <a:srgbClr val="000000"/>
                </a:solidFill>
                <a:latin typeface="BRH Kannada" pitchFamily="2" charset="0"/>
                <a:cs typeface="Arial" charset="0"/>
              </a:rPr>
              <a:t>ÄæAiÀÄvÉÃ</a:t>
            </a:r>
            <a:r>
              <a:rPr lang="en-US" sz="2200" b="1" dirty="0">
                <a:solidFill>
                  <a:srgbClr val="000000"/>
                </a:solidFill>
                <a:latin typeface="BRH Kannada" pitchFamily="2" charset="0"/>
                <a:cs typeface="Arial" charset="0"/>
              </a:rPr>
              <a:t> ªÁ </a:t>
            </a:r>
            <a:r>
              <a:rPr lang="en-US" sz="2200" b="1" dirty="0" err="1">
                <a:solidFill>
                  <a:srgbClr val="000000"/>
                </a:solidFill>
                <a:latin typeface="BRH Kannada" pitchFamily="2" charset="0"/>
                <a:cs typeface="Arial" charset="0"/>
              </a:rPr>
              <a:t>PÀzÁavï</a:t>
            </a:r>
            <a:r>
              <a:rPr lang="en-US" sz="2200" b="1" dirty="0">
                <a:solidFill>
                  <a:srgbClr val="000000"/>
                </a:solidFill>
                <a:latin typeface="BRH Kannada" pitchFamily="2" charset="0"/>
                <a:cs typeface="Arial" charset="0"/>
              </a:rPr>
              <a:t> </a:t>
            </a:r>
          </a:p>
          <a:p>
            <a:pPr algn="ctr">
              <a:lnSpc>
                <a:spcPct val="170000"/>
              </a:lnSpc>
              <a:defRPr/>
            </a:pPr>
            <a:r>
              <a:rPr lang="en-US" sz="2200" b="1" dirty="0">
                <a:solidFill>
                  <a:srgbClr val="000000"/>
                </a:solidFill>
                <a:latin typeface="BRH Kannada" pitchFamily="2" charset="0"/>
                <a:cs typeface="Arial" charset="0"/>
              </a:rPr>
              <a:t>	£</a:t>
            </a:r>
            <a:r>
              <a:rPr lang="en-US" sz="2200" b="1" dirty="0" err="1">
                <a:solidFill>
                  <a:srgbClr val="000000"/>
                </a:solidFill>
                <a:latin typeface="BRH Kannada" pitchFamily="2" charset="0"/>
                <a:cs typeface="Arial" charset="0"/>
              </a:rPr>
              <a:t>Á„AiÀÄªÀiï</a:t>
            </a:r>
            <a:r>
              <a:rPr lang="en-US" sz="2200" b="1" dirty="0">
                <a:solidFill>
                  <a:srgbClr val="000000"/>
                </a:solidFill>
                <a:latin typeface="BRH Kannada" pitchFamily="2" charset="0"/>
                <a:cs typeface="Arial" charset="0"/>
              </a:rPr>
              <a:t> </a:t>
            </a:r>
            <a:r>
              <a:rPr lang="kn-IN" sz="2200" b="1" dirty="0">
                <a:solidFill>
                  <a:srgbClr val="000000"/>
                </a:solidFill>
                <a:latin typeface="BRH Kannada" pitchFamily="2" charset="0"/>
                <a:cs typeface="Arial" charset="0"/>
              </a:rPr>
              <a:t>ಭೂ</a:t>
            </a:r>
            <a:r>
              <a:rPr lang="en-US" sz="2200" b="1" dirty="0" err="1">
                <a:solidFill>
                  <a:srgbClr val="000000"/>
                </a:solidFill>
                <a:latin typeface="BRH Kannada" pitchFamily="2" charset="0"/>
                <a:cs typeface="Arial" charset="0"/>
              </a:rPr>
              <a:t>vÁé</a:t>
            </a:r>
            <a:r>
              <a:rPr lang="en-US" sz="2200" b="1" dirty="0">
                <a:solidFill>
                  <a:srgbClr val="000000"/>
                </a:solidFill>
                <a:latin typeface="BRH Kannada" pitchFamily="2" charset="0"/>
                <a:cs typeface="Arial" charset="0"/>
              </a:rPr>
              <a:t> </a:t>
            </a:r>
            <a:r>
              <a:rPr lang="kn-IN" sz="2200" b="1" dirty="0">
                <a:solidFill>
                  <a:srgbClr val="000000"/>
                </a:solidFill>
                <a:latin typeface="BRH Kannada" pitchFamily="2" charset="0"/>
                <a:cs typeface="Arial" charset="0"/>
              </a:rPr>
              <a:t>ಭ</a:t>
            </a:r>
            <a:r>
              <a:rPr lang="en-US" sz="2200" b="1" dirty="0">
                <a:solidFill>
                  <a:srgbClr val="000000"/>
                </a:solidFill>
                <a:latin typeface="BRH Kannada" pitchFamily="2" charset="0"/>
                <a:cs typeface="Arial" charset="0"/>
              </a:rPr>
              <a:t>«</a:t>
            </a:r>
            <a:r>
              <a:rPr lang="en-US" sz="2200" b="1" dirty="0" err="1">
                <a:solidFill>
                  <a:srgbClr val="000000"/>
                </a:solidFill>
                <a:latin typeface="BRH Kannada" pitchFamily="2" charset="0"/>
                <a:cs typeface="Arial" charset="0"/>
              </a:rPr>
              <a:t>vÁ</a:t>
            </a:r>
            <a:r>
              <a:rPr lang="en-US" sz="2200" b="1" dirty="0">
                <a:solidFill>
                  <a:srgbClr val="000000"/>
                </a:solidFill>
                <a:latin typeface="BRH Kannada" pitchFamily="2" charset="0"/>
                <a:cs typeface="Arial" charset="0"/>
              </a:rPr>
              <a:t> ªÁ £À </a:t>
            </a:r>
            <a:r>
              <a:rPr lang="kn-IN" sz="2200" b="1" dirty="0">
                <a:solidFill>
                  <a:srgbClr val="000000"/>
                </a:solidFill>
                <a:latin typeface="BRH Kannada" pitchFamily="2" charset="0"/>
                <a:cs typeface="Arial" charset="0"/>
              </a:rPr>
              <a:t>ಭೂ</a:t>
            </a:r>
            <a:r>
              <a:rPr lang="en-US" sz="2200" b="1" dirty="0" err="1">
                <a:solidFill>
                  <a:srgbClr val="000000"/>
                </a:solidFill>
                <a:latin typeface="BRH Kannada" pitchFamily="2" charset="0"/>
                <a:cs typeface="Arial" charset="0"/>
              </a:rPr>
              <a:t>AiÀÄB</a:t>
            </a:r>
            <a:r>
              <a:rPr lang="en-US" sz="2200" b="1" dirty="0">
                <a:solidFill>
                  <a:srgbClr val="000000"/>
                </a:solidFill>
                <a:latin typeface="BRH Kannada" pitchFamily="2" charset="0"/>
                <a:cs typeface="Arial" charset="0"/>
              </a:rPr>
              <a:t> |</a:t>
            </a:r>
            <a:endParaRPr lang="en-US" sz="2200" b="1" dirty="0">
              <a:ea typeface="Calibri"/>
              <a:cs typeface="Times New Roman"/>
            </a:endParaRPr>
          </a:p>
        </p:txBody>
      </p:sp>
      <p:sp>
        <p:nvSpPr>
          <p:cNvPr id="4" name="Rectangle 3"/>
          <p:cNvSpPr/>
          <p:nvPr/>
        </p:nvSpPr>
        <p:spPr>
          <a:xfrm>
            <a:off x="-41275" y="3943350"/>
            <a:ext cx="9144000" cy="880803"/>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He is not born nor does He ever die; after having been, He again ceases not to be.</a:t>
            </a:r>
          </a:p>
          <a:p>
            <a:pPr algn="ctr" eaLnBrk="1" hangingPunct="1">
              <a:lnSpc>
                <a:spcPct val="150000"/>
              </a:lnSpc>
              <a:defRPr/>
            </a:pPr>
            <a:r>
              <a:rPr lang="en-IN" b="1" i="1" dirty="0">
                <a:latin typeface="Palatino Linotype" panose="02040502050505030304" pitchFamily="18" charset="0"/>
              </a:rPr>
              <a:t>Unborn, eternal, changeless and ancient, He is not killed when the body is killed</a:t>
            </a:r>
          </a:p>
        </p:txBody>
      </p:sp>
    </p:spTree>
    <p:extLst>
      <p:ext uri="{BB962C8B-B14F-4D97-AF65-F5344CB8AC3E}">
        <p14:creationId xmlns:p14="http://schemas.microsoft.com/office/powerpoint/2010/main" val="30660353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114301"/>
            <a:ext cx="9144000" cy="3394472"/>
          </a:xfrm>
          <a:prstGeom prst="rect">
            <a:avLst/>
          </a:prstGeom>
        </p:spPr>
        <p:txBody>
          <a:bodyPr lIns="91296" tIns="45649" rIns="91296" bIns="45649">
            <a:noAutofit/>
          </a:bodyPr>
          <a:lstStyle/>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Ajae</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inTy</a:t>
            </a:r>
            <a:r>
              <a:rPr lang="en-US" sz="2200" dirty="0">
                <a:solidFill>
                  <a:srgbClr val="000000"/>
                </a:solidFill>
                <a:latin typeface="Sanskrit 99"/>
                <a:ea typeface="Calibri"/>
                <a:cs typeface="Sanskrit 99"/>
              </a:rPr>
              <a:t>&gt; </a:t>
            </a:r>
            <a:r>
              <a:rPr lang="en-US" sz="2200" dirty="0" err="1">
                <a:solidFill>
                  <a:srgbClr val="000000"/>
                </a:solidFill>
                <a:latin typeface="Sanskrit 99"/>
                <a:ea typeface="Calibri"/>
                <a:cs typeface="Sanskrit 99"/>
              </a:rPr>
              <a:t>zañtae</a:t>
            </a:r>
            <a:r>
              <a:rPr lang="en-US" sz="2200" dirty="0">
                <a:solidFill>
                  <a:srgbClr val="000000"/>
                </a:solidFill>
                <a:latin typeface="Sanskrit 99"/>
                <a:ea typeface="Calibri"/>
                <a:cs typeface="Sanskrit 99"/>
              </a:rPr>
              <a:t>=y&lt; </a:t>
            </a:r>
            <a:r>
              <a:rPr lang="en-US" sz="2200" dirty="0" err="1">
                <a:solidFill>
                  <a:srgbClr val="000000"/>
                </a:solidFill>
                <a:latin typeface="Sanskrit 99"/>
                <a:ea typeface="Calibri"/>
                <a:cs typeface="Sanskrit 99"/>
              </a:rPr>
              <a:t>pura</a:t>
            </a:r>
            <a:r>
              <a:rPr lang="en-US" sz="2200" dirty="0">
                <a:solidFill>
                  <a:srgbClr val="000000"/>
                </a:solidFill>
                <a:latin typeface="Sanskrit 99"/>
                <a:ea typeface="Calibri"/>
                <a:cs typeface="Sanskrit 99"/>
              </a:rPr>
              <a:t>[&gt;</a:t>
            </a:r>
          </a:p>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	n </a:t>
            </a:r>
            <a:r>
              <a:rPr lang="en-US" sz="2200" dirty="0" err="1">
                <a:solidFill>
                  <a:srgbClr val="000000"/>
                </a:solidFill>
                <a:latin typeface="Sanskrit 99"/>
                <a:ea typeface="Calibri"/>
                <a:cs typeface="Sanskrit 99"/>
              </a:rPr>
              <a:t>hNyte</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hNymane</a:t>
            </a:r>
            <a:r>
              <a:rPr lang="en-US" sz="2200" dirty="0">
                <a:solidFill>
                  <a:srgbClr val="000000"/>
                </a:solidFill>
                <a:latin typeface="Sanskrit 99"/>
                <a:ea typeface="Calibri"/>
                <a:cs typeface="Sanskrit 99"/>
              </a:rPr>
              <a:t> zrIre.2</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20.</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Ajo</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nityaù</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çäçvato'yaà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puräëaù</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	Na </a:t>
            </a:r>
            <a:r>
              <a:rPr lang="en-US" sz="2200" dirty="0" err="1">
                <a:solidFill>
                  <a:srgbClr val="000000"/>
                </a:solidFill>
                <a:latin typeface="URW Palladio IT"/>
                <a:ea typeface="Calibri"/>
                <a:cs typeface="URW Palladio IT"/>
              </a:rPr>
              <a:t>hanyate</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hanyamäne</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çarére</a:t>
            </a:r>
            <a:r>
              <a:rPr lang="en-US" sz="2200" dirty="0">
                <a:solidFill>
                  <a:srgbClr val="000000"/>
                </a:solidFill>
                <a:latin typeface="URW Palladio IT"/>
                <a:ea typeface="Calibri"/>
                <a:cs typeface="URW Palladio IT"/>
              </a:rPr>
              <a:t> ||2</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20||</a:t>
            </a:r>
          </a:p>
          <a:p>
            <a:pPr algn="ctr">
              <a:lnSpc>
                <a:spcPct val="150000"/>
              </a:lnSpc>
              <a:defRPr/>
            </a:pPr>
            <a:r>
              <a:rPr lang="en-US" sz="2200" b="1" dirty="0">
                <a:solidFill>
                  <a:srgbClr val="000000"/>
                </a:solidFill>
                <a:latin typeface="BRH Kannada" pitchFamily="2" charset="0"/>
                <a:cs typeface="Arial" charset="0"/>
              </a:rPr>
              <a:t>	</a:t>
            </a:r>
            <a:r>
              <a:rPr lang="en-US" sz="2200" b="1" dirty="0" err="1">
                <a:solidFill>
                  <a:srgbClr val="000000"/>
                </a:solidFill>
                <a:latin typeface="BRH Kannada" pitchFamily="2" charset="0"/>
                <a:cs typeface="Arial" charset="0"/>
              </a:rPr>
              <a:t>CeÉÆÃ</a:t>
            </a:r>
            <a:r>
              <a:rPr lang="en-US" sz="2200" b="1" dirty="0">
                <a:solidFill>
                  <a:srgbClr val="000000"/>
                </a:solidFill>
                <a:latin typeface="BRH Kannada" pitchFamily="2" charset="0"/>
                <a:cs typeface="Arial" charset="0"/>
              </a:rPr>
              <a:t> ¤</a:t>
            </a:r>
            <a:r>
              <a:rPr lang="en-US" sz="2200" b="1" dirty="0" err="1">
                <a:solidFill>
                  <a:srgbClr val="000000"/>
                </a:solidFill>
                <a:latin typeface="BRH Kannada" pitchFamily="2" charset="0"/>
                <a:cs typeface="Arial" charset="0"/>
              </a:rPr>
              <a:t>vÀåB</a:t>
            </a:r>
            <a:r>
              <a:rPr lang="en-US" sz="2200" b="1" dirty="0">
                <a:solidFill>
                  <a:srgbClr val="000000"/>
                </a:solidFill>
                <a:latin typeface="BRH Kannada" pitchFamily="2" charset="0"/>
                <a:cs typeface="Arial" charset="0"/>
              </a:rPr>
              <a:t> </a:t>
            </a:r>
            <a:r>
              <a:rPr lang="kn-IN" sz="2200" b="1" dirty="0">
                <a:solidFill>
                  <a:srgbClr val="000000"/>
                </a:solidFill>
                <a:latin typeface="Tunga"/>
                <a:cs typeface="Arial" charset="0"/>
              </a:rPr>
              <a:t>ಶಾ</a:t>
            </a:r>
            <a:r>
              <a:rPr lang="kn-IN" sz="2200" b="1" dirty="0">
                <a:latin typeface="Arial" charset="0"/>
                <a:cs typeface="Arial" charset="0"/>
              </a:rPr>
              <a:t>ಶ</a:t>
            </a:r>
            <a:r>
              <a:rPr lang="en-US" sz="2200" b="1" dirty="0" err="1">
                <a:solidFill>
                  <a:srgbClr val="000000"/>
                </a:solidFill>
                <a:latin typeface="BRH Kannada" pitchFamily="2" charset="0"/>
                <a:cs typeface="Arial" charset="0"/>
              </a:rPr>
              <a:t>évÉÆÃ„AiÀÄªÀiï</a:t>
            </a:r>
            <a:r>
              <a:rPr lang="en-US" sz="2200" b="1" dirty="0">
                <a:solidFill>
                  <a:srgbClr val="000000"/>
                </a:solidFill>
                <a:latin typeface="BRH Kannada" pitchFamily="2" charset="0"/>
                <a:cs typeface="Arial" charset="0"/>
              </a:rPr>
              <a:t> ¥</a:t>
            </a:r>
            <a:r>
              <a:rPr lang="en-US" sz="2200" b="1" dirty="0" err="1">
                <a:solidFill>
                  <a:srgbClr val="000000"/>
                </a:solidFill>
                <a:latin typeface="BRH Kannada" pitchFamily="2" charset="0"/>
                <a:cs typeface="Arial" charset="0"/>
              </a:rPr>
              <a:t>ÀÅgÁtB</a:t>
            </a:r>
            <a:endParaRPr lang="en-US" sz="2200" b="1" dirty="0">
              <a:solidFill>
                <a:srgbClr val="000000"/>
              </a:solidFill>
              <a:latin typeface="BRH Kannada" pitchFamily="2" charset="0"/>
              <a:cs typeface="Arial" charset="0"/>
            </a:endParaRPr>
          </a:p>
          <a:p>
            <a:pPr algn="ctr">
              <a:lnSpc>
                <a:spcPct val="150000"/>
              </a:lnSpc>
              <a:defRPr/>
            </a:pPr>
            <a:r>
              <a:rPr lang="en-US" sz="2200" b="1" dirty="0">
                <a:solidFill>
                  <a:srgbClr val="000000"/>
                </a:solidFill>
                <a:latin typeface="BRH Kannada" pitchFamily="2" charset="0"/>
                <a:cs typeface="Arial" charset="0"/>
              </a:rPr>
              <a:t>	£À º</a:t>
            </a:r>
            <a:r>
              <a:rPr lang="en-US" sz="2200" b="1" dirty="0" err="1">
                <a:solidFill>
                  <a:srgbClr val="000000"/>
                </a:solidFill>
                <a:latin typeface="BRH Kannada" pitchFamily="2" charset="0"/>
                <a:cs typeface="Arial" charset="0"/>
              </a:rPr>
              <a:t>À£ÀåvÉÃ</a:t>
            </a:r>
            <a:r>
              <a:rPr lang="en-US" sz="2200" b="1" dirty="0">
                <a:solidFill>
                  <a:srgbClr val="000000"/>
                </a:solidFill>
                <a:latin typeface="BRH Kannada" pitchFamily="2" charset="0"/>
                <a:cs typeface="Arial" charset="0"/>
              </a:rPr>
              <a:t> º</a:t>
            </a:r>
            <a:r>
              <a:rPr lang="en-US" sz="2200" b="1" dirty="0" err="1">
                <a:solidFill>
                  <a:srgbClr val="000000"/>
                </a:solidFill>
                <a:latin typeface="BRH Kannada" pitchFamily="2" charset="0"/>
                <a:cs typeface="Arial" charset="0"/>
              </a:rPr>
              <a:t>À£ÀåªÀiÁ£ÉÃ</a:t>
            </a:r>
            <a:r>
              <a:rPr lang="en-US" sz="2200" b="1" dirty="0">
                <a:solidFill>
                  <a:srgbClr val="000000"/>
                </a:solidFill>
                <a:latin typeface="BRH Kannada" pitchFamily="2" charset="0"/>
                <a:cs typeface="Arial" charset="0"/>
              </a:rPr>
              <a:t> </a:t>
            </a:r>
            <a:r>
              <a:rPr lang="kn-IN" sz="2200" b="1" dirty="0">
                <a:latin typeface="Arial" charset="0"/>
                <a:cs typeface="Arial" charset="0"/>
              </a:rPr>
              <a:t>ಶ</a:t>
            </a:r>
            <a:r>
              <a:rPr lang="en-US" sz="2200" b="1" dirty="0" err="1">
                <a:solidFill>
                  <a:srgbClr val="000000"/>
                </a:solidFill>
                <a:latin typeface="BRH Kannada" pitchFamily="2" charset="0"/>
                <a:cs typeface="Arial" charset="0"/>
              </a:rPr>
              <a:t>jÃgÉÃ</a:t>
            </a:r>
            <a:r>
              <a:rPr lang="en-US" sz="2200" b="1" dirty="0">
                <a:solidFill>
                  <a:srgbClr val="000000"/>
                </a:solidFill>
                <a:latin typeface="BRH Kannada" pitchFamily="2" charset="0"/>
                <a:cs typeface="Arial" charset="0"/>
              </a:rPr>
              <a:t> ||2.20||</a:t>
            </a:r>
            <a:endParaRPr lang="en-US" sz="2200" b="1" dirty="0">
              <a:ea typeface="Calibri"/>
              <a:cs typeface="Times New Roman"/>
            </a:endParaRPr>
          </a:p>
        </p:txBody>
      </p:sp>
      <p:sp>
        <p:nvSpPr>
          <p:cNvPr id="4" name="Rectangle 3"/>
          <p:cNvSpPr/>
          <p:nvPr/>
        </p:nvSpPr>
        <p:spPr>
          <a:xfrm>
            <a:off x="28903" y="3854034"/>
            <a:ext cx="9144000" cy="880803"/>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He is not born nor does He ever die; after having been, He again ceases not to be.</a:t>
            </a:r>
          </a:p>
          <a:p>
            <a:pPr algn="ctr" eaLnBrk="1" hangingPunct="1">
              <a:lnSpc>
                <a:spcPct val="150000"/>
              </a:lnSpc>
              <a:defRPr/>
            </a:pPr>
            <a:r>
              <a:rPr lang="en-IN" b="1" i="1" dirty="0">
                <a:latin typeface="Palatino Linotype" panose="02040502050505030304" pitchFamily="18" charset="0"/>
              </a:rPr>
              <a:t>Unborn, eternal, changeless and ancient, He is not killed when the body is killed</a:t>
            </a:r>
          </a:p>
        </p:txBody>
      </p:sp>
    </p:spTree>
    <p:extLst>
      <p:ext uri="{BB962C8B-B14F-4D97-AF65-F5344CB8AC3E}">
        <p14:creationId xmlns:p14="http://schemas.microsoft.com/office/powerpoint/2010/main" val="4818203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285750"/>
            <a:ext cx="9144000" cy="3829050"/>
          </a:xfrm>
          <a:prstGeom prst="rect">
            <a:avLst/>
          </a:prstGeom>
        </p:spPr>
        <p:txBody>
          <a:bodyPr lIns="91296" tIns="45649" rIns="91296" bIns="45649">
            <a:normAutofit/>
          </a:bodyPr>
          <a:lstStyle/>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5, 	</a:t>
            </a:r>
            <a:r>
              <a:rPr lang="en-US" sz="2200" dirty="0" err="1">
                <a:solidFill>
                  <a:srgbClr val="000000"/>
                </a:solidFill>
                <a:latin typeface="Sanskrit 99"/>
                <a:ea typeface="Calibri"/>
                <a:cs typeface="Sanskrit 99"/>
              </a:rPr>
              <a:t>vedaivnaizn</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inTy</a:t>
            </a:r>
            <a:r>
              <a:rPr lang="en-US" sz="2200" dirty="0">
                <a:solidFill>
                  <a:srgbClr val="000000"/>
                </a:solidFill>
                <a:latin typeface="Sanskrit 99"/>
                <a:ea typeface="Calibri"/>
                <a:cs typeface="Sanskrit 99"/>
              </a:rPr>
              <a:t>&lt; y @</a:t>
            </a:r>
            <a:r>
              <a:rPr lang="en-US" sz="2200" dirty="0" err="1">
                <a:solidFill>
                  <a:srgbClr val="000000"/>
                </a:solidFill>
                <a:latin typeface="Sanskrit 99"/>
                <a:ea typeface="Calibri"/>
                <a:cs typeface="Sanskrit 99"/>
              </a:rPr>
              <a:t>nmjmVyym</a:t>
            </a:r>
            <a:r>
              <a:rPr lang="en-US" sz="2200" dirty="0">
                <a:solidFill>
                  <a:srgbClr val="000000"/>
                </a:solidFill>
                <a:latin typeface="Sanskrit 99"/>
                <a:ea typeface="Calibri"/>
                <a:cs typeface="Sanskrit 99"/>
              </a:rPr>
              <a:t>!,</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kw</a:t>
            </a:r>
            <a:r>
              <a:rPr lang="en-US" sz="2200" dirty="0">
                <a:solidFill>
                  <a:srgbClr val="000000"/>
                </a:solidFill>
                <a:latin typeface="Sanskrit 99"/>
                <a:ea typeface="Calibri"/>
                <a:cs typeface="Sanskrit 99"/>
              </a:rPr>
              <a:t>&lt; s </a:t>
            </a:r>
            <a:r>
              <a:rPr lang="en-US" sz="2200" dirty="0" err="1">
                <a:solidFill>
                  <a:srgbClr val="000000"/>
                </a:solidFill>
                <a:latin typeface="Sanskrit 99"/>
                <a:ea typeface="Calibri"/>
                <a:cs typeface="Sanskrit 99"/>
              </a:rPr>
              <a:t>pué</a:t>
            </a:r>
            <a:r>
              <a:rPr lang="en-US" sz="2200" dirty="0">
                <a:solidFill>
                  <a:srgbClr val="000000"/>
                </a:solidFill>
                <a:latin typeface="Sanskrit 99"/>
                <a:ea typeface="Calibri"/>
                <a:cs typeface="Sanskrit 99"/>
              </a:rPr>
              <a:t>;&gt; </a:t>
            </a:r>
            <a:r>
              <a:rPr lang="en-US" sz="2200" dirty="0" err="1">
                <a:solidFill>
                  <a:srgbClr val="000000"/>
                </a:solidFill>
                <a:latin typeface="Sanskrit 99"/>
                <a:ea typeface="Calibri"/>
                <a:cs typeface="Sanskrit 99"/>
              </a:rPr>
              <a:t>pawR</a:t>
            </a:r>
            <a:r>
              <a:rPr lang="en-US" sz="2200" dirty="0">
                <a:solidFill>
                  <a:srgbClr val="000000"/>
                </a:solidFill>
                <a:latin typeface="Sanskrit 99"/>
                <a:ea typeface="Calibri"/>
                <a:cs typeface="Sanskrit 99"/>
              </a:rPr>
              <a:t> k&lt; "</a:t>
            </a:r>
            <a:r>
              <a:rPr lang="en-US" sz="2200" dirty="0" err="1">
                <a:solidFill>
                  <a:srgbClr val="000000"/>
                </a:solidFill>
                <a:latin typeface="Sanskrit 99"/>
                <a:ea typeface="Calibri"/>
                <a:cs typeface="Sanskrit 99"/>
              </a:rPr>
              <a:t>atyit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hiNt</a:t>
            </a:r>
            <a:r>
              <a:rPr lang="en-US" sz="2200" dirty="0">
                <a:solidFill>
                  <a:srgbClr val="000000"/>
                </a:solidFill>
                <a:latin typeface="Sanskrit 99"/>
                <a:ea typeface="Calibri"/>
                <a:cs typeface="Sanskrit 99"/>
              </a:rPr>
              <a:t> km!.2</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21.</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5| 	</a:t>
            </a:r>
            <a:r>
              <a:rPr lang="en-US" sz="2200" dirty="0" err="1">
                <a:solidFill>
                  <a:srgbClr val="000000"/>
                </a:solidFill>
                <a:latin typeface="URW Palladio IT"/>
                <a:ea typeface="Calibri"/>
                <a:cs typeface="URW Palladio IT"/>
              </a:rPr>
              <a:t>Vedävinäçinaà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nityaà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Ya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enamajamavyayam</a:t>
            </a:r>
            <a:r>
              <a:rPr lang="en-US" sz="2200" dirty="0">
                <a:solidFill>
                  <a:srgbClr val="000000"/>
                </a:solidFill>
                <a:latin typeface="URW Palladio IT"/>
                <a:ea typeface="Calibri"/>
                <a:cs typeface="URW Palladio IT"/>
              </a:rPr>
              <a:t> |</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Kathaà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puruñaù</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pärtha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ghätayati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hanti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kam</a:t>
            </a:r>
            <a:r>
              <a:rPr lang="en-US" sz="2200" dirty="0">
                <a:solidFill>
                  <a:srgbClr val="000000"/>
                </a:solidFill>
                <a:latin typeface="URW Palladio IT"/>
                <a:ea typeface="Calibri"/>
                <a:cs typeface="URW Palladio IT"/>
              </a:rPr>
              <a:t> ||2</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21||</a:t>
            </a:r>
          </a:p>
          <a:p>
            <a:pPr algn="ctr">
              <a:lnSpc>
                <a:spcPct val="150000"/>
              </a:lnSpc>
              <a:defRPr/>
            </a:pPr>
            <a:r>
              <a:rPr lang="en-US" sz="2200" b="1" dirty="0">
                <a:solidFill>
                  <a:srgbClr val="000000"/>
                </a:solidFill>
                <a:latin typeface="BRH Kannada" pitchFamily="2" charset="0"/>
              </a:rPr>
              <a:t>5. 	ª</a:t>
            </a:r>
            <a:r>
              <a:rPr lang="en-US" sz="2200" b="1" dirty="0" err="1">
                <a:solidFill>
                  <a:srgbClr val="000000"/>
                </a:solidFill>
                <a:latin typeface="BRH Kannada" pitchFamily="2" charset="0"/>
              </a:rPr>
              <a:t>ÉÃzÁ</a:t>
            </a:r>
            <a:r>
              <a:rPr lang="en-US" sz="2200" b="1" dirty="0">
                <a:solidFill>
                  <a:srgbClr val="000000"/>
                </a:solidFill>
                <a:latin typeface="BRH Kannada" pitchFamily="2" charset="0"/>
              </a:rPr>
              <a:t>«£Á²£ÀA ¤</a:t>
            </a:r>
            <a:r>
              <a:rPr lang="en-US" sz="2200" b="1" dirty="0" err="1">
                <a:solidFill>
                  <a:srgbClr val="000000"/>
                </a:solidFill>
                <a:latin typeface="BRH Kannada" pitchFamily="2" charset="0"/>
              </a:rPr>
              <a:t>vÀåA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K£ÀªÀÄdªÀÄªÀåAiÀÄA</a:t>
            </a:r>
            <a:r>
              <a:rPr lang="en-US" sz="2200" b="1" dirty="0">
                <a:solidFill>
                  <a:srgbClr val="000000"/>
                </a:solidFill>
                <a:latin typeface="BRH Kannada" pitchFamily="2" charset="0"/>
              </a:rPr>
              <a:t> |</a:t>
            </a:r>
          </a:p>
          <a:p>
            <a:pPr algn="ctr">
              <a:lnSpc>
                <a:spcPct val="150000"/>
              </a:lnSpc>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PÀxÀA</a:t>
            </a:r>
            <a:r>
              <a:rPr lang="en-US" sz="2200" b="1" dirty="0">
                <a:solidFill>
                  <a:srgbClr val="000000"/>
                </a:solidFill>
                <a:latin typeface="BRH Kannada" pitchFamily="2" charset="0"/>
              </a:rPr>
              <a:t> ¸À ¥</a:t>
            </a:r>
            <a:r>
              <a:rPr lang="en-US" sz="2200" b="1" dirty="0" err="1">
                <a:solidFill>
                  <a:srgbClr val="000000"/>
                </a:solidFill>
                <a:latin typeface="BRH Kannada" pitchFamily="2" charset="0"/>
              </a:rPr>
              <a:t>ÀÅgÀÄµÀB</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ÁxÀðPÀA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WÁvÀAiÀÄw</a:t>
            </a:r>
            <a:r>
              <a:rPr lang="en-US" sz="2200" b="1" dirty="0">
                <a:solidFill>
                  <a:srgbClr val="000000"/>
                </a:solidFill>
                <a:latin typeface="BRH Kannada" pitchFamily="2" charset="0"/>
              </a:rPr>
              <a:t> ºÀ¤Û </a:t>
            </a:r>
            <a:r>
              <a:rPr lang="en-US" sz="2200" b="1" dirty="0" err="1">
                <a:solidFill>
                  <a:srgbClr val="000000"/>
                </a:solidFill>
                <a:latin typeface="BRH Kannada" pitchFamily="2" charset="0"/>
              </a:rPr>
              <a:t>PÀªÀiï</a:t>
            </a:r>
            <a:r>
              <a:rPr lang="en-US" sz="2200" b="1" dirty="0">
                <a:solidFill>
                  <a:srgbClr val="000000"/>
                </a:solidFill>
                <a:latin typeface="BRH Kannada" pitchFamily="2" charset="0"/>
              </a:rPr>
              <a:t> ||2.21||</a:t>
            </a:r>
            <a:endParaRPr lang="en-US" sz="2200" b="1" dirty="0">
              <a:ea typeface="Calibri"/>
              <a:cs typeface="Times New Roman"/>
            </a:endParaRPr>
          </a:p>
        </p:txBody>
      </p:sp>
      <p:sp>
        <p:nvSpPr>
          <p:cNvPr id="4" name="Rectangle 3"/>
          <p:cNvSpPr/>
          <p:nvPr/>
        </p:nvSpPr>
        <p:spPr>
          <a:xfrm>
            <a:off x="36786" y="4063604"/>
            <a:ext cx="9144000" cy="880803"/>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Whosoever knows Him to be indestructible, eternal, unborn and inexhaustible, how can</a:t>
            </a:r>
          </a:p>
          <a:p>
            <a:pPr algn="ctr" eaLnBrk="1" hangingPunct="1">
              <a:lnSpc>
                <a:spcPct val="150000"/>
              </a:lnSpc>
              <a:defRPr/>
            </a:pPr>
            <a:r>
              <a:rPr lang="en-IN" b="1" i="1" dirty="0">
                <a:latin typeface="Palatino Linotype" panose="02040502050505030304" pitchFamily="18" charset="0"/>
              </a:rPr>
              <a:t>that man slay, O </a:t>
            </a:r>
            <a:r>
              <a:rPr lang="en-IN" b="1" i="1" dirty="0" err="1">
                <a:latin typeface="Palatino Linotype" panose="02040502050505030304" pitchFamily="18" charset="0"/>
              </a:rPr>
              <a:t>Arjuna</a:t>
            </a:r>
            <a:r>
              <a:rPr lang="en-IN" b="1" i="1" dirty="0">
                <a:latin typeface="Palatino Linotype" panose="02040502050505030304" pitchFamily="18" charset="0"/>
              </a:rPr>
              <a:t>, or cause to be slain?</a:t>
            </a:r>
          </a:p>
        </p:txBody>
      </p:sp>
    </p:spTree>
    <p:extLst>
      <p:ext uri="{BB962C8B-B14F-4D97-AF65-F5344CB8AC3E}">
        <p14:creationId xmlns:p14="http://schemas.microsoft.com/office/powerpoint/2010/main" val="17608592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0"/>
            <a:ext cx="9144000" cy="4171950"/>
          </a:xfrm>
          <a:prstGeom prst="rect">
            <a:avLst/>
          </a:prstGeom>
        </p:spPr>
        <p:txBody>
          <a:bodyPr lIns="91296" tIns="45649" rIns="91296" bIns="45649">
            <a:normAutofit/>
          </a:bodyPr>
          <a:lstStyle/>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6, 	</a:t>
            </a:r>
            <a:r>
              <a:rPr lang="en-US" sz="2200" dirty="0" err="1">
                <a:solidFill>
                  <a:srgbClr val="000000"/>
                </a:solidFill>
                <a:latin typeface="Sanskrit 99"/>
                <a:ea typeface="Calibri"/>
                <a:cs typeface="Sanskrit 99"/>
              </a:rPr>
              <a:t>nEn</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iDNdiNt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zôai</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nEn</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dhit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pavk</a:t>
            </a:r>
            <a:r>
              <a:rPr lang="en-US" sz="2200" dirty="0">
                <a:solidFill>
                  <a:srgbClr val="000000"/>
                </a:solidFill>
                <a:latin typeface="Sanskrit 99"/>
                <a:ea typeface="Calibri"/>
                <a:cs typeface="Sanskrit 99"/>
              </a:rPr>
              <a:t>&gt;,</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	n </a:t>
            </a:r>
            <a:r>
              <a:rPr lang="en-US" sz="2200" dirty="0" err="1">
                <a:solidFill>
                  <a:srgbClr val="000000"/>
                </a:solidFill>
                <a:latin typeface="Sanskrit 99"/>
                <a:ea typeface="Calibri"/>
                <a:cs typeface="Sanskrit 99"/>
              </a:rPr>
              <a:t>cEn</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edyNTyap</a:t>
            </a:r>
            <a:r>
              <a:rPr lang="en-US" sz="2200" dirty="0">
                <a:solidFill>
                  <a:srgbClr val="000000"/>
                </a:solidFill>
                <a:latin typeface="Sanskrit 99"/>
                <a:ea typeface="Calibri"/>
                <a:cs typeface="Sanskrit 99"/>
              </a:rPr>
              <a:t>&gt; n </a:t>
            </a:r>
            <a:r>
              <a:rPr lang="en-US" sz="2200" dirty="0" err="1">
                <a:solidFill>
                  <a:srgbClr val="000000"/>
                </a:solidFill>
                <a:latin typeface="Sanskrit 99"/>
                <a:ea typeface="Calibri"/>
                <a:cs typeface="Sanskrit 99"/>
              </a:rPr>
              <a:t>zae;yit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maét</a:t>
            </a:r>
            <a:r>
              <a:rPr lang="en-US" sz="2200" dirty="0">
                <a:solidFill>
                  <a:srgbClr val="000000"/>
                </a:solidFill>
                <a:latin typeface="Sanskrit 99"/>
                <a:ea typeface="Calibri"/>
                <a:cs typeface="Sanskrit 99"/>
              </a:rPr>
              <a:t>&gt;.2</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23.</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6| 	</a:t>
            </a:r>
            <a:r>
              <a:rPr lang="en-US" sz="2200" dirty="0" err="1">
                <a:solidFill>
                  <a:srgbClr val="000000"/>
                </a:solidFill>
                <a:latin typeface="URW Palladio IT"/>
                <a:ea typeface="Calibri"/>
                <a:cs typeface="URW Palladio IT"/>
              </a:rPr>
              <a:t>Nainaà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chindanti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çasträëi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Nainaà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dahati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pävakaù</a:t>
            </a:r>
            <a:r>
              <a:rPr lang="en-US" sz="2200" dirty="0">
                <a:solidFill>
                  <a:srgbClr val="000000"/>
                </a:solidFill>
                <a:latin typeface="URW Palladio IT"/>
                <a:ea typeface="Calibri"/>
                <a:cs typeface="URW Palladio IT"/>
              </a:rPr>
              <a:t> |</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	Na </a:t>
            </a:r>
            <a:r>
              <a:rPr lang="en-US" sz="2200" dirty="0" err="1">
                <a:solidFill>
                  <a:srgbClr val="000000"/>
                </a:solidFill>
                <a:latin typeface="URW Palladio IT"/>
                <a:ea typeface="Calibri"/>
                <a:cs typeface="URW Palladio IT"/>
              </a:rPr>
              <a:t>cainaà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kledayantyäpaù</a:t>
            </a:r>
            <a:r>
              <a:rPr lang="en-US" sz="2200" dirty="0">
                <a:solidFill>
                  <a:srgbClr val="000000"/>
                </a:solidFill>
                <a:latin typeface="URW Palladio IT"/>
                <a:ea typeface="Calibri"/>
                <a:cs typeface="URW Palladio IT"/>
              </a:rPr>
              <a:t> Na </a:t>
            </a:r>
            <a:r>
              <a:rPr lang="en-US" sz="2200" dirty="0" err="1">
                <a:solidFill>
                  <a:srgbClr val="000000"/>
                </a:solidFill>
                <a:latin typeface="URW Palladio IT"/>
                <a:ea typeface="Calibri"/>
                <a:cs typeface="URW Palladio IT"/>
              </a:rPr>
              <a:t>çoñayati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märutaù</a:t>
            </a:r>
            <a:r>
              <a:rPr lang="en-US" sz="2200" dirty="0">
                <a:solidFill>
                  <a:srgbClr val="000000"/>
                </a:solidFill>
                <a:latin typeface="URW Palladio IT"/>
                <a:ea typeface="Calibri"/>
                <a:cs typeface="URW Palladio IT"/>
              </a:rPr>
              <a:t> ||2</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23||</a:t>
            </a:r>
          </a:p>
          <a:p>
            <a:pPr algn="ctr">
              <a:lnSpc>
                <a:spcPct val="150000"/>
              </a:lnSpc>
              <a:defRPr/>
            </a:pPr>
            <a:r>
              <a:rPr lang="en-US" sz="2200" b="1" dirty="0">
                <a:solidFill>
                  <a:srgbClr val="000000"/>
                </a:solidFill>
                <a:latin typeface="BRH Kannada" pitchFamily="2" charset="0"/>
              </a:rPr>
              <a:t>6.	£ÉÊ£ÀA </a:t>
            </a:r>
            <a:r>
              <a:rPr lang="en-US" sz="2200" b="1" dirty="0" err="1">
                <a:solidFill>
                  <a:srgbClr val="000000"/>
                </a:solidFill>
                <a:latin typeface="BRH Kannada" pitchFamily="2" charset="0"/>
              </a:rPr>
              <a:t>cAzÀAw</a:t>
            </a:r>
            <a:r>
              <a:rPr lang="en-US" sz="2200" b="1" dirty="0">
                <a:solidFill>
                  <a:srgbClr val="000000"/>
                </a:solidFill>
                <a:latin typeface="BRH Kannada" pitchFamily="2" charset="0"/>
              </a:rPr>
              <a:t> </a:t>
            </a:r>
            <a:r>
              <a:rPr lang="kn-IN" sz="2200" b="1" dirty="0">
                <a:latin typeface="Arial" charset="0"/>
                <a:cs typeface="Arial" charset="0"/>
              </a:rPr>
              <a:t>ಶ</a:t>
            </a:r>
            <a:r>
              <a:rPr lang="en-US" sz="2200" b="1" dirty="0">
                <a:solidFill>
                  <a:srgbClr val="000000"/>
                </a:solidFill>
                <a:latin typeface="BRH Kannada" pitchFamily="2" charset="0"/>
              </a:rPr>
              <a:t>¸</a:t>
            </a:r>
            <a:r>
              <a:rPr lang="en-US" sz="2200" b="1" dirty="0" err="1">
                <a:solidFill>
                  <a:srgbClr val="000000"/>
                </a:solidFill>
                <a:latin typeface="BRH Kannada" pitchFamily="2" charset="0"/>
              </a:rPr>
              <a:t>ÁÛçtÂ</a:t>
            </a:r>
            <a:r>
              <a:rPr lang="en-US" sz="2200" b="1" dirty="0">
                <a:solidFill>
                  <a:srgbClr val="000000"/>
                </a:solidFill>
                <a:latin typeface="BRH Kannada" pitchFamily="2" charset="0"/>
              </a:rPr>
              <a:t> £ÉÊ£ÀA </a:t>
            </a:r>
            <a:r>
              <a:rPr lang="en-US" sz="2200" b="1" dirty="0" err="1">
                <a:solidFill>
                  <a:srgbClr val="000000"/>
                </a:solidFill>
                <a:latin typeface="BRH Kannada" pitchFamily="2" charset="0"/>
              </a:rPr>
              <a:t>zÀºÀw</a:t>
            </a:r>
            <a:r>
              <a:rPr lang="en-US" sz="2200" b="1" dirty="0">
                <a:solidFill>
                  <a:srgbClr val="000000"/>
                </a:solidFill>
                <a:latin typeface="BRH Kannada" pitchFamily="2" charset="0"/>
              </a:rPr>
              <a:t> ¥ÁªÀPÀB |</a:t>
            </a:r>
          </a:p>
          <a:p>
            <a:pPr algn="ctr">
              <a:lnSpc>
                <a:spcPct val="150000"/>
              </a:lnSpc>
              <a:defRPr/>
            </a:pPr>
            <a:r>
              <a:rPr lang="en-US" sz="2200" b="1" dirty="0">
                <a:solidFill>
                  <a:srgbClr val="000000"/>
                </a:solidFill>
                <a:latin typeface="BRH Kannada" pitchFamily="2" charset="0"/>
              </a:rPr>
              <a:t>	£À ZÉÊ£ÀA </a:t>
            </a:r>
            <a:r>
              <a:rPr lang="en-US" sz="2200" b="1" dirty="0" err="1">
                <a:solidFill>
                  <a:srgbClr val="000000"/>
                </a:solidFill>
                <a:latin typeface="BRH Kannada" pitchFamily="2" charset="0"/>
              </a:rPr>
              <a:t>PÉèÃzÀAiÀÄAvÁå¥ÀB</a:t>
            </a:r>
            <a:r>
              <a:rPr lang="en-US" sz="2200" b="1" dirty="0">
                <a:solidFill>
                  <a:srgbClr val="000000"/>
                </a:solidFill>
                <a:latin typeface="BRH Kannada" pitchFamily="2" charset="0"/>
              </a:rPr>
              <a:t> £À </a:t>
            </a:r>
            <a:r>
              <a:rPr lang="kn-IN" sz="2200" b="1" dirty="0">
                <a:latin typeface="Arial" charset="0"/>
                <a:cs typeface="Arial" charset="0"/>
              </a:rPr>
              <a:t>ಶೋ</a:t>
            </a:r>
            <a:r>
              <a:rPr lang="en-US" sz="2200" b="1" dirty="0">
                <a:solidFill>
                  <a:srgbClr val="000000"/>
                </a:solidFill>
                <a:latin typeface="BRH Kannada" pitchFamily="2" charset="0"/>
              </a:rPr>
              <a:t>µ</a:t>
            </a:r>
            <a:r>
              <a:rPr lang="en-US" sz="2200" b="1" dirty="0" err="1">
                <a:solidFill>
                  <a:srgbClr val="000000"/>
                </a:solidFill>
                <a:latin typeface="BRH Kannada" pitchFamily="2" charset="0"/>
              </a:rPr>
              <a:t>ÀAiÀÄw</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ÀiÁgÀÄvÀB</a:t>
            </a:r>
            <a:r>
              <a:rPr lang="en-US" sz="2200" b="1" dirty="0">
                <a:solidFill>
                  <a:srgbClr val="000000"/>
                </a:solidFill>
                <a:latin typeface="BRH Kannada" pitchFamily="2" charset="0"/>
              </a:rPr>
              <a:t> ||2.23||</a:t>
            </a:r>
            <a:endParaRPr lang="en-US" sz="2200" b="1" dirty="0">
              <a:ea typeface="Calibri"/>
              <a:cs typeface="Times New Roman"/>
            </a:endParaRPr>
          </a:p>
        </p:txBody>
      </p:sp>
      <p:sp>
        <p:nvSpPr>
          <p:cNvPr id="4" name="Rectangle 3"/>
          <p:cNvSpPr/>
          <p:nvPr/>
        </p:nvSpPr>
        <p:spPr>
          <a:xfrm>
            <a:off x="0" y="4301662"/>
            <a:ext cx="9144000" cy="507688"/>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Weapons cut It not, fire burns It not, water wets It not, wind dries It not.</a:t>
            </a:r>
          </a:p>
        </p:txBody>
      </p:sp>
    </p:spTree>
    <p:extLst>
      <p:ext uri="{BB962C8B-B14F-4D97-AF65-F5344CB8AC3E}">
        <p14:creationId xmlns:p14="http://schemas.microsoft.com/office/powerpoint/2010/main" val="5004814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57150"/>
            <a:ext cx="9144000" cy="4000500"/>
          </a:xfrm>
          <a:prstGeom prst="rect">
            <a:avLst/>
          </a:prstGeom>
        </p:spPr>
        <p:txBody>
          <a:bodyPr lIns="91296" tIns="45649" rIns="91296" bIns="45649">
            <a:noAutofit/>
          </a:bodyPr>
          <a:lstStyle/>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7, 	</a:t>
            </a:r>
            <a:r>
              <a:rPr lang="en-US" sz="2400" dirty="0" err="1">
                <a:solidFill>
                  <a:srgbClr val="000000"/>
                </a:solidFill>
                <a:latin typeface="Sanskrit 99"/>
                <a:ea typeface="Calibri"/>
                <a:cs typeface="Sanskrit 99"/>
              </a:rPr>
              <a:t>ACDe</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ae</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ymdaýae</a:t>
            </a:r>
            <a:r>
              <a:rPr lang="en-US" sz="2400" dirty="0">
                <a:solidFill>
                  <a:srgbClr val="000000"/>
                </a:solidFill>
                <a:latin typeface="Sanskrit 99"/>
                <a:ea typeface="Calibri"/>
                <a:cs typeface="Sanskrit 99"/>
              </a:rPr>
              <a:t>=y&lt; </a:t>
            </a:r>
            <a:r>
              <a:rPr lang="en-US" sz="2400" dirty="0" err="1">
                <a:solidFill>
                  <a:srgbClr val="000000"/>
                </a:solidFill>
                <a:latin typeface="Sanskrit 99"/>
                <a:ea typeface="Calibri"/>
                <a:cs typeface="Sanskrit 99"/>
              </a:rPr>
              <a:t>A¬e</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ae</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zae:y</a:t>
            </a:r>
            <a:r>
              <a:rPr lang="en-US" sz="2400" dirty="0">
                <a:solidFill>
                  <a:srgbClr val="000000"/>
                </a:solidFill>
                <a:latin typeface="Sanskrit 99"/>
                <a:ea typeface="Calibri"/>
                <a:cs typeface="Sanskrit 99"/>
              </a:rPr>
              <a:t> @v c,</a:t>
            </a:r>
            <a:endParaRPr lang="en-US" sz="2400" dirty="0">
              <a:latin typeface="+mn-lt"/>
              <a:ea typeface="Calibri"/>
              <a:cs typeface="Times New Roman"/>
            </a:endParaRPr>
          </a:p>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inTy</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svRgt</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Swa</a:t>
            </a:r>
            <a:r>
              <a:rPr lang="en-US" sz="2400" dirty="0">
                <a:solidFill>
                  <a:srgbClr val="000000"/>
                </a:solidFill>
                <a:latin typeface="Sanskrit 99"/>
                <a:ea typeface="Calibri"/>
                <a:cs typeface="Sanskrit 99"/>
              </a:rPr>
              <a:t>[u&gt; </a:t>
            </a:r>
            <a:r>
              <a:rPr lang="en-US" sz="2400" dirty="0" err="1">
                <a:solidFill>
                  <a:srgbClr val="000000"/>
                </a:solidFill>
                <a:latin typeface="Sanskrit 99"/>
                <a:ea typeface="Calibri"/>
                <a:cs typeface="Sanskrit 99"/>
              </a:rPr>
              <a:t>Aclae</a:t>
            </a:r>
            <a:r>
              <a:rPr lang="en-US" sz="2400" dirty="0">
                <a:solidFill>
                  <a:srgbClr val="000000"/>
                </a:solidFill>
                <a:latin typeface="Sanskrit 99"/>
                <a:ea typeface="Calibri"/>
                <a:cs typeface="Sanskrit 99"/>
              </a:rPr>
              <a:t>=y&lt; </a:t>
            </a:r>
            <a:r>
              <a:rPr lang="en-US" sz="2400" dirty="0" err="1">
                <a:solidFill>
                  <a:srgbClr val="000000"/>
                </a:solidFill>
                <a:latin typeface="Sanskrit 99"/>
                <a:ea typeface="Calibri"/>
                <a:cs typeface="Sanskrit 99"/>
              </a:rPr>
              <a:t>snatn</a:t>
            </a:r>
            <a:r>
              <a:rPr lang="en-US" sz="2400" dirty="0">
                <a:solidFill>
                  <a:srgbClr val="000000"/>
                </a:solidFill>
                <a:latin typeface="Sanskrit 99"/>
                <a:ea typeface="Calibri"/>
                <a:cs typeface="Sanskrit 99"/>
              </a:rPr>
              <a:t>&gt;</a:t>
            </a:r>
            <a:r>
              <a:rPr lang="en-US" sz="2000" dirty="0">
                <a:solidFill>
                  <a:srgbClr val="000000"/>
                </a:solidFill>
                <a:latin typeface="Sanskrit 99"/>
                <a:ea typeface="Calibri"/>
                <a:cs typeface="Sanskrit 99"/>
              </a:rPr>
              <a:t>.2</a:t>
            </a:r>
            <a:r>
              <a:rPr lang="en-US" sz="2000" dirty="0">
                <a:solidFill>
                  <a:srgbClr val="000000"/>
                </a:solidFill>
                <a:latin typeface="Times New Roman"/>
                <a:ea typeface="Calibri"/>
                <a:cs typeface="Times New Roman"/>
              </a:rPr>
              <a:t>-</a:t>
            </a:r>
            <a:r>
              <a:rPr lang="en-US" sz="2000" dirty="0">
                <a:solidFill>
                  <a:srgbClr val="000000"/>
                </a:solidFill>
                <a:latin typeface="Sanskrit 99"/>
                <a:ea typeface="Calibri"/>
                <a:cs typeface="Sanskrit 99"/>
              </a:rPr>
              <a:t>24.</a:t>
            </a:r>
            <a:endParaRPr lang="en-US" sz="32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7| 	</a:t>
            </a:r>
            <a:r>
              <a:rPr lang="en-US" sz="2400" dirty="0" err="1">
                <a:solidFill>
                  <a:srgbClr val="000000"/>
                </a:solidFill>
                <a:latin typeface="URW Palladio IT"/>
                <a:ea typeface="Calibri"/>
                <a:cs typeface="URW Palladio IT"/>
              </a:rPr>
              <a:t>Acchedyo'yamadähyo'yaà</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Akledyo'çoñya</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eva</a:t>
            </a:r>
            <a:r>
              <a:rPr lang="en-US" sz="2400" dirty="0">
                <a:solidFill>
                  <a:srgbClr val="000000"/>
                </a:solidFill>
                <a:latin typeface="URW Palladio IT"/>
                <a:ea typeface="Calibri"/>
                <a:cs typeface="URW Palladio IT"/>
              </a:rPr>
              <a:t> ca |</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Nityaù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sarvagataù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sthäëuù</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12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Acalo'yaà</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sanätanaù</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24||</a:t>
            </a:r>
          </a:p>
          <a:p>
            <a:pPr>
              <a:defRPr/>
            </a:pPr>
            <a:r>
              <a:rPr lang="en-US" sz="2400" b="1" dirty="0">
                <a:solidFill>
                  <a:srgbClr val="000000"/>
                </a:solidFill>
                <a:latin typeface="BRH Kannada" pitchFamily="2" charset="0"/>
                <a:cs typeface="+mn-cs"/>
              </a:rPr>
              <a:t>7.	</a:t>
            </a:r>
            <a:r>
              <a:rPr lang="en-US" sz="2400" b="1" dirty="0" err="1">
                <a:solidFill>
                  <a:srgbClr val="000000"/>
                </a:solidFill>
                <a:latin typeface="BRH Kannada" pitchFamily="2" charset="0"/>
                <a:cs typeface="+mn-cs"/>
              </a:rPr>
              <a:t>CZÉÒÃzÉÆåÃ</a:t>
            </a:r>
            <a:r>
              <a:rPr lang="en-US" sz="2800" b="1" dirty="0" err="1">
                <a:solidFill>
                  <a:srgbClr val="000000"/>
                </a:solidFill>
                <a:latin typeface="BRH Kannada" pitchFamily="2" charset="0"/>
                <a:cs typeface="+mn-cs"/>
              </a:rPr>
              <a:t>„</a:t>
            </a:r>
            <a:r>
              <a:rPr lang="en-US" sz="2400" b="1" dirty="0" err="1">
                <a:solidFill>
                  <a:srgbClr val="000000"/>
                </a:solidFill>
                <a:latin typeface="BRH Kannada" pitchFamily="2" charset="0"/>
                <a:cs typeface="+mn-cs"/>
              </a:rPr>
              <a:t>AiÀÄªÀÄzÁºÉÆåÃAiÀÄªÀiï</a:t>
            </a:r>
            <a:endParaRPr lang="en-US" sz="2400" b="1" dirty="0">
              <a:solidFill>
                <a:srgbClr val="000000"/>
              </a:solidFill>
              <a:latin typeface="BRH Kannada" pitchFamily="2" charset="0"/>
              <a:cs typeface="+mn-cs"/>
            </a:endParaRP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CPÉèÃzÉÆåÃ</a:t>
            </a:r>
            <a:r>
              <a:rPr lang="en-US" sz="2800" b="1" dirty="0">
                <a:solidFill>
                  <a:srgbClr val="000000"/>
                </a:solidFill>
                <a:latin typeface="BRH Kannada" pitchFamily="2" charset="0"/>
                <a:cs typeface="+mn-cs"/>
              </a:rPr>
              <a:t>„</a:t>
            </a:r>
            <a:r>
              <a:rPr lang="kn-IN" sz="2000" b="1" dirty="0">
                <a:latin typeface="Arial" charset="0"/>
                <a:cs typeface="Arial" charset="0"/>
              </a:rPr>
              <a:t>ಶೋ</a:t>
            </a:r>
            <a:r>
              <a:rPr lang="en-US" sz="2400" b="1" dirty="0">
                <a:solidFill>
                  <a:srgbClr val="000000"/>
                </a:solidFill>
                <a:latin typeface="BRH Kannada" pitchFamily="2" charset="0"/>
                <a:cs typeface="+mn-cs"/>
              </a:rPr>
              <a:t>µ</a:t>
            </a:r>
            <a:r>
              <a:rPr lang="en-US" sz="2400" b="1" dirty="0" err="1">
                <a:solidFill>
                  <a:srgbClr val="000000"/>
                </a:solidFill>
                <a:latin typeface="BRH Kannada" pitchFamily="2" charset="0"/>
                <a:cs typeface="+mn-cs"/>
              </a:rPr>
              <a:t>Àå</a:t>
            </a:r>
            <a:r>
              <a:rPr lang="en-US" sz="2400" b="1" dirty="0">
                <a:solidFill>
                  <a:srgbClr val="000000"/>
                </a:solidFill>
                <a:latin typeface="BRH Kannada" pitchFamily="2" charset="0"/>
                <a:cs typeface="+mn-cs"/>
              </a:rPr>
              <a:t> KªÀ ZÀ |</a:t>
            </a: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vÀåB</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ÀªÀðUÀvÀB</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ÁÜtÄB</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CZÀ¯ÉÆÃ</a:t>
            </a:r>
            <a:r>
              <a:rPr lang="en-US" sz="2800" b="1" dirty="0" err="1">
                <a:solidFill>
                  <a:srgbClr val="000000"/>
                </a:solidFill>
                <a:latin typeface="BRH Kannada" pitchFamily="2" charset="0"/>
                <a:cs typeface="+mn-cs"/>
              </a:rPr>
              <a:t>„</a:t>
            </a:r>
            <a:r>
              <a:rPr lang="en-US" sz="2400" b="1" dirty="0" err="1">
                <a:solidFill>
                  <a:srgbClr val="000000"/>
                </a:solidFill>
                <a:latin typeface="BRH Kannada" pitchFamily="2" charset="0"/>
                <a:cs typeface="+mn-cs"/>
              </a:rPr>
              <a:t>AiÀÄA</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À£ÁvÀ£ÀB</a:t>
            </a:r>
            <a:r>
              <a:rPr lang="en-US" sz="2400" b="1" dirty="0">
                <a:solidFill>
                  <a:srgbClr val="000000"/>
                </a:solidFill>
                <a:latin typeface="BRH Kannada" pitchFamily="2" charset="0"/>
                <a:cs typeface="+mn-cs"/>
              </a:rPr>
              <a:t> </a:t>
            </a:r>
            <a:r>
              <a:rPr lang="en-US" sz="1600" b="1" dirty="0">
                <a:solidFill>
                  <a:srgbClr val="000000"/>
                </a:solidFill>
                <a:latin typeface="BRH Kannada" pitchFamily="2" charset="0"/>
                <a:cs typeface="+mn-cs"/>
              </a:rPr>
              <a:t>||2.24||</a:t>
            </a:r>
            <a:endParaRPr lang="en-US" sz="2400" b="1" dirty="0">
              <a:latin typeface="+mn-lt"/>
              <a:ea typeface="Calibri"/>
              <a:cs typeface="Times New Roman"/>
            </a:endParaRPr>
          </a:p>
        </p:txBody>
      </p:sp>
      <p:sp>
        <p:nvSpPr>
          <p:cNvPr id="4" name="Rectangle 3"/>
          <p:cNvSpPr/>
          <p:nvPr/>
        </p:nvSpPr>
        <p:spPr>
          <a:xfrm>
            <a:off x="609600" y="3943350"/>
            <a:ext cx="8077200" cy="830853"/>
          </a:xfrm>
          <a:prstGeom prst="rect">
            <a:avLst/>
          </a:prstGeom>
        </p:spPr>
        <p:txBody>
          <a:bodyPr lIns="91296" tIns="45649" rIns="91296" bIns="45649">
            <a:spAutoFit/>
          </a:bodyPr>
          <a:lstStyle/>
          <a:p>
            <a:pPr algn="ctr" eaLnBrk="1" hangingPunct="1">
              <a:defRPr/>
            </a:pPr>
            <a:r>
              <a:rPr lang="en-IN" sz="2400" b="1" i="1" dirty="0">
                <a:latin typeface="Palatino Linotype" panose="02040502050505030304" pitchFamily="18" charset="0"/>
              </a:rPr>
              <a:t>This Self cannot be cut, burnt, wet nor dried up. It is eternal, all-pervading, </a:t>
            </a:r>
            <a:r>
              <a:rPr lang="en-IN" sz="2400" b="1" i="1" dirty="0" err="1">
                <a:latin typeface="Palatino Linotype" panose="02040502050505030304" pitchFamily="18" charset="0"/>
              </a:rPr>
              <a:t>stable,ancient</a:t>
            </a:r>
            <a:r>
              <a:rPr lang="en-IN" sz="2400" b="1" i="1" dirty="0">
                <a:latin typeface="Palatino Linotype" panose="02040502050505030304" pitchFamily="18" charset="0"/>
              </a:rPr>
              <a:t> and immovable.</a:t>
            </a:r>
          </a:p>
        </p:txBody>
      </p:sp>
    </p:spTree>
    <p:extLst>
      <p:ext uri="{BB962C8B-B14F-4D97-AF65-F5344CB8AC3E}">
        <p14:creationId xmlns:p14="http://schemas.microsoft.com/office/powerpoint/2010/main" val="5765155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57150"/>
            <a:ext cx="9144000" cy="3600450"/>
          </a:xfrm>
          <a:prstGeom prst="rect">
            <a:avLst/>
          </a:prstGeom>
        </p:spPr>
        <p:txBody>
          <a:bodyPr lIns="91296" tIns="45649" rIns="91296" bIns="45649">
            <a:noAutofit/>
          </a:bodyPr>
          <a:lstStyle/>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8, 	</a:t>
            </a:r>
            <a:r>
              <a:rPr lang="en-US" sz="2400" dirty="0" err="1">
                <a:solidFill>
                  <a:srgbClr val="000000"/>
                </a:solidFill>
                <a:latin typeface="Sanskrit 99"/>
                <a:ea typeface="Calibri"/>
                <a:cs typeface="Sanskrit 99"/>
              </a:rPr>
              <a:t>ÇEgu</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yiv;ya</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veda</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inôEgu</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yae</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ÉvajuRn</a:t>
            </a:r>
            <a:r>
              <a:rPr lang="en-US" sz="2400" dirty="0">
                <a:solidFill>
                  <a:srgbClr val="000000"/>
                </a:solidFill>
                <a:latin typeface="Sanskrit 99"/>
                <a:ea typeface="Calibri"/>
                <a:cs typeface="Sanskrit 99"/>
              </a:rPr>
              <a:t>,</a:t>
            </a:r>
            <a:endParaRPr lang="en-US" sz="2400" dirty="0">
              <a:latin typeface="+mn-lt"/>
              <a:ea typeface="Calibri"/>
              <a:cs typeface="Times New Roman"/>
            </a:endParaRPr>
          </a:p>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inÖRNÖae</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inTysÅvSw</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inyaeRg</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em</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AaTmvan</a:t>
            </a:r>
            <a:r>
              <a:rPr lang="en-US" sz="2400" dirty="0">
                <a:solidFill>
                  <a:srgbClr val="000000"/>
                </a:solidFill>
                <a:latin typeface="Sanskrit 99"/>
                <a:ea typeface="Calibri"/>
                <a:cs typeface="Sanskrit 99"/>
              </a:rPr>
              <a:t>!.2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45.</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8| 	</a:t>
            </a:r>
            <a:r>
              <a:rPr lang="en-US" sz="2400" dirty="0" err="1">
                <a:solidFill>
                  <a:srgbClr val="000000"/>
                </a:solidFill>
                <a:latin typeface="URW Palladio IT"/>
                <a:ea typeface="Calibri"/>
                <a:cs typeface="URW Palladio IT"/>
              </a:rPr>
              <a:t>Traiguëyaviñayä</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vedäù</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Nistraiguëyo</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bhavärjuna</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12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Nirdvandvo</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nityasattvasthaù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Niryogakñema</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ätmavän</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45||</a:t>
            </a:r>
          </a:p>
          <a:p>
            <a:pPr>
              <a:defRPr/>
            </a:pPr>
            <a:r>
              <a:rPr lang="en-US" sz="2400" b="1" dirty="0">
                <a:solidFill>
                  <a:srgbClr val="000000"/>
                </a:solidFill>
                <a:latin typeface="BRH Kannada" pitchFamily="2" charset="0"/>
                <a:cs typeface="+mn-cs"/>
              </a:rPr>
              <a:t>8.	</a:t>
            </a:r>
            <a:r>
              <a:rPr lang="en-US" sz="2400" b="1" dirty="0" err="1">
                <a:solidFill>
                  <a:srgbClr val="000000"/>
                </a:solidFill>
                <a:latin typeface="BRH Kannada" pitchFamily="2" charset="0"/>
                <a:cs typeface="+mn-cs"/>
              </a:rPr>
              <a:t>vÉæöÊUÀÄtå</a:t>
            </a:r>
            <a:r>
              <a:rPr lang="en-US" sz="2400" b="1" dirty="0">
                <a:solidFill>
                  <a:srgbClr val="000000"/>
                </a:solidFill>
                <a:latin typeface="BRH Kannada" pitchFamily="2" charset="0"/>
                <a:cs typeface="+mn-cs"/>
              </a:rPr>
              <a:t>«µ</a:t>
            </a:r>
            <a:r>
              <a:rPr lang="en-US" sz="2400" b="1" dirty="0" err="1">
                <a:solidFill>
                  <a:srgbClr val="000000"/>
                </a:solidFill>
                <a:latin typeface="BRH Kannada" pitchFamily="2" charset="0"/>
                <a:cs typeface="+mn-cs"/>
              </a:rPr>
              <a:t>ÀAiÀiÁ</a:t>
            </a:r>
            <a:r>
              <a:rPr lang="en-US" sz="2400" b="1" dirty="0">
                <a:solidFill>
                  <a:srgbClr val="000000"/>
                </a:solidFill>
                <a:latin typeface="BRH Kannada" pitchFamily="2" charset="0"/>
                <a:cs typeface="+mn-cs"/>
              </a:rPr>
              <a:t> ª</a:t>
            </a:r>
            <a:r>
              <a:rPr lang="en-US" sz="2400" b="1" dirty="0" err="1">
                <a:solidFill>
                  <a:srgbClr val="000000"/>
                </a:solidFill>
                <a:latin typeface="BRH Kannada" pitchFamily="2" charset="0"/>
                <a:cs typeface="+mn-cs"/>
              </a:rPr>
              <a:t>ÉÃzÁB</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ÉÛçöÊUÀÄuÉÆåÃ</a:t>
            </a:r>
            <a:r>
              <a:rPr lang="en-US" sz="2400" b="1" dirty="0">
                <a:solidFill>
                  <a:srgbClr val="000000"/>
                </a:solidFill>
                <a:latin typeface="BRH Kannada" pitchFamily="2" charset="0"/>
                <a:cs typeface="+mn-cs"/>
              </a:rPr>
              <a:t> </a:t>
            </a:r>
            <a:r>
              <a:rPr lang="kn-IN" sz="2400" b="1" dirty="0">
                <a:solidFill>
                  <a:srgbClr val="000000"/>
                </a:solidFill>
                <a:latin typeface="BRH Kannada" pitchFamily="2" charset="0"/>
                <a:cs typeface="Arial" charset="0"/>
              </a:rPr>
              <a:t>ಭ</a:t>
            </a:r>
            <a:r>
              <a:rPr lang="en-US" sz="2400" b="1" dirty="0">
                <a:solidFill>
                  <a:srgbClr val="000000"/>
                </a:solidFill>
                <a:latin typeface="BRH Kannada" pitchFamily="2" charset="0"/>
                <a:cs typeface="+mn-cs"/>
              </a:rPr>
              <a:t>ª</a:t>
            </a:r>
            <a:r>
              <a:rPr lang="en-US" sz="2400" b="1" dirty="0" err="1">
                <a:solidFill>
                  <a:srgbClr val="000000"/>
                </a:solidFill>
                <a:latin typeface="BRH Kannada" pitchFamily="2" charset="0"/>
                <a:cs typeface="+mn-cs"/>
              </a:rPr>
              <a:t>ÁdÄð£À</a:t>
            </a:r>
            <a:r>
              <a:rPr lang="en-US" sz="2400" b="1" dirty="0">
                <a:solidFill>
                  <a:srgbClr val="000000"/>
                </a:solidFill>
                <a:latin typeface="BRH Kannada" pitchFamily="2" charset="0"/>
                <a:cs typeface="+mn-cs"/>
              </a:rPr>
              <a:t> |</a:t>
            </a: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zÀéðAzÉÆéÃ</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vÀå¸ÀvÀÛé¸ÀÜB</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AiÉÆÃðUÀPÉëÃªÀÄ</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DvÀäªÁ£ï</a:t>
            </a:r>
            <a:r>
              <a:rPr lang="en-US" sz="2400" b="1" dirty="0">
                <a:solidFill>
                  <a:srgbClr val="000000"/>
                </a:solidFill>
                <a:latin typeface="BRH Kannada" pitchFamily="2" charset="0"/>
                <a:cs typeface="+mn-cs"/>
              </a:rPr>
              <a:t> ||2.45||</a:t>
            </a:r>
            <a:endParaRPr lang="en-US" sz="2400" b="1" dirty="0">
              <a:latin typeface="+mn-lt"/>
              <a:ea typeface="Calibri"/>
              <a:cs typeface="Times New Roman"/>
            </a:endParaRPr>
          </a:p>
        </p:txBody>
      </p:sp>
      <p:sp>
        <p:nvSpPr>
          <p:cNvPr id="4" name="Rectangle 3"/>
          <p:cNvSpPr/>
          <p:nvPr/>
        </p:nvSpPr>
        <p:spPr>
          <a:xfrm>
            <a:off x="228600" y="3429000"/>
            <a:ext cx="8610600" cy="1323296"/>
          </a:xfrm>
          <a:prstGeom prst="rect">
            <a:avLst/>
          </a:prstGeom>
        </p:spPr>
        <p:txBody>
          <a:bodyPr lIns="91296" tIns="45649" rIns="91296" bIns="45649">
            <a:spAutoFit/>
          </a:bodyPr>
          <a:lstStyle/>
          <a:p>
            <a:pPr algn="ctr" eaLnBrk="1" hangingPunct="1">
              <a:defRPr/>
            </a:pPr>
            <a:r>
              <a:rPr lang="en-IN" sz="2000" b="1" i="1" dirty="0">
                <a:latin typeface="Palatino Linotype" panose="02040502050505030304" pitchFamily="18" charset="0"/>
              </a:rPr>
              <a:t>The Vedas deal with the three attributes (of Nature); be thou above these three attributes, O </a:t>
            </a:r>
            <a:r>
              <a:rPr lang="en-IN" sz="2000" b="1" i="1" dirty="0" err="1">
                <a:latin typeface="Palatino Linotype" panose="02040502050505030304" pitchFamily="18" charset="0"/>
              </a:rPr>
              <a:t>Arjuna</a:t>
            </a:r>
            <a:r>
              <a:rPr lang="en-IN" sz="2000" b="1" i="1" dirty="0">
                <a:latin typeface="Palatino Linotype" panose="02040502050505030304" pitchFamily="18" charset="0"/>
              </a:rPr>
              <a:t>! Free yourself from the pairs of opposites and ever remain in the quality of </a:t>
            </a:r>
            <a:r>
              <a:rPr lang="en-IN" sz="2000" b="1" i="1" dirty="0" err="1">
                <a:latin typeface="Palatino Linotype" panose="02040502050505030304" pitchFamily="18" charset="0"/>
              </a:rPr>
              <a:t>Sattva</a:t>
            </a:r>
            <a:r>
              <a:rPr lang="en-IN" sz="2000" b="1" i="1" dirty="0">
                <a:latin typeface="Palatino Linotype" panose="02040502050505030304" pitchFamily="18" charset="0"/>
              </a:rPr>
              <a:t> (goodness), freed from the thought of acquisition and preservation, and be established in the Self</a:t>
            </a:r>
          </a:p>
        </p:txBody>
      </p:sp>
    </p:spTree>
    <p:extLst>
      <p:ext uri="{BB962C8B-B14F-4D97-AF65-F5344CB8AC3E}">
        <p14:creationId xmlns:p14="http://schemas.microsoft.com/office/powerpoint/2010/main" val="19303350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57150"/>
            <a:ext cx="9144000" cy="4114800"/>
          </a:xfrm>
          <a:prstGeom prst="rect">
            <a:avLst/>
          </a:prstGeom>
        </p:spPr>
        <p:txBody>
          <a:bodyPr lIns="91296" tIns="45649" rIns="91296" bIns="45649">
            <a:normAutofit/>
          </a:bodyPr>
          <a:lstStyle/>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9, 	</a:t>
            </a:r>
            <a:r>
              <a:rPr lang="en-US" sz="2400" dirty="0" err="1">
                <a:solidFill>
                  <a:srgbClr val="000000"/>
                </a:solidFill>
                <a:latin typeface="Sanskrit 99"/>
                <a:ea typeface="Calibri"/>
                <a:cs typeface="Sanskrit 99"/>
              </a:rPr>
              <a:t>àjhait</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yda</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kaman</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svaRNpawR</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mnaegtan</a:t>
            </a:r>
            <a:r>
              <a:rPr lang="en-US" sz="2400" dirty="0">
                <a:solidFill>
                  <a:srgbClr val="000000"/>
                </a:solidFill>
                <a:latin typeface="Sanskrit 99"/>
                <a:ea typeface="Calibri"/>
                <a:cs typeface="Sanskrit 99"/>
              </a:rPr>
              <a:t>!,</a:t>
            </a:r>
            <a:endParaRPr lang="en-US" sz="2400" dirty="0">
              <a:latin typeface="+mn-lt"/>
              <a:ea typeface="Calibri"/>
              <a:cs typeface="Times New Roman"/>
            </a:endParaRPr>
          </a:p>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AaTmNyevaTmna</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tuò</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iSwtà</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StdaeCyte</a:t>
            </a:r>
            <a:r>
              <a:rPr lang="en-US" sz="2400" dirty="0">
                <a:solidFill>
                  <a:srgbClr val="000000"/>
                </a:solidFill>
                <a:latin typeface="Sanskrit 99"/>
                <a:ea typeface="Calibri"/>
                <a:cs typeface="Sanskrit 99"/>
              </a:rPr>
              <a:t>. 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55.</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9| 	</a:t>
            </a:r>
            <a:r>
              <a:rPr lang="en-US" sz="2400" dirty="0" err="1">
                <a:solidFill>
                  <a:srgbClr val="000000"/>
                </a:solidFill>
                <a:latin typeface="URW Palladio IT"/>
                <a:ea typeface="Calibri"/>
                <a:cs typeface="URW Palladio IT"/>
              </a:rPr>
              <a:t>Prajahäti</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yadä</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kämän</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Sarvänpärtha</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manogatän</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Ätmanyevätmanä</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tuñöaù</a:t>
            </a:r>
            <a:endParaRPr lang="en-US" sz="2400" dirty="0">
              <a:solidFill>
                <a:srgbClr val="000000"/>
              </a:solidFill>
              <a:latin typeface="URW Palladio IT"/>
              <a:ea typeface="Calibri"/>
              <a:cs typeface="URW Palladio IT"/>
            </a:endParaRPr>
          </a:p>
          <a:p>
            <a:pPr eaLnBrk="1" fontAlgn="auto" hangingPunct="1">
              <a:lnSpc>
                <a:spcPct val="107000"/>
              </a:lnSpc>
              <a:spcBef>
                <a:spcPts val="0"/>
              </a:spcBef>
              <a:spcAft>
                <a:spcPts val="12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Sthitaprajïastadocyate</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55||</a:t>
            </a:r>
          </a:p>
          <a:p>
            <a:pPr>
              <a:defRPr/>
            </a:pPr>
            <a:r>
              <a:rPr lang="en-US" sz="2400" b="1" dirty="0">
                <a:solidFill>
                  <a:srgbClr val="000000"/>
                </a:solidFill>
                <a:latin typeface="BRH Kannada" pitchFamily="2" charset="0"/>
                <a:cs typeface="+mn-cs"/>
              </a:rPr>
              <a:t>9.	¥</a:t>
            </a:r>
            <a:r>
              <a:rPr lang="en-US" sz="2400" b="1" dirty="0" err="1">
                <a:solidFill>
                  <a:srgbClr val="000000"/>
                </a:solidFill>
                <a:latin typeface="BRH Kannada" pitchFamily="2" charset="0"/>
                <a:cs typeface="+mn-cs"/>
              </a:rPr>
              <a:t>ÀædºÁw</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AiÀÄzÁ</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PÁªÀiÁ£ï</a:t>
            </a:r>
            <a:endParaRPr lang="en-US" sz="2400" b="1" dirty="0">
              <a:solidFill>
                <a:srgbClr val="000000"/>
              </a:solidFill>
              <a:latin typeface="BRH Kannada" pitchFamily="2" charset="0"/>
              <a:cs typeface="+mn-cs"/>
            </a:endParaRP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ÀªÁð£ï</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ÁxÀð</a:t>
            </a:r>
            <a:r>
              <a:rPr lang="en-US" sz="2400" b="1" dirty="0">
                <a:solidFill>
                  <a:srgbClr val="000000"/>
                </a:solidFill>
                <a:latin typeface="BRH Kannada" pitchFamily="2" charset="0"/>
                <a:cs typeface="+mn-cs"/>
              </a:rPr>
              <a:t> ª</a:t>
            </a:r>
            <a:r>
              <a:rPr lang="en-US" sz="2400" b="1" dirty="0" err="1">
                <a:solidFill>
                  <a:srgbClr val="000000"/>
                </a:solidFill>
                <a:latin typeface="BRH Kannada" pitchFamily="2" charset="0"/>
                <a:cs typeface="+mn-cs"/>
              </a:rPr>
              <a:t>ÀÄ£ÉÆÃUÀvÁ£ï</a:t>
            </a:r>
            <a:endParaRPr lang="en-US" sz="2400" b="1" dirty="0">
              <a:solidFill>
                <a:srgbClr val="000000"/>
              </a:solidFill>
              <a:latin typeface="BRH Kannada" pitchFamily="2" charset="0"/>
              <a:cs typeface="+mn-cs"/>
            </a:endParaRP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DvÀä£ÉåÃªÁvÀä£Á</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vÀÄµÀÖB</a:t>
            </a:r>
            <a:r>
              <a:rPr lang="en-US" sz="2400" b="1" dirty="0">
                <a:solidFill>
                  <a:srgbClr val="000000"/>
                </a:solidFill>
                <a:latin typeface="BRH Kannada" pitchFamily="2" charset="0"/>
                <a:cs typeface="+mn-cs"/>
              </a:rPr>
              <a:t> ¹ÜvÀ¥ÀædÕ¸ÀÛzÉÆÃZÀåvÉÃ ||2.55||</a:t>
            </a:r>
            <a:endParaRPr lang="en-US" sz="2400" b="1" dirty="0">
              <a:latin typeface="+mn-lt"/>
              <a:ea typeface="Calibri"/>
              <a:cs typeface="Times New Roman"/>
            </a:endParaRPr>
          </a:p>
        </p:txBody>
      </p:sp>
      <p:sp>
        <p:nvSpPr>
          <p:cNvPr id="4" name="Rectangle 3"/>
          <p:cNvSpPr/>
          <p:nvPr/>
        </p:nvSpPr>
        <p:spPr>
          <a:xfrm>
            <a:off x="228600" y="3638550"/>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When a man completely casts off, O </a:t>
            </a:r>
            <a:r>
              <a:rPr lang="en-IN" sz="2800" b="1" i="1" dirty="0" err="1">
                <a:latin typeface="Palatino Linotype" panose="02040502050505030304" pitchFamily="18" charset="0"/>
              </a:rPr>
              <a:t>Arjuna</a:t>
            </a:r>
            <a:r>
              <a:rPr lang="en-IN" sz="2800" b="1" i="1" dirty="0">
                <a:latin typeface="Palatino Linotype" panose="02040502050505030304" pitchFamily="18" charset="0"/>
              </a:rPr>
              <a:t>, all the desires of the mind and is satisfied in the Self by the Self, then is he said to be one of steady wisdom!</a:t>
            </a:r>
          </a:p>
        </p:txBody>
      </p:sp>
    </p:spTree>
    <p:extLst>
      <p:ext uri="{BB962C8B-B14F-4D97-AF65-F5344CB8AC3E}">
        <p14:creationId xmlns:p14="http://schemas.microsoft.com/office/powerpoint/2010/main" val="13355544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114300"/>
            <a:ext cx="9144000" cy="3886200"/>
          </a:xfrm>
          <a:prstGeom prst="rect">
            <a:avLst/>
          </a:prstGeom>
        </p:spPr>
        <p:txBody>
          <a:bodyPr lIns="91296" tIns="45649" rIns="91296" bIns="45649">
            <a:normAutofit/>
          </a:bodyPr>
          <a:lstStyle/>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10, 	</a:t>
            </a:r>
            <a:r>
              <a:rPr lang="en-US" sz="2400" dirty="0" err="1">
                <a:solidFill>
                  <a:srgbClr val="000000"/>
                </a:solidFill>
                <a:latin typeface="Sanskrit 99"/>
                <a:ea typeface="Calibri"/>
                <a:cs typeface="Sanskrit 99"/>
              </a:rPr>
              <a:t>Xyaytae</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iv;yaNpu</a:t>
            </a:r>
            <a:r>
              <a:rPr lang="en-US" sz="2400" dirty="0">
                <a:solidFill>
                  <a:srgbClr val="000000"/>
                </a:solidFill>
                <a:latin typeface="Sanskrit 99"/>
                <a:ea typeface="Calibri"/>
                <a:cs typeface="Sanskrit 99"/>
              </a:rPr>
              <a:t>&lt;s&gt; s¼Ste;Upjayte,</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	s¼aTsÃayte </a:t>
            </a:r>
            <a:r>
              <a:rPr lang="en-US" sz="2400" dirty="0" err="1">
                <a:solidFill>
                  <a:srgbClr val="000000"/>
                </a:solidFill>
                <a:latin typeface="Sanskrit 99"/>
                <a:ea typeface="Calibri"/>
                <a:cs typeface="Sanskrit 99"/>
              </a:rPr>
              <a:t>kam</a:t>
            </a:r>
            <a:r>
              <a:rPr lang="en-US" sz="2400" dirty="0">
                <a:solidFill>
                  <a:srgbClr val="000000"/>
                </a:solidFill>
                <a:latin typeface="Sanskrit 99"/>
                <a:ea typeface="Calibri"/>
                <a:cs typeface="Sanskrit 99"/>
              </a:rPr>
              <a:t>&gt; kamaT³aexae=iÉjayte.2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62.</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10| 	</a:t>
            </a:r>
            <a:r>
              <a:rPr lang="en-US" sz="2400" dirty="0" err="1">
                <a:solidFill>
                  <a:srgbClr val="000000"/>
                </a:solidFill>
                <a:latin typeface="URW Palladio IT"/>
                <a:ea typeface="Calibri"/>
                <a:cs typeface="URW Palladio IT"/>
              </a:rPr>
              <a:t>Dhyäyato</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viñayänpuàsaù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Saìgasteñüpajäyate</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12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Saìgätsaïjäyate</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kämaù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Kämätkrodho'bhijäyate</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62||</a:t>
            </a:r>
          </a:p>
          <a:p>
            <a:pPr>
              <a:spcBef>
                <a:spcPts val="0"/>
              </a:spcBef>
              <a:spcAft>
                <a:spcPts val="0"/>
              </a:spcAft>
              <a:defRPr/>
            </a:pPr>
            <a:r>
              <a:rPr lang="en-US" sz="2400" b="1" dirty="0">
                <a:solidFill>
                  <a:srgbClr val="000000"/>
                </a:solidFill>
                <a:latin typeface="BRH Kannada"/>
                <a:ea typeface="Times New Roman"/>
                <a:cs typeface="BRH Kannada"/>
              </a:rPr>
              <a:t>10.	</a:t>
            </a:r>
            <a:r>
              <a:rPr lang="en-US" sz="2400" b="1" dirty="0" err="1">
                <a:solidFill>
                  <a:srgbClr val="000000"/>
                </a:solidFill>
                <a:latin typeface="BRH Kannada"/>
                <a:ea typeface="Times New Roman"/>
                <a:cs typeface="BRH Kannada"/>
              </a:rPr>
              <a:t>zsÁåAiÀÄvÉÆÃ</a:t>
            </a:r>
            <a:r>
              <a:rPr lang="en-US" sz="2400" b="1" dirty="0">
                <a:solidFill>
                  <a:srgbClr val="000000"/>
                </a:solidFill>
                <a:latin typeface="BRH Kannada"/>
                <a:ea typeface="Times New Roman"/>
                <a:cs typeface="BRH Kannada"/>
              </a:rPr>
              <a:t> «µ</a:t>
            </a:r>
            <a:r>
              <a:rPr lang="en-US" sz="2400" b="1" dirty="0" err="1">
                <a:solidFill>
                  <a:srgbClr val="000000"/>
                </a:solidFill>
                <a:latin typeface="BRH Kannada"/>
                <a:ea typeface="Times New Roman"/>
                <a:cs typeface="BRH Kannada"/>
              </a:rPr>
              <a:t>ÀAiÀiÁ£ï</a:t>
            </a:r>
            <a:r>
              <a:rPr lang="en-US" sz="2400" b="1" dirty="0">
                <a:solidFill>
                  <a:srgbClr val="000000"/>
                </a:solidFill>
                <a:latin typeface="BRH Kannada"/>
                <a:ea typeface="Times New Roman"/>
                <a:cs typeface="BRH Kannada"/>
              </a:rPr>
              <a:t> ¥ÀÅA¸ÀB 				¸</a:t>
            </a:r>
            <a:r>
              <a:rPr lang="en-US" sz="2400" b="1" dirty="0" err="1">
                <a:solidFill>
                  <a:srgbClr val="000000"/>
                </a:solidFill>
                <a:latin typeface="BRH Kannada"/>
                <a:ea typeface="Times New Roman"/>
                <a:cs typeface="BRH Kannada"/>
              </a:rPr>
              <a:t>ÀAUÀ¸ÉÛÃµÀÆ¥ÀeÁAiÀÄvÉÃ</a:t>
            </a:r>
            <a:r>
              <a:rPr lang="en-US" sz="2400" b="1" dirty="0">
                <a:solidFill>
                  <a:srgbClr val="000000"/>
                </a:solidFill>
                <a:latin typeface="BRH Kannada"/>
                <a:ea typeface="Times New Roman"/>
                <a:cs typeface="BRH Kannada"/>
              </a:rPr>
              <a:t> |</a:t>
            </a:r>
            <a:endParaRPr lang="en-US" sz="2400" b="1" dirty="0">
              <a:solidFill>
                <a:srgbClr val="000000"/>
              </a:solidFill>
              <a:latin typeface="Calibri"/>
              <a:ea typeface="Times New Roman"/>
              <a:cs typeface="Times New Roman"/>
            </a:endParaRPr>
          </a:p>
          <a:p>
            <a:pPr>
              <a:spcBef>
                <a:spcPts val="0"/>
              </a:spcBef>
              <a:spcAft>
                <a:spcPts val="0"/>
              </a:spcAft>
              <a:defRPr/>
            </a:pPr>
            <a:r>
              <a:rPr lang="en-US" sz="2400" b="1" dirty="0">
                <a:solidFill>
                  <a:srgbClr val="000000"/>
                </a:solidFill>
                <a:latin typeface="BRH Kannada"/>
                <a:ea typeface="Times New Roman"/>
                <a:cs typeface="BRH Kannada"/>
              </a:rPr>
              <a:t>	¸</a:t>
            </a:r>
            <a:r>
              <a:rPr lang="en-US" sz="2400" b="1" dirty="0" err="1">
                <a:solidFill>
                  <a:srgbClr val="000000"/>
                </a:solidFill>
                <a:latin typeface="BRH Kannada"/>
                <a:ea typeface="Times New Roman"/>
                <a:cs typeface="BRH Kannada"/>
              </a:rPr>
              <a:t>ÀAUÁvï</a:t>
            </a:r>
            <a:r>
              <a:rPr lang="en-US" sz="2400" b="1" dirty="0">
                <a:solidFill>
                  <a:srgbClr val="000000"/>
                </a:solidFill>
                <a:latin typeface="BRH Kannada"/>
                <a:ea typeface="Times New Roman"/>
                <a:cs typeface="BRH Kannada"/>
              </a:rPr>
              <a:t> ¸</a:t>
            </a:r>
            <a:r>
              <a:rPr lang="en-US" sz="2400" b="1" dirty="0" err="1">
                <a:solidFill>
                  <a:srgbClr val="000000"/>
                </a:solidFill>
                <a:latin typeface="BRH Kannada"/>
                <a:ea typeface="Times New Roman"/>
                <a:cs typeface="BRH Kannada"/>
              </a:rPr>
              <a:t>ÀAeÁAiÀÄvÉÃ</a:t>
            </a:r>
            <a:r>
              <a:rPr lang="en-US" sz="2400" b="1" dirty="0">
                <a:solidFill>
                  <a:srgbClr val="000000"/>
                </a:solidFill>
                <a:latin typeface="BRH Kannada"/>
                <a:ea typeface="Times New Roman"/>
                <a:cs typeface="BRH Kannada"/>
              </a:rPr>
              <a:t> PÁªÀÄB </a:t>
            </a:r>
          </a:p>
          <a:p>
            <a:pPr>
              <a:spcBef>
                <a:spcPts val="0"/>
              </a:spcBef>
              <a:spcAft>
                <a:spcPts val="0"/>
              </a:spcAft>
              <a:defRPr/>
            </a:pPr>
            <a:r>
              <a:rPr lang="en-US" sz="2400" b="1" dirty="0">
                <a:solidFill>
                  <a:srgbClr val="000000"/>
                </a:solidFill>
                <a:latin typeface="BRH Kannada"/>
                <a:ea typeface="Times New Roman"/>
                <a:cs typeface="BRH Kannada"/>
              </a:rPr>
              <a:t>	</a:t>
            </a:r>
            <a:r>
              <a:rPr lang="en-US" sz="2400" b="1" dirty="0" err="1">
                <a:solidFill>
                  <a:srgbClr val="000000"/>
                </a:solidFill>
                <a:latin typeface="BRH Kannada"/>
                <a:ea typeface="Times New Roman"/>
                <a:cs typeface="BRH Kannada"/>
              </a:rPr>
              <a:t>PÁªÀiÁvï</a:t>
            </a:r>
            <a:r>
              <a:rPr lang="en-US" sz="2400" b="1" dirty="0">
                <a:solidFill>
                  <a:srgbClr val="000000"/>
                </a:solidFill>
                <a:latin typeface="BRH Kannada"/>
                <a:ea typeface="Times New Roman"/>
                <a:cs typeface="BRH Kannada"/>
              </a:rPr>
              <a:t> </a:t>
            </a:r>
            <a:r>
              <a:rPr lang="en-US" sz="2400" b="1" dirty="0" err="1">
                <a:solidFill>
                  <a:srgbClr val="000000"/>
                </a:solidFill>
                <a:latin typeface="BRH Kannada"/>
                <a:ea typeface="Times New Roman"/>
                <a:cs typeface="BRH Kannada"/>
              </a:rPr>
              <a:t>PÉÆæÃzsÉÆÃ</a:t>
            </a:r>
            <a:r>
              <a:rPr lang="en-US" sz="2400" b="1" dirty="0">
                <a:solidFill>
                  <a:srgbClr val="000000"/>
                </a:solidFill>
                <a:latin typeface="BRH Kannada" pitchFamily="2" charset="0"/>
                <a:cs typeface="+mn-cs"/>
              </a:rPr>
              <a:t>„</a:t>
            </a:r>
            <a:r>
              <a:rPr lang="en-US" sz="2400" b="1" dirty="0">
                <a:solidFill>
                  <a:srgbClr val="000000"/>
                </a:solidFill>
                <a:latin typeface="BRH Kannada"/>
                <a:ea typeface="Times New Roman"/>
                <a:cs typeface="BRH Kannada"/>
              </a:rPr>
              <a:t>©</a:t>
            </a:r>
            <a:r>
              <a:rPr lang="en-US" sz="2400" b="1" dirty="0" err="1">
                <a:solidFill>
                  <a:srgbClr val="000000"/>
                </a:solidFill>
                <a:latin typeface="BRH Kannada"/>
                <a:ea typeface="Times New Roman"/>
                <a:cs typeface="BRH Kannada"/>
              </a:rPr>
              <a:t>üeÁAiÀÄvÉÃ</a:t>
            </a:r>
            <a:r>
              <a:rPr lang="en-US" sz="2400" b="1" dirty="0">
                <a:solidFill>
                  <a:srgbClr val="000000"/>
                </a:solidFill>
                <a:latin typeface="BRH Kannada"/>
                <a:ea typeface="Times New Roman"/>
                <a:cs typeface="BRH Kannada"/>
              </a:rPr>
              <a:t> ||</a:t>
            </a:r>
            <a:endParaRPr lang="en-US" sz="2400" b="1" dirty="0">
              <a:latin typeface="+mn-lt"/>
              <a:ea typeface="Calibri"/>
              <a:cs typeface="Times New Roman"/>
            </a:endParaRPr>
          </a:p>
        </p:txBody>
      </p:sp>
      <p:sp>
        <p:nvSpPr>
          <p:cNvPr id="4" name="Rectangle 3"/>
          <p:cNvSpPr/>
          <p:nvPr/>
        </p:nvSpPr>
        <p:spPr>
          <a:xfrm>
            <a:off x="228600" y="3638550"/>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When a man thinks of the objects, attachment to them arises; from attachment desire is</a:t>
            </a:r>
          </a:p>
          <a:p>
            <a:pPr algn="ctr" eaLnBrk="1" hangingPunct="1">
              <a:defRPr/>
            </a:pPr>
            <a:r>
              <a:rPr lang="en-IN" sz="2800" b="1" i="1" dirty="0">
                <a:latin typeface="Palatino Linotype" panose="02040502050505030304" pitchFamily="18" charset="0"/>
              </a:rPr>
              <a:t>born; from desire anger arises.</a:t>
            </a:r>
          </a:p>
        </p:txBody>
      </p:sp>
    </p:spTree>
    <p:extLst>
      <p:ext uri="{BB962C8B-B14F-4D97-AF65-F5344CB8AC3E}">
        <p14:creationId xmlns:p14="http://schemas.microsoft.com/office/powerpoint/2010/main" val="38168604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114300"/>
            <a:ext cx="9144000" cy="3829050"/>
          </a:xfrm>
          <a:prstGeom prst="rect">
            <a:avLst/>
          </a:prstGeom>
        </p:spPr>
        <p:txBody>
          <a:bodyPr lIns="91296" tIns="45649" rIns="91296" bIns="45649">
            <a:noAutofit/>
          </a:bodyPr>
          <a:lstStyle/>
          <a:p>
            <a:pPr marL="456475" lvl="1" indent="0"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³aexaÑvit </a:t>
            </a:r>
            <a:r>
              <a:rPr lang="en-US" sz="2400" dirty="0" err="1">
                <a:solidFill>
                  <a:srgbClr val="000000"/>
                </a:solidFill>
                <a:latin typeface="Sanskrit 99"/>
                <a:ea typeface="Calibri"/>
                <a:cs typeface="Sanskrit 99"/>
              </a:rPr>
              <a:t>sMmaeh</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sMmaehaTSm&amp;itivæm</a:t>
            </a:r>
            <a:r>
              <a:rPr lang="en-US" sz="2400" dirty="0">
                <a:solidFill>
                  <a:srgbClr val="000000"/>
                </a:solidFill>
                <a:latin typeface="Sanskrit 99"/>
                <a:ea typeface="Calibri"/>
                <a:cs typeface="Sanskrit 99"/>
              </a:rPr>
              <a:t>&gt;,</a:t>
            </a:r>
            <a:endParaRPr lang="en-US" sz="2400" dirty="0">
              <a:latin typeface="+mn-lt"/>
              <a:ea typeface="Calibri"/>
              <a:cs typeface="Times New Roman"/>
            </a:endParaRPr>
          </a:p>
          <a:p>
            <a:pPr marL="456475" lvl="1" indent="0" eaLnBrk="1" fontAlgn="auto" hangingPunct="1">
              <a:lnSpc>
                <a:spcPct val="110000"/>
              </a:lnSpc>
              <a:spcBef>
                <a:spcPts val="0"/>
              </a:spcBef>
              <a:spcAft>
                <a:spcPts val="0"/>
              </a:spcAft>
              <a:defRPr/>
            </a:pPr>
            <a:r>
              <a:rPr lang="en-US" sz="2400" dirty="0" err="1">
                <a:solidFill>
                  <a:srgbClr val="000000"/>
                </a:solidFill>
                <a:latin typeface="Sanskrit 99"/>
                <a:ea typeface="Calibri"/>
                <a:cs typeface="Sanskrit 99"/>
              </a:rPr>
              <a:t>Sm&amp;itæ</a:t>
            </a:r>
            <a:r>
              <a:rPr lang="en-US" sz="2400" dirty="0">
                <a:solidFill>
                  <a:srgbClr val="000000"/>
                </a:solidFill>
                <a:latin typeface="Sanskrit 99"/>
                <a:ea typeface="Calibri"/>
                <a:cs typeface="Sanskrit 99"/>
              </a:rPr>
              <a:t>&lt;</a:t>
            </a:r>
            <a:r>
              <a:rPr lang="en-US" sz="2400" dirty="0" err="1">
                <a:solidFill>
                  <a:srgbClr val="000000"/>
                </a:solidFill>
                <a:latin typeface="Sanskrit 99"/>
                <a:ea typeface="Calibri"/>
                <a:cs typeface="Sanskrit 99"/>
              </a:rPr>
              <a:t>zadœ</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buiÏnaz</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buiÏnazaTà</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Zyit</a:t>
            </a:r>
            <a:r>
              <a:rPr lang="en-US" sz="2400" dirty="0">
                <a:solidFill>
                  <a:srgbClr val="000000"/>
                </a:solidFill>
                <a:latin typeface="Sanskrit 99"/>
                <a:ea typeface="Calibri"/>
                <a:cs typeface="Sanskrit 99"/>
              </a:rPr>
              <a:t>. 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63.</a:t>
            </a:r>
            <a:endParaRPr lang="en-US" sz="2400" dirty="0">
              <a:latin typeface="+mn-lt"/>
              <a:ea typeface="Calibri"/>
              <a:cs typeface="Times New Roman"/>
            </a:endParaRPr>
          </a:p>
          <a:p>
            <a:pPr marL="450136" eaLnBrk="1" fontAlgn="auto" hangingPunct="1">
              <a:lnSpc>
                <a:spcPct val="107000"/>
              </a:lnSpc>
              <a:spcBef>
                <a:spcPts val="0"/>
              </a:spcBef>
              <a:spcAft>
                <a:spcPts val="0"/>
              </a:spcAft>
              <a:defRPr/>
            </a:pPr>
            <a:r>
              <a:rPr lang="en-US" sz="2400" dirty="0" err="1">
                <a:solidFill>
                  <a:srgbClr val="000000"/>
                </a:solidFill>
                <a:latin typeface="URW Palladio IT"/>
                <a:ea typeface="Calibri"/>
                <a:cs typeface="URW Palladio IT"/>
              </a:rPr>
              <a:t>Krodhädbhavati</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sammohaù</a:t>
            </a:r>
            <a:endParaRPr lang="en-US" sz="2400" dirty="0">
              <a:solidFill>
                <a:srgbClr val="000000"/>
              </a:solidFill>
              <a:latin typeface="URW Palladio IT"/>
              <a:ea typeface="Calibri"/>
              <a:cs typeface="URW Palladio IT"/>
            </a:endParaRPr>
          </a:p>
          <a:p>
            <a:pPr marL="450136"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Sammohätsmåtivibhramaù</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marL="450136" eaLnBrk="1" fontAlgn="auto" hangingPunct="1">
              <a:lnSpc>
                <a:spcPct val="107000"/>
              </a:lnSpc>
              <a:spcBef>
                <a:spcPts val="0"/>
              </a:spcBef>
              <a:spcAft>
                <a:spcPts val="1200"/>
              </a:spcAft>
              <a:defRPr/>
            </a:pPr>
            <a:r>
              <a:rPr lang="en-US" sz="2400" dirty="0" err="1">
                <a:solidFill>
                  <a:srgbClr val="000000"/>
                </a:solidFill>
                <a:latin typeface="URW Palladio IT"/>
                <a:ea typeface="Calibri"/>
                <a:cs typeface="URW Palladio IT"/>
              </a:rPr>
              <a:t>Småtibhraàçäd</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buddhinäçaù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Buddhinäçätpraëaçyati</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63||</a:t>
            </a:r>
          </a:p>
          <a:p>
            <a:pPr marL="450136">
              <a:defRPr/>
            </a:pPr>
            <a:r>
              <a:rPr lang="kn-IN" sz="2400" b="1" dirty="0">
                <a:solidFill>
                  <a:srgbClr val="000000"/>
                </a:solidFill>
                <a:latin typeface="Tunga"/>
                <a:cs typeface="Arial" charset="0"/>
              </a:rPr>
              <a:t>ಕ್ರೋಧಾದ್ಭವತಿ ಸಮ್ಮೋಹಃ ಸಮ್ಮೋಹಾತ್ ಸ್ಮೃತಿವಿಭ್ರಮಃ</a:t>
            </a:r>
          </a:p>
          <a:p>
            <a:pPr marL="450136">
              <a:defRPr/>
            </a:pPr>
            <a:r>
              <a:rPr lang="kn-IN" sz="2400" b="1" dirty="0">
                <a:solidFill>
                  <a:srgbClr val="000000"/>
                </a:solidFill>
                <a:latin typeface="Tunga"/>
                <a:cs typeface="Arial" charset="0"/>
              </a:rPr>
              <a:t>ಸ್ಮೃತಿಭ್ರಂಶಾದ್ ಬುದ್ಧಿನಾಶಃ</a:t>
            </a:r>
            <a:r>
              <a:rPr lang="en-CA" sz="2400" b="1" dirty="0">
                <a:solidFill>
                  <a:srgbClr val="000000"/>
                </a:solidFill>
                <a:latin typeface="Tunga"/>
                <a:cs typeface="Arial" charset="0"/>
              </a:rPr>
              <a:t> </a:t>
            </a:r>
            <a:r>
              <a:rPr lang="kn-IN" sz="2400" b="1" dirty="0">
                <a:solidFill>
                  <a:srgbClr val="000000"/>
                </a:solidFill>
                <a:latin typeface="Tunga"/>
                <a:cs typeface="Arial" charset="0"/>
              </a:rPr>
              <a:t>ಬುದ್ಧಿನಾಶಾದ್ ಪ್ರಣಶ್ಯತಿ</a:t>
            </a:r>
            <a:r>
              <a:rPr lang="en-CA" sz="2400" b="1" dirty="0">
                <a:solidFill>
                  <a:srgbClr val="000000"/>
                </a:solidFill>
                <a:latin typeface="Tunga"/>
                <a:cs typeface="Arial" charset="0"/>
              </a:rPr>
              <a:t> </a:t>
            </a:r>
            <a:r>
              <a:rPr lang="en-US" sz="2400" b="1" dirty="0">
                <a:solidFill>
                  <a:srgbClr val="000000"/>
                </a:solidFill>
                <a:latin typeface="BRH Kannada" pitchFamily="2" charset="0"/>
                <a:cs typeface="+mn-cs"/>
              </a:rPr>
              <a:t>||2.62-63||</a:t>
            </a:r>
            <a:endParaRPr lang="en-US" sz="2400" b="1" dirty="0">
              <a:latin typeface="+mn-lt"/>
              <a:ea typeface="Calibri"/>
              <a:cs typeface="Times New Roman"/>
            </a:endParaRPr>
          </a:p>
        </p:txBody>
      </p:sp>
      <p:sp>
        <p:nvSpPr>
          <p:cNvPr id="4" name="Rectangle 3"/>
          <p:cNvSpPr/>
          <p:nvPr/>
        </p:nvSpPr>
        <p:spPr>
          <a:xfrm>
            <a:off x="304800" y="3581365"/>
            <a:ext cx="8610600" cy="1200185"/>
          </a:xfrm>
          <a:prstGeom prst="rect">
            <a:avLst/>
          </a:prstGeom>
        </p:spPr>
        <p:txBody>
          <a:bodyPr lIns="91296" tIns="45649" rIns="91296" bIns="45649">
            <a:spAutoFit/>
          </a:bodyPr>
          <a:lstStyle/>
          <a:p>
            <a:pPr algn="ctr" eaLnBrk="1" hangingPunct="1">
              <a:defRPr/>
            </a:pPr>
            <a:r>
              <a:rPr lang="en-IN" sz="2400" b="1" i="1" dirty="0">
                <a:latin typeface="Palatino Linotype" panose="02040502050505030304" pitchFamily="18" charset="0"/>
              </a:rPr>
              <a:t>From anger comes delusion; from delusion the loss of memory; from loss of memory the destruction of discrimination; from the destruction of discrimination he perishes.</a:t>
            </a:r>
          </a:p>
        </p:txBody>
      </p:sp>
    </p:spTree>
    <p:extLst>
      <p:ext uri="{BB962C8B-B14F-4D97-AF65-F5344CB8AC3E}">
        <p14:creationId xmlns:p14="http://schemas.microsoft.com/office/powerpoint/2010/main" val="3759138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76200" y="114300"/>
            <a:ext cx="9144000" cy="3714750"/>
          </a:xfrm>
          <a:prstGeom prst="rect">
            <a:avLst/>
          </a:prstGeom>
        </p:spPr>
        <p:txBody>
          <a:bodyPr lIns="91296" tIns="45649" rIns="91296" bIns="45649">
            <a:normAutofit/>
          </a:bodyPr>
          <a:lstStyle/>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11, 	</a:t>
            </a:r>
            <a:r>
              <a:rPr lang="en-US" sz="2400" dirty="0" err="1">
                <a:solidFill>
                  <a:srgbClr val="000000"/>
                </a:solidFill>
                <a:latin typeface="Sanskrit 99"/>
                <a:ea typeface="Calibri"/>
                <a:cs typeface="Sanskrit 99"/>
              </a:rPr>
              <a:t>ragÖe;iv</a:t>
            </a:r>
            <a:r>
              <a:rPr lang="en-US" sz="2400" dirty="0" err="1">
                <a:solidFill>
                  <a:srgbClr val="000000"/>
                </a:solidFill>
                <a:latin typeface="Sanskrit 2003" pitchFamily="2" charset="-78"/>
                <a:ea typeface="Calibri"/>
                <a:cs typeface="Sanskrit 2003" pitchFamily="2" charset="-78"/>
              </a:rPr>
              <a:t>युक्तै</a:t>
            </a:r>
            <a:r>
              <a:rPr lang="en-US" sz="2400" dirty="0" err="1">
                <a:solidFill>
                  <a:srgbClr val="000000"/>
                </a:solidFill>
                <a:latin typeface="Sanskrit 99"/>
                <a:ea typeface="Calibri"/>
                <a:cs typeface="Sanskrit 99"/>
              </a:rPr>
              <a:t>Stu</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iv;yainiNÔyEírn</a:t>
            </a:r>
            <a:r>
              <a:rPr lang="en-US" sz="2400" dirty="0">
                <a:solidFill>
                  <a:srgbClr val="000000"/>
                </a:solidFill>
                <a:latin typeface="Sanskrit 99"/>
                <a:ea typeface="Calibri"/>
                <a:cs typeface="Sanskrit 99"/>
              </a:rPr>
              <a:t>!,</a:t>
            </a:r>
            <a:endParaRPr lang="en-US" sz="2400" dirty="0">
              <a:latin typeface="+mn-lt"/>
              <a:ea typeface="Calibri"/>
              <a:cs typeface="Times New Roman"/>
            </a:endParaRPr>
          </a:p>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AaTmvZyEivRxeyaTma</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àsadmixgCDit</a:t>
            </a:r>
            <a:r>
              <a:rPr lang="en-US" sz="2400" dirty="0">
                <a:solidFill>
                  <a:srgbClr val="000000"/>
                </a:solidFill>
                <a:latin typeface="Sanskrit 99"/>
                <a:ea typeface="Calibri"/>
                <a:cs typeface="Sanskrit 99"/>
              </a:rPr>
              <a:t>. 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64.</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11| 	</a:t>
            </a:r>
            <a:r>
              <a:rPr lang="en-US" sz="2400" dirty="0" err="1">
                <a:solidFill>
                  <a:srgbClr val="000000"/>
                </a:solidFill>
                <a:latin typeface="URW Palladio IT"/>
                <a:ea typeface="Calibri"/>
                <a:cs typeface="URW Palladio IT"/>
              </a:rPr>
              <a:t>Rägadveñaviyuktaistu</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Viñayänindriyaiçcaran</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12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Ätmavaçyairvidheyätmä</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Prasädamadhigacchati</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64||</a:t>
            </a:r>
          </a:p>
          <a:p>
            <a:pPr>
              <a:defRPr/>
            </a:pPr>
            <a:r>
              <a:rPr lang="en-US" sz="2400" b="1" dirty="0">
                <a:latin typeface="BRH Kannada" pitchFamily="2" charset="0"/>
                <a:ea typeface="Times New Roman" pitchFamily="18" charset="0"/>
                <a:cs typeface="Sanskrit 99" pitchFamily="2" charset="0"/>
              </a:rPr>
              <a:t>11.	</a:t>
            </a:r>
            <a:r>
              <a:rPr lang="en-US" sz="2400" b="1" dirty="0" err="1">
                <a:latin typeface="BRH Kannada" pitchFamily="2" charset="0"/>
                <a:ea typeface="Times New Roman" pitchFamily="18" charset="0"/>
                <a:cs typeface="Sanskrit 99" pitchFamily="2" charset="0"/>
              </a:rPr>
              <a:t>gÁUÀzÉéÃµÀ«AiÀÄÄPÉÛöÊ¸ÀÄÛ</a:t>
            </a:r>
            <a:r>
              <a:rPr lang="en-US" sz="2400" b="1" dirty="0">
                <a:latin typeface="BRH Kannada" pitchFamily="2" charset="0"/>
                <a:ea typeface="Times New Roman" pitchFamily="18" charset="0"/>
                <a:cs typeface="Sanskrit 99" pitchFamily="2" charset="0"/>
              </a:rPr>
              <a:t> </a:t>
            </a:r>
            <a:r>
              <a:rPr lang="en-US" sz="2400" b="1" dirty="0">
                <a:solidFill>
                  <a:srgbClr val="000000"/>
                </a:solidFill>
                <a:latin typeface="BRH Kannada"/>
                <a:cs typeface="Arial" charset="0"/>
              </a:rPr>
              <a:t>«µ</a:t>
            </a:r>
            <a:r>
              <a:rPr lang="en-US" sz="2400" b="1" dirty="0" err="1">
                <a:solidFill>
                  <a:srgbClr val="000000"/>
                </a:solidFill>
                <a:latin typeface="BRH Kannada"/>
                <a:cs typeface="Arial" charset="0"/>
              </a:rPr>
              <a:t>ÀAiÀiÁ¤A¢æAiÉÄÊ</a:t>
            </a:r>
            <a:r>
              <a:rPr lang="kn-IN" sz="2400" b="1" dirty="0">
                <a:solidFill>
                  <a:srgbClr val="000000"/>
                </a:solidFill>
                <a:latin typeface="Tunga"/>
                <a:cs typeface="Arial" charset="0"/>
              </a:rPr>
              <a:t>ಶ್ಚ</a:t>
            </a:r>
            <a:r>
              <a:rPr lang="en-US" sz="2400" b="1" dirty="0" err="1">
                <a:solidFill>
                  <a:srgbClr val="000000"/>
                </a:solidFill>
                <a:latin typeface="BRH Kannada"/>
                <a:cs typeface="Arial" charset="0"/>
              </a:rPr>
              <a:t>gÀ£ï</a:t>
            </a:r>
            <a:r>
              <a:rPr lang="en-US" sz="2400" b="1" dirty="0">
                <a:solidFill>
                  <a:srgbClr val="000000"/>
                </a:solidFill>
                <a:latin typeface="BRH Kannada"/>
                <a:cs typeface="Arial" charset="0"/>
              </a:rPr>
              <a:t> |</a:t>
            </a:r>
            <a:endParaRPr lang="en-US" sz="2400" b="1" dirty="0">
              <a:solidFill>
                <a:srgbClr val="000000"/>
              </a:solidFill>
              <a:latin typeface="System"/>
              <a:cs typeface="Arial" charset="0"/>
            </a:endParaRPr>
          </a:p>
          <a:p>
            <a:pPr>
              <a:defRPr/>
            </a:pPr>
            <a:r>
              <a:rPr lang="en-US" sz="2400" b="1" dirty="0">
                <a:latin typeface="BRH Kannada" pitchFamily="2" charset="0"/>
                <a:ea typeface="Times New Roman" pitchFamily="18" charset="0"/>
                <a:cs typeface="Sanskrit 99" pitchFamily="2" charset="0"/>
              </a:rPr>
              <a:t>	</a:t>
            </a:r>
            <a:r>
              <a:rPr lang="en-US" sz="2400" b="1" dirty="0" err="1">
                <a:latin typeface="BRH Kannada" pitchFamily="2" charset="0"/>
                <a:ea typeface="Times New Roman" pitchFamily="18" charset="0"/>
                <a:cs typeface="Sanskrit 99" pitchFamily="2" charset="0"/>
              </a:rPr>
              <a:t>DvÀäªÀ</a:t>
            </a:r>
            <a:r>
              <a:rPr lang="kn-IN" sz="2400" b="1" dirty="0">
                <a:latin typeface="Arial" charset="0"/>
                <a:cs typeface="Arial" charset="0"/>
              </a:rPr>
              <a:t>ಶ್ಯೈ</a:t>
            </a:r>
            <a:r>
              <a:rPr lang="en-US" sz="2400" b="1" dirty="0">
                <a:latin typeface="BRH Kannada" pitchFamily="2" charset="0"/>
                <a:ea typeface="Sanskrit 99" pitchFamily="2" charset="0"/>
                <a:cs typeface="Sanskrit 99" pitchFamily="2" charset="0"/>
              </a:rPr>
              <a:t>«</a:t>
            </a:r>
            <a:r>
              <a:rPr lang="en-US" sz="2400" b="1" dirty="0" err="1">
                <a:latin typeface="BRH Kannada" pitchFamily="2" charset="0"/>
                <a:ea typeface="Sanskrit 99" pitchFamily="2" charset="0"/>
                <a:cs typeface="Sanskrit 99" pitchFamily="2" charset="0"/>
              </a:rPr>
              <a:t>ðzsÉÃAiÀiÁvÁä</a:t>
            </a:r>
            <a:r>
              <a:rPr lang="en-US" sz="2400" b="1" dirty="0">
                <a:latin typeface="BRH Kannada" pitchFamily="2" charset="0"/>
                <a:ea typeface="Sanskrit 99" pitchFamily="2" charset="0"/>
                <a:cs typeface="Sanskrit 99" pitchFamily="2" charset="0"/>
              </a:rPr>
              <a:t> ¥</a:t>
            </a:r>
            <a:r>
              <a:rPr lang="en-US" sz="2400" b="1" dirty="0" err="1">
                <a:latin typeface="BRH Kannada" pitchFamily="2" charset="0"/>
                <a:ea typeface="Sanskrit 99" pitchFamily="2" charset="0"/>
                <a:cs typeface="Sanskrit 99" pitchFamily="2" charset="0"/>
              </a:rPr>
              <a:t>Àæ¸ÁzÀªÀÄ¢üUÀZÀÒw</a:t>
            </a:r>
            <a:r>
              <a:rPr lang="en-US" sz="2400" b="1" dirty="0">
                <a:latin typeface="BRH Kannada" pitchFamily="2" charset="0"/>
                <a:ea typeface="Sanskrit 99" pitchFamily="2" charset="0"/>
                <a:cs typeface="Sanskrit 99" pitchFamily="2" charset="0"/>
              </a:rPr>
              <a:t> ||2.64||</a:t>
            </a:r>
            <a:endParaRPr lang="en-US" sz="2400" b="1" dirty="0">
              <a:latin typeface="+mn-lt"/>
              <a:ea typeface="Calibri"/>
              <a:cs typeface="Times New Roman"/>
            </a:endParaRPr>
          </a:p>
        </p:txBody>
      </p:sp>
      <p:sp>
        <p:nvSpPr>
          <p:cNvPr id="4" name="Rectangle 3"/>
          <p:cNvSpPr/>
          <p:nvPr/>
        </p:nvSpPr>
        <p:spPr>
          <a:xfrm>
            <a:off x="228600" y="3623073"/>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But the self-controlled man, moving amongst objects with the senses under restraint, and free from attraction and repulsion, attains to peace.</a:t>
            </a:r>
          </a:p>
        </p:txBody>
      </p:sp>
    </p:spTree>
    <p:extLst>
      <p:ext uri="{BB962C8B-B14F-4D97-AF65-F5344CB8AC3E}">
        <p14:creationId xmlns:p14="http://schemas.microsoft.com/office/powerpoint/2010/main" val="16416846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152400" y="320278"/>
            <a:ext cx="8991600" cy="3394472"/>
          </a:xfrm>
          <a:prstGeom prst="rect">
            <a:avLst/>
          </a:prstGeom>
        </p:spPr>
        <p:txBody>
          <a:bodyPr lIns="91296" tIns="45649" rIns="91296" bIns="45649">
            <a:noAutofit/>
          </a:bodyPr>
          <a:lstStyle/>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12, 	Ê&gt;</a:t>
            </a:r>
            <a:r>
              <a:rPr lang="en-US" sz="2400" dirty="0" err="1">
                <a:solidFill>
                  <a:srgbClr val="000000"/>
                </a:solidFill>
                <a:latin typeface="Sanskrit 99"/>
                <a:ea typeface="Calibri"/>
                <a:cs typeface="Sanskrit 99"/>
              </a:rPr>
              <a:t>oe:vnuiÖ¶mna</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suoe;u</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ivgtSp&amp;h</a:t>
            </a:r>
            <a:r>
              <a:rPr lang="en-US" sz="2400" dirty="0">
                <a:solidFill>
                  <a:srgbClr val="000000"/>
                </a:solidFill>
                <a:latin typeface="Sanskrit 99"/>
                <a:ea typeface="Calibri"/>
                <a:cs typeface="Sanskrit 99"/>
              </a:rPr>
              <a:t>&gt;,</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	vItragÉy³aex&gt; iSwtxImuRinéCyte.2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56.</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12| 	</a:t>
            </a:r>
            <a:r>
              <a:rPr lang="en-US" sz="2400" dirty="0" err="1">
                <a:solidFill>
                  <a:srgbClr val="000000"/>
                </a:solidFill>
                <a:latin typeface="URW Palladio IT"/>
                <a:ea typeface="Calibri"/>
                <a:cs typeface="URW Palladio IT"/>
              </a:rPr>
              <a:t>Duùkheñvanudvignamanäù</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Sukheñu</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vigataspåhaù</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18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Vétarägabhayakrodhaù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Sthitadhérmunirucyate</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56||</a:t>
            </a:r>
          </a:p>
          <a:p>
            <a:pPr>
              <a:defRPr/>
            </a:pPr>
            <a:r>
              <a:rPr lang="en-US" sz="2400" b="1" dirty="0">
                <a:solidFill>
                  <a:srgbClr val="000000"/>
                </a:solidFill>
                <a:latin typeface="BRH Kannada" pitchFamily="2" charset="0"/>
                <a:cs typeface="+mn-cs"/>
              </a:rPr>
              <a:t>12.	</a:t>
            </a:r>
            <a:r>
              <a:rPr lang="en-US" sz="2400" b="1" dirty="0" err="1">
                <a:solidFill>
                  <a:srgbClr val="000000"/>
                </a:solidFill>
                <a:latin typeface="BRH Kannada" pitchFamily="2" charset="0"/>
                <a:cs typeface="+mn-cs"/>
              </a:rPr>
              <a:t>zÀÄBSÉÃµÀé£ÀÄ¢éUÀßªÀÄ£ÁB</a:t>
            </a:r>
            <a:r>
              <a:rPr lang="en-US" sz="2400" b="1" dirty="0">
                <a:solidFill>
                  <a:srgbClr val="000000"/>
                </a:solidFill>
                <a:latin typeface="BRH Kannada" pitchFamily="2" charset="0"/>
                <a:cs typeface="+mn-cs"/>
              </a:rPr>
              <a:t> ¸ÀÄSÉÃµÀÄ «</a:t>
            </a:r>
            <a:r>
              <a:rPr lang="en-US" sz="2400" b="1" dirty="0" err="1">
                <a:solidFill>
                  <a:srgbClr val="000000"/>
                </a:solidFill>
                <a:latin typeface="BRH Kannada" pitchFamily="2" charset="0"/>
                <a:cs typeface="+mn-cs"/>
              </a:rPr>
              <a:t>UÀvÀ¸ÀàöÈºÀB</a:t>
            </a:r>
            <a:r>
              <a:rPr lang="en-US" sz="2400" b="1" dirty="0">
                <a:solidFill>
                  <a:srgbClr val="000000"/>
                </a:solidFill>
                <a:latin typeface="BRH Kannada" pitchFamily="2" charset="0"/>
                <a:cs typeface="+mn-cs"/>
              </a:rPr>
              <a:t> |</a:t>
            </a: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ÃvÀgÁUÀ</a:t>
            </a:r>
            <a:r>
              <a:rPr lang="kn-IN" sz="2400" b="1" dirty="0">
                <a:solidFill>
                  <a:srgbClr val="000000"/>
                </a:solidFill>
                <a:latin typeface="BRH Kannada" pitchFamily="2" charset="0"/>
                <a:cs typeface="Arial" charset="0"/>
              </a:rPr>
              <a:t>ಭ</a:t>
            </a:r>
            <a:r>
              <a:rPr lang="en-US" sz="2400" b="1" dirty="0" err="1">
                <a:solidFill>
                  <a:srgbClr val="000000"/>
                </a:solidFill>
                <a:latin typeface="BRH Kannada" pitchFamily="2" charset="0"/>
                <a:cs typeface="+mn-cs"/>
              </a:rPr>
              <a:t>AiÀÄPÉÆæÃzsÀB</a:t>
            </a:r>
            <a:r>
              <a:rPr lang="en-US" sz="2400" b="1" dirty="0">
                <a:solidFill>
                  <a:srgbClr val="000000"/>
                </a:solidFill>
                <a:latin typeface="BRH Kannada" pitchFamily="2" charset="0"/>
                <a:cs typeface="+mn-cs"/>
              </a:rPr>
              <a:t> ¹ÜvÀ¢üÃªÀÄÄð¤gÀÄZÀåvÉÃ ||2.56||</a:t>
            </a:r>
            <a:endParaRPr lang="en-US" sz="2400" b="1" dirty="0">
              <a:latin typeface="+mn-lt"/>
              <a:ea typeface="Calibri"/>
              <a:cs typeface="Times New Roman"/>
            </a:endParaRPr>
          </a:p>
        </p:txBody>
      </p:sp>
      <p:sp>
        <p:nvSpPr>
          <p:cNvPr id="4" name="Rectangle 3"/>
          <p:cNvSpPr/>
          <p:nvPr/>
        </p:nvSpPr>
        <p:spPr>
          <a:xfrm>
            <a:off x="152400" y="3771901"/>
            <a:ext cx="8915400" cy="1200185"/>
          </a:xfrm>
          <a:prstGeom prst="rect">
            <a:avLst/>
          </a:prstGeom>
        </p:spPr>
        <p:txBody>
          <a:bodyPr lIns="91296" tIns="45649" rIns="91296" bIns="45649">
            <a:spAutoFit/>
          </a:bodyPr>
          <a:lstStyle/>
          <a:p>
            <a:pPr algn="ctr" eaLnBrk="1" hangingPunct="1">
              <a:defRPr/>
            </a:pPr>
            <a:r>
              <a:rPr lang="en-IN" sz="2400" b="1" i="1" dirty="0">
                <a:latin typeface="Palatino Linotype" panose="02040502050505030304" pitchFamily="18" charset="0"/>
              </a:rPr>
              <a:t>He whose mind is not shaken by adversity, who does not hanker after pleasures, and who is free from attachment, fear and anger, is called a sage of steady wisdom.</a:t>
            </a:r>
          </a:p>
        </p:txBody>
      </p:sp>
    </p:spTree>
    <p:extLst>
      <p:ext uri="{BB962C8B-B14F-4D97-AF65-F5344CB8AC3E}">
        <p14:creationId xmlns:p14="http://schemas.microsoft.com/office/powerpoint/2010/main" val="149997198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152400" y="285750"/>
            <a:ext cx="8991600" cy="3771900"/>
          </a:xfrm>
          <a:prstGeom prst="rect">
            <a:avLst/>
          </a:prstGeom>
        </p:spPr>
        <p:txBody>
          <a:bodyPr lIns="91296" tIns="45649" rIns="91296" bIns="45649">
            <a:noAutofit/>
          </a:bodyPr>
          <a:lstStyle/>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13, 	</a:t>
            </a:r>
            <a:r>
              <a:rPr lang="en-US" sz="2400" dirty="0" err="1">
                <a:solidFill>
                  <a:srgbClr val="000000"/>
                </a:solidFill>
                <a:latin typeface="Sanskrit 99"/>
                <a:ea typeface="Calibri"/>
                <a:cs typeface="Sanskrit 99"/>
              </a:rPr>
              <a:t>àsade</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svRÊ</a:t>
            </a:r>
            <a:r>
              <a:rPr lang="en-US" sz="2400" dirty="0">
                <a:solidFill>
                  <a:srgbClr val="000000"/>
                </a:solidFill>
                <a:latin typeface="Sanskrit 99"/>
                <a:ea typeface="Calibri"/>
                <a:cs typeface="Sanskrit 99"/>
              </a:rPr>
              <a:t>&gt;</a:t>
            </a:r>
            <a:r>
              <a:rPr lang="en-US" sz="2400" dirty="0" err="1">
                <a:solidFill>
                  <a:srgbClr val="000000"/>
                </a:solidFill>
                <a:latin typeface="Sanskrit 99"/>
                <a:ea typeface="Calibri"/>
                <a:cs typeface="Sanskrit 99"/>
              </a:rPr>
              <a:t>oana</a:t>
            </a:r>
            <a:r>
              <a:rPr lang="en-US" sz="2400" dirty="0">
                <a:solidFill>
                  <a:srgbClr val="000000"/>
                </a:solidFill>
                <a:latin typeface="Sanskrit 99"/>
                <a:ea typeface="Calibri"/>
                <a:cs typeface="Sanskrit 99"/>
              </a:rPr>
              <a:t>&lt; </a:t>
            </a:r>
            <a:r>
              <a:rPr lang="en-US" sz="2400" dirty="0" err="1">
                <a:solidFill>
                  <a:srgbClr val="000000"/>
                </a:solidFill>
                <a:latin typeface="Sanskrit 99"/>
                <a:ea typeface="Calibri"/>
                <a:cs typeface="Sanskrit 99"/>
              </a:rPr>
              <a:t>hainrSyaepjayte</a:t>
            </a:r>
            <a:r>
              <a:rPr lang="en-US" sz="2400" dirty="0">
                <a:solidFill>
                  <a:srgbClr val="000000"/>
                </a:solidFill>
                <a:latin typeface="Sanskrit 99"/>
                <a:ea typeface="Calibri"/>
                <a:cs typeface="Sanskrit 99"/>
              </a:rPr>
              <a:t>,</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àsÚcetsae</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ýazu</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buiÏ</a:t>
            </a:r>
            <a:r>
              <a:rPr lang="en-US" sz="2400" dirty="0">
                <a:solidFill>
                  <a:srgbClr val="000000"/>
                </a:solidFill>
                <a:latin typeface="Sanskrit 99"/>
                <a:ea typeface="Calibri"/>
                <a:cs typeface="Sanskrit 99"/>
              </a:rPr>
              <a:t>&gt; pyRvitóte.2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65.</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13| 	</a:t>
            </a:r>
            <a:r>
              <a:rPr lang="en-US" sz="2400" dirty="0" err="1">
                <a:solidFill>
                  <a:srgbClr val="000000"/>
                </a:solidFill>
                <a:latin typeface="URW Palladio IT"/>
                <a:ea typeface="Calibri"/>
                <a:cs typeface="URW Palladio IT"/>
              </a:rPr>
              <a:t>Prasäde</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sarvaduùkhänäà</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Hänirasyopajäyate</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Prasannacetaso</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hyäçu</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18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Buddhiù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paryavatiñöhate</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65||</a:t>
            </a:r>
          </a:p>
          <a:p>
            <a:pPr>
              <a:defRPr/>
            </a:pPr>
            <a:r>
              <a:rPr lang="kn-IN" sz="2400" b="1" dirty="0">
                <a:solidFill>
                  <a:srgbClr val="000000"/>
                </a:solidFill>
                <a:latin typeface="Tunga"/>
              </a:rPr>
              <a:t>೧೩</a:t>
            </a:r>
            <a:r>
              <a:rPr lang="en-CA" sz="2400" b="1" dirty="0">
                <a:solidFill>
                  <a:srgbClr val="000000"/>
                </a:solidFill>
                <a:latin typeface="Tunga"/>
              </a:rPr>
              <a:t>.	</a:t>
            </a:r>
            <a:r>
              <a:rPr lang="kn-IN" sz="2400" b="1" dirty="0">
                <a:solidFill>
                  <a:srgbClr val="000000"/>
                </a:solidFill>
                <a:latin typeface="Tunga"/>
              </a:rPr>
              <a:t>ಪ್ರಸಾದೇ ಸರ್ವದುಃಖಾನಾಂ ಹಾನಿರಸ್ಯೋಪಜಾಯತೇ</a:t>
            </a:r>
            <a:r>
              <a:rPr lang="en-CA" sz="2400" b="1" dirty="0">
                <a:solidFill>
                  <a:srgbClr val="000000"/>
                </a:solidFill>
                <a:latin typeface="Tunga"/>
              </a:rPr>
              <a:t> </a:t>
            </a:r>
            <a:r>
              <a:rPr lang="en-US" sz="2400" dirty="0">
                <a:solidFill>
                  <a:srgbClr val="000000"/>
                </a:solidFill>
                <a:latin typeface="BRH Kannada" pitchFamily="2" charset="0"/>
              </a:rPr>
              <a:t>|</a:t>
            </a:r>
            <a:endParaRPr lang="kn-IN" sz="2400" b="1" dirty="0">
              <a:solidFill>
                <a:srgbClr val="000000"/>
              </a:solidFill>
              <a:latin typeface="Tunga"/>
            </a:endParaRPr>
          </a:p>
          <a:p>
            <a:pPr>
              <a:defRPr/>
            </a:pPr>
            <a:r>
              <a:rPr lang="en-CA" sz="2400" b="1" dirty="0">
                <a:solidFill>
                  <a:srgbClr val="000000"/>
                </a:solidFill>
                <a:latin typeface="Tunga"/>
              </a:rPr>
              <a:t>	</a:t>
            </a:r>
            <a:r>
              <a:rPr lang="kn-IN" sz="2400" b="1" dirty="0">
                <a:solidFill>
                  <a:srgbClr val="000000"/>
                </a:solidFill>
                <a:latin typeface="Tunga"/>
              </a:rPr>
              <a:t>ಪ್ರಸನ್ನಚೇತಸೋ ಹ್ಯಾಶು ಬುದ್ಧಿಃ ಪರ್ಯವತಿಷ್ಠತೇ</a:t>
            </a:r>
            <a:r>
              <a:rPr lang="en-US" sz="2400" b="1" dirty="0">
                <a:solidFill>
                  <a:srgbClr val="000000"/>
                </a:solidFill>
                <a:latin typeface="Tunga"/>
              </a:rPr>
              <a:t> </a:t>
            </a:r>
            <a:r>
              <a:rPr lang="en-US" sz="2400" dirty="0">
                <a:solidFill>
                  <a:srgbClr val="000000"/>
                </a:solidFill>
                <a:latin typeface="BRH Kannada" pitchFamily="2" charset="0"/>
              </a:rPr>
              <a:t>||</a:t>
            </a:r>
            <a:r>
              <a:rPr lang="kn-IN" sz="2400" b="1" dirty="0">
                <a:solidFill>
                  <a:srgbClr val="000000"/>
                </a:solidFill>
                <a:latin typeface="Tunga"/>
              </a:rPr>
              <a:t>೨.೬೫</a:t>
            </a:r>
            <a:r>
              <a:rPr lang="en-US" sz="2400" dirty="0">
                <a:solidFill>
                  <a:srgbClr val="000000"/>
                </a:solidFill>
                <a:latin typeface="BRH Kannada" pitchFamily="2" charset="0"/>
              </a:rPr>
              <a:t>||</a:t>
            </a:r>
            <a:endParaRPr lang="en-CA" sz="2400" b="1" dirty="0">
              <a:solidFill>
                <a:srgbClr val="000000"/>
              </a:solidFill>
              <a:latin typeface="Segoe UI"/>
            </a:endParaRPr>
          </a:p>
        </p:txBody>
      </p:sp>
      <p:sp>
        <p:nvSpPr>
          <p:cNvPr id="4" name="Rectangle 3"/>
          <p:cNvSpPr/>
          <p:nvPr/>
        </p:nvSpPr>
        <p:spPr>
          <a:xfrm>
            <a:off x="228600" y="3992166"/>
            <a:ext cx="8763000" cy="953964"/>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In that peace all pains are destroyed, for the intellect of the tranquil-minded soon becomes steady.</a:t>
            </a:r>
          </a:p>
        </p:txBody>
      </p:sp>
    </p:spTree>
    <p:extLst>
      <p:ext uri="{BB962C8B-B14F-4D97-AF65-F5344CB8AC3E}">
        <p14:creationId xmlns:p14="http://schemas.microsoft.com/office/powerpoint/2010/main" val="3203557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152400" y="171451"/>
            <a:ext cx="8839200" cy="3451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dirty="0">
                <a:solidFill>
                  <a:srgbClr val="000000"/>
                </a:solidFill>
                <a:latin typeface="Sanskrit 99" pitchFamily="2" charset="0"/>
                <a:ea typeface="Calibri" pitchFamily="34" charset="0"/>
                <a:cs typeface="Sanskrit 99" pitchFamily="2" charset="0"/>
              </a:rPr>
              <a:t>14, 	y&gt; </a:t>
            </a:r>
            <a:r>
              <a:rPr lang="en-US" sz="2400" dirty="0" err="1">
                <a:solidFill>
                  <a:srgbClr val="000000"/>
                </a:solidFill>
                <a:latin typeface="Sanskrit 99" pitchFamily="2" charset="0"/>
                <a:ea typeface="Calibri" pitchFamily="34" charset="0"/>
                <a:cs typeface="Sanskrit 99" pitchFamily="2" charset="0"/>
              </a:rPr>
              <a:t>svRÇaniÉõeh</a:t>
            </a:r>
            <a:r>
              <a:rPr lang="en-US" sz="2400" dirty="0">
                <a:solidFill>
                  <a:srgbClr val="000000"/>
                </a:solidFill>
                <a:latin typeface="Sanskrit 99" pitchFamily="2" charset="0"/>
                <a:ea typeface="Calibri" pitchFamily="34" charset="0"/>
                <a:cs typeface="Sanskrit 99" pitchFamily="2" charset="0"/>
              </a:rPr>
              <a:t>&gt; </a:t>
            </a:r>
            <a:r>
              <a:rPr lang="en-US" sz="2400" dirty="0" err="1">
                <a:solidFill>
                  <a:srgbClr val="000000"/>
                </a:solidFill>
                <a:latin typeface="Sanskrit 99" pitchFamily="2" charset="0"/>
                <a:ea typeface="Calibri" pitchFamily="34" charset="0"/>
                <a:cs typeface="Sanskrit 99" pitchFamily="2" charset="0"/>
              </a:rPr>
              <a:t>tÄTàaPy</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zuÉazuÉm</a:t>
            </a:r>
            <a:r>
              <a:rPr lang="en-US" sz="2400" dirty="0">
                <a:solidFill>
                  <a:srgbClr val="000000"/>
                </a:solidFill>
                <a:latin typeface="Sanskrit 99" pitchFamily="2" charset="0"/>
                <a:ea typeface="Calibri" pitchFamily="34" charset="0"/>
                <a:cs typeface="Sanskrit 99" pitchFamily="2" charset="0"/>
              </a:rPr>
              <a:t>!,</a:t>
            </a:r>
            <a:endParaRPr lang="en-US" sz="2400" dirty="0">
              <a:latin typeface="Calibri" pitchFamily="34" charset="0"/>
              <a:ea typeface="Calibri" pitchFamily="34" charset="0"/>
              <a:cs typeface="Times New Roman" pitchFamily="18" charset="0"/>
            </a:endParaRPr>
          </a:p>
          <a:p>
            <a:pPr eaLnBrk="1" hangingPunct="1"/>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naiÉnNdit</a:t>
            </a:r>
            <a:r>
              <a:rPr lang="en-US" sz="2400" dirty="0">
                <a:solidFill>
                  <a:srgbClr val="000000"/>
                </a:solidFill>
                <a:latin typeface="Sanskrit 99" pitchFamily="2" charset="0"/>
                <a:ea typeface="Calibri" pitchFamily="34" charset="0"/>
                <a:cs typeface="Sanskrit 99" pitchFamily="2" charset="0"/>
              </a:rPr>
              <a:t> n </a:t>
            </a:r>
            <a:r>
              <a:rPr lang="en-US" sz="2400" dirty="0" err="1">
                <a:solidFill>
                  <a:srgbClr val="000000"/>
                </a:solidFill>
                <a:latin typeface="Sanskrit 99" pitchFamily="2" charset="0"/>
                <a:ea typeface="Calibri" pitchFamily="34" charset="0"/>
                <a:cs typeface="Sanskrit 99" pitchFamily="2" charset="0"/>
              </a:rPr>
              <a:t>Öeiò</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tSy</a:t>
            </a:r>
            <a:r>
              <a:rPr lang="en-US" sz="2400" dirty="0">
                <a:solidFill>
                  <a:srgbClr val="000000"/>
                </a:solidFill>
                <a:latin typeface="Sanskrit 99" pitchFamily="2" charset="0"/>
                <a:ea typeface="Calibri" pitchFamily="34" charset="0"/>
                <a:cs typeface="Sanskrit 99" pitchFamily="2" charset="0"/>
              </a:rPr>
              <a:t> à}a àitióta.2</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Sanskrit 99" pitchFamily="2" charset="0"/>
                <a:ea typeface="Calibri" pitchFamily="34" charset="0"/>
                <a:cs typeface="Sanskrit 99" pitchFamily="2" charset="0"/>
              </a:rPr>
              <a:t>57.</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14| 	</a:t>
            </a:r>
            <a:r>
              <a:rPr lang="en-US" sz="2400" dirty="0" err="1">
                <a:solidFill>
                  <a:srgbClr val="000000"/>
                </a:solidFill>
                <a:latin typeface="URW Palladio IT" pitchFamily="2" charset="0"/>
                <a:ea typeface="Calibri" pitchFamily="34" charset="0"/>
                <a:cs typeface="URW Palladio IT" pitchFamily="2" charset="0"/>
              </a:rPr>
              <a:t>Yaù</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sarvatränabhisnehaù</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Tattatpräpya</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çubhäçubham</a:t>
            </a:r>
            <a:r>
              <a:rPr lang="en-US" sz="2400" dirty="0">
                <a:solidFill>
                  <a:srgbClr val="000000"/>
                </a:solidFill>
                <a:latin typeface="URW Palladio IT" pitchFamily="2" charset="0"/>
                <a:ea typeface="Calibri" pitchFamily="34" charset="0"/>
                <a:cs typeface="URW Palladio IT" pitchFamily="2" charset="0"/>
              </a:rPr>
              <a:t> |</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Näbhinandati</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na</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dveñöi</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spcAft>
                <a:spcPts val="1800"/>
              </a:spcAft>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Tasya</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prajïä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pratiñöhitä</a:t>
            </a:r>
            <a:r>
              <a:rPr lang="en-US" sz="2400" dirty="0">
                <a:solidFill>
                  <a:srgbClr val="000000"/>
                </a:solidFill>
                <a:latin typeface="URW Palladio IT" pitchFamily="2" charset="0"/>
                <a:ea typeface="Calibri" pitchFamily="34" charset="0"/>
                <a:cs typeface="URW Palladio IT" pitchFamily="2" charset="0"/>
              </a:rPr>
              <a:t> ||2</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URW Palladio IT" pitchFamily="2" charset="0"/>
                <a:ea typeface="Calibri" pitchFamily="34" charset="0"/>
                <a:cs typeface="URW Palladio IT" pitchFamily="2" charset="0"/>
              </a:rPr>
              <a:t>57||</a:t>
            </a:r>
          </a:p>
          <a:p>
            <a:r>
              <a:rPr lang="kn-IN" sz="2400" b="1" dirty="0"/>
              <a:t>೧೪</a:t>
            </a:r>
            <a:r>
              <a:rPr lang="en-CA" sz="2400" b="1" dirty="0"/>
              <a:t>. 	</a:t>
            </a:r>
            <a:r>
              <a:rPr lang="kn-IN" sz="2400" b="1" dirty="0"/>
              <a:t>ಯಃ ಸರ್ವತ್ರಾನಭಿಸ್ನೇಹಃ ತತ್ತತ್ ಪ್ರಾಪ್ಯ ಶುಭಾಶುಭಂ |</a:t>
            </a:r>
          </a:p>
          <a:p>
            <a:r>
              <a:rPr lang="en-CA" sz="2400" b="1" dirty="0"/>
              <a:t>	</a:t>
            </a:r>
            <a:r>
              <a:rPr lang="kn-IN" sz="2400" b="1" dirty="0"/>
              <a:t>ನಾಭಿನಂದತಿ ನ ದ್ವೇಷ್ಟಿ ತಸ್ಯ ಪ್ರಜ್ಞಾ ಪ್ರತಿಷ್ಠಿತಾ ೨.೫೭||</a:t>
            </a:r>
            <a:endParaRPr lang="en-CA" sz="2400" b="1" dirty="0"/>
          </a:p>
        </p:txBody>
      </p:sp>
      <p:sp>
        <p:nvSpPr>
          <p:cNvPr id="4" name="Rectangle 3"/>
          <p:cNvSpPr/>
          <p:nvPr/>
        </p:nvSpPr>
        <p:spPr>
          <a:xfrm>
            <a:off x="228600" y="3565923"/>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He who is everywhere without attachment, on meeting with anything good or bad, who neither rejoices nor hates, his wisdom is fixed.</a:t>
            </a:r>
          </a:p>
        </p:txBody>
      </p:sp>
    </p:spTree>
    <p:extLst>
      <p:ext uri="{BB962C8B-B14F-4D97-AF65-F5344CB8AC3E}">
        <p14:creationId xmlns:p14="http://schemas.microsoft.com/office/powerpoint/2010/main" val="34777736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0" y="114301"/>
            <a:ext cx="91440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15, 	</a:t>
            </a:r>
            <a:r>
              <a:rPr lang="en-US" sz="2400" dirty="0" err="1">
                <a:solidFill>
                  <a:srgbClr val="000000"/>
                </a:solidFill>
                <a:latin typeface="Sanskrit 99" pitchFamily="2" charset="0"/>
                <a:ea typeface="Calibri" pitchFamily="34" charset="0"/>
                <a:cs typeface="Sanskrit 99" pitchFamily="2" charset="0"/>
              </a:rPr>
              <a:t>ya</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inza</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svRÉUtana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tSya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jagitR</a:t>
            </a:r>
            <a:r>
              <a:rPr lang="en-US" sz="2400" dirty="0">
                <a:solidFill>
                  <a:srgbClr val="000000"/>
                </a:solidFill>
                <a:latin typeface="Sanskrit 99" pitchFamily="2" charset="0"/>
                <a:ea typeface="Calibri" pitchFamily="34" charset="0"/>
                <a:cs typeface="Sanskrit 99" pitchFamily="2" charset="0"/>
              </a:rPr>
              <a:t> s&lt;</a:t>
            </a:r>
            <a:r>
              <a:rPr lang="en-US" sz="2400" dirty="0" err="1">
                <a:solidFill>
                  <a:srgbClr val="000000"/>
                </a:solidFill>
                <a:latin typeface="Sanskrit 99" pitchFamily="2" charset="0"/>
                <a:ea typeface="Calibri" pitchFamily="34" charset="0"/>
                <a:cs typeface="Sanskrit 99" pitchFamily="2" charset="0"/>
              </a:rPr>
              <a:t>ymI</a:t>
            </a:r>
            <a:r>
              <a:rPr lang="en-US" sz="2400" dirty="0">
                <a:solidFill>
                  <a:srgbClr val="000000"/>
                </a:solidFill>
                <a:latin typeface="Sanskrit 99" pitchFamily="2" charset="0"/>
                <a:ea typeface="Calibri" pitchFamily="34" charset="0"/>
                <a:cs typeface="Sanskrit 99" pitchFamily="2" charset="0"/>
              </a:rPr>
              <a:t>,</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ySya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ja¢it</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ÉUtain</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sa</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inza</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pZytae</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mune</a:t>
            </a:r>
            <a:r>
              <a:rPr lang="en-US" sz="2400" dirty="0">
                <a:solidFill>
                  <a:srgbClr val="000000"/>
                </a:solidFill>
                <a:latin typeface="Sanskrit 99" pitchFamily="2" charset="0"/>
                <a:ea typeface="Calibri" pitchFamily="34" charset="0"/>
                <a:cs typeface="Sanskrit 99" pitchFamily="2" charset="0"/>
              </a:rPr>
              <a:t>&gt;.2</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Sanskrit 99" pitchFamily="2" charset="0"/>
                <a:ea typeface="Calibri" pitchFamily="34" charset="0"/>
                <a:cs typeface="Sanskrit 99" pitchFamily="2" charset="0"/>
              </a:rPr>
              <a:t>69.</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15| 	</a:t>
            </a:r>
            <a:r>
              <a:rPr lang="en-US" sz="2400" dirty="0" err="1">
                <a:solidFill>
                  <a:srgbClr val="000000"/>
                </a:solidFill>
                <a:latin typeface="URW Palladio IT" pitchFamily="2" charset="0"/>
                <a:ea typeface="Calibri" pitchFamily="34" charset="0"/>
                <a:cs typeface="URW Palladio IT" pitchFamily="2" charset="0"/>
              </a:rPr>
              <a:t>Yä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niçä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sarvabhütänäà</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Tasyäà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jägarti</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saàyamé</a:t>
            </a:r>
            <a:r>
              <a:rPr lang="en-US" sz="2400" dirty="0">
                <a:solidFill>
                  <a:srgbClr val="000000"/>
                </a:solidFill>
                <a:latin typeface="URW Palladio IT" pitchFamily="2" charset="0"/>
                <a:ea typeface="Calibri" pitchFamily="34" charset="0"/>
                <a:cs typeface="URW Palladio IT" pitchFamily="2" charset="0"/>
              </a:rPr>
              <a:t> |</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Yasyäà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jägrati</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bhütäni</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spcAft>
                <a:spcPts val="1800"/>
              </a:spcAft>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Sä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niçä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paçyato</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muneù</a:t>
            </a:r>
            <a:r>
              <a:rPr lang="en-US" sz="2400" dirty="0">
                <a:solidFill>
                  <a:srgbClr val="000000"/>
                </a:solidFill>
                <a:latin typeface="URW Palladio IT" pitchFamily="2" charset="0"/>
                <a:ea typeface="Calibri" pitchFamily="34" charset="0"/>
                <a:cs typeface="URW Palladio IT" pitchFamily="2" charset="0"/>
              </a:rPr>
              <a:t> || 2</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URW Palladio IT" pitchFamily="2" charset="0"/>
                <a:ea typeface="Calibri" pitchFamily="34" charset="0"/>
                <a:cs typeface="URW Palladio IT" pitchFamily="2" charset="0"/>
              </a:rPr>
              <a:t>69||</a:t>
            </a:r>
          </a:p>
          <a:p>
            <a:r>
              <a:rPr lang="kn-IN" sz="2400" b="1" dirty="0"/>
              <a:t>೧೫</a:t>
            </a:r>
            <a:r>
              <a:rPr lang="en-CA" sz="2400" b="1" dirty="0"/>
              <a:t>.	</a:t>
            </a:r>
            <a:r>
              <a:rPr lang="kn-IN" sz="2400" b="1" dirty="0"/>
              <a:t>ಯಾ ನಿಶಾ ಸರ್ವಭೂತಾನಾಂ ತಸ್ಯಾಂ ಜಾಗರ್ತಿ ಸಂಯಮೀ |</a:t>
            </a:r>
          </a:p>
          <a:p>
            <a:r>
              <a:rPr lang="en-CA" sz="2400" b="1" dirty="0"/>
              <a:t>	</a:t>
            </a:r>
            <a:r>
              <a:rPr lang="kn-IN" sz="2400" b="1" dirty="0"/>
              <a:t>ಯಸ್ಯಾಂ ಜಾಗ್ರತಿ ಭೂತಾನಿ ಸಾ ನಿಶಾ ಪಶ್ಯತೋ ಮುನೇಃ ||೨.೬೯||</a:t>
            </a:r>
            <a:endParaRPr lang="en-CA" sz="2400" b="1" dirty="0"/>
          </a:p>
        </p:txBody>
      </p:sp>
      <p:sp>
        <p:nvSpPr>
          <p:cNvPr id="4" name="Rectangle 3"/>
          <p:cNvSpPr/>
          <p:nvPr/>
        </p:nvSpPr>
        <p:spPr>
          <a:xfrm>
            <a:off x="228600" y="3565923"/>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That which is night to all beings, then the self-controlled man is awake; when all beings</a:t>
            </a:r>
          </a:p>
          <a:p>
            <a:pPr algn="ctr" eaLnBrk="1" hangingPunct="1">
              <a:defRPr/>
            </a:pPr>
            <a:r>
              <a:rPr lang="en-IN" sz="2800" b="1" i="1" dirty="0">
                <a:latin typeface="Palatino Linotype" panose="02040502050505030304" pitchFamily="18" charset="0"/>
              </a:rPr>
              <a:t>are awake, that is night for the sage who sees.</a:t>
            </a:r>
          </a:p>
        </p:txBody>
      </p:sp>
    </p:spTree>
    <p:extLst>
      <p:ext uri="{BB962C8B-B14F-4D97-AF65-F5344CB8AC3E}">
        <p14:creationId xmlns:p14="http://schemas.microsoft.com/office/powerpoint/2010/main" val="35349501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228600" y="114300"/>
            <a:ext cx="89154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16, 	</a:t>
            </a:r>
            <a:r>
              <a:rPr lang="en-US" sz="2400" dirty="0" err="1">
                <a:solidFill>
                  <a:srgbClr val="000000"/>
                </a:solidFill>
                <a:latin typeface="Sanskrit 99" pitchFamily="2" charset="0"/>
                <a:ea typeface="Calibri" pitchFamily="34" charset="0"/>
                <a:cs typeface="Sanskrit 99" pitchFamily="2" charset="0"/>
              </a:rPr>
              <a:t>AaeimTyeka</a:t>
            </a:r>
            <a:r>
              <a:rPr lang="en-US" sz="2400" dirty="0">
                <a:solidFill>
                  <a:srgbClr val="000000"/>
                </a:solidFill>
                <a:latin typeface="Sanskrit 99" pitchFamily="2" charset="0"/>
                <a:ea typeface="Calibri" pitchFamily="34" charset="0"/>
                <a:cs typeface="Sanskrit 99" pitchFamily="2" charset="0"/>
              </a:rPr>
              <a:t>]r&lt; </a:t>
            </a:r>
            <a:r>
              <a:rPr lang="en-US" sz="2400" dirty="0" err="1">
                <a:solidFill>
                  <a:srgbClr val="000000"/>
                </a:solidFill>
                <a:latin typeface="Sanskrit 99" pitchFamily="2" charset="0"/>
                <a:ea typeface="Calibri" pitchFamily="34" charset="0"/>
                <a:cs typeface="Sanskrit 99" pitchFamily="2" charset="0"/>
              </a:rPr>
              <a:t>äü</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VyahrNmamnuSmrn</a:t>
            </a:r>
            <a:r>
              <a:rPr lang="en-US" sz="2400" dirty="0">
                <a:solidFill>
                  <a:srgbClr val="000000"/>
                </a:solidFill>
                <a:latin typeface="Sanskrit 99" pitchFamily="2" charset="0"/>
                <a:ea typeface="Calibri" pitchFamily="34" charset="0"/>
                <a:cs typeface="Sanskrit 99" pitchFamily="2" charset="0"/>
              </a:rPr>
              <a:t>!,</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	y&gt; </a:t>
            </a:r>
            <a:r>
              <a:rPr lang="en-US" sz="2400" dirty="0" err="1">
                <a:solidFill>
                  <a:srgbClr val="000000"/>
                </a:solidFill>
                <a:latin typeface="Sanskrit 99" pitchFamily="2" charset="0"/>
                <a:ea typeface="Calibri" pitchFamily="34" charset="0"/>
                <a:cs typeface="Sanskrit 99" pitchFamily="2" charset="0"/>
              </a:rPr>
              <a:t>àyait</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TyjNdeh</a:t>
            </a:r>
            <a:r>
              <a:rPr lang="en-US" sz="2400" dirty="0">
                <a:solidFill>
                  <a:srgbClr val="000000"/>
                </a:solidFill>
                <a:latin typeface="Sanskrit 99" pitchFamily="2" charset="0"/>
                <a:ea typeface="Calibri" pitchFamily="34" charset="0"/>
                <a:cs typeface="Sanskrit 99" pitchFamily="2" charset="0"/>
              </a:rPr>
              <a:t>&lt; s </a:t>
            </a:r>
            <a:r>
              <a:rPr lang="en-US" sz="2400" dirty="0" err="1">
                <a:solidFill>
                  <a:srgbClr val="000000"/>
                </a:solidFill>
                <a:latin typeface="Sanskrit 99" pitchFamily="2" charset="0"/>
                <a:ea typeface="Calibri" pitchFamily="34" charset="0"/>
                <a:cs typeface="Sanskrit 99" pitchFamily="2" charset="0"/>
              </a:rPr>
              <a:t>yait</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prma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gitm</a:t>
            </a:r>
            <a:r>
              <a:rPr lang="en-US" sz="2400" dirty="0">
                <a:solidFill>
                  <a:srgbClr val="000000"/>
                </a:solidFill>
                <a:latin typeface="Sanskrit 99" pitchFamily="2" charset="0"/>
                <a:ea typeface="Calibri" pitchFamily="34" charset="0"/>
                <a:cs typeface="Sanskrit 99" pitchFamily="2" charset="0"/>
              </a:rPr>
              <a:t>!.8</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Sanskrit 99" pitchFamily="2" charset="0"/>
                <a:ea typeface="Calibri" pitchFamily="34" charset="0"/>
                <a:cs typeface="Sanskrit 99" pitchFamily="2" charset="0"/>
              </a:rPr>
              <a:t>13.</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16| 	</a:t>
            </a:r>
            <a:r>
              <a:rPr lang="en-US" sz="2400" dirty="0" err="1">
                <a:solidFill>
                  <a:srgbClr val="000000"/>
                </a:solidFill>
                <a:latin typeface="URW Palladio IT" pitchFamily="2" charset="0"/>
                <a:ea typeface="Calibri" pitchFamily="34" charset="0"/>
                <a:cs typeface="URW Palladio IT" pitchFamily="2" charset="0"/>
              </a:rPr>
              <a:t>Omityekäkñaraà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brahma</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Vyäharanmämanusmaran</a:t>
            </a:r>
            <a:r>
              <a:rPr lang="en-US" sz="2400" dirty="0">
                <a:solidFill>
                  <a:srgbClr val="000000"/>
                </a:solidFill>
                <a:latin typeface="URW Palladio IT" pitchFamily="2" charset="0"/>
                <a:ea typeface="Calibri" pitchFamily="34" charset="0"/>
                <a:cs typeface="URW Palladio IT" pitchFamily="2" charset="0"/>
              </a:rPr>
              <a:t> |</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Yaù</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prayäti</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tyajandehaà</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spcAft>
                <a:spcPts val="1800"/>
              </a:spcAft>
            </a:pPr>
            <a:r>
              <a:rPr lang="en-US" sz="2400" dirty="0">
                <a:solidFill>
                  <a:srgbClr val="000000"/>
                </a:solidFill>
                <a:latin typeface="URW Palladio IT" pitchFamily="2" charset="0"/>
                <a:ea typeface="Calibri" pitchFamily="34" charset="0"/>
                <a:cs typeface="URW Palladio IT" pitchFamily="2" charset="0"/>
              </a:rPr>
              <a:t>	Sa </a:t>
            </a:r>
            <a:r>
              <a:rPr lang="en-US" sz="2400" dirty="0" err="1">
                <a:solidFill>
                  <a:srgbClr val="000000"/>
                </a:solidFill>
                <a:latin typeface="URW Palladio IT" pitchFamily="2" charset="0"/>
                <a:ea typeface="Calibri" pitchFamily="34" charset="0"/>
                <a:cs typeface="URW Palladio IT" pitchFamily="2" charset="0"/>
              </a:rPr>
              <a:t>yäti</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paramäà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gatim</a:t>
            </a:r>
            <a:r>
              <a:rPr lang="en-US" sz="2400" dirty="0">
                <a:solidFill>
                  <a:srgbClr val="000000"/>
                </a:solidFill>
                <a:latin typeface="URW Palladio IT" pitchFamily="2" charset="0"/>
                <a:ea typeface="Calibri" pitchFamily="34" charset="0"/>
                <a:cs typeface="URW Palladio IT" pitchFamily="2" charset="0"/>
              </a:rPr>
              <a:t> || 8</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URW Palladio IT" pitchFamily="2" charset="0"/>
                <a:ea typeface="Calibri" pitchFamily="34" charset="0"/>
                <a:cs typeface="URW Palladio IT" pitchFamily="2" charset="0"/>
              </a:rPr>
              <a:t>13||</a:t>
            </a:r>
          </a:p>
          <a:p>
            <a:r>
              <a:rPr lang="kn-IN" sz="2400" b="1" dirty="0"/>
              <a:t>೧೬</a:t>
            </a:r>
            <a:r>
              <a:rPr lang="en-CA" sz="2400" b="1" dirty="0"/>
              <a:t>.	</a:t>
            </a:r>
            <a:r>
              <a:rPr lang="kn-IN" sz="2400" b="1" dirty="0"/>
              <a:t>ಓಮಿತ್ಯೇಕಾಕ್ಷರಂ ಬ್ರಹ್ಮ ವ್ಯಾಹರನ್ಮಾಮನುಸ್ಮರನ್ |</a:t>
            </a:r>
          </a:p>
          <a:p>
            <a:r>
              <a:rPr lang="kn-IN" sz="2400" b="1" dirty="0"/>
              <a:t>ಯಃ ಪ್ರಯಾತಿ ತ್ಯಜನ್ ದೇಹಂ ಸ ಯಾತಿ ಪರಮಾಂ ಗತಿಂ ||೮.೧೩||</a:t>
            </a:r>
            <a:endParaRPr lang="en-CA" sz="2400" b="1" dirty="0"/>
          </a:p>
        </p:txBody>
      </p:sp>
      <p:sp>
        <p:nvSpPr>
          <p:cNvPr id="4" name="Rectangle 3"/>
          <p:cNvSpPr/>
          <p:nvPr/>
        </p:nvSpPr>
        <p:spPr>
          <a:xfrm>
            <a:off x="228600" y="3486150"/>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Uttering the monosyllable Om—the Brahman—remembering Me always, he who departs thus, leaving the body, attains the supreme goal.</a:t>
            </a:r>
          </a:p>
        </p:txBody>
      </p:sp>
    </p:spTree>
    <p:extLst>
      <p:ext uri="{BB962C8B-B14F-4D97-AF65-F5344CB8AC3E}">
        <p14:creationId xmlns:p14="http://schemas.microsoft.com/office/powerpoint/2010/main" val="19883865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0" y="114301"/>
            <a:ext cx="91440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17, 	</a:t>
            </a:r>
            <a:r>
              <a:rPr lang="en-US" sz="2400" dirty="0" err="1">
                <a:solidFill>
                  <a:srgbClr val="000000"/>
                </a:solidFill>
                <a:latin typeface="Sanskrit 99" pitchFamily="2" charset="0"/>
                <a:ea typeface="Calibri" pitchFamily="34" charset="0"/>
                <a:cs typeface="Sanskrit 99" pitchFamily="2" charset="0"/>
              </a:rPr>
              <a:t>ïÏava~‘Éte</a:t>
            </a:r>
            <a:r>
              <a:rPr lang="en-US" sz="2400" dirty="0">
                <a:solidFill>
                  <a:srgbClr val="000000"/>
                </a:solidFill>
                <a:latin typeface="Sanskrit 99" pitchFamily="2" charset="0"/>
                <a:ea typeface="Calibri" pitchFamily="34" charset="0"/>
                <a:cs typeface="Sanskrit 99" pitchFamily="2" charset="0"/>
              </a:rPr>
              <a:t> }an&lt; </a:t>
            </a:r>
            <a:r>
              <a:rPr lang="en-US" sz="2400" dirty="0" err="1">
                <a:solidFill>
                  <a:srgbClr val="000000"/>
                </a:solidFill>
                <a:latin typeface="Sanskrit 99" pitchFamily="2" charset="0"/>
                <a:ea typeface="Calibri" pitchFamily="34" charset="0"/>
                <a:cs typeface="Sanskrit 99" pitchFamily="2" charset="0"/>
              </a:rPr>
              <a:t>tTpr</a:t>
            </a:r>
            <a:r>
              <a:rPr lang="en-US" sz="2400" dirty="0">
                <a:solidFill>
                  <a:srgbClr val="000000"/>
                </a:solidFill>
                <a:latin typeface="Sanskrit 99" pitchFamily="2" charset="0"/>
                <a:ea typeface="Calibri" pitchFamily="34" charset="0"/>
                <a:cs typeface="Sanskrit 99" pitchFamily="2" charset="0"/>
              </a:rPr>
              <a:t>&gt; s&lt;</a:t>
            </a:r>
            <a:r>
              <a:rPr lang="en-US" sz="2400" dirty="0" err="1">
                <a:solidFill>
                  <a:srgbClr val="000000"/>
                </a:solidFill>
                <a:latin typeface="Sanskrit 99" pitchFamily="2" charset="0"/>
                <a:ea typeface="Calibri" pitchFamily="34" charset="0"/>
                <a:cs typeface="Sanskrit 99" pitchFamily="2" charset="0"/>
              </a:rPr>
              <a:t>yteiNÔy</a:t>
            </a:r>
            <a:r>
              <a:rPr lang="en-US" sz="2400" dirty="0">
                <a:solidFill>
                  <a:srgbClr val="000000"/>
                </a:solidFill>
                <a:latin typeface="Sanskrit 99" pitchFamily="2" charset="0"/>
                <a:ea typeface="Calibri" pitchFamily="34" charset="0"/>
                <a:cs typeface="Sanskrit 99" pitchFamily="2" charset="0"/>
              </a:rPr>
              <a:t>&gt;,</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	}an&lt; </a:t>
            </a:r>
            <a:r>
              <a:rPr lang="en-US" sz="2400" dirty="0" err="1">
                <a:solidFill>
                  <a:srgbClr val="000000"/>
                </a:solidFill>
                <a:latin typeface="Sanskrit 99" pitchFamily="2" charset="0"/>
                <a:ea typeface="Calibri" pitchFamily="34" charset="0"/>
                <a:cs typeface="Sanskrit 99" pitchFamily="2" charset="0"/>
              </a:rPr>
              <a:t>lBXva</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pra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zaiNtm</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Aicre</a:t>
            </a:r>
            <a:r>
              <a:rPr lang="en-US" sz="2400" dirty="0">
                <a:solidFill>
                  <a:srgbClr val="000000"/>
                </a:solidFill>
                <a:latin typeface="Sanskrit 99" pitchFamily="2" charset="0"/>
                <a:ea typeface="Calibri" pitchFamily="34" charset="0"/>
                <a:cs typeface="Sanskrit 99" pitchFamily="2" charset="0"/>
              </a:rPr>
              <a:t>[aixgCDit.4</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Sanskrit 99" pitchFamily="2" charset="0"/>
                <a:ea typeface="Calibri" pitchFamily="34" charset="0"/>
                <a:cs typeface="Sanskrit 99" pitchFamily="2" charset="0"/>
              </a:rPr>
              <a:t>39.</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17| 	</a:t>
            </a:r>
            <a:r>
              <a:rPr lang="en-US" sz="2400" dirty="0" err="1">
                <a:solidFill>
                  <a:srgbClr val="000000"/>
                </a:solidFill>
                <a:latin typeface="URW Palladio IT" pitchFamily="2" charset="0"/>
                <a:ea typeface="Calibri" pitchFamily="34" charset="0"/>
                <a:cs typeface="URW Palladio IT" pitchFamily="2" charset="0"/>
              </a:rPr>
              <a:t>Çraddhäväðllabhate</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jïänaà</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Tatparaù</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saàyatendriyaù</a:t>
            </a:r>
            <a:r>
              <a:rPr lang="en-US" sz="2400" dirty="0">
                <a:solidFill>
                  <a:srgbClr val="000000"/>
                </a:solidFill>
                <a:latin typeface="URW Palladio IT" pitchFamily="2" charset="0"/>
                <a:ea typeface="Calibri" pitchFamily="34" charset="0"/>
                <a:cs typeface="URW Palladio IT" pitchFamily="2" charset="0"/>
              </a:rPr>
              <a:t> |</a:t>
            </a:r>
            <a:endParaRPr lang="en-US" sz="2400" dirty="0">
              <a:latin typeface="Calibri" pitchFamily="34" charset="0"/>
              <a:ea typeface="Calibri" pitchFamily="34" charset="0"/>
              <a:cs typeface="Times New Roman" pitchFamily="18" charset="0"/>
            </a:endParaRPr>
          </a:p>
          <a:p>
            <a:pPr eaLnBrk="1" hangingPunct="1">
              <a:lnSpc>
                <a:spcPct val="107000"/>
              </a:lnSpc>
              <a:spcAft>
                <a:spcPts val="1800"/>
              </a:spcAft>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Jïänaà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labdhvä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paräà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çäntim</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Acireëädhigacchati</a:t>
            </a:r>
            <a:r>
              <a:rPr lang="en-US" sz="2400" dirty="0">
                <a:solidFill>
                  <a:srgbClr val="000000"/>
                </a:solidFill>
                <a:latin typeface="URW Palladio IT" pitchFamily="2" charset="0"/>
                <a:ea typeface="Calibri" pitchFamily="34" charset="0"/>
                <a:cs typeface="URW Palladio IT" pitchFamily="2" charset="0"/>
              </a:rPr>
              <a:t> || 4</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URW Palladio IT" pitchFamily="2" charset="0"/>
                <a:ea typeface="Calibri" pitchFamily="34" charset="0"/>
                <a:cs typeface="URW Palladio IT" pitchFamily="2" charset="0"/>
              </a:rPr>
              <a:t>39||</a:t>
            </a:r>
          </a:p>
          <a:p>
            <a:r>
              <a:rPr lang="kn-IN" sz="2400" b="1" dirty="0"/>
              <a:t>೧೭</a:t>
            </a:r>
            <a:r>
              <a:rPr lang="en-CA" sz="2400" b="1" dirty="0"/>
              <a:t>.	</a:t>
            </a:r>
            <a:r>
              <a:rPr lang="kn-IN" sz="2400" b="1" dirty="0"/>
              <a:t>ಶ್ರದ್ಧಾವಾನ್ ಲಭತೇ ಜ್ಞಾನಂ ತತ್ಪರಃ ಸಂಯತೇಂದ್ರಿಯಃ</a:t>
            </a:r>
            <a:r>
              <a:rPr lang="en-CA" sz="2400" b="1" dirty="0"/>
              <a:t> </a:t>
            </a:r>
            <a:r>
              <a:rPr lang="kn-IN" sz="2400" b="1" dirty="0"/>
              <a:t>|</a:t>
            </a:r>
          </a:p>
          <a:p>
            <a:r>
              <a:rPr lang="en-CA" sz="2400" b="1" dirty="0"/>
              <a:t>	</a:t>
            </a:r>
            <a:r>
              <a:rPr lang="kn-IN" sz="2400" b="1" dirty="0"/>
              <a:t>ಜ್ಞಾನಂ ಲಬ್ಧ್ವಾ ಪರಾಂ ಶಾಂತಿಂ ಅಚಿರೇಣಾಧಿಗಚ್ಛತಿ ||೪.೩೯||</a:t>
            </a:r>
            <a:endParaRPr lang="en-CA" sz="2400" b="1" dirty="0"/>
          </a:p>
        </p:txBody>
      </p:sp>
      <p:sp>
        <p:nvSpPr>
          <p:cNvPr id="4" name="Rectangle 3"/>
          <p:cNvSpPr/>
          <p:nvPr/>
        </p:nvSpPr>
        <p:spPr>
          <a:xfrm>
            <a:off x="266700" y="3518297"/>
            <a:ext cx="8610600" cy="1569517"/>
          </a:xfrm>
          <a:prstGeom prst="rect">
            <a:avLst/>
          </a:prstGeom>
        </p:spPr>
        <p:txBody>
          <a:bodyPr lIns="91296" tIns="45649" rIns="91296" bIns="45649">
            <a:spAutoFit/>
          </a:bodyPr>
          <a:lstStyle/>
          <a:p>
            <a:pPr algn="ctr" eaLnBrk="1" hangingPunct="1">
              <a:defRPr/>
            </a:pPr>
            <a:r>
              <a:rPr lang="en-IN" sz="2400" b="1" i="1" dirty="0">
                <a:latin typeface="Palatino Linotype" panose="02040502050505030304" pitchFamily="18" charset="0"/>
              </a:rPr>
              <a:t>The man who is full of faith, who is devoted to it, and who has subdued all the senses, obtains (this) knowledge; and, having obtained the knowledge, he goes at once to the supreme peace.</a:t>
            </a:r>
          </a:p>
        </p:txBody>
      </p:sp>
    </p:spTree>
    <p:extLst>
      <p:ext uri="{BB962C8B-B14F-4D97-AF65-F5344CB8AC3E}">
        <p14:creationId xmlns:p14="http://schemas.microsoft.com/office/powerpoint/2010/main" val="93973731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0" y="205978"/>
            <a:ext cx="91440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18, 	@;a </a:t>
            </a:r>
            <a:r>
              <a:rPr lang="en-US" sz="2400" dirty="0" err="1">
                <a:solidFill>
                  <a:srgbClr val="000000"/>
                </a:solidFill>
                <a:latin typeface="Sanskrit 99" pitchFamily="2" charset="0"/>
                <a:ea typeface="Calibri" pitchFamily="34" charset="0"/>
                <a:cs typeface="Sanskrit 99" pitchFamily="2" charset="0"/>
              </a:rPr>
              <a:t>äaüI</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iSwit</a:t>
            </a:r>
            <a:r>
              <a:rPr lang="en-US" sz="2400" dirty="0">
                <a:solidFill>
                  <a:srgbClr val="000000"/>
                </a:solidFill>
                <a:latin typeface="Sanskrit 99" pitchFamily="2" charset="0"/>
                <a:ea typeface="Calibri" pitchFamily="34" charset="0"/>
                <a:cs typeface="Sanskrit 99" pitchFamily="2" charset="0"/>
              </a:rPr>
              <a:t>&gt; </a:t>
            </a:r>
            <a:r>
              <a:rPr lang="en-US" sz="2400" dirty="0" err="1">
                <a:solidFill>
                  <a:srgbClr val="000000"/>
                </a:solidFill>
                <a:latin typeface="Sanskrit 99" pitchFamily="2" charset="0"/>
                <a:ea typeface="Calibri" pitchFamily="34" charset="0"/>
                <a:cs typeface="Sanskrit 99" pitchFamily="2" charset="0"/>
              </a:rPr>
              <a:t>pawR</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nEna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àaPy</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ivmuýit</a:t>
            </a:r>
            <a:r>
              <a:rPr lang="en-US" sz="2400" dirty="0">
                <a:solidFill>
                  <a:srgbClr val="000000"/>
                </a:solidFill>
                <a:latin typeface="Sanskrit 99" pitchFamily="2" charset="0"/>
                <a:ea typeface="Calibri" pitchFamily="34" charset="0"/>
                <a:cs typeface="Sanskrit 99" pitchFamily="2" charset="0"/>
              </a:rPr>
              <a:t>,</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	</a:t>
            </a:r>
            <a:r>
              <a:rPr lang="en-US" sz="2400" dirty="0" err="1">
                <a:latin typeface="Sanskrit 99" pitchFamily="2" charset="0"/>
                <a:ea typeface="Calibri" pitchFamily="34" charset="0"/>
                <a:cs typeface="Sanskrit 99" pitchFamily="2" charset="0"/>
              </a:rPr>
              <a:t>iSwTva</a:t>
            </a:r>
            <a:r>
              <a:rPr lang="en-IN" sz="2400" dirty="0" err="1">
                <a:solidFill>
                  <a:srgbClr val="000000"/>
                </a:solidFill>
                <a:latin typeface="Sanskrit 99" pitchFamily="2" charset="0"/>
              </a:rPr>
              <a:t>Syam</a:t>
            </a:r>
            <a:r>
              <a:rPr lang="en-IN" sz="2400" dirty="0">
                <a:solidFill>
                  <a:srgbClr val="000000"/>
                </a:solidFill>
                <a:latin typeface="Sanskrit 99" pitchFamily="2" charset="0"/>
              </a:rPr>
              <a:t>!</a:t>
            </a:r>
            <a:r>
              <a:rPr lang="en-US" sz="2400" dirty="0">
                <a:solidFill>
                  <a:srgbClr val="FF0000"/>
                </a:solidFill>
                <a:latin typeface="Sanskrit 99" pitchFamily="2" charset="0"/>
              </a:rPr>
              <a:t> </a:t>
            </a:r>
            <a:r>
              <a:rPr lang="en-IN" sz="2400" dirty="0">
                <a:solidFill>
                  <a:srgbClr val="000000"/>
                </a:solidFill>
                <a:latin typeface="Sanskrit 99" pitchFamily="2" charset="0"/>
              </a:rPr>
              <a:t>A</a:t>
            </a:r>
            <a:r>
              <a:rPr lang="en-US" sz="2400" dirty="0" err="1">
                <a:latin typeface="Sanskrit 99" pitchFamily="2" charset="0"/>
              </a:rPr>
              <a:t>Ntkale</a:t>
            </a:r>
            <a:r>
              <a:rPr lang="en-US" sz="2400" dirty="0">
                <a:latin typeface="Sanskrit 99" pitchFamily="2" charset="0"/>
              </a:rPr>
              <a:t>=</a:t>
            </a:r>
            <a:r>
              <a:rPr lang="en-US" sz="2400" dirty="0" err="1">
                <a:latin typeface="Sanskrit 99" pitchFamily="2" charset="0"/>
              </a:rPr>
              <a:t>ip</a:t>
            </a:r>
            <a:r>
              <a:rPr lang="en-US" sz="2400" dirty="0">
                <a:solidFill>
                  <a:srgbClr val="FF0000"/>
                </a:solidFill>
                <a:latin typeface="Sanskrit 99" pitchFamily="2" charset="0"/>
              </a:rPr>
              <a:t> </a:t>
            </a:r>
            <a:r>
              <a:rPr lang="en-US" sz="2400" dirty="0" err="1">
                <a:solidFill>
                  <a:srgbClr val="000000"/>
                </a:solidFill>
                <a:latin typeface="Sanskrit 99" pitchFamily="2" charset="0"/>
              </a:rPr>
              <a:t>äüinvaR</a:t>
            </a:r>
            <a:r>
              <a:rPr lang="en-US" sz="2400" dirty="0">
                <a:solidFill>
                  <a:srgbClr val="000000"/>
                </a:solidFill>
                <a:latin typeface="Sanskrit 99" pitchFamily="2" charset="0"/>
              </a:rPr>
              <a:t>[m&amp;CDit.2</a:t>
            </a:r>
            <a:r>
              <a:rPr lang="en-US" sz="2400" dirty="0">
                <a:solidFill>
                  <a:srgbClr val="000000"/>
                </a:solidFill>
                <a:latin typeface="Times New Roman" pitchFamily="18" charset="0"/>
              </a:rPr>
              <a:t>-</a:t>
            </a:r>
            <a:r>
              <a:rPr lang="en-US" sz="2400" dirty="0">
                <a:solidFill>
                  <a:srgbClr val="000000"/>
                </a:solidFill>
                <a:latin typeface="Sanskrit 99" pitchFamily="2" charset="0"/>
              </a:rPr>
              <a:t>72.</a:t>
            </a:r>
            <a:endParaRPr lang="en-US" sz="2400" dirty="0">
              <a:latin typeface="Calibri" pitchFamily="34" charset="0"/>
            </a:endParaRPr>
          </a:p>
          <a:p>
            <a:pPr eaLnBrk="1" hangingPunct="1">
              <a:lnSpc>
                <a:spcPct val="107000"/>
              </a:lnSpc>
            </a:pPr>
            <a:r>
              <a:rPr lang="en-US" sz="2400" dirty="0">
                <a:solidFill>
                  <a:srgbClr val="000000"/>
                </a:solidFill>
                <a:latin typeface="URW Palladio IT" pitchFamily="2" charset="0"/>
              </a:rPr>
              <a:t>18| 	</a:t>
            </a:r>
            <a:r>
              <a:rPr lang="en-US" sz="2400" dirty="0" err="1">
                <a:solidFill>
                  <a:srgbClr val="000000"/>
                </a:solidFill>
                <a:latin typeface="URW Palladio IT" pitchFamily="2" charset="0"/>
              </a:rPr>
              <a:t>Eñä</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brähmé</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sthitiù</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pärtha</a:t>
            </a:r>
            <a:r>
              <a:rPr lang="en-US" sz="2400" dirty="0">
                <a:solidFill>
                  <a:srgbClr val="000000"/>
                </a:solidFill>
                <a:latin typeface="URW Palladio IT" pitchFamily="2" charset="0"/>
              </a:rPr>
              <a:t> </a:t>
            </a:r>
          </a:p>
          <a:p>
            <a:pPr eaLnBrk="1" hangingPunct="1">
              <a:lnSpc>
                <a:spcPct val="107000"/>
              </a:lnSpc>
            </a:pPr>
            <a:r>
              <a:rPr lang="en-US" sz="2400" dirty="0">
                <a:solidFill>
                  <a:srgbClr val="000000"/>
                </a:solidFill>
                <a:latin typeface="URW Palladio IT" pitchFamily="2" charset="0"/>
              </a:rPr>
              <a:t>	</a:t>
            </a:r>
            <a:r>
              <a:rPr lang="en-US" sz="2400" dirty="0" err="1">
                <a:solidFill>
                  <a:srgbClr val="000000"/>
                </a:solidFill>
                <a:latin typeface="URW Palladio IT" pitchFamily="2" charset="0"/>
              </a:rPr>
              <a:t>Nainäà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präpya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vimuhyati</a:t>
            </a:r>
            <a:r>
              <a:rPr lang="en-US" sz="2400" dirty="0">
                <a:solidFill>
                  <a:srgbClr val="000000"/>
                </a:solidFill>
                <a:latin typeface="URW Palladio IT" pitchFamily="2" charset="0"/>
              </a:rPr>
              <a:t> |</a:t>
            </a:r>
            <a:endParaRPr lang="en-US" sz="2400" dirty="0">
              <a:latin typeface="Calibri" pitchFamily="34" charset="0"/>
            </a:endParaRPr>
          </a:p>
          <a:p>
            <a:pPr eaLnBrk="1" hangingPunct="1">
              <a:lnSpc>
                <a:spcPct val="107000"/>
              </a:lnSpc>
              <a:spcAft>
                <a:spcPts val="1800"/>
              </a:spcAft>
            </a:pPr>
            <a:r>
              <a:rPr lang="en-US" sz="2400" dirty="0">
                <a:solidFill>
                  <a:srgbClr val="000000"/>
                </a:solidFill>
                <a:latin typeface="URW Palladio IT" pitchFamily="2" charset="0"/>
              </a:rPr>
              <a:t>	</a:t>
            </a:r>
            <a:r>
              <a:rPr lang="en-US" sz="2400" dirty="0" err="1">
                <a:solidFill>
                  <a:srgbClr val="000000"/>
                </a:solidFill>
                <a:latin typeface="URW Palladio IT" pitchFamily="2" charset="0"/>
              </a:rPr>
              <a:t>Sthitväsyämantakäle'pi</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Brahmanirväëamåcchati</a:t>
            </a:r>
            <a:r>
              <a:rPr lang="en-US" sz="2400" dirty="0">
                <a:solidFill>
                  <a:srgbClr val="000000"/>
                </a:solidFill>
                <a:latin typeface="URW Palladio IT" pitchFamily="2" charset="0"/>
              </a:rPr>
              <a:t> || 2</a:t>
            </a:r>
            <a:r>
              <a:rPr lang="en-US" sz="2400" dirty="0">
                <a:solidFill>
                  <a:srgbClr val="000000"/>
                </a:solidFill>
                <a:latin typeface="Times New Roman" pitchFamily="18" charset="0"/>
              </a:rPr>
              <a:t>-</a:t>
            </a:r>
            <a:r>
              <a:rPr lang="en-US" sz="2400" dirty="0">
                <a:solidFill>
                  <a:srgbClr val="000000"/>
                </a:solidFill>
                <a:latin typeface="URW Palladio IT" pitchFamily="2" charset="0"/>
              </a:rPr>
              <a:t>72||</a:t>
            </a:r>
          </a:p>
          <a:p>
            <a:r>
              <a:rPr lang="kn-IN" sz="2400" b="1" dirty="0"/>
              <a:t>೧೮</a:t>
            </a:r>
            <a:r>
              <a:rPr lang="en-CA" sz="2400" b="1" dirty="0"/>
              <a:t>.	</a:t>
            </a:r>
            <a:r>
              <a:rPr lang="kn-IN" sz="2400" b="1" dirty="0"/>
              <a:t>ಏಷಾ ಬ್ರಾಹ್ಮೀ ಸ್ಥಿತಿಃ ಪಾರ್ಥ ನೈನಾಂ ಪ್ರಾಪ್ಯ ವಿಮುಹ್ಯತಿ|</a:t>
            </a:r>
          </a:p>
          <a:p>
            <a:r>
              <a:rPr lang="en-CA" sz="2400" b="1" dirty="0"/>
              <a:t>	</a:t>
            </a:r>
            <a:r>
              <a:rPr lang="kn-IN" sz="2400" b="1" dirty="0"/>
              <a:t>ಸ್ಥಿತ್ವಾಸ್ಯಾಮ್ ಅಂತಕಾಲೇಽಪಿ ಬ್ರಹ್ಮನಿರ್ವಾಣಮೃಚ್ಛತಿ ||೨.೭೨||</a:t>
            </a:r>
            <a:endParaRPr lang="en-CA" sz="2400" b="1" dirty="0"/>
          </a:p>
        </p:txBody>
      </p:sp>
      <p:sp>
        <p:nvSpPr>
          <p:cNvPr id="4" name="Rectangle 3"/>
          <p:cNvSpPr/>
          <p:nvPr/>
        </p:nvSpPr>
        <p:spPr>
          <a:xfrm>
            <a:off x="228600" y="3733765"/>
            <a:ext cx="8610600" cy="1200185"/>
          </a:xfrm>
          <a:prstGeom prst="rect">
            <a:avLst/>
          </a:prstGeom>
        </p:spPr>
        <p:txBody>
          <a:bodyPr lIns="91296" tIns="45649" rIns="91296" bIns="45649">
            <a:spAutoFit/>
          </a:bodyPr>
          <a:lstStyle/>
          <a:p>
            <a:pPr algn="ctr" eaLnBrk="1" hangingPunct="1">
              <a:defRPr/>
            </a:pPr>
            <a:r>
              <a:rPr lang="en-IN" sz="2400" b="1" i="1" dirty="0">
                <a:latin typeface="Palatino Linotype" panose="02040502050505030304" pitchFamily="18" charset="0"/>
              </a:rPr>
              <a:t>This is the </a:t>
            </a:r>
            <a:r>
              <a:rPr lang="en-IN" sz="2400" b="1" i="1" dirty="0" err="1">
                <a:latin typeface="Palatino Linotype" panose="02040502050505030304" pitchFamily="18" charset="0"/>
              </a:rPr>
              <a:t>Brahmic</a:t>
            </a:r>
            <a:r>
              <a:rPr lang="en-IN" sz="2400" b="1" i="1" dirty="0">
                <a:latin typeface="Palatino Linotype" panose="02040502050505030304" pitchFamily="18" charset="0"/>
              </a:rPr>
              <a:t> seat (eternal state), O son of </a:t>
            </a:r>
            <a:r>
              <a:rPr lang="en-IN" sz="2400" b="1" i="1" dirty="0" err="1">
                <a:latin typeface="Palatino Linotype" panose="02040502050505030304" pitchFamily="18" charset="0"/>
              </a:rPr>
              <a:t>Pritha</a:t>
            </a:r>
            <a:r>
              <a:rPr lang="en-IN" sz="2400" b="1" i="1" dirty="0">
                <a:latin typeface="Palatino Linotype" panose="02040502050505030304" pitchFamily="18" charset="0"/>
              </a:rPr>
              <a:t>! Attaining this, none is deluded. Being established therein, even at the end of life one attains oneness with Brahman.</a:t>
            </a:r>
          </a:p>
        </p:txBody>
      </p:sp>
    </p:spTree>
    <p:extLst>
      <p:ext uri="{BB962C8B-B14F-4D97-AF65-F5344CB8AC3E}">
        <p14:creationId xmlns:p14="http://schemas.microsoft.com/office/powerpoint/2010/main" val="23201139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4" name="Content Placeholder 2"/>
          <p:cNvSpPr txBox="1">
            <a:spLocks/>
          </p:cNvSpPr>
          <p:nvPr/>
        </p:nvSpPr>
        <p:spPr bwMode="auto">
          <a:xfrm>
            <a:off x="0" y="228600"/>
            <a:ext cx="8915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i-IN"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rPr>
              <a:t>ॐतत्सदिति श्रीमद्भगवद्गीतासूपनिषत्सु</a:t>
            </a:r>
            <a:endParaRPr kumimoji="0" lang="en-US"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endParaRP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hi-IN"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rPr>
              <a:t>ब्रह्मविद्यायां</a:t>
            </a:r>
            <a:r>
              <a:rPr kumimoji="0" lang="en-US"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rPr>
              <a:t> </a:t>
            </a:r>
            <a:r>
              <a:rPr kumimoji="0" lang="hi-IN"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rPr>
              <a:t>यॊगशास्त्रॆ श्रीकृष्णार्जुनसंवादॆ</a:t>
            </a:r>
            <a:endParaRPr kumimoji="0" lang="en-US"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endParaRP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hi-IN"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endParaRP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Ōm</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tatsaditi</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Śrīmadbhagavadgītāsu</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Upaniṣatsu</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brahmavidyāyāṁ</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Yogaśāstre</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śrīkr̥ṣṇārjunasaṁvāde</a:t>
            </a:r>
            <a:endPar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ಓಂತತ್ಸದಿತಿ</a:t>
            </a:r>
            <a:r>
              <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 </a:t>
            </a: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ಶ್ರೀಮದ್ಭಗವದ್ಗೀತಾಸು</a:t>
            </a:r>
            <a:r>
              <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 </a:t>
            </a: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ಉಪನಿಷತ್ಸು</a:t>
            </a:r>
            <a:r>
              <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 </a:t>
            </a: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ಬ್ರಹ್ಮವಿದ್ಯಾಯಾಂ</a:t>
            </a:r>
            <a:r>
              <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 </a:t>
            </a: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ಯೋಗಶಾಸ್ತ್ರೇ</a:t>
            </a:r>
            <a:r>
              <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 </a:t>
            </a: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ಶ್ರೀಕೃಷ್ಣಾರ್ಜುನಸಂವಾದೇ</a:t>
            </a:r>
          </a:p>
        </p:txBody>
      </p:sp>
    </p:spTree>
    <p:extLst>
      <p:ext uri="{BB962C8B-B14F-4D97-AF65-F5344CB8AC3E}">
        <p14:creationId xmlns:p14="http://schemas.microsoft.com/office/powerpoint/2010/main" val="3617837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lnSpc>
                <a:spcPct val="150000"/>
              </a:lnSpc>
            </a:pPr>
            <a:r>
              <a:rPr lang="en-US" sz="3600" b="1" dirty="0">
                <a:solidFill>
                  <a:srgbClr val="000000"/>
                </a:solidFill>
                <a:latin typeface="Sanskrit 99" pitchFamily="2" charset="0"/>
              </a:rPr>
              <a:t>}an</a:t>
            </a:r>
            <a:r>
              <a:rPr lang="hi-IN" sz="3600" b="1" dirty="0">
                <a:latin typeface="Sanskrit 2003" pitchFamily="2" charset="-78"/>
                <a:cs typeface="Sanskrit 2003" pitchFamily="2" charset="-78"/>
              </a:rPr>
              <a:t>यॊगश्लॊकसङ्ग्रहः॥</a:t>
            </a:r>
            <a:endParaRPr lang="en-US" sz="3600" b="1" dirty="0">
              <a:latin typeface="Sanskrit 2003" pitchFamily="2" charset="-78"/>
              <a:cs typeface="Sanskrit 2003" pitchFamily="2" charset="-78"/>
            </a:endParaRPr>
          </a:p>
          <a:p>
            <a:pPr algn="ctr" eaLnBrk="1" hangingPunct="1">
              <a:lnSpc>
                <a:spcPct val="150000"/>
              </a:lnSpc>
            </a:pPr>
            <a:r>
              <a:rPr lang="hi-IN" sz="3600" b="1" dirty="0">
                <a:latin typeface="Sanskrit 2003" pitchFamily="2" charset="-78"/>
                <a:cs typeface="Sanskrit 2003" pitchFamily="2" charset="-78"/>
              </a:rPr>
              <a:t>।हरिः ॐ तत्सत्।</a:t>
            </a:r>
            <a:endParaRPr lang="en-US" sz="3600" b="1" dirty="0">
              <a:latin typeface="Sanskrit 2003" pitchFamily="2" charset="-78"/>
              <a:cs typeface="Sanskrit 2003" pitchFamily="2" charset="-78"/>
            </a:endParaRPr>
          </a:p>
          <a:p>
            <a:pPr algn="ctr" eaLnBrk="1" hangingPunct="1">
              <a:spcBef>
                <a:spcPts val="1800"/>
              </a:spcBef>
            </a:pPr>
            <a:r>
              <a:rPr lang="en-US" sz="2800" b="1" dirty="0" err="1">
                <a:solidFill>
                  <a:srgbClr val="000000"/>
                </a:solidFill>
                <a:latin typeface="URW Palladio IT" pitchFamily="2" charset="0"/>
              </a:rPr>
              <a:t>Jïäna</a:t>
            </a:r>
            <a:r>
              <a:rPr lang="en-US" sz="2800" b="1" dirty="0" err="1">
                <a:latin typeface="URW Palladio IT" pitchFamily="2" charset="0"/>
              </a:rPr>
              <a:t>yogaślokasaṅgrahaḥ</a:t>
            </a:r>
            <a:r>
              <a:rPr lang="en-US" sz="2800" b="1" dirty="0">
                <a:latin typeface="URW Palladio IT" pitchFamily="2" charset="0"/>
              </a:rPr>
              <a:t> ||</a:t>
            </a:r>
          </a:p>
          <a:p>
            <a:pPr algn="ctr" eaLnBrk="1" hangingPunct="1"/>
            <a:r>
              <a:rPr lang="en-US" sz="2800" b="1" dirty="0">
                <a:latin typeface="URW Palladio IT" pitchFamily="2" charset="0"/>
              </a:rPr>
              <a:t>| </a:t>
            </a:r>
            <a:r>
              <a:rPr lang="en-US" sz="2800" b="1" dirty="0" err="1">
                <a:latin typeface="URW Palladio IT" pitchFamily="2" charset="0"/>
              </a:rPr>
              <a:t>hariḥ</a:t>
            </a:r>
            <a:r>
              <a:rPr lang="en-US" sz="2800" b="1" dirty="0">
                <a:latin typeface="URW Palladio IT" pitchFamily="2" charset="0"/>
              </a:rPr>
              <a:t> </a:t>
            </a:r>
            <a:r>
              <a:rPr lang="en-US" sz="2800" b="1" dirty="0" err="1">
                <a:latin typeface="URW Palladio IT" pitchFamily="2" charset="0"/>
              </a:rPr>
              <a:t>ōm</a:t>
            </a:r>
            <a:r>
              <a:rPr lang="en-US" sz="2800" b="1" dirty="0">
                <a:latin typeface="URW Palladio IT" pitchFamily="2" charset="0"/>
              </a:rPr>
              <a:t>̐ </a:t>
            </a:r>
            <a:r>
              <a:rPr lang="en-US" sz="2800" b="1" dirty="0" err="1">
                <a:latin typeface="URW Palladio IT" pitchFamily="2" charset="0"/>
              </a:rPr>
              <a:t>tatsat</a:t>
            </a:r>
            <a:r>
              <a:rPr lang="en-US" sz="2800" b="1" dirty="0">
                <a:latin typeface="URW Palladio IT" pitchFamily="2" charset="0"/>
              </a:rPr>
              <a:t> |</a:t>
            </a:r>
          </a:p>
          <a:p>
            <a:pPr algn="ctr" eaLnBrk="1" hangingPunct="1"/>
            <a:endParaRPr lang="en-US" sz="1050" b="1" dirty="0">
              <a:latin typeface="URW Palladio ITU" pitchFamily="2" charset="0"/>
            </a:endParaRPr>
          </a:p>
          <a:p>
            <a:pPr algn="ctr" eaLnBrk="1" hangingPunct="1">
              <a:spcBef>
                <a:spcPts val="3000"/>
              </a:spcBef>
            </a:pPr>
            <a:r>
              <a:rPr lang="kn-IN" sz="2800" b="1" dirty="0"/>
              <a:t>ಜ್ಞಾನಯೋಗ ಶ್ಲೋಕ ಸಂಗ್ರಹಃ ||</a:t>
            </a:r>
            <a:endParaRPr lang="en-US" sz="2800" b="1" dirty="0"/>
          </a:p>
          <a:p>
            <a:pPr algn="ctr" eaLnBrk="1" hangingPunct="1">
              <a:spcBef>
                <a:spcPts val="600"/>
              </a:spcBef>
            </a:pPr>
            <a:r>
              <a:rPr lang="kn-IN" sz="2800" b="1" dirty="0"/>
              <a:t>| ಹರಿಃ ಓಂ ತತ್ಸತ್ |</a:t>
            </a:r>
          </a:p>
          <a:p>
            <a:pPr eaLnBrk="1" hangingPunct="1">
              <a:spcBef>
                <a:spcPts val="2400"/>
              </a:spcBef>
            </a:pPr>
            <a:endParaRPr lang="en-US" b="1" dirty="0"/>
          </a:p>
          <a:p>
            <a:pPr eaLnBrk="1" hangingPunct="1">
              <a:spcBef>
                <a:spcPts val="2400"/>
              </a:spcBef>
            </a:pPr>
            <a:endParaRPr lang="en-US" b="1" dirty="0"/>
          </a:p>
        </p:txBody>
      </p:sp>
    </p:spTree>
    <p:extLst>
      <p:ext uri="{BB962C8B-B14F-4D97-AF65-F5344CB8AC3E}">
        <p14:creationId xmlns:p14="http://schemas.microsoft.com/office/powerpoint/2010/main" val="40162218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4" name="Rectangle 3"/>
          <p:cNvSpPr>
            <a:spLocks noChangeArrowheads="1"/>
          </p:cNvSpPr>
          <p:nvPr/>
        </p:nvSpPr>
        <p:spPr bwMode="auto">
          <a:xfrm>
            <a:off x="18393" y="971550"/>
            <a:ext cx="9144000" cy="277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hi-IN" sz="40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rPr>
              <a:t>श्रीकृष्णार्पणमस्तु</a:t>
            </a:r>
            <a:endParaRPr kumimoji="0" lang="hi-IN" sz="4000" b="1" i="0" u="none" strike="noStrike" kern="1200" cap="none" spc="0" normalizeH="0" baseline="0" noProof="0" dirty="0">
              <a:ln>
                <a:noFill/>
              </a:ln>
              <a:solidFill>
                <a:prstClr val="black"/>
              </a:solidFill>
              <a:effectLst/>
              <a:uLnTx/>
              <a:uFillTx/>
              <a:latin typeface="Calibri"/>
              <a:ea typeface="+mn-ea"/>
              <a:cs typeface="Sanskrit 2003" pitchFamily="2" charset="-78"/>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4000" b="1" i="0" u="none" strike="noStrike" kern="1200" cap="none" spc="0" normalizeH="0" baseline="0" noProof="0" dirty="0" err="1">
                <a:ln>
                  <a:noFill/>
                </a:ln>
                <a:solidFill>
                  <a:prstClr val="black"/>
                </a:solidFill>
                <a:effectLst/>
                <a:uLnTx/>
                <a:uFillTx/>
                <a:latin typeface="URW Palladio IT" pitchFamily="2" charset="0"/>
                <a:ea typeface="+mn-ea"/>
                <a:cs typeface="+mn-cs"/>
              </a:rPr>
              <a:t>Śrīkr̥ṣṇārpaṇamastu</a:t>
            </a:r>
            <a:endParaRPr kumimoji="0" lang="en-US" sz="4000" b="1" i="0" u="none" strike="noStrike" kern="1200" cap="none" spc="0" normalizeH="0" baseline="0" noProof="0" dirty="0">
              <a:ln>
                <a:noFill/>
              </a:ln>
              <a:solidFill>
                <a:prstClr val="black"/>
              </a:solidFill>
              <a:effectLst/>
              <a:uLnTx/>
              <a:uFillTx/>
              <a:latin typeface="URW Palladio IT" pitchFamily="2" charset="0"/>
              <a:ea typeface="+mn-ea"/>
              <a:cs typeface="Times New Roman" pitchFamily="18" charset="0"/>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kn-IN" sz="4000" b="1" i="0" u="none" strike="noStrike" kern="1200" cap="none" spc="0" normalizeH="0" baseline="0" noProof="0" dirty="0">
                <a:ln>
                  <a:noFill/>
                </a:ln>
                <a:solidFill>
                  <a:prstClr val="black"/>
                </a:solidFill>
                <a:effectLst/>
                <a:uLnTx/>
                <a:uFillTx/>
                <a:latin typeface="Calibri"/>
                <a:ea typeface="+mn-ea"/>
              </a:rPr>
              <a:t>ಶ್ರೀ ಕೃಷ್ಣಾರ್ಪಣಮಸ್ತು</a:t>
            </a:r>
            <a:endParaRPr kumimoji="0" lang="en-US" sz="4000" b="1" i="0" u="none" strike="noStrike" kern="1200" cap="none" spc="0" normalizeH="0" baseline="0" noProof="0" dirty="0">
              <a:ln>
                <a:noFill/>
              </a:ln>
              <a:solidFill>
                <a:prstClr val="black"/>
              </a:solidFill>
              <a:effectLst/>
              <a:uLnTx/>
              <a:uFillTx/>
              <a:latin typeface="URW Palladio IT" pitchFamily="2" charset="0"/>
              <a:ea typeface="+mn-ea"/>
              <a:cs typeface="Times New Roman" pitchFamily="18" charset="0"/>
            </a:endParaRPr>
          </a:p>
        </p:txBody>
      </p:sp>
    </p:spTree>
    <p:extLst>
      <p:ext uri="{BB962C8B-B14F-4D97-AF65-F5344CB8AC3E}">
        <p14:creationId xmlns:p14="http://schemas.microsoft.com/office/powerpoint/2010/main" val="16932253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1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685800" y="2457460"/>
            <a:ext cx="77724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8800" b="1" i="1" dirty="0">
                <a:latin typeface="DFKai-SB" pitchFamily="65" charset="-120"/>
                <a:ea typeface="DFKai-SB" pitchFamily="65" charset="-120"/>
              </a:rPr>
              <a:t>ALL TOGETHER</a:t>
            </a:r>
            <a:endParaRPr lang="en-IN" sz="8800" b="1" i="1" dirty="0">
              <a:latin typeface="DFKai-SB" pitchFamily="65" charset="-120"/>
              <a:ea typeface="DFKai-SB" pitchFamily="65" charset="-120"/>
            </a:endParaRPr>
          </a:p>
          <a:p>
            <a:pPr eaLnBrk="1" hangingPunct="1"/>
            <a:endParaRPr lang="en-US" sz="8800" dirty="0">
              <a:solidFill>
                <a:prstClr val="black"/>
              </a:solidFill>
              <a:latin typeface="AGaramond Bold" pitchFamily="18" charset="0"/>
            </a:endParaRPr>
          </a:p>
        </p:txBody>
      </p:sp>
      <p:sp>
        <p:nvSpPr>
          <p:cNvPr id="6" name="Subtitle 2"/>
          <p:cNvSpPr txBox="1">
            <a:spLocks/>
          </p:cNvSpPr>
          <p:nvPr/>
        </p:nvSpPr>
        <p:spPr bwMode="auto">
          <a:xfrm>
            <a:off x="0" y="1085850"/>
            <a:ext cx="9144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4966324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txBox="1">
            <a:spLocks/>
          </p:cNvSpPr>
          <p:nvPr/>
        </p:nvSpPr>
        <p:spPr>
          <a:xfrm>
            <a:off x="0" y="1200606"/>
            <a:ext cx="9144000" cy="3942905"/>
          </a:xfrm>
          <a:prstGeom prst="rect">
            <a:avLst/>
          </a:prstGeom>
        </p:spPr>
        <p:txBody>
          <a:bodyPr lIns="53184" tIns="26592" rIns="53184" bIns="26592"/>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1989300" marR="0" lvl="4" indent="-221033" algn="l" defTabSz="543152" rtl="0" eaLnBrk="1" fontAlgn="base" latinLnBrk="0" hangingPunct="1">
              <a:lnSpc>
                <a:spcPct val="100000"/>
              </a:lnSpc>
              <a:spcBef>
                <a:spcPct val="20000"/>
              </a:spcBef>
              <a:spcAft>
                <a:spcPct val="0"/>
              </a:spcAft>
              <a:buClrTx/>
              <a:buSzTx/>
              <a:buFont typeface="Arial" pitchFamily="34" charset="0"/>
              <a:buChar char="»"/>
              <a:tabLst/>
              <a:defRPr/>
            </a:pPr>
            <a:endParaRPr kumimoji="0" lang="en-US" sz="195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685800" rtl="0" eaLnBrk="0" fontAlgn="base" latinLnBrk="0" hangingPunct="0">
              <a:lnSpc>
                <a:spcPct val="100000"/>
              </a:lnSpc>
              <a:spcBef>
                <a:spcPct val="20000"/>
              </a:spcBef>
              <a:spcAft>
                <a:spcPct val="0"/>
              </a:spcAft>
              <a:buClrTx/>
              <a:buSzTx/>
              <a:buFont typeface="Arial" pitchFamily="34" charset="0"/>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a:t>
            </a:r>
            <a:r>
              <a:rPr kumimoji="0" lang="en-US" sz="1800" b="1" i="0" u="none" strike="noStrike" kern="1200" cap="none" spc="0" normalizeH="0" baseline="0" noProof="0" dirty="0" err="1">
                <a:ln>
                  <a:noFill/>
                </a:ln>
                <a:solidFill>
                  <a:srgbClr val="FF0000"/>
                </a:solidFill>
                <a:effectLst/>
                <a:uLnTx/>
                <a:uFillTx/>
                <a:latin typeface="Calibri"/>
                <a:ea typeface="+mn-ea"/>
                <a:cs typeface="+mn-cs"/>
              </a:rPr>
              <a:t>Siddhanta</a:t>
            </a:r>
            <a:r>
              <a:rPr kumimoji="0" lang="en-US" sz="1800" b="1" i="0" u="none" strike="noStrike" kern="1200" cap="none" spc="0" normalizeH="0" baseline="0" noProof="0" dirty="0">
                <a:ln>
                  <a:noFill/>
                </a:ln>
                <a:solidFill>
                  <a:srgbClr val="FF0000"/>
                </a:solidFill>
                <a:effectLst/>
                <a:uLnTx/>
                <a:uFillTx/>
                <a:latin typeface="Calibri"/>
                <a:ea typeface="+mn-ea"/>
                <a:cs typeface="+mn-cs"/>
              </a:rPr>
              <a:t> </a:t>
            </a:r>
            <a:r>
              <a:rPr kumimoji="0" lang="en-US" sz="1800" b="1" i="0" u="none" strike="noStrike" kern="1200" cap="none" spc="0" normalizeH="0" baseline="0" noProof="0" dirty="0" err="1">
                <a:ln>
                  <a:noFill/>
                </a:ln>
                <a:solidFill>
                  <a:srgbClr val="FF0000"/>
                </a:solidFill>
                <a:effectLst/>
                <a:uLnTx/>
                <a:uFillTx/>
                <a:latin typeface="Calibri"/>
                <a:ea typeface="+mn-ea"/>
                <a:cs typeface="+mn-cs"/>
              </a:rPr>
              <a:t>Tulasi</a:t>
            </a:r>
            <a:r>
              <a:rPr kumimoji="0" lang="en-US" sz="1800" b="1" i="0" u="none" strike="noStrike" kern="1200" cap="none" spc="0" normalizeH="0" baseline="0" noProof="0" dirty="0">
                <a:ln>
                  <a:noFill/>
                </a:ln>
                <a:solidFill>
                  <a:srgbClr val="FF0000"/>
                </a:solidFill>
                <a:effectLst/>
                <a:uLnTx/>
                <a:uFillTx/>
                <a:latin typeface="Calibri"/>
                <a:ea typeface="+mn-ea"/>
                <a:cs typeface="+mn-cs"/>
              </a:rPr>
              <a:t>’</a:t>
            </a:r>
            <a:endParaRPr kumimoji="0" lang="en-US" sz="1800" b="1" i="0" u="sng" strike="noStrike" kern="1200" cap="none" spc="0" normalizeH="0" baseline="0" noProof="0" dirty="0">
              <a:ln>
                <a:noFill/>
              </a:ln>
              <a:solidFill>
                <a:srgbClr val="FF0000"/>
              </a:solidFill>
              <a:effectLst/>
              <a:uLnTx/>
              <a:uFillTx/>
              <a:latin typeface="Calibri"/>
              <a:ea typeface="+mn-ea"/>
              <a:cs typeface="+mn-cs"/>
            </a:endParaRP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Parivrajakacharya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Pramukh</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a:t>
            </a:r>
            <a:r>
              <a:rPr kumimoji="0" lang="en-US" sz="1500" b="0" i="0" u="none" strike="noStrike" kern="1200" cap="none" spc="0" normalizeH="0" baseline="0" noProof="0" dirty="0" err="1">
                <a:ln>
                  <a:noFill/>
                </a:ln>
                <a:solidFill>
                  <a:prstClr val="black"/>
                </a:solidFill>
                <a:effectLst/>
                <a:uLnTx/>
                <a:uFillTx/>
                <a:latin typeface="Calibri"/>
                <a:ea typeface="+mn-ea"/>
                <a:cs typeface="+mn-cs"/>
              </a:rPr>
              <a:t>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Ratna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Siddhanta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Shikhamani</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“Vivekananda Award for excellence in propagating human values among the youth”.</a:t>
            </a:r>
            <a:endParaRPr kumimoji="0" lang="en-US" sz="1500" b="1" i="0" u="sng" strike="noStrike" kern="1200" cap="none" spc="0" normalizeH="0" baseline="0" noProof="0" dirty="0">
              <a:ln>
                <a:noFill/>
              </a:ln>
              <a:solidFill>
                <a:prstClr val="black"/>
              </a:solidFill>
              <a:effectLst/>
              <a:uLnTx/>
              <a:uFillTx/>
              <a:latin typeface="Calibri"/>
              <a:ea typeface="+mn-ea"/>
              <a:cs typeface="+mn-cs"/>
            </a:endParaRP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q"/>
              <a:tabLst/>
              <a:defRPr/>
            </a:pPr>
            <a:r>
              <a:rPr kumimoji="0" lang="en-US" sz="1500" b="1" i="0" u="sng" strike="noStrike" kern="1200" cap="none" spc="0" normalizeH="0" baseline="0" noProof="0" dirty="0">
                <a:ln>
                  <a:noFill/>
                </a:ln>
                <a:solidFill>
                  <a:prstClr val="black"/>
                </a:solidFill>
                <a:effectLst/>
                <a:uLnTx/>
                <a:uFillTx/>
                <a:latin typeface="Calibri"/>
                <a:ea typeface="+mn-ea"/>
                <a:cs typeface="+mn-cs"/>
              </a:rPr>
              <a:t>Books-</a:t>
            </a:r>
            <a:r>
              <a:rPr kumimoji="0" lang="en-US" sz="1500" b="0" i="0" u="none" strike="noStrike" kern="1200" cap="none" spc="0" normalizeH="0" baseline="0" noProof="0" dirty="0">
                <a:ln>
                  <a:noFill/>
                </a:ln>
                <a:solidFill>
                  <a:prstClr val="black"/>
                </a:solidFill>
                <a:effectLst/>
                <a:uLnTx/>
                <a:uFillTx/>
                <a:latin typeface="Calibri"/>
                <a:ea typeface="+mn-ea"/>
                <a:cs typeface="+mn-cs"/>
              </a:rPr>
              <a:t> Gita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Darshan</a:t>
            </a:r>
            <a:r>
              <a:rPr kumimoji="0" lang="en-US" sz="1500" b="0" i="0" u="none" strike="noStrike" kern="1200" cap="none" spc="0" normalizeH="0" baseline="0" noProof="0" dirty="0">
                <a:ln>
                  <a:noFill/>
                </a:ln>
                <a:solidFill>
                  <a:prstClr val="black"/>
                </a:solidFill>
                <a:effectLst/>
                <a:uLnTx/>
                <a:uFillTx/>
                <a:latin typeface="Calibri"/>
                <a:ea typeface="+mn-ea"/>
                <a:cs typeface="+mn-cs"/>
              </a:rPr>
              <a:t>, Swami Vivekananda-The Man of Letters &amp; more than 25 books on culture, philosophy &amp; education.</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Ex-Principal –Vivekananda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Gurukul</a:t>
            </a:r>
            <a:r>
              <a:rPr kumimoji="0" lang="en-US" sz="1500" b="0" i="0" u="none" strike="noStrike" kern="1200" cap="none" spc="0" normalizeH="0" baseline="0" noProof="0" dirty="0">
                <a:ln>
                  <a:noFill/>
                </a:ln>
                <a:solidFill>
                  <a:prstClr val="black"/>
                </a:solidFill>
                <a:effectLst/>
                <a:uLnTx/>
                <a:uFillTx/>
                <a:latin typeface="Calibri"/>
                <a:ea typeface="+mn-ea"/>
                <a:cs typeface="+mn-cs"/>
              </a:rPr>
              <a:t>-Autonomous PG College, Madurai</a:t>
            </a:r>
          </a:p>
          <a:p>
            <a:pPr marL="211660" marR="0" lvl="1" indent="-21166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Ex-Principal- National Defense Academy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Pune</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Chairman, Academic Council, Vivekananda Educational Society, Chennai.</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President, Vivekananda Academy of Cultural studies,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Kanyakumari</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His lectures are broadcast on AIR, TV and available in YouTube </a:t>
            </a:r>
          </a:p>
        </p:txBody>
      </p:sp>
      <p:sp>
        <p:nvSpPr>
          <p:cNvPr id="4" name="Title 1"/>
          <p:cNvSpPr txBox="1">
            <a:spLocks/>
          </p:cNvSpPr>
          <p:nvPr/>
        </p:nvSpPr>
        <p:spPr>
          <a:xfrm>
            <a:off x="2362200" y="209550"/>
            <a:ext cx="4686300" cy="1108535"/>
          </a:xfrm>
          <a:prstGeom prst="rect">
            <a:avLst/>
          </a:prstGeom>
        </p:spPr>
        <p:txBody>
          <a:bodyPr lIns="53184" tIns="26592" rIns="53184" bIns="26592"/>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1" u="none" strike="noStrike" kern="1200" cap="none" spc="0" normalizeH="0" baseline="0" noProof="0" dirty="0">
                <a:ln>
                  <a:noFill/>
                </a:ln>
                <a:solidFill>
                  <a:prstClr val="black"/>
                </a:solidFill>
                <a:effectLst/>
                <a:uLnTx/>
                <a:uFillTx/>
                <a:latin typeface="Calibri"/>
                <a:ea typeface="+mj-ea"/>
                <a:cs typeface="+mj-cs"/>
              </a:rPr>
              <a:t> </a:t>
            </a:r>
            <a:r>
              <a:rPr kumimoji="0" lang="en-US" sz="1725" b="1" i="0" u="none" strike="noStrike" kern="1200" cap="none" spc="0" normalizeH="0" baseline="0" noProof="0" dirty="0" err="1">
                <a:ln>
                  <a:noFill/>
                </a:ln>
                <a:solidFill>
                  <a:srgbClr val="F79646">
                    <a:lumMod val="75000"/>
                  </a:srgbClr>
                </a:solidFill>
                <a:effectLst/>
                <a:uLnTx/>
                <a:uFillTx/>
                <a:latin typeface="Calibri"/>
                <a:ea typeface="+mj-ea"/>
                <a:cs typeface="+mj-cs"/>
              </a:rPr>
              <a:t>Dr.Kambhampati</a:t>
            </a:r>
            <a:r>
              <a:rPr kumimoji="0" lang="en-US" sz="1725" b="1" i="0" u="none" strike="noStrike" kern="1200" cap="none" spc="0" normalizeH="0" baseline="0" noProof="0" dirty="0">
                <a:ln>
                  <a:noFill/>
                </a:ln>
                <a:solidFill>
                  <a:srgbClr val="F79646">
                    <a:lumMod val="75000"/>
                  </a:srgbClr>
                </a:solidFill>
                <a:effectLst/>
                <a:uLnTx/>
                <a:uFillTx/>
                <a:latin typeface="Calibri"/>
                <a:ea typeface="+mj-ea"/>
                <a:cs typeface="+mj-cs"/>
              </a:rPr>
              <a:t> </a:t>
            </a:r>
            <a:r>
              <a:rPr kumimoji="0" lang="en-US" sz="1725" b="1" i="0" u="none" strike="noStrike" kern="1200" cap="none" spc="0" normalizeH="0" baseline="0" noProof="0" dirty="0" err="1">
                <a:ln>
                  <a:noFill/>
                </a:ln>
                <a:solidFill>
                  <a:srgbClr val="F79646">
                    <a:lumMod val="75000"/>
                  </a:srgbClr>
                </a:solidFill>
                <a:effectLst/>
                <a:uLnTx/>
                <a:uFillTx/>
                <a:latin typeface="Calibri"/>
                <a:ea typeface="+mj-ea"/>
                <a:cs typeface="+mj-cs"/>
              </a:rPr>
              <a:t>Subrahmanyam</a:t>
            </a:r>
            <a:r>
              <a:rPr kumimoji="0" lang="en-US" sz="1725" b="1" i="0" u="none" strike="noStrike" kern="1200" cap="none" spc="0" normalizeH="0" baseline="0" noProof="0" dirty="0">
                <a:ln>
                  <a:noFill/>
                </a:ln>
                <a:solidFill>
                  <a:srgbClr val="F79646">
                    <a:lumMod val="75000"/>
                  </a:srgbClr>
                </a:solidFill>
                <a:effectLst/>
                <a:uLnTx/>
                <a:uFillTx/>
                <a:latin typeface="Calibri"/>
                <a:ea typeface="+mj-ea"/>
                <a:cs typeface="+mj-cs"/>
              </a:rPr>
              <a:t> </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0" i="0" u="none" strike="noStrike" kern="1200" cap="none" spc="0" normalizeH="0" baseline="0" noProof="0" dirty="0">
                <a:ln>
                  <a:noFill/>
                </a:ln>
                <a:solidFill>
                  <a:prstClr val="black"/>
                </a:solidFill>
                <a:effectLst/>
                <a:uLnTx/>
                <a:uFillTx/>
                <a:latin typeface="Calibri"/>
                <a:ea typeface="+mj-ea"/>
                <a:cs typeface="+mj-cs"/>
              </a:rPr>
              <a:t>MA(Eng), MA (Phil.), PhD</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0" u="none" strike="noStrike" kern="1200" cap="none" spc="0" normalizeH="0" baseline="0" noProof="0" dirty="0">
                <a:ln>
                  <a:noFill/>
                </a:ln>
                <a:solidFill>
                  <a:prstClr val="black"/>
                </a:solidFill>
                <a:effectLst/>
                <a:uLnTx/>
                <a:uFillTx/>
                <a:latin typeface="Calibri"/>
                <a:ea typeface="+mj-ea"/>
                <a:cs typeface="+mj-cs"/>
              </a:rPr>
              <a:t>Pro-Chancellor, S-VYASA University</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0" u="none" strike="noStrike" kern="1200" cap="none" spc="0" normalizeH="0" baseline="0" noProof="0" dirty="0">
                <a:ln>
                  <a:noFill/>
                </a:ln>
                <a:solidFill>
                  <a:srgbClr val="F79646">
                    <a:lumMod val="50000"/>
                  </a:srgbClr>
                </a:solidFill>
                <a:effectLst/>
                <a:uLnTx/>
                <a:uFillTx/>
                <a:latin typeface="Calibri"/>
                <a:ea typeface="+mj-ea"/>
                <a:cs typeface="+mj-cs"/>
              </a:rPr>
              <a:t>Awards &amp; Titles</a:t>
            </a:r>
            <a:endParaRPr kumimoji="0" lang="en-US" sz="1725" b="0" i="0" u="none" strike="noStrike" kern="1200" cap="none" spc="0" normalizeH="0" baseline="0" noProof="0" dirty="0">
              <a:ln>
                <a:noFill/>
              </a:ln>
              <a:solidFill>
                <a:prstClr val="black"/>
              </a:solidFill>
              <a:effectLst/>
              <a:uLnTx/>
              <a:uFillTx/>
              <a:latin typeface="Calibri"/>
              <a:ea typeface="+mj-ea"/>
              <a:cs typeface="+mj-cs"/>
            </a:endParaRPr>
          </a:p>
        </p:txBody>
      </p:sp>
      <p:pic>
        <p:nvPicPr>
          <p:cNvPr id="6" name="Picture 5" descr="F:\Profiles\subrahmanyam cop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431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7215137"/>
      </p:ext>
    </p:extLst>
  </p:cSld>
  <p:clrMapOvr>
    <a:overrideClrMapping bg1="lt1" tx1="dk1" bg2="lt2" tx2="dk2" accent1="accent1" accent2="accent2" accent3="accent3" accent4="accent4" accent5="accent5" accent6="accent6" hlink="hlink" folHlink="folHlink"/>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pic>
        <p:nvPicPr>
          <p:cNvPr id="7" name="Picture 6" descr="om-wallpaper-high-resolution.jpg"/>
          <p:cNvPicPr>
            <a:picLocks noChangeAspect="1"/>
          </p:cNvPicPr>
          <p:nvPr/>
        </p:nvPicPr>
        <p:blipFill>
          <a:blip r:embed="rId5"/>
          <a:stretch>
            <a:fillRect/>
          </a:stretch>
        </p:blipFill>
        <p:spPr>
          <a:xfrm>
            <a:off x="0" y="0"/>
            <a:ext cx="9144000" cy="5143500"/>
          </a:xfrm>
          <a:prstGeom prst="rect">
            <a:avLst/>
          </a:prstGeom>
        </p:spPr>
      </p:pic>
      <p:pic>
        <p:nvPicPr>
          <p:cNvPr id="2" name="om meditation">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001000" y="209550"/>
            <a:ext cx="609600" cy="609600"/>
          </a:xfrm>
          <a:prstGeom prst="rect">
            <a:avLst/>
          </a:prstGeom>
        </p:spPr>
      </p:pic>
    </p:spTree>
    <p:extLst>
      <p:ext uri="{BB962C8B-B14F-4D97-AF65-F5344CB8AC3E}">
        <p14:creationId xmlns:p14="http://schemas.microsoft.com/office/powerpoint/2010/main" val="126790475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26527"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485900" y="133350"/>
            <a:ext cx="6172200" cy="857249"/>
          </a:xfrm>
          <a:prstGeom prst="rect">
            <a:avLst/>
          </a:prstGeom>
        </p:spPr>
        <p:txBody>
          <a:bodyPr lIns="53186" tIns="26594" rIns="53186" bIns="26594"/>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77" rtl="0" eaLnBrk="0" fontAlgn="base" latinLnBrk="0" hangingPunct="0">
              <a:lnSpc>
                <a:spcPct val="100000"/>
              </a:lnSpc>
              <a:spcBef>
                <a:spcPct val="0"/>
              </a:spcBef>
              <a:spcAft>
                <a:spcPct val="0"/>
              </a:spcAft>
              <a:buClrTx/>
              <a:buSzTx/>
              <a:buFontTx/>
              <a:buNone/>
              <a:tabLst/>
              <a:defRPr/>
            </a:pPr>
            <a:r>
              <a:rPr kumimoji="0" lang="en-IN" sz="4275" b="0" i="0" u="none" strike="noStrike" kern="1200" cap="none" spc="0" normalizeH="0" baseline="0" noProof="0" dirty="0" err="1">
                <a:ln>
                  <a:noFill/>
                </a:ln>
                <a:solidFill>
                  <a:srgbClr val="000000"/>
                </a:solidFill>
                <a:effectLst/>
                <a:uLnTx/>
                <a:uFillTx/>
                <a:latin typeface="Sanskrit 99"/>
                <a:ea typeface="+mj-ea"/>
                <a:cs typeface="+mj-cs"/>
              </a:rPr>
              <a:t>zaiNt</a:t>
            </a:r>
            <a:r>
              <a:rPr kumimoji="0" lang="en-IN" sz="4275" b="0" i="0" u="none" strike="noStrike" kern="1200" cap="none" spc="0" normalizeH="0" baseline="0" noProof="0" dirty="0">
                <a:ln>
                  <a:noFill/>
                </a:ln>
                <a:solidFill>
                  <a:srgbClr val="000000"/>
                </a:solidFill>
                <a:effectLst/>
                <a:uLnTx/>
                <a:uFillTx/>
                <a:latin typeface="Sanskrit 99"/>
                <a:ea typeface="+mj-ea"/>
                <a:cs typeface="+mj-cs"/>
              </a:rPr>
              <a:t> m&lt;Ç</a:t>
            </a:r>
            <a:endParaRPr kumimoji="0" lang="en-IN" sz="4275" b="0" i="0" u="none" strike="noStrike" kern="1200" cap="none" spc="0" normalizeH="0" baseline="0" noProof="0" dirty="0">
              <a:ln>
                <a:noFill/>
              </a:ln>
              <a:solidFill>
                <a:prstClr val="black"/>
              </a:solidFill>
              <a:effectLst/>
              <a:uLnTx/>
              <a:uFillTx/>
              <a:latin typeface="Calibri"/>
              <a:ea typeface="+mj-ea"/>
              <a:cs typeface="+mj-cs"/>
            </a:endParaRPr>
          </a:p>
        </p:txBody>
      </p:sp>
      <p:sp>
        <p:nvSpPr>
          <p:cNvPr id="3" name="Content Placeholder 2"/>
          <p:cNvSpPr txBox="1">
            <a:spLocks/>
          </p:cNvSpPr>
          <p:nvPr/>
        </p:nvSpPr>
        <p:spPr>
          <a:xfrm>
            <a:off x="0" y="824871"/>
            <a:ext cx="9144000" cy="4231339"/>
          </a:xfrm>
          <a:prstGeom prst="rect">
            <a:avLst/>
          </a:prstGeom>
        </p:spPr>
        <p:txBody>
          <a:bodyPr lIns="53186" tIns="26594" rIns="53186" bIns="26594">
            <a:normAutofit lnSpcReduction="1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Astae</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ma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sdœ</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gmy</a:t>
            </a:r>
            <a:r>
              <a:rPr kumimoji="0" lang="en-IN" sz="1950"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tmsae</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ma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JyaeitgRmy</a:t>
            </a:r>
            <a:r>
              <a:rPr kumimoji="0" lang="en-IN" sz="1950"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m&amp;TyaemaR</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Am&amp;t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&lt;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gmy</a:t>
            </a:r>
            <a:endParaRPr kumimoji="0" lang="en-IN" sz="1950" b="0" i="0" u="none" strike="noStrike" kern="1200" cap="none" spc="0" normalizeH="0" baseline="0" noProof="0" dirty="0">
              <a:ln>
                <a:noFill/>
              </a:ln>
              <a:solidFill>
                <a:srgbClr val="000000"/>
              </a:solidFill>
              <a:effectLst/>
              <a:uLnTx/>
              <a:uFillTx/>
              <a:latin typeface="Sanskrit 99"/>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Asato</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sad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gamaya</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Tamaso</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jyotirgamaya</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Måtyormä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amåtaì</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gamaya</a:t>
            </a: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195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1950" b="1" i="0" u="none" strike="noStrike" kern="1200" cap="none" spc="0" normalizeH="0" baseline="0" noProof="0" dirty="0">
                <a:ln>
                  <a:noFill/>
                </a:ln>
                <a:solidFill>
                  <a:srgbClr val="000000"/>
                </a:solidFill>
                <a:effectLst/>
                <a:uLnTx/>
                <a:uFillTx/>
                <a:latin typeface="URW Palladio IT"/>
                <a:ea typeface="+mn-ea"/>
                <a:cs typeface="+mn-cs"/>
              </a:rPr>
              <a:t>Let us move from unreality to reality, from darkness to light &amp; from mortality to immortality.</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1950" b="1" i="0" u="none" strike="noStrike" kern="1200" cap="none" spc="0" normalizeH="0" baseline="0" noProof="0" dirty="0">
                <a:ln>
                  <a:noFill/>
                </a:ln>
                <a:solidFill>
                  <a:srgbClr val="000000"/>
                </a:solidFill>
                <a:effectLst/>
                <a:uLnTx/>
                <a:uFillTx/>
                <a:latin typeface="URW Palladio IT"/>
                <a:ea typeface="+mn-ea"/>
                <a:cs typeface="+mn-cs"/>
              </a:rPr>
              <a:t>Om Peace </a:t>
            </a:r>
            <a:r>
              <a:rPr kumimoji="0" lang="en-US" sz="1950"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1950" b="1" i="0" u="none" strike="noStrike" kern="1200" cap="none" spc="0" normalizeH="0" baseline="0" noProof="0" dirty="0">
                <a:ln>
                  <a:noFill/>
                </a:ln>
                <a:solidFill>
                  <a:srgbClr val="000000"/>
                </a:solidFill>
                <a:effectLst/>
                <a:uLnTx/>
                <a:uFillTx/>
                <a:latin typeface="URW Palladio IT"/>
                <a:ea typeface="+mn-ea"/>
                <a:cs typeface="+mn-cs"/>
              </a:rPr>
              <a:t> </a:t>
            </a:r>
            <a:r>
              <a:rPr kumimoji="0" lang="en-US" sz="1950"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1950" b="1" i="0" u="none" strike="noStrike" kern="1200" cap="none" spc="0" normalizeH="0" baseline="0" noProof="0" dirty="0">
                <a:ln>
                  <a:noFill/>
                </a:ln>
                <a:solidFill>
                  <a:srgbClr val="000000"/>
                </a:solidFill>
                <a:effectLst/>
                <a:uLnTx/>
                <a:uFillTx/>
                <a:latin typeface="URW Palladio IT"/>
                <a:ea typeface="+mn-ea"/>
                <a:cs typeface="+mn-cs"/>
              </a:rPr>
              <a:t>!</a:t>
            </a:r>
            <a:endParaRPr kumimoji="0" lang="en-IN" sz="1950" b="1" i="0" u="none" strike="noStrike" kern="1200" cap="none" spc="0" normalizeH="0" baseline="0" noProof="0" dirty="0">
              <a:ln>
                <a:noFill/>
              </a:ln>
              <a:solidFill>
                <a:srgbClr val="000000"/>
              </a:solidFill>
              <a:effectLst/>
              <a:uLnTx/>
              <a:uFillTx/>
              <a:latin typeface="URW Palladio IT"/>
              <a:ea typeface="+mn-ea"/>
              <a:cs typeface="+mn-cs"/>
            </a:endParaRPr>
          </a:p>
        </p:txBody>
      </p:sp>
    </p:spTree>
    <p:extLst>
      <p:ext uri="{BB962C8B-B14F-4D97-AF65-F5344CB8AC3E}">
        <p14:creationId xmlns:p14="http://schemas.microsoft.com/office/powerpoint/2010/main" val="1097977873"/>
      </p:ext>
    </p:extLst>
  </p:cSld>
  <p:clrMapOvr>
    <a:overrideClrMapping bg1="lt1" tx1="dk1" bg2="lt2" tx2="dk2" accent1="accent1" accent2="accent2" accent3="accent3" accent4="accent4" accent5="accent5" accent6="accent6" hlink="hlink" folHlink="folHlink"/>
  </p:clrMapOvr>
  <p:transition/>
</p:sld>
</file>

<file path=ppt/slides/slide10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485900" y="0"/>
            <a:ext cx="6172200" cy="765444"/>
          </a:xfrm>
          <a:prstGeom prst="rect">
            <a:avLst/>
          </a:prstGeom>
        </p:spPr>
        <p:txBody>
          <a:bodyPr lIns="53186" tIns="26594" rIns="53186" bIns="26594"/>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77" rtl="0" eaLnBrk="0" fontAlgn="base" latinLnBrk="0" hangingPunct="0">
              <a:lnSpc>
                <a:spcPct val="100000"/>
              </a:lnSpc>
              <a:spcBef>
                <a:spcPct val="0"/>
              </a:spcBef>
              <a:spcAft>
                <a:spcPct val="0"/>
              </a:spcAft>
              <a:buClrTx/>
              <a:buSzTx/>
              <a:buFontTx/>
              <a:buNone/>
              <a:tabLst/>
              <a:defRPr/>
            </a:pPr>
            <a:r>
              <a:rPr kumimoji="0" lang="en-IN" sz="4275" b="0" i="0" u="none" strike="noStrike" kern="1200" cap="none" spc="0" normalizeH="0" baseline="0" noProof="0" dirty="0" err="1">
                <a:ln>
                  <a:noFill/>
                </a:ln>
                <a:solidFill>
                  <a:srgbClr val="000000"/>
                </a:solidFill>
                <a:effectLst/>
                <a:uLnTx/>
                <a:uFillTx/>
                <a:latin typeface="Sanskrit 99"/>
                <a:ea typeface="+mj-ea"/>
                <a:cs typeface="+mj-cs"/>
              </a:rPr>
              <a:t>zaiNt</a:t>
            </a:r>
            <a:r>
              <a:rPr kumimoji="0" lang="en-IN" sz="4275" b="0" i="0" u="none" strike="noStrike" kern="1200" cap="none" spc="0" normalizeH="0" baseline="0" noProof="0" dirty="0">
                <a:ln>
                  <a:noFill/>
                </a:ln>
                <a:solidFill>
                  <a:srgbClr val="000000"/>
                </a:solidFill>
                <a:effectLst/>
                <a:uLnTx/>
                <a:uFillTx/>
                <a:latin typeface="Sanskrit 99"/>
                <a:ea typeface="+mj-ea"/>
                <a:cs typeface="+mj-cs"/>
              </a:rPr>
              <a:t> m&lt;Ç</a:t>
            </a:r>
            <a:endParaRPr kumimoji="0" lang="en-IN" sz="4275" b="0" i="0" u="none" strike="noStrike" kern="1200" cap="none" spc="0" normalizeH="0" baseline="0" noProof="0" dirty="0">
              <a:ln>
                <a:noFill/>
              </a:ln>
              <a:solidFill>
                <a:prstClr val="black"/>
              </a:solidFill>
              <a:effectLst/>
              <a:uLnTx/>
              <a:uFillTx/>
              <a:latin typeface="Calibri"/>
              <a:ea typeface="+mj-ea"/>
              <a:cs typeface="+mj-cs"/>
            </a:endParaRPr>
          </a:p>
        </p:txBody>
      </p:sp>
      <p:sp>
        <p:nvSpPr>
          <p:cNvPr id="3" name="Content Placeholder 2"/>
          <p:cNvSpPr txBox="1">
            <a:spLocks/>
          </p:cNvSpPr>
          <p:nvPr/>
        </p:nvSpPr>
        <p:spPr>
          <a:xfrm>
            <a:off x="0" y="950982"/>
            <a:ext cx="9144000" cy="4192519"/>
          </a:xfrm>
          <a:prstGeom prst="rect">
            <a:avLst/>
          </a:prstGeom>
        </p:spPr>
        <p:txBody>
          <a:bodyPr lIns="53186" tIns="26594" rIns="53186" bIns="26594">
            <a:normAutofit fontScale="77500" lnSpcReduction="2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ÉvNtu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suion</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inramya</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ÉÔai</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pZyNtu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 ma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kiít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Ê&gt;</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oÉag</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Évet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US" sz="3075" b="0" i="0" u="none" strike="noStrike" kern="1200" cap="none" spc="0" normalizeH="0" baseline="0" noProof="0" dirty="0">
              <a:ln>
                <a:noFill/>
              </a:ln>
              <a:solidFill>
                <a:srgbClr val="000000"/>
              </a:solidFill>
              <a:effectLst/>
              <a:uLnTx/>
              <a:uFillTx/>
              <a:latin typeface="Sanskrit 99"/>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bhavantu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sukhinaù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nirämayäù</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bhadräëi</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paçyantu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kaçcit</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duùkhabhäg</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bhavet</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3075" b="1" i="0" u="none" strike="noStrike" kern="1200" cap="none" spc="0" normalizeH="0" baseline="0" noProof="0" dirty="0">
                <a:ln>
                  <a:noFill/>
                </a:ln>
                <a:solidFill>
                  <a:srgbClr val="000000"/>
                </a:solidFill>
                <a:effectLst/>
                <a:uLnTx/>
                <a:uFillTx/>
                <a:latin typeface="URW Palladio IT"/>
                <a:ea typeface="+mn-ea"/>
                <a:cs typeface="+mn-cs"/>
              </a:rPr>
              <a:t>May all be happy. May all be free from diseases. May all see things auspicious. May none be subjected to misery.</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3075" b="1" i="0" u="none" strike="noStrike" kern="1200" cap="none" spc="0" normalizeH="0" baseline="0" noProof="0" dirty="0">
                <a:ln>
                  <a:noFill/>
                </a:ln>
                <a:solidFill>
                  <a:srgbClr val="000000"/>
                </a:solidFill>
                <a:effectLst/>
                <a:uLnTx/>
                <a:uFillTx/>
                <a:latin typeface="URW Palladio IT"/>
                <a:ea typeface="+mn-ea"/>
                <a:cs typeface="+mn-cs"/>
              </a:rPr>
              <a:t>Om Peace </a:t>
            </a:r>
            <a:r>
              <a:rPr kumimoji="0" lang="en-US" sz="3075"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3075" b="1" i="0" u="none" strike="noStrike" kern="1200" cap="none" spc="0" normalizeH="0" baseline="0" noProof="0" dirty="0">
                <a:ln>
                  <a:noFill/>
                </a:ln>
                <a:solidFill>
                  <a:srgbClr val="000000"/>
                </a:solidFill>
                <a:effectLst/>
                <a:uLnTx/>
                <a:uFillTx/>
                <a:latin typeface="URW Palladio IT"/>
                <a:ea typeface="+mn-ea"/>
                <a:cs typeface="+mn-cs"/>
              </a:rPr>
              <a:t> </a:t>
            </a:r>
            <a:r>
              <a:rPr kumimoji="0" lang="en-US" sz="3075"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3075" b="1" i="0" u="none" strike="noStrike" kern="1200" cap="none" spc="0" normalizeH="0" baseline="0" noProof="0" dirty="0">
                <a:ln>
                  <a:noFill/>
                </a:ln>
                <a:solidFill>
                  <a:srgbClr val="000000"/>
                </a:solidFill>
                <a:effectLst/>
                <a:uLnTx/>
                <a:uFillTx/>
                <a:latin typeface="URW Palladio IT"/>
                <a:ea typeface="+mn-ea"/>
                <a:cs typeface="+mn-cs"/>
              </a:rPr>
              <a:t>!</a:t>
            </a:r>
            <a:endParaRPr kumimoji="0" lang="en-IN" sz="3075" b="1" i="0" u="none" strike="noStrike" kern="1200" cap="none" spc="0" normalizeH="0" baseline="0" noProof="0" dirty="0">
              <a:ln>
                <a:noFill/>
              </a:ln>
              <a:solidFill>
                <a:srgbClr val="000000"/>
              </a:solidFill>
              <a:effectLst/>
              <a:uLnTx/>
              <a:uFillTx/>
              <a:latin typeface="Sanskrit 99"/>
              <a:ea typeface="+mn-ea"/>
              <a:cs typeface="+mn-cs"/>
            </a:endParaRPr>
          </a:p>
        </p:txBody>
      </p:sp>
    </p:spTree>
    <p:extLst>
      <p:ext uri="{BB962C8B-B14F-4D97-AF65-F5344CB8AC3E}">
        <p14:creationId xmlns:p14="http://schemas.microsoft.com/office/powerpoint/2010/main" val="120228964"/>
      </p:ext>
    </p:extLst>
  </p:cSld>
  <p:clrMapOvr>
    <a:overrideClrMapping bg1="lt1" tx1="dk1" bg2="lt2" tx2="dk2" accent1="accent1" accent2="accent2" accent3="accent3" accent4="accent4" accent5="accent5" accent6="accent6" hlink="hlink" folHlink="folHlink"/>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fontScale="92500" lnSpcReduction="20000"/>
          </a:bodyPr>
          <a:lstStyle/>
          <a:p>
            <a:pPr algn="ctr">
              <a:buNone/>
            </a:pPr>
            <a:endParaRPr lang="en-IN" sz="2800" dirty="0">
              <a:latin typeface="Sanskrit 99" pitchFamily="2" charset="0"/>
            </a:endParaRPr>
          </a:p>
          <a:p>
            <a:pPr algn="ctr">
              <a:buNone/>
            </a:pPr>
            <a:r>
              <a:rPr lang="en-IN" sz="2800" dirty="0" err="1">
                <a:latin typeface="Sanskrit 99" pitchFamily="2" charset="0"/>
              </a:rPr>
              <a:t>jn</a:t>
            </a:r>
            <a:r>
              <a:rPr lang="en-IN" sz="2800" dirty="0">
                <a:latin typeface="Sanskrit 99" pitchFamily="2" charset="0"/>
              </a:rPr>
              <a:t> g[ </a:t>
            </a:r>
            <a:r>
              <a:rPr lang="en-IN" sz="2800" dirty="0" err="1">
                <a:latin typeface="Sanskrit 99" pitchFamily="2" charset="0"/>
              </a:rPr>
              <a:t>mn</a:t>
            </a:r>
            <a:r>
              <a:rPr lang="en-IN" sz="2800" dirty="0">
                <a:latin typeface="Sanskrit 99" pitchFamily="2" charset="0"/>
              </a:rPr>
              <a:t> </a:t>
            </a:r>
            <a:r>
              <a:rPr lang="en-IN" sz="2800" dirty="0" err="1">
                <a:latin typeface="Sanskrit 99" pitchFamily="2" charset="0"/>
              </a:rPr>
              <a:t>Aixnayk</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he</a:t>
            </a:r>
            <a:endParaRPr lang="en-US" sz="2800" dirty="0">
              <a:latin typeface="Sanskrit 99" pitchFamily="2" charset="0"/>
            </a:endParaRPr>
          </a:p>
          <a:p>
            <a:pPr algn="ctr">
              <a:buNone/>
            </a:pPr>
            <a:r>
              <a:rPr lang="en-IN" sz="2800" dirty="0" err="1">
                <a:latin typeface="Sanskrit 99" pitchFamily="2" charset="0"/>
              </a:rPr>
              <a:t>Éart</a:t>
            </a:r>
            <a:r>
              <a:rPr lang="en-IN" sz="2800" dirty="0">
                <a:latin typeface="Sanskrit 99" pitchFamily="2" charset="0"/>
              </a:rPr>
              <a:t> </a:t>
            </a:r>
            <a:r>
              <a:rPr lang="en-IN" sz="2800" dirty="0" err="1">
                <a:latin typeface="Sanskrit 99" pitchFamily="2" charset="0"/>
              </a:rPr>
              <a:t>ÉaGy</a:t>
            </a:r>
            <a:r>
              <a:rPr lang="en-IN" sz="2800" dirty="0">
                <a:latin typeface="Sanskrit 99" pitchFamily="2" charset="0"/>
              </a:rPr>
              <a:t> </a:t>
            </a:r>
            <a:r>
              <a:rPr lang="en-IN" sz="2800" dirty="0" err="1">
                <a:latin typeface="Sanskrit 99" pitchFamily="2" charset="0"/>
              </a:rPr>
              <a:t>ivxata</a:t>
            </a:r>
            <a:endParaRPr lang="en-US" sz="2800" dirty="0">
              <a:latin typeface="Sanskrit 99" pitchFamily="2" charset="0"/>
            </a:endParaRPr>
          </a:p>
          <a:p>
            <a:pPr algn="ctr">
              <a:buNone/>
            </a:pPr>
            <a:r>
              <a:rPr lang="en-IN" sz="2800" dirty="0" err="1">
                <a:latin typeface="Sanskrit 99" pitchFamily="2" charset="0"/>
              </a:rPr>
              <a:t>pÃav</a:t>
            </a:r>
            <a:r>
              <a:rPr lang="en-IN" sz="2800" dirty="0">
                <a:latin typeface="Sanskrit 99" pitchFamily="2" charset="0"/>
              </a:rPr>
              <a:t> </a:t>
            </a:r>
            <a:r>
              <a:rPr lang="en-IN" sz="2800" dirty="0" err="1">
                <a:latin typeface="Sanskrit 99" pitchFamily="2" charset="0"/>
              </a:rPr>
              <a:t>isNxu</a:t>
            </a:r>
            <a:r>
              <a:rPr lang="en-IN" sz="2800" dirty="0">
                <a:latin typeface="Sanskrit 99" pitchFamily="2" charset="0"/>
              </a:rPr>
              <a:t> </a:t>
            </a:r>
            <a:r>
              <a:rPr lang="en-IN" sz="2800" dirty="0" err="1">
                <a:latin typeface="Sanskrit 99" pitchFamily="2" charset="0"/>
              </a:rPr>
              <a:t>gujraq</a:t>
            </a:r>
            <a:r>
              <a:rPr lang="en-IN" sz="2800" dirty="0">
                <a:latin typeface="Sanskrit 99" pitchFamily="2" charset="0"/>
              </a:rPr>
              <a:t> </a:t>
            </a:r>
            <a:r>
              <a:rPr lang="en-IN" sz="2800" dirty="0" err="1">
                <a:latin typeface="Sanskrit 99" pitchFamily="2" charset="0"/>
              </a:rPr>
              <a:t>mraQa</a:t>
            </a:r>
            <a:r>
              <a:rPr lang="en-IN" sz="2800" dirty="0">
                <a:latin typeface="Sanskrit 99" pitchFamily="2" charset="0"/>
              </a:rPr>
              <a:t> </a:t>
            </a:r>
            <a:r>
              <a:rPr lang="en-IN" sz="2800" dirty="0" err="1">
                <a:latin typeface="Sanskrit 99" pitchFamily="2" charset="0"/>
              </a:rPr>
              <a:t>Ôaivf</a:t>
            </a:r>
            <a:r>
              <a:rPr lang="en-IN" sz="2800" dirty="0">
                <a:latin typeface="Sanskrit 99" pitchFamily="2" charset="0"/>
              </a:rPr>
              <a:t> %</a:t>
            </a:r>
            <a:r>
              <a:rPr lang="en-IN" sz="2800" dirty="0" err="1">
                <a:latin typeface="Sanskrit 99" pitchFamily="2" charset="0"/>
              </a:rPr>
              <a:t>Tkl</a:t>
            </a:r>
            <a:r>
              <a:rPr lang="en-IN" sz="2800" dirty="0">
                <a:latin typeface="Sanskrit 99" pitchFamily="2" charset="0"/>
              </a:rPr>
              <a:t> v¼</a:t>
            </a:r>
          </a:p>
          <a:p>
            <a:pPr algn="ctr">
              <a:buNone/>
            </a:pPr>
            <a:endParaRPr lang="en-IN" sz="2800" dirty="0">
              <a:latin typeface="Sanskrit 99" pitchFamily="2" charset="0"/>
            </a:endParaRPr>
          </a:p>
          <a:p>
            <a:pPr algn="ctr">
              <a:buNone/>
            </a:pPr>
            <a:r>
              <a:rPr lang="en-IN" sz="2400" b="1" dirty="0">
                <a:latin typeface="URW Palladio IT" pitchFamily="2" charset="0"/>
              </a:rPr>
              <a:t>Jana </a:t>
            </a:r>
            <a:r>
              <a:rPr lang="en-IN" sz="2400" b="1" dirty="0" err="1">
                <a:latin typeface="URW Palladio IT" pitchFamily="2" charset="0"/>
              </a:rPr>
              <a:t>Gaëa</a:t>
            </a:r>
            <a:r>
              <a:rPr lang="en-IN" sz="2400" b="1" dirty="0">
                <a:latin typeface="URW Palladio IT" pitchFamily="2" charset="0"/>
              </a:rPr>
              <a:t> </a:t>
            </a:r>
            <a:r>
              <a:rPr lang="en-IN" sz="2400" b="1" dirty="0" err="1">
                <a:latin typeface="URW Palladio IT" pitchFamily="2" charset="0"/>
              </a:rPr>
              <a:t>Mana</a:t>
            </a:r>
            <a:r>
              <a:rPr lang="en-IN" sz="2400" b="1" dirty="0">
                <a:latin typeface="URW Palladio IT" pitchFamily="2" charset="0"/>
              </a:rPr>
              <a:t> </a:t>
            </a:r>
            <a:r>
              <a:rPr lang="en-IN" sz="2400" b="1" dirty="0" err="1">
                <a:latin typeface="URW Palladio IT" pitchFamily="2" charset="0"/>
              </a:rPr>
              <a:t>Adhinäyaka</a:t>
            </a:r>
            <a:r>
              <a:rPr lang="en-IN" sz="2400" b="1" dirty="0">
                <a:latin typeface="URW Palladio IT" pitchFamily="2" charset="0"/>
              </a:rPr>
              <a:t> Jaya He</a:t>
            </a:r>
            <a:endParaRPr lang="en-US" sz="2400" b="1" dirty="0">
              <a:latin typeface="URW Palladio IT" pitchFamily="2" charset="0"/>
            </a:endParaRPr>
          </a:p>
          <a:p>
            <a:pPr algn="ctr">
              <a:buNone/>
            </a:pPr>
            <a:r>
              <a:rPr lang="en-IN" sz="2400" b="1" dirty="0" err="1">
                <a:latin typeface="URW Palladio IT" pitchFamily="2" charset="0"/>
              </a:rPr>
              <a:t>Bhärata</a:t>
            </a:r>
            <a:r>
              <a:rPr lang="en-IN" sz="2400" b="1" dirty="0">
                <a:latin typeface="URW Palladio IT" pitchFamily="2" charset="0"/>
              </a:rPr>
              <a:t> </a:t>
            </a:r>
            <a:r>
              <a:rPr lang="en-IN" sz="2400" b="1" dirty="0" err="1">
                <a:latin typeface="URW Palladio IT" pitchFamily="2" charset="0"/>
              </a:rPr>
              <a:t>Bhägya</a:t>
            </a:r>
            <a:r>
              <a:rPr lang="en-IN" sz="2400" b="1" dirty="0">
                <a:latin typeface="URW Palladio IT" pitchFamily="2" charset="0"/>
              </a:rPr>
              <a:t> </a:t>
            </a:r>
            <a:r>
              <a:rPr lang="en-IN" sz="2400" b="1" dirty="0" err="1">
                <a:latin typeface="URW Palladio IT" pitchFamily="2" charset="0"/>
              </a:rPr>
              <a:t>Vidhätä</a:t>
            </a:r>
            <a:endParaRPr lang="en-US" sz="2400" b="1" dirty="0">
              <a:latin typeface="URW Palladio IT" pitchFamily="2" charset="0"/>
            </a:endParaRPr>
          </a:p>
          <a:p>
            <a:pPr algn="ctr">
              <a:buNone/>
            </a:pPr>
            <a:r>
              <a:rPr lang="en-IN" sz="2400" b="1" dirty="0" err="1">
                <a:latin typeface="URW Palladio IT" pitchFamily="2" charset="0"/>
              </a:rPr>
              <a:t>Païjäva</a:t>
            </a:r>
            <a:r>
              <a:rPr lang="en-IN" sz="2400" b="1" dirty="0">
                <a:latin typeface="URW Palladio IT" pitchFamily="2" charset="0"/>
              </a:rPr>
              <a:t> </a:t>
            </a:r>
            <a:r>
              <a:rPr lang="en-IN" sz="2400" b="1" dirty="0" err="1">
                <a:latin typeface="URW Palladio IT" pitchFamily="2" charset="0"/>
              </a:rPr>
              <a:t>Sindhu</a:t>
            </a:r>
            <a:r>
              <a:rPr lang="en-IN" sz="2400" b="1" dirty="0">
                <a:latin typeface="URW Palladio IT" pitchFamily="2" charset="0"/>
              </a:rPr>
              <a:t> </a:t>
            </a:r>
            <a:r>
              <a:rPr lang="en-IN" sz="2400" b="1" dirty="0" err="1">
                <a:latin typeface="URW Palladio IT" pitchFamily="2" charset="0"/>
              </a:rPr>
              <a:t>Gujaräöa</a:t>
            </a:r>
            <a:r>
              <a:rPr lang="en-IN" sz="2400" b="1" dirty="0">
                <a:latin typeface="URW Palladio IT" pitchFamily="2" charset="0"/>
              </a:rPr>
              <a:t> </a:t>
            </a:r>
            <a:r>
              <a:rPr lang="en-IN" sz="2400" b="1" dirty="0" err="1">
                <a:latin typeface="URW Palladio IT" pitchFamily="2" charset="0"/>
              </a:rPr>
              <a:t>Maräöhä</a:t>
            </a:r>
            <a:r>
              <a:rPr lang="en-IN" sz="2400" b="1" dirty="0">
                <a:latin typeface="URW Palladio IT" pitchFamily="2" charset="0"/>
              </a:rPr>
              <a:t> </a:t>
            </a:r>
            <a:r>
              <a:rPr lang="en-IN" sz="2400" b="1" dirty="0" err="1">
                <a:latin typeface="URW Palladio IT" pitchFamily="2" charset="0"/>
              </a:rPr>
              <a:t>Dräviòa</a:t>
            </a:r>
            <a:r>
              <a:rPr lang="en-IN" sz="2400" b="1" dirty="0">
                <a:latin typeface="URW Palladio IT" pitchFamily="2" charset="0"/>
              </a:rPr>
              <a:t> </a:t>
            </a:r>
            <a:r>
              <a:rPr lang="en-IN" sz="2400" b="1" dirty="0" err="1">
                <a:latin typeface="URW Palladio IT" pitchFamily="2" charset="0"/>
              </a:rPr>
              <a:t>Utkala</a:t>
            </a:r>
            <a:r>
              <a:rPr lang="en-IN" sz="2400" b="1" dirty="0">
                <a:latin typeface="URW Palladio IT" pitchFamily="2" charset="0"/>
              </a:rPr>
              <a:t> </a:t>
            </a:r>
            <a:r>
              <a:rPr lang="en-IN" sz="2400" b="1" dirty="0" err="1">
                <a:latin typeface="URW Palladio IT" pitchFamily="2" charset="0"/>
              </a:rPr>
              <a:t>Vaìga</a:t>
            </a:r>
            <a:endParaRPr lang="en-US" sz="2400" b="1" dirty="0">
              <a:latin typeface="URW Palladio IT" pitchFamily="2" charset="0"/>
            </a:endParaRPr>
          </a:p>
          <a:p>
            <a:pPr algn="ctr">
              <a:buNone/>
            </a:pPr>
            <a:endParaRPr lang="en-US" sz="2600" dirty="0">
              <a:latin typeface="Times New Roman" pitchFamily="18" charset="0"/>
              <a:cs typeface="Times New Roman" pitchFamily="18" charset="0"/>
            </a:endParaRPr>
          </a:p>
          <a:p>
            <a:pPr algn="ctr">
              <a:buNone/>
            </a:pPr>
            <a:r>
              <a:rPr lang="en-US" sz="2600" dirty="0">
                <a:latin typeface="Times New Roman" pitchFamily="18" charset="0"/>
                <a:cs typeface="Times New Roman" pitchFamily="18" charset="0"/>
              </a:rPr>
              <a:t>Thou art the ruler of the minds of all people, Dispenser of India's destiny. Thy name rouses the hearts of Punjab, </a:t>
            </a:r>
            <a:r>
              <a:rPr lang="en-US" sz="2600" dirty="0" err="1">
                <a:latin typeface="Times New Roman" pitchFamily="18" charset="0"/>
                <a:cs typeface="Times New Roman" pitchFamily="18" charset="0"/>
              </a:rPr>
              <a:t>Sindhu</a:t>
            </a:r>
            <a:r>
              <a:rPr lang="en-US" sz="2600" dirty="0">
                <a:latin typeface="Times New Roman" pitchFamily="18" charset="0"/>
                <a:cs typeface="Times New Roman" pitchFamily="18" charset="0"/>
              </a:rPr>
              <a:t>, Gujarat and Maratha, Of the </a:t>
            </a:r>
            <a:r>
              <a:rPr lang="en-US" sz="2600" dirty="0" err="1">
                <a:latin typeface="Times New Roman" pitchFamily="18" charset="0"/>
                <a:cs typeface="Times New Roman" pitchFamily="18" charset="0"/>
              </a:rPr>
              <a:t>Dravida</a:t>
            </a:r>
            <a:r>
              <a:rPr lang="en-US" sz="2600" dirty="0">
                <a:latin typeface="Times New Roman" pitchFamily="18" charset="0"/>
                <a:cs typeface="Times New Roman" pitchFamily="18" charset="0"/>
              </a:rPr>
              <a:t> and </a:t>
            </a:r>
            <a:r>
              <a:rPr lang="en-US" sz="2600" dirty="0" err="1">
                <a:latin typeface="Times New Roman" pitchFamily="18" charset="0"/>
                <a:cs typeface="Times New Roman" pitchFamily="18" charset="0"/>
              </a:rPr>
              <a:t>Odhisa</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and Bengal</a:t>
            </a: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276350"/>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1200150"/>
            <a:ext cx="1828800" cy="1071606"/>
          </a:xfrm>
          <a:prstGeom prst="rect">
            <a:avLst/>
          </a:prstGeom>
          <a:noFill/>
        </p:spPr>
      </p:pic>
    </p:spTree>
    <p:extLst>
      <p:ext uri="{BB962C8B-B14F-4D97-AF65-F5344CB8AC3E}">
        <p14:creationId xmlns:p14="http://schemas.microsoft.com/office/powerpoint/2010/main" val="18278415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fontScale="77500" lnSpcReduction="20000"/>
          </a:bodyPr>
          <a:lstStyle/>
          <a:p>
            <a:pPr algn="ctr">
              <a:buNone/>
            </a:pPr>
            <a:endParaRPr lang="en-IN" sz="2800" dirty="0">
              <a:latin typeface="Sanskrit 99" pitchFamily="2" charset="0"/>
            </a:endParaRPr>
          </a:p>
          <a:p>
            <a:pPr algn="ctr">
              <a:buNone/>
            </a:pPr>
            <a:r>
              <a:rPr lang="en-IN" sz="2800" dirty="0" err="1">
                <a:latin typeface="Sanskrit 99" pitchFamily="2" charset="0"/>
              </a:rPr>
              <a:t>ivNXy</a:t>
            </a:r>
            <a:r>
              <a:rPr lang="en-IN" sz="2800" dirty="0">
                <a:latin typeface="Sanskrit 99" pitchFamily="2" charset="0"/>
              </a:rPr>
              <a:t> </a:t>
            </a:r>
            <a:r>
              <a:rPr lang="en-IN" sz="2800" dirty="0" err="1">
                <a:latin typeface="Sanskrit 99" pitchFamily="2" charset="0"/>
              </a:rPr>
              <a:t>ihmacl</a:t>
            </a:r>
            <a:r>
              <a:rPr lang="en-IN" sz="2800" dirty="0">
                <a:latin typeface="Sanskrit 99" pitchFamily="2" charset="0"/>
              </a:rPr>
              <a:t> </a:t>
            </a:r>
            <a:r>
              <a:rPr lang="en-IN" sz="2800" dirty="0" err="1">
                <a:latin typeface="Sanskrit 99" pitchFamily="2" charset="0"/>
              </a:rPr>
              <a:t>ymuna</a:t>
            </a:r>
            <a:r>
              <a:rPr lang="en-IN" sz="2800" dirty="0">
                <a:latin typeface="Sanskrit 99" pitchFamily="2" charset="0"/>
              </a:rPr>
              <a:t> g¼a</a:t>
            </a:r>
            <a:endParaRPr lang="en-US" sz="2800" dirty="0">
              <a:latin typeface="Sanskrit 99" pitchFamily="2" charset="0"/>
            </a:endParaRPr>
          </a:p>
          <a:p>
            <a:pPr algn="ctr">
              <a:buNone/>
            </a:pPr>
            <a:r>
              <a:rPr lang="en-IN" sz="2800" dirty="0">
                <a:latin typeface="Sanskrit 99" pitchFamily="2" charset="0"/>
              </a:rPr>
              <a:t>%</a:t>
            </a:r>
            <a:r>
              <a:rPr lang="en-IN" sz="2800" dirty="0" err="1">
                <a:latin typeface="Sanskrit 99" pitchFamily="2" charset="0"/>
              </a:rPr>
              <a:t>CDl</a:t>
            </a:r>
            <a:r>
              <a:rPr lang="en-IN" sz="2800" dirty="0">
                <a:latin typeface="Sanskrit 99" pitchFamily="2" charset="0"/>
              </a:rPr>
              <a:t> </a:t>
            </a:r>
            <a:r>
              <a:rPr lang="en-IN" sz="2800" dirty="0" err="1">
                <a:latin typeface="Sanskrit 99" pitchFamily="2" charset="0"/>
              </a:rPr>
              <a:t>jlix</a:t>
            </a:r>
            <a:r>
              <a:rPr lang="en-IN" sz="2800" dirty="0">
                <a:latin typeface="Sanskrit 99" pitchFamily="2" charset="0"/>
              </a:rPr>
              <a:t> tr¼</a:t>
            </a:r>
            <a:endParaRPr lang="en-US" sz="2800" dirty="0">
              <a:latin typeface="Sanskrit 99" pitchFamily="2" charset="0"/>
            </a:endParaRPr>
          </a:p>
          <a:p>
            <a:pPr algn="ctr">
              <a:buNone/>
            </a:pPr>
            <a:r>
              <a:rPr lang="en-IN" sz="2800" dirty="0" err="1">
                <a:latin typeface="Sanskrit 99" pitchFamily="2" charset="0"/>
              </a:rPr>
              <a:t>tv</a:t>
            </a:r>
            <a:r>
              <a:rPr lang="en-IN" sz="2800" dirty="0">
                <a:latin typeface="Sanskrit 99" pitchFamily="2" charset="0"/>
              </a:rPr>
              <a:t> </a:t>
            </a:r>
            <a:r>
              <a:rPr lang="en-IN" sz="2800" dirty="0" err="1">
                <a:latin typeface="Sanskrit 99" pitchFamily="2" charset="0"/>
              </a:rPr>
              <a:t>zuÉ</a:t>
            </a:r>
            <a:r>
              <a:rPr lang="en-IN" sz="2800" dirty="0">
                <a:latin typeface="Sanskrit 99" pitchFamily="2" charset="0"/>
              </a:rPr>
              <a:t> name </a:t>
            </a:r>
            <a:r>
              <a:rPr lang="en-IN" sz="2800" dirty="0" err="1">
                <a:latin typeface="Sanskrit 99" pitchFamily="2" charset="0"/>
              </a:rPr>
              <a:t>jage</a:t>
            </a:r>
            <a:r>
              <a:rPr lang="en-IN" sz="2800" dirty="0">
                <a:latin typeface="Sanskrit 99" pitchFamily="2" charset="0"/>
              </a:rPr>
              <a:t> </a:t>
            </a:r>
            <a:r>
              <a:rPr lang="en-IN" sz="2800" dirty="0" err="1">
                <a:latin typeface="Sanskrit 99" pitchFamily="2" charset="0"/>
              </a:rPr>
              <a:t>tv</a:t>
            </a:r>
            <a:r>
              <a:rPr lang="en-IN" sz="2800" dirty="0">
                <a:latin typeface="Sanskrit 99" pitchFamily="2" charset="0"/>
              </a:rPr>
              <a:t> </a:t>
            </a:r>
            <a:r>
              <a:rPr lang="en-IN" sz="2800" dirty="0" err="1">
                <a:latin typeface="Sanskrit 99" pitchFamily="2" charset="0"/>
              </a:rPr>
              <a:t>zuÉ</a:t>
            </a:r>
            <a:r>
              <a:rPr lang="en-IN" sz="2800" dirty="0">
                <a:latin typeface="Sanskrit 99" pitchFamily="2" charset="0"/>
              </a:rPr>
              <a:t> </a:t>
            </a:r>
            <a:r>
              <a:rPr lang="en-IN" sz="2800" dirty="0" err="1">
                <a:latin typeface="Sanskrit 99" pitchFamily="2" charset="0"/>
              </a:rPr>
              <a:t>Aaiz</a:t>
            </a:r>
            <a:r>
              <a:rPr lang="en-IN" sz="2800" dirty="0">
                <a:latin typeface="Sanskrit 99" pitchFamily="2" charset="0"/>
              </a:rPr>
              <a:t>; mage </a:t>
            </a:r>
            <a:r>
              <a:rPr lang="en-IN" sz="2800" dirty="0" err="1">
                <a:latin typeface="Sanskrit 99" pitchFamily="2" charset="0"/>
              </a:rPr>
              <a:t>gahe</a:t>
            </a:r>
            <a:r>
              <a:rPr lang="en-IN" sz="2800" dirty="0">
                <a:latin typeface="Sanskrit 99" pitchFamily="2" charset="0"/>
              </a:rPr>
              <a:t> </a:t>
            </a:r>
            <a:r>
              <a:rPr lang="en-IN" sz="2800" dirty="0" err="1">
                <a:latin typeface="Sanskrit 99" pitchFamily="2" charset="0"/>
              </a:rPr>
              <a:t>tv</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gawa</a:t>
            </a:r>
            <a:endParaRPr lang="en-IN" sz="2800" dirty="0">
              <a:latin typeface="Sanskrit 99" pitchFamily="2" charset="0"/>
            </a:endParaRPr>
          </a:p>
          <a:p>
            <a:pPr algn="ctr">
              <a:buNone/>
            </a:pPr>
            <a:endParaRPr lang="en-US" sz="2800" dirty="0">
              <a:latin typeface="Sanskrit 99" pitchFamily="2" charset="0"/>
            </a:endParaRPr>
          </a:p>
          <a:p>
            <a:pPr algn="ctr">
              <a:buNone/>
            </a:pPr>
            <a:endParaRPr lang="en-IN" sz="2400" b="1" dirty="0">
              <a:latin typeface="URW Palladio IT" pitchFamily="2" charset="0"/>
            </a:endParaRPr>
          </a:p>
          <a:p>
            <a:pPr algn="ctr">
              <a:buNone/>
            </a:pPr>
            <a:r>
              <a:rPr lang="en-IN" sz="2400" b="1" dirty="0">
                <a:latin typeface="URW Palladio IT" pitchFamily="2" charset="0"/>
              </a:rPr>
              <a:t>Vindhya </a:t>
            </a:r>
            <a:r>
              <a:rPr lang="en-IN" sz="2400" b="1" dirty="0" err="1">
                <a:latin typeface="URW Palladio IT" pitchFamily="2" charset="0"/>
              </a:rPr>
              <a:t>Himäcala</a:t>
            </a:r>
            <a:r>
              <a:rPr lang="en-IN" sz="2400" b="1" dirty="0">
                <a:latin typeface="URW Palladio IT" pitchFamily="2" charset="0"/>
              </a:rPr>
              <a:t> </a:t>
            </a:r>
            <a:r>
              <a:rPr lang="en-IN" sz="2400" b="1" dirty="0" err="1">
                <a:latin typeface="URW Palladio IT" pitchFamily="2" charset="0"/>
              </a:rPr>
              <a:t>Yamunä</a:t>
            </a:r>
            <a:r>
              <a:rPr lang="en-IN" sz="2400" b="1" dirty="0">
                <a:latin typeface="URW Palladio IT" pitchFamily="2" charset="0"/>
              </a:rPr>
              <a:t> </a:t>
            </a:r>
            <a:r>
              <a:rPr lang="en-IN" sz="2400" b="1" dirty="0" err="1">
                <a:latin typeface="URW Palladio IT" pitchFamily="2" charset="0"/>
              </a:rPr>
              <a:t>Gaìgä</a:t>
            </a:r>
            <a:endParaRPr lang="en-US" sz="2400" b="1" dirty="0">
              <a:latin typeface="URW Palladio IT" pitchFamily="2" charset="0"/>
            </a:endParaRPr>
          </a:p>
          <a:p>
            <a:pPr algn="ctr">
              <a:buNone/>
            </a:pPr>
            <a:r>
              <a:rPr lang="en-IN" sz="2400" b="1" dirty="0" err="1">
                <a:latin typeface="URW Palladio IT" pitchFamily="2" charset="0"/>
              </a:rPr>
              <a:t>Ucchala</a:t>
            </a:r>
            <a:r>
              <a:rPr lang="en-IN" sz="2400" b="1" dirty="0">
                <a:latin typeface="URW Palladio IT" pitchFamily="2" charset="0"/>
              </a:rPr>
              <a:t> </a:t>
            </a:r>
            <a:r>
              <a:rPr lang="en-IN" sz="2400" b="1" dirty="0" err="1">
                <a:latin typeface="URW Palladio IT" pitchFamily="2" charset="0"/>
              </a:rPr>
              <a:t>Jaladhi</a:t>
            </a:r>
            <a:r>
              <a:rPr lang="en-IN" sz="2400" b="1" dirty="0">
                <a:latin typeface="URW Palladio IT" pitchFamily="2" charset="0"/>
              </a:rPr>
              <a:t> </a:t>
            </a:r>
            <a:r>
              <a:rPr lang="en-IN" sz="2400" b="1" dirty="0" err="1">
                <a:latin typeface="URW Palladio IT" pitchFamily="2" charset="0"/>
              </a:rPr>
              <a:t>Taraìga</a:t>
            </a:r>
            <a:endParaRPr lang="en-US" sz="2400" b="1" dirty="0">
              <a:latin typeface="URW Palladio IT" pitchFamily="2" charset="0"/>
            </a:endParaRPr>
          </a:p>
          <a:p>
            <a:pPr algn="ctr">
              <a:buNone/>
            </a:pPr>
            <a:r>
              <a:rPr lang="en-IN" sz="2400" b="1" dirty="0" err="1">
                <a:latin typeface="URW Palladio IT" pitchFamily="2" charset="0"/>
              </a:rPr>
              <a:t>Tava</a:t>
            </a:r>
            <a:r>
              <a:rPr lang="en-IN" sz="2400" b="1" dirty="0">
                <a:latin typeface="URW Palladio IT" pitchFamily="2" charset="0"/>
              </a:rPr>
              <a:t> </a:t>
            </a:r>
            <a:r>
              <a:rPr lang="en-IN" sz="2400" b="1" dirty="0" err="1">
                <a:latin typeface="URW Palladio IT" pitchFamily="2" charset="0"/>
              </a:rPr>
              <a:t>Çubha</a:t>
            </a:r>
            <a:r>
              <a:rPr lang="en-IN" sz="2400" b="1" dirty="0">
                <a:latin typeface="URW Palladio IT" pitchFamily="2" charset="0"/>
              </a:rPr>
              <a:t> </a:t>
            </a:r>
            <a:r>
              <a:rPr lang="en-IN" sz="2400" b="1" dirty="0" err="1">
                <a:latin typeface="URW Palladio IT" pitchFamily="2" charset="0"/>
              </a:rPr>
              <a:t>Näme</a:t>
            </a:r>
            <a:r>
              <a:rPr lang="en-IN" sz="2400" b="1" dirty="0">
                <a:latin typeface="URW Palladio IT" pitchFamily="2" charset="0"/>
              </a:rPr>
              <a:t> </a:t>
            </a:r>
            <a:r>
              <a:rPr lang="en-IN" sz="2400" b="1" dirty="0" err="1">
                <a:latin typeface="URW Palladio IT" pitchFamily="2" charset="0"/>
              </a:rPr>
              <a:t>Jäge</a:t>
            </a:r>
            <a:r>
              <a:rPr lang="en-IN" sz="2400" b="1" dirty="0">
                <a:latin typeface="URW Palladio IT" pitchFamily="2" charset="0"/>
              </a:rPr>
              <a:t> </a:t>
            </a:r>
            <a:r>
              <a:rPr lang="en-IN" sz="2400" b="1" dirty="0" err="1">
                <a:latin typeface="URW Palladio IT" pitchFamily="2" charset="0"/>
              </a:rPr>
              <a:t>Tava</a:t>
            </a:r>
            <a:r>
              <a:rPr lang="en-IN" sz="2400" b="1" dirty="0">
                <a:latin typeface="URW Palladio IT" pitchFamily="2" charset="0"/>
              </a:rPr>
              <a:t> </a:t>
            </a:r>
            <a:r>
              <a:rPr lang="en-IN" sz="2400" b="1" dirty="0" err="1">
                <a:latin typeface="URW Palladio IT" pitchFamily="2" charset="0"/>
              </a:rPr>
              <a:t>Çubha</a:t>
            </a:r>
            <a:r>
              <a:rPr lang="en-IN" sz="2400" b="1" dirty="0">
                <a:latin typeface="URW Palladio IT" pitchFamily="2" charset="0"/>
              </a:rPr>
              <a:t> </a:t>
            </a:r>
            <a:r>
              <a:rPr lang="en-IN" sz="2400" b="1" dirty="0" err="1">
                <a:latin typeface="URW Palladio IT" pitchFamily="2" charset="0"/>
              </a:rPr>
              <a:t>Äçiña</a:t>
            </a:r>
            <a:r>
              <a:rPr lang="en-IN" sz="2400" b="1" dirty="0">
                <a:latin typeface="URW Palladio IT" pitchFamily="2" charset="0"/>
              </a:rPr>
              <a:t> </a:t>
            </a:r>
            <a:r>
              <a:rPr lang="en-IN" sz="2400" b="1" dirty="0" err="1">
                <a:latin typeface="URW Palladio IT" pitchFamily="2" charset="0"/>
              </a:rPr>
              <a:t>Mäge</a:t>
            </a:r>
            <a:r>
              <a:rPr lang="en-IN" sz="2400" b="1" dirty="0">
                <a:latin typeface="URW Palladio IT" pitchFamily="2" charset="0"/>
              </a:rPr>
              <a:t> </a:t>
            </a:r>
            <a:r>
              <a:rPr lang="en-IN" sz="2400" b="1" dirty="0" err="1">
                <a:latin typeface="URW Palladio IT" pitchFamily="2" charset="0"/>
              </a:rPr>
              <a:t>Gähe</a:t>
            </a:r>
            <a:r>
              <a:rPr lang="en-IN" sz="2400" b="1" dirty="0">
                <a:latin typeface="URW Palladio IT" pitchFamily="2" charset="0"/>
              </a:rPr>
              <a:t> </a:t>
            </a:r>
            <a:r>
              <a:rPr lang="en-IN" sz="2400" b="1" dirty="0" err="1">
                <a:latin typeface="URW Palladio IT" pitchFamily="2" charset="0"/>
              </a:rPr>
              <a:t>Tava</a:t>
            </a:r>
            <a:r>
              <a:rPr lang="en-IN" sz="2400" b="1" dirty="0">
                <a:latin typeface="URW Palladio IT" pitchFamily="2" charset="0"/>
              </a:rPr>
              <a:t> Jaya </a:t>
            </a:r>
            <a:r>
              <a:rPr lang="en-IN" sz="2400" b="1" dirty="0" err="1">
                <a:latin typeface="URW Palladio IT" pitchFamily="2" charset="0"/>
              </a:rPr>
              <a:t>Gäthä</a:t>
            </a:r>
            <a:endParaRPr lang="en-US" sz="2400" b="1" dirty="0">
              <a:latin typeface="URW Palladio IT" pitchFamily="2" charset="0"/>
            </a:endParaRPr>
          </a:p>
          <a:p>
            <a:pPr algn="ctr">
              <a:buNone/>
            </a:pPr>
            <a:endParaRPr lang="en-US" sz="2400" dirty="0">
              <a:latin typeface="URW Palladio IT" pitchFamily="2" charset="0"/>
            </a:endParaRPr>
          </a:p>
          <a:p>
            <a:pPr algn="ctr">
              <a:buNone/>
            </a:pPr>
            <a:r>
              <a:rPr lang="en-US" sz="2800" dirty="0"/>
              <a:t>It echoes in the hills of Vindhya and the Himalayas,</a:t>
            </a:r>
            <a:br>
              <a:rPr lang="en-US" sz="2800" dirty="0"/>
            </a:br>
            <a:r>
              <a:rPr lang="en-US" sz="2800" dirty="0"/>
              <a:t>Mingles in the music of </a:t>
            </a:r>
            <a:r>
              <a:rPr lang="en-US" sz="2800" dirty="0" err="1"/>
              <a:t>Ganga</a:t>
            </a:r>
            <a:r>
              <a:rPr lang="en-US" sz="2800" dirty="0"/>
              <a:t> and Yamuna</a:t>
            </a:r>
            <a:br>
              <a:rPr lang="en-US" sz="2800" dirty="0"/>
            </a:br>
            <a:r>
              <a:rPr lang="en-US" sz="2800" dirty="0"/>
              <a:t>and is chanted by The waves of the Indian sea.</a:t>
            </a:r>
            <a:br>
              <a:rPr lang="en-US" sz="2800" dirty="0"/>
            </a:br>
            <a:r>
              <a:rPr lang="en-US" sz="2800" dirty="0"/>
              <a:t>They pray for thy blessings and sing thy praise.</a:t>
            </a:r>
            <a:br>
              <a:rPr lang="en-US" sz="2800" dirty="0"/>
            </a:br>
            <a:r>
              <a:rPr lang="en-US" sz="2800" dirty="0"/>
              <a:t>The saving of all people waits in thy hand,</a:t>
            </a:r>
            <a:endParaRPr lang="en-US" sz="2800" dirty="0">
              <a:latin typeface="Sanskrit 99" pitchFamily="2" charset="0"/>
            </a:endParaRP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200150"/>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1200150"/>
            <a:ext cx="1828800" cy="1071606"/>
          </a:xfrm>
          <a:prstGeom prst="rect">
            <a:avLst/>
          </a:prstGeom>
          <a:noFill/>
        </p:spPr>
      </p:pic>
    </p:spTree>
    <p:extLst>
      <p:ext uri="{BB962C8B-B14F-4D97-AF65-F5344CB8AC3E}">
        <p14:creationId xmlns:p14="http://schemas.microsoft.com/office/powerpoint/2010/main" val="11815130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a:bodyPr>
          <a:lstStyle/>
          <a:p>
            <a:pPr algn="ctr">
              <a:buNone/>
            </a:pPr>
            <a:r>
              <a:rPr lang="en-IN" sz="2800" dirty="0" err="1">
                <a:latin typeface="Sanskrit 99" pitchFamily="2" charset="0"/>
              </a:rPr>
              <a:t>jn</a:t>
            </a:r>
            <a:r>
              <a:rPr lang="en-IN" sz="2800" dirty="0">
                <a:latin typeface="Sanskrit 99" pitchFamily="2" charset="0"/>
              </a:rPr>
              <a:t> g[ m¼ldayk </a:t>
            </a:r>
            <a:r>
              <a:rPr lang="en-IN" sz="2800" dirty="0" err="1">
                <a:latin typeface="Sanskrit 99" pitchFamily="2" charset="0"/>
              </a:rPr>
              <a:t>jy</a:t>
            </a:r>
            <a:r>
              <a:rPr lang="en-IN" sz="2800" dirty="0">
                <a:latin typeface="Sanskrit 99" pitchFamily="2" charset="0"/>
              </a:rPr>
              <a:t> he</a:t>
            </a:r>
            <a:endParaRPr lang="en-US" sz="2800" dirty="0">
              <a:latin typeface="Sanskrit 99" pitchFamily="2" charset="0"/>
            </a:endParaRPr>
          </a:p>
          <a:p>
            <a:pPr algn="ctr">
              <a:buNone/>
            </a:pPr>
            <a:r>
              <a:rPr lang="en-IN" sz="2800" dirty="0" err="1">
                <a:latin typeface="Sanskrit 99" pitchFamily="2" charset="0"/>
              </a:rPr>
              <a:t>Éart</a:t>
            </a:r>
            <a:r>
              <a:rPr lang="en-IN" sz="2800" dirty="0">
                <a:latin typeface="Sanskrit 99" pitchFamily="2" charset="0"/>
              </a:rPr>
              <a:t> </a:t>
            </a:r>
            <a:r>
              <a:rPr lang="en-IN" sz="2800" dirty="0" err="1">
                <a:latin typeface="Sanskrit 99" pitchFamily="2" charset="0"/>
              </a:rPr>
              <a:t>ÉaGy</a:t>
            </a:r>
            <a:r>
              <a:rPr lang="en-IN" sz="2800" dirty="0">
                <a:latin typeface="Sanskrit 99" pitchFamily="2" charset="0"/>
              </a:rPr>
              <a:t> </a:t>
            </a:r>
            <a:r>
              <a:rPr lang="en-IN" sz="2800" dirty="0" err="1">
                <a:latin typeface="Sanskrit 99" pitchFamily="2" charset="0"/>
              </a:rPr>
              <a:t>ivxata</a:t>
            </a:r>
            <a:endParaRPr lang="en-US" sz="2800" dirty="0">
              <a:latin typeface="Sanskrit 99" pitchFamily="2" charset="0"/>
            </a:endParaRPr>
          </a:p>
          <a:p>
            <a:pPr algn="ctr">
              <a:buNone/>
            </a:pPr>
            <a:r>
              <a:rPr lang="en-IN" sz="2800" dirty="0" err="1">
                <a:latin typeface="Sanskrit 99" pitchFamily="2" charset="0"/>
              </a:rPr>
              <a:t>jy</a:t>
            </a:r>
            <a:r>
              <a:rPr lang="en-IN" sz="2800" dirty="0">
                <a:latin typeface="Sanskrit 99" pitchFamily="2" charset="0"/>
              </a:rPr>
              <a:t> he </a:t>
            </a:r>
            <a:r>
              <a:rPr lang="en-IN" sz="2800" dirty="0" err="1">
                <a:latin typeface="Sanskrit 99" pitchFamily="2" charset="0"/>
              </a:rPr>
              <a:t>jy</a:t>
            </a:r>
            <a:r>
              <a:rPr lang="en-IN" sz="2800" dirty="0">
                <a:latin typeface="Sanskrit 99" pitchFamily="2" charset="0"/>
              </a:rPr>
              <a:t> he </a:t>
            </a:r>
            <a:r>
              <a:rPr lang="en-IN" sz="2800" dirty="0" err="1">
                <a:latin typeface="Sanskrit 99" pitchFamily="2" charset="0"/>
              </a:rPr>
              <a:t>jy</a:t>
            </a:r>
            <a:r>
              <a:rPr lang="en-IN" sz="2800" dirty="0">
                <a:latin typeface="Sanskrit 99" pitchFamily="2" charset="0"/>
              </a:rPr>
              <a:t> he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he</a:t>
            </a:r>
          </a:p>
          <a:p>
            <a:pPr algn="ctr">
              <a:buNone/>
            </a:pPr>
            <a:endParaRPr lang="en-US" sz="2800" dirty="0">
              <a:latin typeface="Sanskrit 99" pitchFamily="2" charset="0"/>
            </a:endParaRPr>
          </a:p>
          <a:p>
            <a:pPr algn="ctr">
              <a:buNone/>
            </a:pPr>
            <a:r>
              <a:rPr lang="en-IN" sz="2400" b="1" dirty="0">
                <a:latin typeface="URW Palladio IT" pitchFamily="2" charset="0"/>
              </a:rPr>
              <a:t>Jana </a:t>
            </a:r>
            <a:r>
              <a:rPr lang="en-IN" sz="2400" b="1" dirty="0" err="1">
                <a:latin typeface="URW Palladio IT" pitchFamily="2" charset="0"/>
              </a:rPr>
              <a:t>Gaëa</a:t>
            </a:r>
            <a:r>
              <a:rPr lang="en-IN" sz="2400" b="1" dirty="0">
                <a:latin typeface="URW Palladio IT" pitchFamily="2" charset="0"/>
              </a:rPr>
              <a:t> </a:t>
            </a:r>
            <a:r>
              <a:rPr lang="en-IN" sz="2400" b="1" dirty="0" err="1">
                <a:latin typeface="URW Palladio IT" pitchFamily="2" charset="0"/>
              </a:rPr>
              <a:t>Maìgaladäyaka</a:t>
            </a:r>
            <a:r>
              <a:rPr lang="en-IN" sz="2400" b="1" dirty="0">
                <a:latin typeface="URW Palladio IT" pitchFamily="2" charset="0"/>
              </a:rPr>
              <a:t> Jaya He</a:t>
            </a:r>
            <a:endParaRPr lang="en-US" sz="2400" b="1" dirty="0">
              <a:latin typeface="URW Palladio IT" pitchFamily="2" charset="0"/>
            </a:endParaRPr>
          </a:p>
          <a:p>
            <a:pPr algn="ctr">
              <a:buNone/>
            </a:pPr>
            <a:r>
              <a:rPr lang="en-IN" sz="2400" b="1" dirty="0" err="1">
                <a:latin typeface="URW Palladio IT" pitchFamily="2" charset="0"/>
              </a:rPr>
              <a:t>Bhärata</a:t>
            </a:r>
            <a:r>
              <a:rPr lang="en-IN" sz="2400" b="1" dirty="0">
                <a:latin typeface="URW Palladio IT" pitchFamily="2" charset="0"/>
              </a:rPr>
              <a:t> </a:t>
            </a:r>
            <a:r>
              <a:rPr lang="en-IN" sz="2400" b="1" dirty="0" err="1">
                <a:latin typeface="URW Palladio IT" pitchFamily="2" charset="0"/>
              </a:rPr>
              <a:t>Bhägya</a:t>
            </a:r>
            <a:r>
              <a:rPr lang="en-IN" sz="2400" b="1" dirty="0">
                <a:latin typeface="URW Palladio IT" pitchFamily="2" charset="0"/>
              </a:rPr>
              <a:t> </a:t>
            </a:r>
            <a:r>
              <a:rPr lang="en-IN" sz="2400" b="1" dirty="0" err="1">
                <a:latin typeface="URW Palladio IT" pitchFamily="2" charset="0"/>
              </a:rPr>
              <a:t>Vidhätä</a:t>
            </a:r>
            <a:endParaRPr lang="en-US" sz="2400" b="1" dirty="0">
              <a:latin typeface="URW Palladio IT" pitchFamily="2" charset="0"/>
            </a:endParaRPr>
          </a:p>
          <a:p>
            <a:pPr algn="ctr">
              <a:buNone/>
            </a:pPr>
            <a:r>
              <a:rPr lang="en-IN" sz="2400" b="1" dirty="0">
                <a:latin typeface="URW Palladio IT" pitchFamily="2" charset="0"/>
              </a:rPr>
              <a:t>Jaya He Jaya He Jaya He Jaya </a:t>
            </a:r>
            <a:r>
              <a:rPr lang="en-IN" sz="2400" b="1" dirty="0" err="1">
                <a:latin typeface="URW Palladio IT" pitchFamily="2" charset="0"/>
              </a:rPr>
              <a:t>Jaya</a:t>
            </a:r>
            <a:r>
              <a:rPr lang="en-IN" sz="2400" b="1" dirty="0">
                <a:latin typeface="URW Palladio IT" pitchFamily="2" charset="0"/>
              </a:rPr>
              <a:t> </a:t>
            </a:r>
            <a:r>
              <a:rPr lang="en-IN" sz="2400" b="1" dirty="0" err="1">
                <a:latin typeface="URW Palladio IT" pitchFamily="2" charset="0"/>
              </a:rPr>
              <a:t>Jaya</a:t>
            </a:r>
            <a:r>
              <a:rPr lang="en-IN" sz="2400" b="1" dirty="0">
                <a:latin typeface="URW Palladio IT" pitchFamily="2" charset="0"/>
              </a:rPr>
              <a:t> </a:t>
            </a:r>
            <a:r>
              <a:rPr lang="en-IN" sz="2400" b="1" dirty="0" err="1">
                <a:latin typeface="URW Palladio IT" pitchFamily="2" charset="0"/>
              </a:rPr>
              <a:t>Jaya</a:t>
            </a:r>
            <a:r>
              <a:rPr lang="en-IN" sz="2400" b="1" dirty="0">
                <a:latin typeface="URW Palladio IT" pitchFamily="2" charset="0"/>
              </a:rPr>
              <a:t> He</a:t>
            </a:r>
            <a:endParaRPr lang="en-US" sz="2400" b="1" dirty="0">
              <a:latin typeface="URW Palladio IT" pitchFamily="2" charset="0"/>
            </a:endParaRPr>
          </a:p>
          <a:p>
            <a:endParaRPr lang="en-US" dirty="0">
              <a:latin typeface="Sanskrit 99" pitchFamily="2" charset="0"/>
            </a:endParaRPr>
          </a:p>
          <a:p>
            <a:pPr algn="ctr">
              <a:buNone/>
            </a:pPr>
            <a:r>
              <a:rPr lang="en-US" dirty="0"/>
              <a:t>Thou dispenser of India's destiny.</a:t>
            </a:r>
            <a:br>
              <a:rPr lang="en-US" dirty="0"/>
            </a:br>
            <a:r>
              <a:rPr lang="en-US" dirty="0"/>
              <a:t>Victory, victory, victory to thee.</a:t>
            </a:r>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428750"/>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1428750"/>
            <a:ext cx="1828800" cy="1071606"/>
          </a:xfrm>
          <a:prstGeom prst="rect">
            <a:avLst/>
          </a:prstGeom>
          <a:noFill/>
        </p:spPr>
      </p:pic>
    </p:spTree>
    <p:extLst>
      <p:ext uri="{BB962C8B-B14F-4D97-AF65-F5344CB8AC3E}">
        <p14:creationId xmlns:p14="http://schemas.microsoft.com/office/powerpoint/2010/main" val="202088200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pic>
        <p:nvPicPr>
          <p:cNvPr id="7" name="Picture 6" descr="om-wallpaper-high-resolution.jpg"/>
          <p:cNvPicPr>
            <a:picLocks noChangeAspect="1"/>
          </p:cNvPicPr>
          <p:nvPr/>
        </p:nvPicPr>
        <p:blipFill>
          <a:blip r:embed="rId5"/>
          <a:stretch>
            <a:fillRect/>
          </a:stretch>
        </p:blipFill>
        <p:spPr>
          <a:xfrm>
            <a:off x="0" y="0"/>
            <a:ext cx="9144000" cy="5143500"/>
          </a:xfrm>
          <a:prstGeom prst="rect">
            <a:avLst/>
          </a:prstGeom>
        </p:spPr>
      </p:pic>
      <p:pic>
        <p:nvPicPr>
          <p:cNvPr id="2" name="om meditation">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001000" y="209550"/>
            <a:ext cx="609600" cy="609600"/>
          </a:xfrm>
          <a:prstGeom prst="rect">
            <a:avLst/>
          </a:prstGeom>
        </p:spPr>
      </p:pic>
    </p:spTree>
    <p:extLst>
      <p:ext uri="{BB962C8B-B14F-4D97-AF65-F5344CB8AC3E}">
        <p14:creationId xmlns:p14="http://schemas.microsoft.com/office/powerpoint/2010/main" val="178661235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26527"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pic>
        <p:nvPicPr>
          <p:cNvPr id="7" name="Picture 6" descr="om-wallpaper-high-resolution.jpg"/>
          <p:cNvPicPr>
            <a:picLocks noChangeAspect="1"/>
          </p:cNvPicPr>
          <p:nvPr/>
        </p:nvPicPr>
        <p:blipFill>
          <a:blip r:embed="rId3"/>
          <a:stretch>
            <a:fillRect/>
          </a:stretch>
        </p:blipFill>
        <p:spPr>
          <a:xfrm>
            <a:off x="2514600" y="-171450"/>
            <a:ext cx="9144000" cy="5143500"/>
          </a:xfrm>
          <a:prstGeom prst="rect">
            <a:avLst/>
          </a:prstGeom>
        </p:spPr>
      </p:pic>
    </p:spTree>
    <p:extLst>
      <p:ext uri="{BB962C8B-B14F-4D97-AF65-F5344CB8AC3E}">
        <p14:creationId xmlns:p14="http://schemas.microsoft.com/office/powerpoint/2010/main" val="301613031"/>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1166</TotalTime>
  <Words>6754</Words>
  <Application>Microsoft Office PowerPoint</Application>
  <PresentationFormat>On-screen Show (16:9)</PresentationFormat>
  <Paragraphs>945</Paragraphs>
  <Slides>110</Slides>
  <Notes>7</Notes>
  <HiddenSlides>0</HiddenSlides>
  <MMClips>2</MMClips>
  <ScaleCrop>false</ScaleCrop>
  <HeadingPairs>
    <vt:vector size="6" baseType="variant">
      <vt:variant>
        <vt:lpstr>Fonts Used</vt:lpstr>
      </vt:variant>
      <vt:variant>
        <vt:i4>20</vt:i4>
      </vt:variant>
      <vt:variant>
        <vt:lpstr>Theme</vt:lpstr>
      </vt:variant>
      <vt:variant>
        <vt:i4>5</vt:i4>
      </vt:variant>
      <vt:variant>
        <vt:lpstr>Slide Titles</vt:lpstr>
      </vt:variant>
      <vt:variant>
        <vt:i4>110</vt:i4>
      </vt:variant>
    </vt:vector>
  </HeadingPairs>
  <TitlesOfParts>
    <vt:vector size="135" baseType="lpstr">
      <vt:lpstr>AGaramond Bold</vt:lpstr>
      <vt:lpstr>AkrutiKndPadmini</vt:lpstr>
      <vt:lpstr>Aparajita</vt:lpstr>
      <vt:lpstr>Arial</vt:lpstr>
      <vt:lpstr>BRH Kannada</vt:lpstr>
      <vt:lpstr>BRH Kannada Extra</vt:lpstr>
      <vt:lpstr>Calibri</vt:lpstr>
      <vt:lpstr>DFKai-SB</vt:lpstr>
      <vt:lpstr>GITA1</vt:lpstr>
      <vt:lpstr>Palatino Linotype</vt:lpstr>
      <vt:lpstr>Sanskrit 2003</vt:lpstr>
      <vt:lpstr>Sanskrit 99</vt:lpstr>
      <vt:lpstr>Segoe UI</vt:lpstr>
      <vt:lpstr>System</vt:lpstr>
      <vt:lpstr>Times New Roman</vt:lpstr>
      <vt:lpstr>Tunga</vt:lpstr>
      <vt:lpstr>URW Palladio IT</vt:lpstr>
      <vt:lpstr>URW Palladio ITU</vt:lpstr>
      <vt:lpstr>Wingdings</vt:lpstr>
      <vt:lpstr>Wingdings 2</vt:lpstr>
      <vt:lpstr>2_Office Theme</vt:lpstr>
      <vt:lpstr>Office Theme</vt:lpstr>
      <vt:lpstr>3_Office Theme</vt:lpstr>
      <vt:lpstr>6_Office Theme</vt:lpstr>
      <vt:lpstr>7_Office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श्रीमद्गोस्वामी-तुलसीदासजी विरचित   ॥श्रीहनुमान चालीसा॥ || Çré Hanumäna Cälésä ||   ॥ ಶ್ರೀ ಹನುಮಾನ್ ಚಾಲೀಸಾ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GATEWAY</dc:creator>
  <cp:lastModifiedBy>svyasa yoga</cp:lastModifiedBy>
  <cp:revision>170</cp:revision>
  <dcterms:created xsi:type="dcterms:W3CDTF">2018-02-07T02:07:22Z</dcterms:created>
  <dcterms:modified xsi:type="dcterms:W3CDTF">2026-02-03T02:39:56Z</dcterms:modified>
</cp:coreProperties>
</file>