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Default Extension="mp4" ContentType="video/unknown"/>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680" r:id="rId1"/>
    <p:sldMasterId id="2147484704" r:id="rId2"/>
    <p:sldMasterId id="2147484716" r:id="rId3"/>
    <p:sldMasterId id="2147484754" r:id="rId4"/>
    <p:sldMasterId id="2147484766" r:id="rId5"/>
  </p:sldMasterIdLst>
  <p:notesMasterIdLst>
    <p:notesMasterId r:id="rId117"/>
  </p:notesMasterIdLst>
  <p:sldIdLst>
    <p:sldId id="423" r:id="rId6"/>
    <p:sldId id="506" r:id="rId7"/>
    <p:sldId id="507" r:id="rId8"/>
    <p:sldId id="562" r:id="rId9"/>
    <p:sldId id="563" r:id="rId10"/>
    <p:sldId id="564" r:id="rId11"/>
    <p:sldId id="565" r:id="rId12"/>
    <p:sldId id="566" r:id="rId13"/>
    <p:sldId id="567" r:id="rId14"/>
    <p:sldId id="568" r:id="rId15"/>
    <p:sldId id="569" r:id="rId16"/>
    <p:sldId id="570" r:id="rId17"/>
    <p:sldId id="571" r:id="rId18"/>
    <p:sldId id="572" r:id="rId19"/>
    <p:sldId id="573" r:id="rId20"/>
    <p:sldId id="508" r:id="rId21"/>
    <p:sldId id="509" r:id="rId22"/>
    <p:sldId id="510" r:id="rId23"/>
    <p:sldId id="511" r:id="rId24"/>
    <p:sldId id="512" r:id="rId25"/>
    <p:sldId id="513" r:id="rId26"/>
    <p:sldId id="514" r:id="rId27"/>
    <p:sldId id="515" r:id="rId28"/>
    <p:sldId id="516" r:id="rId29"/>
    <p:sldId id="517" r:id="rId30"/>
    <p:sldId id="518" r:id="rId31"/>
    <p:sldId id="519" r:id="rId32"/>
    <p:sldId id="520" r:id="rId33"/>
    <p:sldId id="521" r:id="rId34"/>
    <p:sldId id="522" r:id="rId35"/>
    <p:sldId id="523" r:id="rId36"/>
    <p:sldId id="524" r:id="rId37"/>
    <p:sldId id="525" r:id="rId38"/>
    <p:sldId id="526" r:id="rId39"/>
    <p:sldId id="527" r:id="rId40"/>
    <p:sldId id="528" r:id="rId41"/>
    <p:sldId id="529" r:id="rId42"/>
    <p:sldId id="530" r:id="rId43"/>
    <p:sldId id="531" r:id="rId44"/>
    <p:sldId id="532" r:id="rId45"/>
    <p:sldId id="533" r:id="rId46"/>
    <p:sldId id="534" r:id="rId47"/>
    <p:sldId id="535" r:id="rId48"/>
    <p:sldId id="536" r:id="rId49"/>
    <p:sldId id="537" r:id="rId50"/>
    <p:sldId id="538" r:id="rId51"/>
    <p:sldId id="539" r:id="rId52"/>
    <p:sldId id="540" r:id="rId53"/>
    <p:sldId id="541" r:id="rId54"/>
    <p:sldId id="542" r:id="rId55"/>
    <p:sldId id="543" r:id="rId56"/>
    <p:sldId id="544" r:id="rId57"/>
    <p:sldId id="545" r:id="rId58"/>
    <p:sldId id="546" r:id="rId59"/>
    <p:sldId id="547" r:id="rId60"/>
    <p:sldId id="548" r:id="rId61"/>
    <p:sldId id="549" r:id="rId62"/>
    <p:sldId id="550" r:id="rId63"/>
    <p:sldId id="551" r:id="rId64"/>
    <p:sldId id="552" r:id="rId65"/>
    <p:sldId id="553" r:id="rId66"/>
    <p:sldId id="554" r:id="rId67"/>
    <p:sldId id="555" r:id="rId68"/>
    <p:sldId id="556" r:id="rId69"/>
    <p:sldId id="557" r:id="rId70"/>
    <p:sldId id="558" r:id="rId71"/>
    <p:sldId id="559" r:id="rId72"/>
    <p:sldId id="560" r:id="rId73"/>
    <p:sldId id="561" r:id="rId74"/>
    <p:sldId id="578" r:id="rId75"/>
    <p:sldId id="420" r:id="rId76"/>
    <p:sldId id="381" r:id="rId77"/>
    <p:sldId id="385" r:id="rId78"/>
    <p:sldId id="386" r:id="rId79"/>
    <p:sldId id="387" r:id="rId80"/>
    <p:sldId id="388" r:id="rId81"/>
    <p:sldId id="389" r:id="rId82"/>
    <p:sldId id="397" r:id="rId83"/>
    <p:sldId id="391" r:id="rId84"/>
    <p:sldId id="396" r:id="rId85"/>
    <p:sldId id="392" r:id="rId86"/>
    <p:sldId id="393" r:id="rId87"/>
    <p:sldId id="394" r:id="rId88"/>
    <p:sldId id="398" r:id="rId89"/>
    <p:sldId id="399" r:id="rId90"/>
    <p:sldId id="400" r:id="rId91"/>
    <p:sldId id="401" r:id="rId92"/>
    <p:sldId id="402" r:id="rId93"/>
    <p:sldId id="403" r:id="rId94"/>
    <p:sldId id="406" r:id="rId95"/>
    <p:sldId id="407" r:id="rId96"/>
    <p:sldId id="408" r:id="rId97"/>
    <p:sldId id="409" r:id="rId98"/>
    <p:sldId id="410" r:id="rId99"/>
    <p:sldId id="404" r:id="rId100"/>
    <p:sldId id="405" r:id="rId101"/>
    <p:sldId id="411" r:id="rId102"/>
    <p:sldId id="412" r:id="rId103"/>
    <p:sldId id="413" r:id="rId104"/>
    <p:sldId id="414" r:id="rId105"/>
    <p:sldId id="415" r:id="rId106"/>
    <p:sldId id="416" r:id="rId107"/>
    <p:sldId id="417" r:id="rId108"/>
    <p:sldId id="418" r:id="rId109"/>
    <p:sldId id="422" r:id="rId110"/>
    <p:sldId id="498" r:id="rId111"/>
    <p:sldId id="499" r:id="rId112"/>
    <p:sldId id="574" r:id="rId113"/>
    <p:sldId id="575" r:id="rId114"/>
    <p:sldId id="576" r:id="rId115"/>
    <p:sldId id="577" r:id="rId116"/>
  </p:sldIdLst>
  <p:sldSz cx="12195175" cy="6859588"/>
  <p:notesSz cx="6858000" cy="9144000"/>
  <p:defaultTextStyle>
    <a:defPPr>
      <a:defRPr lang="en-US"/>
    </a:defPPr>
    <a:lvl1pPr marL="0" algn="l" defTabSz="723793" rtl="0" eaLnBrk="1" latinLnBrk="0" hangingPunct="1">
      <a:defRPr sz="1500" kern="1200">
        <a:solidFill>
          <a:schemeClr val="tx1"/>
        </a:solidFill>
        <a:latin typeface="+mn-lt"/>
        <a:ea typeface="+mn-ea"/>
        <a:cs typeface="+mn-cs"/>
      </a:defRPr>
    </a:lvl1pPr>
    <a:lvl2pPr marL="361931" algn="l" defTabSz="723793" rtl="0" eaLnBrk="1" latinLnBrk="0" hangingPunct="1">
      <a:defRPr sz="1500" kern="1200">
        <a:solidFill>
          <a:schemeClr val="tx1"/>
        </a:solidFill>
        <a:latin typeface="+mn-lt"/>
        <a:ea typeface="+mn-ea"/>
        <a:cs typeface="+mn-cs"/>
      </a:defRPr>
    </a:lvl2pPr>
    <a:lvl3pPr marL="723793" algn="l" defTabSz="723793" rtl="0" eaLnBrk="1" latinLnBrk="0" hangingPunct="1">
      <a:defRPr sz="1500" kern="1200">
        <a:solidFill>
          <a:schemeClr val="tx1"/>
        </a:solidFill>
        <a:latin typeface="+mn-lt"/>
        <a:ea typeface="+mn-ea"/>
        <a:cs typeface="+mn-cs"/>
      </a:defRPr>
    </a:lvl3pPr>
    <a:lvl4pPr marL="1085704" algn="l" defTabSz="723793" rtl="0" eaLnBrk="1" latinLnBrk="0" hangingPunct="1">
      <a:defRPr sz="1500" kern="1200">
        <a:solidFill>
          <a:schemeClr val="tx1"/>
        </a:solidFill>
        <a:latin typeface="+mn-lt"/>
        <a:ea typeface="+mn-ea"/>
        <a:cs typeface="+mn-cs"/>
      </a:defRPr>
    </a:lvl4pPr>
    <a:lvl5pPr marL="1447581" algn="l" defTabSz="723793" rtl="0" eaLnBrk="1" latinLnBrk="0" hangingPunct="1">
      <a:defRPr sz="1500" kern="1200">
        <a:solidFill>
          <a:schemeClr val="tx1"/>
        </a:solidFill>
        <a:latin typeface="+mn-lt"/>
        <a:ea typeface="+mn-ea"/>
        <a:cs typeface="+mn-cs"/>
      </a:defRPr>
    </a:lvl5pPr>
    <a:lvl6pPr marL="1809486" algn="l" defTabSz="723793" rtl="0" eaLnBrk="1" latinLnBrk="0" hangingPunct="1">
      <a:defRPr sz="1500" kern="1200">
        <a:solidFill>
          <a:schemeClr val="tx1"/>
        </a:solidFill>
        <a:latin typeface="+mn-lt"/>
        <a:ea typeface="+mn-ea"/>
        <a:cs typeface="+mn-cs"/>
      </a:defRPr>
    </a:lvl6pPr>
    <a:lvl7pPr marL="2171385" algn="l" defTabSz="723793" rtl="0" eaLnBrk="1" latinLnBrk="0" hangingPunct="1">
      <a:defRPr sz="1500" kern="1200">
        <a:solidFill>
          <a:schemeClr val="tx1"/>
        </a:solidFill>
        <a:latin typeface="+mn-lt"/>
        <a:ea typeface="+mn-ea"/>
        <a:cs typeface="+mn-cs"/>
      </a:defRPr>
    </a:lvl7pPr>
    <a:lvl8pPr marL="2533281" algn="l" defTabSz="723793" rtl="0" eaLnBrk="1" latinLnBrk="0" hangingPunct="1">
      <a:defRPr sz="1500" kern="1200">
        <a:solidFill>
          <a:schemeClr val="tx1"/>
        </a:solidFill>
        <a:latin typeface="+mn-lt"/>
        <a:ea typeface="+mn-ea"/>
        <a:cs typeface="+mn-cs"/>
      </a:defRPr>
    </a:lvl8pPr>
    <a:lvl9pPr marL="2895201" algn="l" defTabSz="723793" rtl="0" eaLnBrk="1" latinLnBrk="0" hangingPunct="1">
      <a:defRPr sz="15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5" userDrawn="1">
          <p15:clr>
            <a:srgbClr val="A4A3A4"/>
          </p15:clr>
        </p15:guide>
        <p15:guide id="2" pos="38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90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756" y="-90"/>
      </p:cViewPr>
      <p:guideLst>
        <p:guide orient="horz" pos="2165"/>
        <p:guide pos="384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notesMaster" Target="notesMasters/notesMaster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5" Type="http://schemas.openxmlformats.org/officeDocument/2006/relationships/slideMaster" Target="slideMasters/slideMaster5.xml"/><Relationship Id="rId61" Type="http://schemas.openxmlformats.org/officeDocument/2006/relationships/slide" Target="slides/slide56.xml"/><Relationship Id="rId82" Type="http://schemas.openxmlformats.org/officeDocument/2006/relationships/slide" Target="slides/slide77.xml"/><Relationship Id="rId90" Type="http://schemas.openxmlformats.org/officeDocument/2006/relationships/slide" Target="slides/slide85.xml"/><Relationship Id="rId95" Type="http://schemas.openxmlformats.org/officeDocument/2006/relationships/slide" Target="slides/slide90.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13" Type="http://schemas.openxmlformats.org/officeDocument/2006/relationships/slide" Target="slides/slide108.xml"/><Relationship Id="rId118"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103" Type="http://schemas.openxmlformats.org/officeDocument/2006/relationships/slide" Target="slides/slide98.xml"/><Relationship Id="rId108" Type="http://schemas.openxmlformats.org/officeDocument/2006/relationships/slide" Target="slides/slide103.xml"/><Relationship Id="rId116" Type="http://schemas.openxmlformats.org/officeDocument/2006/relationships/slide" Target="slides/slide11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slide" Target="slides/slide91.xml"/><Relationship Id="rId111" Type="http://schemas.openxmlformats.org/officeDocument/2006/relationships/slide" Target="slides/slide106.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slide" Target="slides/slide101.xml"/><Relationship Id="rId114" Type="http://schemas.openxmlformats.org/officeDocument/2006/relationships/slide" Target="slides/slide109.xml"/><Relationship Id="rId119" Type="http://schemas.openxmlformats.org/officeDocument/2006/relationships/viewProps" Target="view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theme" Target="theme/theme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530504C-CD5B-4472-81B9-444AD586526E}" type="datetimeFigureOut">
              <a:rPr lang="en-IN" smtClean="0"/>
              <a:t>24-08-2021</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3A1DA72-90F2-4B51-B14A-2C3AB8C5FC31}" type="slidenum">
              <a:rPr lang="en-IN" smtClean="0"/>
              <a:t>‹#›</a:t>
            </a:fld>
            <a:endParaRPr lang="en-IN"/>
          </a:p>
        </p:txBody>
      </p:sp>
    </p:spTree>
    <p:extLst>
      <p:ext uri="{BB962C8B-B14F-4D97-AF65-F5344CB8AC3E}">
        <p14:creationId xmlns:p14="http://schemas.microsoft.com/office/powerpoint/2010/main" val="2984761448"/>
      </p:ext>
    </p:extLst>
  </p:cSld>
  <p:clrMap bg1="lt1" tx1="dk1" bg2="lt2" tx2="dk2" accent1="accent1" accent2="accent2" accent3="accent3" accent4="accent4" accent5="accent5" accent6="accent6" hlink="hlink" folHlink="folHlink"/>
  <p:notesStyle>
    <a:lvl1pPr marL="0" algn="l" defTabSz="723793" rtl="0" eaLnBrk="1" latinLnBrk="0" hangingPunct="1">
      <a:defRPr sz="1000" kern="1200">
        <a:solidFill>
          <a:schemeClr val="tx1"/>
        </a:solidFill>
        <a:latin typeface="+mn-lt"/>
        <a:ea typeface="+mn-ea"/>
        <a:cs typeface="+mn-cs"/>
      </a:defRPr>
    </a:lvl1pPr>
    <a:lvl2pPr marL="361931" algn="l" defTabSz="723793" rtl="0" eaLnBrk="1" latinLnBrk="0" hangingPunct="1">
      <a:defRPr sz="1000" kern="1200">
        <a:solidFill>
          <a:schemeClr val="tx1"/>
        </a:solidFill>
        <a:latin typeface="+mn-lt"/>
        <a:ea typeface="+mn-ea"/>
        <a:cs typeface="+mn-cs"/>
      </a:defRPr>
    </a:lvl2pPr>
    <a:lvl3pPr marL="723793" algn="l" defTabSz="723793" rtl="0" eaLnBrk="1" latinLnBrk="0" hangingPunct="1">
      <a:defRPr sz="1000" kern="1200">
        <a:solidFill>
          <a:schemeClr val="tx1"/>
        </a:solidFill>
        <a:latin typeface="+mn-lt"/>
        <a:ea typeface="+mn-ea"/>
        <a:cs typeface="+mn-cs"/>
      </a:defRPr>
    </a:lvl3pPr>
    <a:lvl4pPr marL="1085704" algn="l" defTabSz="723793" rtl="0" eaLnBrk="1" latinLnBrk="0" hangingPunct="1">
      <a:defRPr sz="1000" kern="1200">
        <a:solidFill>
          <a:schemeClr val="tx1"/>
        </a:solidFill>
        <a:latin typeface="+mn-lt"/>
        <a:ea typeface="+mn-ea"/>
        <a:cs typeface="+mn-cs"/>
      </a:defRPr>
    </a:lvl4pPr>
    <a:lvl5pPr marL="1447581" algn="l" defTabSz="723793" rtl="0" eaLnBrk="1" latinLnBrk="0" hangingPunct="1">
      <a:defRPr sz="1000" kern="1200">
        <a:solidFill>
          <a:schemeClr val="tx1"/>
        </a:solidFill>
        <a:latin typeface="+mn-lt"/>
        <a:ea typeface="+mn-ea"/>
        <a:cs typeface="+mn-cs"/>
      </a:defRPr>
    </a:lvl5pPr>
    <a:lvl6pPr marL="1809486" algn="l" defTabSz="723793" rtl="0" eaLnBrk="1" latinLnBrk="0" hangingPunct="1">
      <a:defRPr sz="1000" kern="1200">
        <a:solidFill>
          <a:schemeClr val="tx1"/>
        </a:solidFill>
        <a:latin typeface="+mn-lt"/>
        <a:ea typeface="+mn-ea"/>
        <a:cs typeface="+mn-cs"/>
      </a:defRPr>
    </a:lvl6pPr>
    <a:lvl7pPr marL="2171385" algn="l" defTabSz="723793" rtl="0" eaLnBrk="1" latinLnBrk="0" hangingPunct="1">
      <a:defRPr sz="1000" kern="1200">
        <a:solidFill>
          <a:schemeClr val="tx1"/>
        </a:solidFill>
        <a:latin typeface="+mn-lt"/>
        <a:ea typeface="+mn-ea"/>
        <a:cs typeface="+mn-cs"/>
      </a:defRPr>
    </a:lvl7pPr>
    <a:lvl8pPr marL="2533281" algn="l" defTabSz="723793" rtl="0" eaLnBrk="1" latinLnBrk="0" hangingPunct="1">
      <a:defRPr sz="1000" kern="1200">
        <a:solidFill>
          <a:schemeClr val="tx1"/>
        </a:solidFill>
        <a:latin typeface="+mn-lt"/>
        <a:ea typeface="+mn-ea"/>
        <a:cs typeface="+mn-cs"/>
      </a:defRPr>
    </a:lvl8pPr>
    <a:lvl9pPr marL="2895201" algn="l" defTabSz="723793" rtl="0" eaLnBrk="1" latinLnBrk="0" hangingPunct="1">
      <a:defRPr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39459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8909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smtClean="0"/>
          </a:p>
        </p:txBody>
      </p:sp>
      <p:sp>
        <p:nvSpPr>
          <p:cNvPr id="89092" name="Slide Number Placeholder 3"/>
          <p:cNvSpPr>
            <a:spLocks noGrp="1"/>
          </p:cNvSpPr>
          <p:nvPr>
            <p:ph type="sldNum" sz="quarter" idx="5"/>
          </p:nvPr>
        </p:nvSpPr>
        <p:spPr bwMode="auto">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875144-1CD5-46CE-B163-586883CF0BA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smtClean="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68806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377409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AA59AF-10A2-4217-939E-BCECD3FA326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77194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638" y="2130931"/>
            <a:ext cx="10365899" cy="147036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9276" y="3887100"/>
            <a:ext cx="8536623" cy="1753006"/>
          </a:xfrm>
        </p:spPr>
        <p:txBody>
          <a:bodyPr/>
          <a:lstStyle>
            <a:lvl1pPr marL="0" indent="0" algn="ctr">
              <a:buNone/>
              <a:defRPr>
                <a:solidFill>
                  <a:schemeClr val="tx1">
                    <a:tint val="75000"/>
                  </a:schemeClr>
                </a:solidFill>
              </a:defRPr>
            </a:lvl1pPr>
            <a:lvl2pPr marL="609170" indent="0" algn="ctr">
              <a:buNone/>
              <a:defRPr>
                <a:solidFill>
                  <a:schemeClr val="tx1">
                    <a:tint val="75000"/>
                  </a:schemeClr>
                </a:solidFill>
              </a:defRPr>
            </a:lvl2pPr>
            <a:lvl3pPr marL="1218318" indent="0" algn="ctr">
              <a:buNone/>
              <a:defRPr>
                <a:solidFill>
                  <a:schemeClr val="tx1">
                    <a:tint val="75000"/>
                  </a:schemeClr>
                </a:solidFill>
              </a:defRPr>
            </a:lvl3pPr>
            <a:lvl4pPr marL="1827490" indent="0" algn="ctr">
              <a:buNone/>
              <a:defRPr>
                <a:solidFill>
                  <a:schemeClr val="tx1">
                    <a:tint val="75000"/>
                  </a:schemeClr>
                </a:solidFill>
              </a:defRPr>
            </a:lvl4pPr>
            <a:lvl5pPr marL="2436648" indent="0" algn="ctr">
              <a:buNone/>
              <a:defRPr>
                <a:solidFill>
                  <a:schemeClr val="tx1">
                    <a:tint val="75000"/>
                  </a:schemeClr>
                </a:solidFill>
              </a:defRPr>
            </a:lvl5pPr>
            <a:lvl6pPr marL="3045812" indent="0" algn="ctr">
              <a:buNone/>
              <a:defRPr>
                <a:solidFill>
                  <a:schemeClr val="tx1">
                    <a:tint val="75000"/>
                  </a:schemeClr>
                </a:solidFill>
              </a:defRPr>
            </a:lvl6pPr>
            <a:lvl7pPr marL="3654975" indent="0" algn="ctr">
              <a:buNone/>
              <a:defRPr>
                <a:solidFill>
                  <a:schemeClr val="tx1">
                    <a:tint val="75000"/>
                  </a:schemeClr>
                </a:solidFill>
              </a:defRPr>
            </a:lvl7pPr>
            <a:lvl8pPr marL="4264139" indent="0" algn="ctr">
              <a:buNone/>
              <a:defRPr>
                <a:solidFill>
                  <a:schemeClr val="tx1">
                    <a:tint val="75000"/>
                  </a:schemeClr>
                </a:solidFill>
              </a:defRPr>
            </a:lvl8pPr>
            <a:lvl9pPr marL="4873305"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93E0956-8FAA-466F-B1AB-5BD5DFFCBD89}" type="slidenum">
              <a:rPr lang="en-US"/>
              <a:pPr>
                <a:defRPr/>
              </a:pPr>
              <a:t>‹#›</a:t>
            </a:fld>
            <a:endParaRPr lang="en-US"/>
          </a:p>
        </p:txBody>
      </p:sp>
    </p:spTree>
    <p:extLst>
      <p:ext uri="{BB962C8B-B14F-4D97-AF65-F5344CB8AC3E}">
        <p14:creationId xmlns:p14="http://schemas.microsoft.com/office/powerpoint/2010/main" val="3268713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B55BCB5-8912-476F-BFA2-86D68F5C18AF}" type="slidenum">
              <a:rPr lang="en-US"/>
              <a:pPr>
                <a:defRPr/>
              </a:pPr>
              <a:t>‹#›</a:t>
            </a:fld>
            <a:endParaRPr lang="en-US"/>
          </a:p>
        </p:txBody>
      </p:sp>
    </p:spTree>
    <p:extLst>
      <p:ext uri="{BB962C8B-B14F-4D97-AF65-F5344CB8AC3E}">
        <p14:creationId xmlns:p14="http://schemas.microsoft.com/office/powerpoint/2010/main" val="3793863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334" y="4407931"/>
            <a:ext cx="10365899" cy="1362391"/>
          </a:xfrm>
        </p:spPr>
        <p:txBody>
          <a:bodyPr anchor="t"/>
          <a:lstStyle>
            <a:lvl1pPr algn="l">
              <a:defRPr sz="5334" b="1" cap="all"/>
            </a:lvl1pPr>
          </a:lstStyle>
          <a:p>
            <a:r>
              <a:rPr lang="en-US" smtClean="0"/>
              <a:t>Click to edit Master title style</a:t>
            </a:r>
            <a:endParaRPr lang="en-US"/>
          </a:p>
        </p:txBody>
      </p:sp>
      <p:sp>
        <p:nvSpPr>
          <p:cNvPr id="3" name="Text Placeholder 2"/>
          <p:cNvSpPr>
            <a:spLocks noGrp="1"/>
          </p:cNvSpPr>
          <p:nvPr>
            <p:ph type="body" idx="1"/>
          </p:nvPr>
        </p:nvSpPr>
        <p:spPr>
          <a:xfrm>
            <a:off x="963334" y="2907386"/>
            <a:ext cx="10365899" cy="1500535"/>
          </a:xfrm>
        </p:spPr>
        <p:txBody>
          <a:bodyPr anchor="b"/>
          <a:lstStyle>
            <a:lvl1pPr marL="0" indent="0">
              <a:buNone/>
              <a:defRPr sz="2667">
                <a:solidFill>
                  <a:schemeClr val="tx1">
                    <a:tint val="75000"/>
                  </a:schemeClr>
                </a:solidFill>
              </a:defRPr>
            </a:lvl1pPr>
            <a:lvl2pPr marL="609170" indent="0">
              <a:buNone/>
              <a:defRPr sz="2400">
                <a:solidFill>
                  <a:schemeClr val="tx1">
                    <a:tint val="75000"/>
                  </a:schemeClr>
                </a:solidFill>
              </a:defRPr>
            </a:lvl2pPr>
            <a:lvl3pPr marL="1218318" indent="0">
              <a:buNone/>
              <a:defRPr sz="2133">
                <a:solidFill>
                  <a:schemeClr val="tx1">
                    <a:tint val="75000"/>
                  </a:schemeClr>
                </a:solidFill>
              </a:defRPr>
            </a:lvl3pPr>
            <a:lvl4pPr marL="1827490" indent="0">
              <a:buNone/>
              <a:defRPr sz="1867">
                <a:solidFill>
                  <a:schemeClr val="tx1">
                    <a:tint val="75000"/>
                  </a:schemeClr>
                </a:solidFill>
              </a:defRPr>
            </a:lvl4pPr>
            <a:lvl5pPr marL="2436648" indent="0">
              <a:buNone/>
              <a:defRPr sz="1867">
                <a:solidFill>
                  <a:schemeClr val="tx1">
                    <a:tint val="75000"/>
                  </a:schemeClr>
                </a:solidFill>
              </a:defRPr>
            </a:lvl5pPr>
            <a:lvl6pPr marL="3045812" indent="0">
              <a:buNone/>
              <a:defRPr sz="1867">
                <a:solidFill>
                  <a:schemeClr val="tx1">
                    <a:tint val="75000"/>
                  </a:schemeClr>
                </a:solidFill>
              </a:defRPr>
            </a:lvl6pPr>
            <a:lvl7pPr marL="3654975" indent="0">
              <a:buNone/>
              <a:defRPr sz="1867">
                <a:solidFill>
                  <a:schemeClr val="tx1">
                    <a:tint val="75000"/>
                  </a:schemeClr>
                </a:solidFill>
              </a:defRPr>
            </a:lvl7pPr>
            <a:lvl8pPr marL="4264139" indent="0">
              <a:buNone/>
              <a:defRPr sz="1867">
                <a:solidFill>
                  <a:schemeClr val="tx1">
                    <a:tint val="75000"/>
                  </a:schemeClr>
                </a:solidFill>
              </a:defRPr>
            </a:lvl8pPr>
            <a:lvl9pPr marL="4873305" indent="0">
              <a:buNone/>
              <a:defRPr sz="1867">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0812CC3-9DB7-46B7-AF83-A564C4C0571D}" type="slidenum">
              <a:rPr lang="en-US"/>
              <a:pPr>
                <a:defRPr/>
              </a:pPr>
              <a:t>‹#›</a:t>
            </a:fld>
            <a:endParaRPr lang="en-US"/>
          </a:p>
        </p:txBody>
      </p:sp>
    </p:spTree>
    <p:extLst>
      <p:ext uri="{BB962C8B-B14F-4D97-AF65-F5344CB8AC3E}">
        <p14:creationId xmlns:p14="http://schemas.microsoft.com/office/powerpoint/2010/main" val="2564359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760" y="1600581"/>
            <a:ext cx="5386203" cy="4527011"/>
          </a:xfrm>
        </p:spPr>
        <p:txBody>
          <a:bodyPr/>
          <a:lstStyle>
            <a:lvl1pPr>
              <a:defRPr sz="3734"/>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9224" y="1600581"/>
            <a:ext cx="5386203" cy="4527011"/>
          </a:xfrm>
        </p:spPr>
        <p:txBody>
          <a:bodyPr/>
          <a:lstStyle>
            <a:lvl1pPr>
              <a:defRPr sz="3734"/>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B67BC67-456D-4244-A264-39D5C7B3726B}" type="slidenum">
              <a:rPr lang="en-US"/>
              <a:pPr>
                <a:defRPr/>
              </a:pPr>
              <a:t>‹#›</a:t>
            </a:fld>
            <a:endParaRPr lang="en-US"/>
          </a:p>
        </p:txBody>
      </p:sp>
    </p:spTree>
    <p:extLst>
      <p:ext uri="{BB962C8B-B14F-4D97-AF65-F5344CB8AC3E}">
        <p14:creationId xmlns:p14="http://schemas.microsoft.com/office/powerpoint/2010/main" val="690099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759" y="1535478"/>
            <a:ext cx="5388321" cy="639911"/>
          </a:xfrm>
        </p:spPr>
        <p:txBody>
          <a:bodyPr anchor="b"/>
          <a:lstStyle>
            <a:lvl1pPr marL="0" indent="0">
              <a:buNone/>
              <a:defRPr sz="3200" b="1"/>
            </a:lvl1pPr>
            <a:lvl2pPr marL="609170" indent="0">
              <a:buNone/>
              <a:defRPr sz="2667" b="1"/>
            </a:lvl2pPr>
            <a:lvl3pPr marL="1218318" indent="0">
              <a:buNone/>
              <a:defRPr sz="2400" b="1"/>
            </a:lvl3pPr>
            <a:lvl4pPr marL="1827490" indent="0">
              <a:buNone/>
              <a:defRPr sz="2133" b="1"/>
            </a:lvl4pPr>
            <a:lvl5pPr marL="2436648" indent="0">
              <a:buNone/>
              <a:defRPr sz="2133" b="1"/>
            </a:lvl5pPr>
            <a:lvl6pPr marL="3045812" indent="0">
              <a:buNone/>
              <a:defRPr sz="2133" b="1"/>
            </a:lvl6pPr>
            <a:lvl7pPr marL="3654975" indent="0">
              <a:buNone/>
              <a:defRPr sz="2133" b="1"/>
            </a:lvl7pPr>
            <a:lvl8pPr marL="4264139" indent="0">
              <a:buNone/>
              <a:defRPr sz="2133" b="1"/>
            </a:lvl8pPr>
            <a:lvl9pPr marL="4873305" indent="0">
              <a:buNone/>
              <a:defRPr sz="2133" b="1"/>
            </a:lvl9pPr>
          </a:lstStyle>
          <a:p>
            <a:pPr lvl="0"/>
            <a:r>
              <a:rPr lang="en-US" smtClean="0"/>
              <a:t>Click to edit Master text styles</a:t>
            </a:r>
          </a:p>
        </p:txBody>
      </p:sp>
      <p:sp>
        <p:nvSpPr>
          <p:cNvPr id="4" name="Content Placeholder 3"/>
          <p:cNvSpPr>
            <a:spLocks noGrp="1"/>
          </p:cNvSpPr>
          <p:nvPr>
            <p:ph sz="half" idx="2"/>
          </p:nvPr>
        </p:nvSpPr>
        <p:spPr>
          <a:xfrm>
            <a:off x="609759" y="2175388"/>
            <a:ext cx="5388321" cy="3952203"/>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4997" y="1535478"/>
            <a:ext cx="5390437" cy="639911"/>
          </a:xfrm>
        </p:spPr>
        <p:txBody>
          <a:bodyPr anchor="b"/>
          <a:lstStyle>
            <a:lvl1pPr marL="0" indent="0">
              <a:buNone/>
              <a:defRPr sz="3200" b="1"/>
            </a:lvl1pPr>
            <a:lvl2pPr marL="609170" indent="0">
              <a:buNone/>
              <a:defRPr sz="2667" b="1"/>
            </a:lvl2pPr>
            <a:lvl3pPr marL="1218318" indent="0">
              <a:buNone/>
              <a:defRPr sz="2400" b="1"/>
            </a:lvl3pPr>
            <a:lvl4pPr marL="1827490" indent="0">
              <a:buNone/>
              <a:defRPr sz="2133" b="1"/>
            </a:lvl4pPr>
            <a:lvl5pPr marL="2436648" indent="0">
              <a:buNone/>
              <a:defRPr sz="2133" b="1"/>
            </a:lvl5pPr>
            <a:lvl6pPr marL="3045812" indent="0">
              <a:buNone/>
              <a:defRPr sz="2133" b="1"/>
            </a:lvl6pPr>
            <a:lvl7pPr marL="3654975" indent="0">
              <a:buNone/>
              <a:defRPr sz="2133" b="1"/>
            </a:lvl7pPr>
            <a:lvl8pPr marL="4264139" indent="0">
              <a:buNone/>
              <a:defRPr sz="2133" b="1"/>
            </a:lvl8pPr>
            <a:lvl9pPr marL="4873305" indent="0">
              <a:buNone/>
              <a:defRPr sz="2133" b="1"/>
            </a:lvl9pPr>
          </a:lstStyle>
          <a:p>
            <a:pPr lvl="0"/>
            <a:r>
              <a:rPr lang="en-US" smtClean="0"/>
              <a:t>Click to edit Master text styles</a:t>
            </a:r>
          </a:p>
        </p:txBody>
      </p:sp>
      <p:sp>
        <p:nvSpPr>
          <p:cNvPr id="6" name="Content Placeholder 5"/>
          <p:cNvSpPr>
            <a:spLocks noGrp="1"/>
          </p:cNvSpPr>
          <p:nvPr>
            <p:ph sz="quarter" idx="4"/>
          </p:nvPr>
        </p:nvSpPr>
        <p:spPr>
          <a:xfrm>
            <a:off x="6194997" y="2175388"/>
            <a:ext cx="5390437" cy="3952203"/>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292CE771-ABC3-4551-B20B-326634BBBBA0}" type="slidenum">
              <a:rPr lang="en-US"/>
              <a:pPr>
                <a:defRPr/>
              </a:pPr>
              <a:t>‹#›</a:t>
            </a:fld>
            <a:endParaRPr lang="en-US"/>
          </a:p>
        </p:txBody>
      </p:sp>
    </p:spTree>
    <p:extLst>
      <p:ext uri="{BB962C8B-B14F-4D97-AF65-F5344CB8AC3E}">
        <p14:creationId xmlns:p14="http://schemas.microsoft.com/office/powerpoint/2010/main" val="4212949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F23989-4260-4D89-A7F7-D416141966BA}" type="slidenum">
              <a:rPr lang="en-US"/>
              <a:pPr>
                <a:defRPr/>
              </a:pPr>
              <a:t>‹#›</a:t>
            </a:fld>
            <a:endParaRPr lang="en-US"/>
          </a:p>
        </p:txBody>
      </p:sp>
    </p:spTree>
    <p:extLst>
      <p:ext uri="{BB962C8B-B14F-4D97-AF65-F5344CB8AC3E}">
        <p14:creationId xmlns:p14="http://schemas.microsoft.com/office/powerpoint/2010/main" val="1920011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9A8793B6-B336-46F2-B91A-D13542E85887}" type="slidenum">
              <a:rPr lang="en-US"/>
              <a:pPr>
                <a:defRPr/>
              </a:pPr>
              <a:t>‹#›</a:t>
            </a:fld>
            <a:endParaRPr lang="en-US"/>
          </a:p>
        </p:txBody>
      </p:sp>
    </p:spTree>
    <p:extLst>
      <p:ext uri="{BB962C8B-B14F-4D97-AF65-F5344CB8AC3E}">
        <p14:creationId xmlns:p14="http://schemas.microsoft.com/office/powerpoint/2010/main" val="2065265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776" y="273121"/>
            <a:ext cx="4012128" cy="1162320"/>
          </a:xfrm>
        </p:spPr>
        <p:txBody>
          <a:bodyPr anchor="b"/>
          <a:lstStyle>
            <a:lvl1pPr algn="l">
              <a:defRPr sz="2667" b="1"/>
            </a:lvl1pPr>
          </a:lstStyle>
          <a:p>
            <a:r>
              <a:rPr lang="en-US" smtClean="0"/>
              <a:t>Click to edit Master title style</a:t>
            </a:r>
            <a:endParaRPr lang="en-US"/>
          </a:p>
        </p:txBody>
      </p:sp>
      <p:sp>
        <p:nvSpPr>
          <p:cNvPr id="3" name="Content Placeholder 2"/>
          <p:cNvSpPr>
            <a:spLocks noGrp="1"/>
          </p:cNvSpPr>
          <p:nvPr>
            <p:ph idx="1"/>
          </p:nvPr>
        </p:nvSpPr>
        <p:spPr>
          <a:xfrm>
            <a:off x="4767973" y="273125"/>
            <a:ext cx="6817442" cy="5854468"/>
          </a:xfrm>
        </p:spPr>
        <p:txBody>
          <a:bodyPr/>
          <a:lstStyle>
            <a:lvl1pPr>
              <a:defRPr sz="4267"/>
            </a:lvl1pPr>
            <a:lvl2pPr>
              <a:defRPr sz="3734"/>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776" y="1435445"/>
            <a:ext cx="4012128" cy="4692149"/>
          </a:xfrm>
        </p:spPr>
        <p:txBody>
          <a:bodyPr/>
          <a:lstStyle>
            <a:lvl1pPr marL="0" indent="0">
              <a:buNone/>
              <a:defRPr sz="1867"/>
            </a:lvl1pPr>
            <a:lvl2pPr marL="609170" indent="0">
              <a:buNone/>
              <a:defRPr sz="1600"/>
            </a:lvl2pPr>
            <a:lvl3pPr marL="1218318" indent="0">
              <a:buNone/>
              <a:defRPr sz="1333"/>
            </a:lvl3pPr>
            <a:lvl4pPr marL="1827490" indent="0">
              <a:buNone/>
              <a:defRPr sz="1200"/>
            </a:lvl4pPr>
            <a:lvl5pPr marL="2436648" indent="0">
              <a:buNone/>
              <a:defRPr sz="1200"/>
            </a:lvl5pPr>
            <a:lvl6pPr marL="3045812" indent="0">
              <a:buNone/>
              <a:defRPr sz="1200"/>
            </a:lvl6pPr>
            <a:lvl7pPr marL="3654975" indent="0">
              <a:buNone/>
              <a:defRPr sz="1200"/>
            </a:lvl7pPr>
            <a:lvl8pPr marL="4264139" indent="0">
              <a:buNone/>
              <a:defRPr sz="1200"/>
            </a:lvl8pPr>
            <a:lvl9pPr marL="4873305" indent="0">
              <a:buNone/>
              <a:defRPr sz="12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E9FA66D-5519-4ACD-B236-2CC1B7013CB6}" type="slidenum">
              <a:rPr lang="en-US"/>
              <a:pPr>
                <a:defRPr/>
              </a:pPr>
              <a:t>‹#›</a:t>
            </a:fld>
            <a:endParaRPr lang="en-US"/>
          </a:p>
        </p:txBody>
      </p:sp>
    </p:spTree>
    <p:extLst>
      <p:ext uri="{BB962C8B-B14F-4D97-AF65-F5344CB8AC3E}">
        <p14:creationId xmlns:p14="http://schemas.microsoft.com/office/powerpoint/2010/main" val="124113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341" y="4801714"/>
            <a:ext cx="7317105" cy="566870"/>
          </a:xfrm>
        </p:spPr>
        <p:txBody>
          <a:bodyPr anchor="b"/>
          <a:lstStyle>
            <a:lvl1pPr algn="l">
              <a:defRPr sz="2667" b="1"/>
            </a:lvl1pPr>
          </a:lstStyle>
          <a:p>
            <a:r>
              <a:rPr lang="en-US" smtClean="0"/>
              <a:t>Click to edit Master title style</a:t>
            </a:r>
            <a:endParaRPr lang="en-US"/>
          </a:p>
        </p:txBody>
      </p:sp>
      <p:sp>
        <p:nvSpPr>
          <p:cNvPr id="3" name="Picture Placeholder 2"/>
          <p:cNvSpPr>
            <a:spLocks noGrp="1"/>
          </p:cNvSpPr>
          <p:nvPr>
            <p:ph type="pic" idx="1"/>
          </p:nvPr>
        </p:nvSpPr>
        <p:spPr>
          <a:xfrm>
            <a:off x="2390341" y="612926"/>
            <a:ext cx="7317105" cy="4115753"/>
          </a:xfrm>
        </p:spPr>
        <p:txBody>
          <a:bodyPr rtlCol="0">
            <a:normAutofit/>
          </a:bodyPr>
          <a:lstStyle>
            <a:lvl1pPr marL="0" indent="0">
              <a:buNone/>
              <a:defRPr sz="4267"/>
            </a:lvl1pPr>
            <a:lvl2pPr marL="609170" indent="0">
              <a:buNone/>
              <a:defRPr sz="3734"/>
            </a:lvl2pPr>
            <a:lvl3pPr marL="1218318" indent="0">
              <a:buNone/>
              <a:defRPr sz="3200"/>
            </a:lvl3pPr>
            <a:lvl4pPr marL="1827490" indent="0">
              <a:buNone/>
              <a:defRPr sz="2667"/>
            </a:lvl4pPr>
            <a:lvl5pPr marL="2436648" indent="0">
              <a:buNone/>
              <a:defRPr sz="2667"/>
            </a:lvl5pPr>
            <a:lvl6pPr marL="3045812" indent="0">
              <a:buNone/>
              <a:defRPr sz="2667"/>
            </a:lvl6pPr>
            <a:lvl7pPr marL="3654975" indent="0">
              <a:buNone/>
              <a:defRPr sz="2667"/>
            </a:lvl7pPr>
            <a:lvl8pPr marL="4264139" indent="0">
              <a:buNone/>
              <a:defRPr sz="2667"/>
            </a:lvl8pPr>
            <a:lvl9pPr marL="4873305" indent="0">
              <a:buNone/>
              <a:defRPr sz="2667"/>
            </a:lvl9pPr>
          </a:lstStyle>
          <a:p>
            <a:pPr lvl="0"/>
            <a:endParaRPr lang="en-US" noProof="0" smtClean="0"/>
          </a:p>
        </p:txBody>
      </p:sp>
      <p:sp>
        <p:nvSpPr>
          <p:cNvPr id="4" name="Text Placeholder 3"/>
          <p:cNvSpPr>
            <a:spLocks noGrp="1"/>
          </p:cNvSpPr>
          <p:nvPr>
            <p:ph type="body" sz="half" idx="2"/>
          </p:nvPr>
        </p:nvSpPr>
        <p:spPr>
          <a:xfrm>
            <a:off x="2390341" y="5368592"/>
            <a:ext cx="7317105" cy="805049"/>
          </a:xfrm>
        </p:spPr>
        <p:txBody>
          <a:bodyPr/>
          <a:lstStyle>
            <a:lvl1pPr marL="0" indent="0">
              <a:buNone/>
              <a:defRPr sz="1867"/>
            </a:lvl1pPr>
            <a:lvl2pPr marL="609170" indent="0">
              <a:buNone/>
              <a:defRPr sz="1600"/>
            </a:lvl2pPr>
            <a:lvl3pPr marL="1218318" indent="0">
              <a:buNone/>
              <a:defRPr sz="1333"/>
            </a:lvl3pPr>
            <a:lvl4pPr marL="1827490" indent="0">
              <a:buNone/>
              <a:defRPr sz="1200"/>
            </a:lvl4pPr>
            <a:lvl5pPr marL="2436648" indent="0">
              <a:buNone/>
              <a:defRPr sz="1200"/>
            </a:lvl5pPr>
            <a:lvl6pPr marL="3045812" indent="0">
              <a:buNone/>
              <a:defRPr sz="1200"/>
            </a:lvl6pPr>
            <a:lvl7pPr marL="3654975" indent="0">
              <a:buNone/>
              <a:defRPr sz="1200"/>
            </a:lvl7pPr>
            <a:lvl8pPr marL="4264139" indent="0">
              <a:buNone/>
              <a:defRPr sz="1200"/>
            </a:lvl8pPr>
            <a:lvl9pPr marL="4873305" indent="0">
              <a:buNone/>
              <a:defRPr sz="12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B344A40-B95B-42B1-A4AE-7E1DBADCED12}" type="slidenum">
              <a:rPr lang="en-US"/>
              <a:pPr>
                <a:defRPr/>
              </a:pPr>
              <a:t>‹#›</a:t>
            </a:fld>
            <a:endParaRPr lang="en-US"/>
          </a:p>
        </p:txBody>
      </p:sp>
    </p:spTree>
    <p:extLst>
      <p:ext uri="{BB962C8B-B14F-4D97-AF65-F5344CB8AC3E}">
        <p14:creationId xmlns:p14="http://schemas.microsoft.com/office/powerpoint/2010/main" val="1667681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1F87371-4C5B-427E-9AEB-28B8516AB051}" type="slidenum">
              <a:rPr lang="en-US"/>
              <a:pPr>
                <a:defRPr/>
              </a:pPr>
              <a:t>‹#›</a:t>
            </a:fld>
            <a:endParaRPr lang="en-US"/>
          </a:p>
        </p:txBody>
      </p:sp>
    </p:spTree>
    <p:extLst>
      <p:ext uri="{BB962C8B-B14F-4D97-AF65-F5344CB8AC3E}">
        <p14:creationId xmlns:p14="http://schemas.microsoft.com/office/powerpoint/2010/main" val="4274214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1502" y="274704"/>
            <a:ext cx="2743914" cy="585288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758" y="274704"/>
            <a:ext cx="8028491" cy="585288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83CB18F-AD55-44FC-A8A2-06A374F91909}" type="slidenum">
              <a:rPr lang="en-US"/>
              <a:pPr>
                <a:defRPr/>
              </a:pPr>
              <a:t>‹#›</a:t>
            </a:fld>
            <a:endParaRPr lang="en-US"/>
          </a:p>
        </p:txBody>
      </p:sp>
    </p:spTree>
    <p:extLst>
      <p:ext uri="{BB962C8B-B14F-4D97-AF65-F5344CB8AC3E}">
        <p14:creationId xmlns:p14="http://schemas.microsoft.com/office/powerpoint/2010/main" val="25449142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638" y="2130945"/>
            <a:ext cx="10365899" cy="147036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9276" y="3887100"/>
            <a:ext cx="8536623" cy="1753006"/>
          </a:xfrm>
        </p:spPr>
        <p:txBody>
          <a:bodyPr/>
          <a:lstStyle>
            <a:lvl1pPr marL="0" indent="0" algn="ctr">
              <a:buNone/>
              <a:defRPr>
                <a:solidFill>
                  <a:schemeClr val="tx1">
                    <a:tint val="75000"/>
                  </a:schemeClr>
                </a:solidFill>
              </a:defRPr>
            </a:lvl1pPr>
            <a:lvl2pPr marL="609004" indent="0" algn="ctr">
              <a:buNone/>
              <a:defRPr>
                <a:solidFill>
                  <a:schemeClr val="tx1">
                    <a:tint val="75000"/>
                  </a:schemeClr>
                </a:solidFill>
              </a:defRPr>
            </a:lvl2pPr>
            <a:lvl3pPr marL="1217996" indent="0" algn="ctr">
              <a:buNone/>
              <a:defRPr>
                <a:solidFill>
                  <a:schemeClr val="tx1">
                    <a:tint val="75000"/>
                  </a:schemeClr>
                </a:solidFill>
              </a:defRPr>
            </a:lvl3pPr>
            <a:lvl4pPr marL="1827014" indent="0" algn="ctr">
              <a:buNone/>
              <a:defRPr>
                <a:solidFill>
                  <a:schemeClr val="tx1">
                    <a:tint val="75000"/>
                  </a:schemeClr>
                </a:solidFill>
              </a:defRPr>
            </a:lvl4pPr>
            <a:lvl5pPr marL="2436004" indent="0" algn="ctr">
              <a:buNone/>
              <a:defRPr>
                <a:solidFill>
                  <a:schemeClr val="tx1">
                    <a:tint val="75000"/>
                  </a:schemeClr>
                </a:solidFill>
              </a:defRPr>
            </a:lvl5pPr>
            <a:lvl6pPr marL="3045010" indent="0" algn="ctr">
              <a:buNone/>
              <a:defRPr>
                <a:solidFill>
                  <a:schemeClr val="tx1">
                    <a:tint val="75000"/>
                  </a:schemeClr>
                </a:solidFill>
              </a:defRPr>
            </a:lvl6pPr>
            <a:lvl7pPr marL="3654025" indent="0" algn="ctr">
              <a:buNone/>
              <a:defRPr>
                <a:solidFill>
                  <a:schemeClr val="tx1">
                    <a:tint val="75000"/>
                  </a:schemeClr>
                </a:solidFill>
              </a:defRPr>
            </a:lvl7pPr>
            <a:lvl8pPr marL="4263014" indent="0" algn="ctr">
              <a:buNone/>
              <a:defRPr>
                <a:solidFill>
                  <a:schemeClr val="tx1">
                    <a:tint val="75000"/>
                  </a:schemeClr>
                </a:solidFill>
              </a:defRPr>
            </a:lvl8pPr>
            <a:lvl9pPr marL="4872014"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466C99A-6019-4584-BE91-20DCA7ACE25C}" type="slidenum">
              <a:rPr lang="en-US"/>
              <a:pPr>
                <a:defRPr/>
              </a:pPr>
              <a:t>‹#›</a:t>
            </a:fld>
            <a:endParaRPr lang="en-US"/>
          </a:p>
        </p:txBody>
      </p:sp>
    </p:spTree>
    <p:extLst>
      <p:ext uri="{BB962C8B-B14F-4D97-AF65-F5344CB8AC3E}">
        <p14:creationId xmlns:p14="http://schemas.microsoft.com/office/powerpoint/2010/main" val="29501387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346D596-9F46-4182-8C68-CACBDF031BC2}" type="slidenum">
              <a:rPr lang="en-US"/>
              <a:pPr>
                <a:defRPr/>
              </a:pPr>
              <a:t>‹#›</a:t>
            </a:fld>
            <a:endParaRPr lang="en-US"/>
          </a:p>
        </p:txBody>
      </p:sp>
    </p:spTree>
    <p:extLst>
      <p:ext uri="{BB962C8B-B14F-4D97-AF65-F5344CB8AC3E}">
        <p14:creationId xmlns:p14="http://schemas.microsoft.com/office/powerpoint/2010/main" val="66877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334" y="4407941"/>
            <a:ext cx="10365899" cy="1362390"/>
          </a:xfrm>
        </p:spPr>
        <p:txBody>
          <a:bodyPr anchor="t"/>
          <a:lstStyle>
            <a:lvl1pPr algn="l">
              <a:defRPr sz="5334" b="1" cap="all"/>
            </a:lvl1pPr>
          </a:lstStyle>
          <a:p>
            <a:r>
              <a:rPr lang="en-US" smtClean="0"/>
              <a:t>Click to edit Master title style</a:t>
            </a:r>
            <a:endParaRPr lang="en-US"/>
          </a:p>
        </p:txBody>
      </p:sp>
      <p:sp>
        <p:nvSpPr>
          <p:cNvPr id="3" name="Text Placeholder 2"/>
          <p:cNvSpPr>
            <a:spLocks noGrp="1"/>
          </p:cNvSpPr>
          <p:nvPr>
            <p:ph type="body" idx="1"/>
          </p:nvPr>
        </p:nvSpPr>
        <p:spPr>
          <a:xfrm>
            <a:off x="963334" y="2907392"/>
            <a:ext cx="10365899" cy="1500534"/>
          </a:xfrm>
        </p:spPr>
        <p:txBody>
          <a:bodyPr anchor="b"/>
          <a:lstStyle>
            <a:lvl1pPr marL="0" indent="0">
              <a:buNone/>
              <a:defRPr sz="2667">
                <a:solidFill>
                  <a:schemeClr val="tx1">
                    <a:tint val="75000"/>
                  </a:schemeClr>
                </a:solidFill>
              </a:defRPr>
            </a:lvl1pPr>
            <a:lvl2pPr marL="609004" indent="0">
              <a:buNone/>
              <a:defRPr sz="2400">
                <a:solidFill>
                  <a:schemeClr val="tx1">
                    <a:tint val="75000"/>
                  </a:schemeClr>
                </a:solidFill>
              </a:defRPr>
            </a:lvl2pPr>
            <a:lvl3pPr marL="1217996" indent="0">
              <a:buNone/>
              <a:defRPr sz="2133">
                <a:solidFill>
                  <a:schemeClr val="tx1">
                    <a:tint val="75000"/>
                  </a:schemeClr>
                </a:solidFill>
              </a:defRPr>
            </a:lvl3pPr>
            <a:lvl4pPr marL="1827014" indent="0">
              <a:buNone/>
              <a:defRPr sz="1867">
                <a:solidFill>
                  <a:schemeClr val="tx1">
                    <a:tint val="75000"/>
                  </a:schemeClr>
                </a:solidFill>
              </a:defRPr>
            </a:lvl4pPr>
            <a:lvl5pPr marL="2436004" indent="0">
              <a:buNone/>
              <a:defRPr sz="1867">
                <a:solidFill>
                  <a:schemeClr val="tx1">
                    <a:tint val="75000"/>
                  </a:schemeClr>
                </a:solidFill>
              </a:defRPr>
            </a:lvl5pPr>
            <a:lvl6pPr marL="3045010" indent="0">
              <a:buNone/>
              <a:defRPr sz="1867">
                <a:solidFill>
                  <a:schemeClr val="tx1">
                    <a:tint val="75000"/>
                  </a:schemeClr>
                </a:solidFill>
              </a:defRPr>
            </a:lvl6pPr>
            <a:lvl7pPr marL="3654025" indent="0">
              <a:buNone/>
              <a:defRPr sz="1867">
                <a:solidFill>
                  <a:schemeClr val="tx1">
                    <a:tint val="75000"/>
                  </a:schemeClr>
                </a:solidFill>
              </a:defRPr>
            </a:lvl7pPr>
            <a:lvl8pPr marL="4263014" indent="0">
              <a:buNone/>
              <a:defRPr sz="1867">
                <a:solidFill>
                  <a:schemeClr val="tx1">
                    <a:tint val="75000"/>
                  </a:schemeClr>
                </a:solidFill>
              </a:defRPr>
            </a:lvl8pPr>
            <a:lvl9pPr marL="4872014" indent="0">
              <a:buNone/>
              <a:defRPr sz="1867">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232A284-254C-4B09-BF7B-E5D1C98A98FD}" type="slidenum">
              <a:rPr lang="en-US"/>
              <a:pPr>
                <a:defRPr/>
              </a:pPr>
              <a:t>‹#›</a:t>
            </a:fld>
            <a:endParaRPr lang="en-US"/>
          </a:p>
        </p:txBody>
      </p:sp>
    </p:spTree>
    <p:extLst>
      <p:ext uri="{BB962C8B-B14F-4D97-AF65-F5344CB8AC3E}">
        <p14:creationId xmlns:p14="http://schemas.microsoft.com/office/powerpoint/2010/main" val="37126753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767" y="1600577"/>
            <a:ext cx="5386202" cy="4527011"/>
          </a:xfrm>
        </p:spPr>
        <p:txBody>
          <a:bodyPr/>
          <a:lstStyle>
            <a:lvl1pPr>
              <a:defRPr sz="3734"/>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9216" y="1600577"/>
            <a:ext cx="5386202" cy="4527011"/>
          </a:xfrm>
        </p:spPr>
        <p:txBody>
          <a:bodyPr/>
          <a:lstStyle>
            <a:lvl1pPr>
              <a:defRPr sz="3734"/>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1626A45-6428-4171-8B30-9D154262A83E}" type="slidenum">
              <a:rPr lang="en-US"/>
              <a:pPr>
                <a:defRPr/>
              </a:pPr>
              <a:t>‹#›</a:t>
            </a:fld>
            <a:endParaRPr lang="en-US"/>
          </a:p>
        </p:txBody>
      </p:sp>
    </p:spTree>
    <p:extLst>
      <p:ext uri="{BB962C8B-B14F-4D97-AF65-F5344CB8AC3E}">
        <p14:creationId xmlns:p14="http://schemas.microsoft.com/office/powerpoint/2010/main" val="37816643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758" y="1535469"/>
            <a:ext cx="5388321" cy="639910"/>
          </a:xfrm>
        </p:spPr>
        <p:txBody>
          <a:bodyPr anchor="b"/>
          <a:lstStyle>
            <a:lvl1pPr marL="0" indent="0">
              <a:buNone/>
              <a:defRPr sz="3200" b="1"/>
            </a:lvl1pPr>
            <a:lvl2pPr marL="609004" indent="0">
              <a:buNone/>
              <a:defRPr sz="2667" b="1"/>
            </a:lvl2pPr>
            <a:lvl3pPr marL="1217996" indent="0">
              <a:buNone/>
              <a:defRPr sz="2400" b="1"/>
            </a:lvl3pPr>
            <a:lvl4pPr marL="1827014" indent="0">
              <a:buNone/>
              <a:defRPr sz="2133" b="1"/>
            </a:lvl4pPr>
            <a:lvl5pPr marL="2436004" indent="0">
              <a:buNone/>
              <a:defRPr sz="2133" b="1"/>
            </a:lvl5pPr>
            <a:lvl6pPr marL="3045010" indent="0">
              <a:buNone/>
              <a:defRPr sz="2133" b="1"/>
            </a:lvl6pPr>
            <a:lvl7pPr marL="3654025" indent="0">
              <a:buNone/>
              <a:defRPr sz="2133" b="1"/>
            </a:lvl7pPr>
            <a:lvl8pPr marL="4263014" indent="0">
              <a:buNone/>
              <a:defRPr sz="2133" b="1"/>
            </a:lvl8pPr>
            <a:lvl9pPr marL="4872014" indent="0">
              <a:buNone/>
              <a:defRPr sz="2133" b="1"/>
            </a:lvl9pPr>
          </a:lstStyle>
          <a:p>
            <a:pPr lvl="0"/>
            <a:r>
              <a:rPr lang="en-US" smtClean="0"/>
              <a:t>Click to edit Master text styles</a:t>
            </a:r>
          </a:p>
        </p:txBody>
      </p:sp>
      <p:sp>
        <p:nvSpPr>
          <p:cNvPr id="4" name="Content Placeholder 3"/>
          <p:cNvSpPr>
            <a:spLocks noGrp="1"/>
          </p:cNvSpPr>
          <p:nvPr>
            <p:ph sz="half" idx="2"/>
          </p:nvPr>
        </p:nvSpPr>
        <p:spPr>
          <a:xfrm>
            <a:off x="609758" y="2175385"/>
            <a:ext cx="5388321" cy="3952203"/>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4987" y="1535469"/>
            <a:ext cx="5390437" cy="639910"/>
          </a:xfrm>
        </p:spPr>
        <p:txBody>
          <a:bodyPr anchor="b"/>
          <a:lstStyle>
            <a:lvl1pPr marL="0" indent="0">
              <a:buNone/>
              <a:defRPr sz="3200" b="1"/>
            </a:lvl1pPr>
            <a:lvl2pPr marL="609004" indent="0">
              <a:buNone/>
              <a:defRPr sz="2667" b="1"/>
            </a:lvl2pPr>
            <a:lvl3pPr marL="1217996" indent="0">
              <a:buNone/>
              <a:defRPr sz="2400" b="1"/>
            </a:lvl3pPr>
            <a:lvl4pPr marL="1827014" indent="0">
              <a:buNone/>
              <a:defRPr sz="2133" b="1"/>
            </a:lvl4pPr>
            <a:lvl5pPr marL="2436004" indent="0">
              <a:buNone/>
              <a:defRPr sz="2133" b="1"/>
            </a:lvl5pPr>
            <a:lvl6pPr marL="3045010" indent="0">
              <a:buNone/>
              <a:defRPr sz="2133" b="1"/>
            </a:lvl6pPr>
            <a:lvl7pPr marL="3654025" indent="0">
              <a:buNone/>
              <a:defRPr sz="2133" b="1"/>
            </a:lvl7pPr>
            <a:lvl8pPr marL="4263014" indent="0">
              <a:buNone/>
              <a:defRPr sz="2133" b="1"/>
            </a:lvl8pPr>
            <a:lvl9pPr marL="4872014" indent="0">
              <a:buNone/>
              <a:defRPr sz="2133" b="1"/>
            </a:lvl9pPr>
          </a:lstStyle>
          <a:p>
            <a:pPr lvl="0"/>
            <a:r>
              <a:rPr lang="en-US" smtClean="0"/>
              <a:t>Click to edit Master text styles</a:t>
            </a:r>
          </a:p>
        </p:txBody>
      </p:sp>
      <p:sp>
        <p:nvSpPr>
          <p:cNvPr id="6" name="Content Placeholder 5"/>
          <p:cNvSpPr>
            <a:spLocks noGrp="1"/>
          </p:cNvSpPr>
          <p:nvPr>
            <p:ph sz="quarter" idx="4"/>
          </p:nvPr>
        </p:nvSpPr>
        <p:spPr>
          <a:xfrm>
            <a:off x="6194987" y="2175385"/>
            <a:ext cx="5390437" cy="3952203"/>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51C0E87B-6C52-4035-8F32-D8C64E74E91B}" type="slidenum">
              <a:rPr lang="en-US"/>
              <a:pPr>
                <a:defRPr/>
              </a:pPr>
              <a:t>‹#›</a:t>
            </a:fld>
            <a:endParaRPr lang="en-US"/>
          </a:p>
        </p:txBody>
      </p:sp>
    </p:spTree>
    <p:extLst>
      <p:ext uri="{BB962C8B-B14F-4D97-AF65-F5344CB8AC3E}">
        <p14:creationId xmlns:p14="http://schemas.microsoft.com/office/powerpoint/2010/main" val="33322075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05CF9078-3ED9-43D4-9BED-0CA4B3265EA4}" type="slidenum">
              <a:rPr lang="en-US"/>
              <a:pPr>
                <a:defRPr/>
              </a:pPr>
              <a:t>‹#›</a:t>
            </a:fld>
            <a:endParaRPr lang="en-US"/>
          </a:p>
        </p:txBody>
      </p:sp>
    </p:spTree>
    <p:extLst>
      <p:ext uri="{BB962C8B-B14F-4D97-AF65-F5344CB8AC3E}">
        <p14:creationId xmlns:p14="http://schemas.microsoft.com/office/powerpoint/2010/main" val="1227152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562C4E88-9C79-4231-B743-A3833C1A88FB}" type="slidenum">
              <a:rPr lang="en-US"/>
              <a:pPr>
                <a:defRPr/>
              </a:pPr>
              <a:t>‹#›</a:t>
            </a:fld>
            <a:endParaRPr lang="en-US"/>
          </a:p>
        </p:txBody>
      </p:sp>
    </p:spTree>
    <p:extLst>
      <p:ext uri="{BB962C8B-B14F-4D97-AF65-F5344CB8AC3E}">
        <p14:creationId xmlns:p14="http://schemas.microsoft.com/office/powerpoint/2010/main" val="36464369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794" y="273114"/>
            <a:ext cx="4012128" cy="1162319"/>
          </a:xfrm>
        </p:spPr>
        <p:txBody>
          <a:bodyPr anchor="b"/>
          <a:lstStyle>
            <a:lvl1pPr algn="l">
              <a:defRPr sz="2667" b="1"/>
            </a:lvl1pPr>
          </a:lstStyle>
          <a:p>
            <a:r>
              <a:rPr lang="en-US" smtClean="0"/>
              <a:t>Click to edit Master title style</a:t>
            </a:r>
            <a:endParaRPr lang="en-US"/>
          </a:p>
        </p:txBody>
      </p:sp>
      <p:sp>
        <p:nvSpPr>
          <p:cNvPr id="3" name="Content Placeholder 2"/>
          <p:cNvSpPr>
            <a:spLocks noGrp="1"/>
          </p:cNvSpPr>
          <p:nvPr>
            <p:ph idx="1"/>
          </p:nvPr>
        </p:nvSpPr>
        <p:spPr>
          <a:xfrm>
            <a:off x="4767975" y="273139"/>
            <a:ext cx="6817442" cy="5854468"/>
          </a:xfrm>
        </p:spPr>
        <p:txBody>
          <a:bodyPr/>
          <a:lstStyle>
            <a:lvl1pPr>
              <a:defRPr sz="4267"/>
            </a:lvl1pPr>
            <a:lvl2pPr>
              <a:defRPr sz="3734"/>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794" y="1435441"/>
            <a:ext cx="4012128" cy="4692149"/>
          </a:xfrm>
        </p:spPr>
        <p:txBody>
          <a:bodyPr/>
          <a:lstStyle>
            <a:lvl1pPr marL="0" indent="0">
              <a:buNone/>
              <a:defRPr sz="1867"/>
            </a:lvl1pPr>
            <a:lvl2pPr marL="609004" indent="0">
              <a:buNone/>
              <a:defRPr sz="1600"/>
            </a:lvl2pPr>
            <a:lvl3pPr marL="1217996" indent="0">
              <a:buNone/>
              <a:defRPr sz="1333"/>
            </a:lvl3pPr>
            <a:lvl4pPr marL="1827014" indent="0">
              <a:buNone/>
              <a:defRPr sz="1200"/>
            </a:lvl4pPr>
            <a:lvl5pPr marL="2436004" indent="0">
              <a:buNone/>
              <a:defRPr sz="1200"/>
            </a:lvl5pPr>
            <a:lvl6pPr marL="3045010" indent="0">
              <a:buNone/>
              <a:defRPr sz="1200"/>
            </a:lvl6pPr>
            <a:lvl7pPr marL="3654025" indent="0">
              <a:buNone/>
              <a:defRPr sz="1200"/>
            </a:lvl7pPr>
            <a:lvl8pPr marL="4263014" indent="0">
              <a:buNone/>
              <a:defRPr sz="1200"/>
            </a:lvl8pPr>
            <a:lvl9pPr marL="4872014" indent="0">
              <a:buNone/>
              <a:defRPr sz="12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DEC0007-A44D-4244-B039-F890E5061B2B}" type="slidenum">
              <a:rPr lang="en-US"/>
              <a:pPr>
                <a:defRPr/>
              </a:pPr>
              <a:t>‹#›</a:t>
            </a:fld>
            <a:endParaRPr lang="en-US"/>
          </a:p>
        </p:txBody>
      </p:sp>
    </p:spTree>
    <p:extLst>
      <p:ext uri="{BB962C8B-B14F-4D97-AF65-F5344CB8AC3E}">
        <p14:creationId xmlns:p14="http://schemas.microsoft.com/office/powerpoint/2010/main" val="21267092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341" y="4801718"/>
            <a:ext cx="7317105" cy="566869"/>
          </a:xfrm>
        </p:spPr>
        <p:txBody>
          <a:bodyPr anchor="b"/>
          <a:lstStyle>
            <a:lvl1pPr algn="l">
              <a:defRPr sz="2667" b="1"/>
            </a:lvl1pPr>
          </a:lstStyle>
          <a:p>
            <a:r>
              <a:rPr lang="en-US" smtClean="0"/>
              <a:t>Click to edit Master title style</a:t>
            </a:r>
            <a:endParaRPr lang="en-US"/>
          </a:p>
        </p:txBody>
      </p:sp>
      <p:sp>
        <p:nvSpPr>
          <p:cNvPr id="3" name="Picture Placeholder 2"/>
          <p:cNvSpPr>
            <a:spLocks noGrp="1"/>
          </p:cNvSpPr>
          <p:nvPr>
            <p:ph type="pic" idx="1"/>
          </p:nvPr>
        </p:nvSpPr>
        <p:spPr>
          <a:xfrm>
            <a:off x="2390341" y="612923"/>
            <a:ext cx="7317105" cy="4115753"/>
          </a:xfrm>
        </p:spPr>
        <p:txBody>
          <a:bodyPr rtlCol="0">
            <a:normAutofit/>
          </a:bodyPr>
          <a:lstStyle>
            <a:lvl1pPr marL="0" indent="0">
              <a:buNone/>
              <a:defRPr sz="4267"/>
            </a:lvl1pPr>
            <a:lvl2pPr marL="609004" indent="0">
              <a:buNone/>
              <a:defRPr sz="3734"/>
            </a:lvl2pPr>
            <a:lvl3pPr marL="1217996" indent="0">
              <a:buNone/>
              <a:defRPr sz="3200"/>
            </a:lvl3pPr>
            <a:lvl4pPr marL="1827014" indent="0">
              <a:buNone/>
              <a:defRPr sz="2667"/>
            </a:lvl4pPr>
            <a:lvl5pPr marL="2436004" indent="0">
              <a:buNone/>
              <a:defRPr sz="2667"/>
            </a:lvl5pPr>
            <a:lvl6pPr marL="3045010" indent="0">
              <a:buNone/>
              <a:defRPr sz="2667"/>
            </a:lvl6pPr>
            <a:lvl7pPr marL="3654025" indent="0">
              <a:buNone/>
              <a:defRPr sz="2667"/>
            </a:lvl7pPr>
            <a:lvl8pPr marL="4263014" indent="0">
              <a:buNone/>
              <a:defRPr sz="2667"/>
            </a:lvl8pPr>
            <a:lvl9pPr marL="4872014" indent="0">
              <a:buNone/>
              <a:defRPr sz="2667"/>
            </a:lvl9pPr>
          </a:lstStyle>
          <a:p>
            <a:pPr lvl="0"/>
            <a:endParaRPr lang="en-US" noProof="0" smtClean="0"/>
          </a:p>
        </p:txBody>
      </p:sp>
      <p:sp>
        <p:nvSpPr>
          <p:cNvPr id="4" name="Text Placeholder 3"/>
          <p:cNvSpPr>
            <a:spLocks noGrp="1"/>
          </p:cNvSpPr>
          <p:nvPr>
            <p:ph type="body" sz="half" idx="2"/>
          </p:nvPr>
        </p:nvSpPr>
        <p:spPr>
          <a:xfrm>
            <a:off x="2390341" y="5368581"/>
            <a:ext cx="7317105" cy="805048"/>
          </a:xfrm>
        </p:spPr>
        <p:txBody>
          <a:bodyPr/>
          <a:lstStyle>
            <a:lvl1pPr marL="0" indent="0">
              <a:buNone/>
              <a:defRPr sz="1867"/>
            </a:lvl1pPr>
            <a:lvl2pPr marL="609004" indent="0">
              <a:buNone/>
              <a:defRPr sz="1600"/>
            </a:lvl2pPr>
            <a:lvl3pPr marL="1217996" indent="0">
              <a:buNone/>
              <a:defRPr sz="1333"/>
            </a:lvl3pPr>
            <a:lvl4pPr marL="1827014" indent="0">
              <a:buNone/>
              <a:defRPr sz="1200"/>
            </a:lvl4pPr>
            <a:lvl5pPr marL="2436004" indent="0">
              <a:buNone/>
              <a:defRPr sz="1200"/>
            </a:lvl5pPr>
            <a:lvl6pPr marL="3045010" indent="0">
              <a:buNone/>
              <a:defRPr sz="1200"/>
            </a:lvl6pPr>
            <a:lvl7pPr marL="3654025" indent="0">
              <a:buNone/>
              <a:defRPr sz="1200"/>
            </a:lvl7pPr>
            <a:lvl8pPr marL="4263014" indent="0">
              <a:buNone/>
              <a:defRPr sz="1200"/>
            </a:lvl8pPr>
            <a:lvl9pPr marL="4872014" indent="0">
              <a:buNone/>
              <a:defRPr sz="12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14B9CE3-CE8B-4E8B-9E51-1DE96CA461E6}" type="slidenum">
              <a:rPr lang="en-US"/>
              <a:pPr>
                <a:defRPr/>
              </a:pPr>
              <a:t>‹#›</a:t>
            </a:fld>
            <a:endParaRPr lang="en-US"/>
          </a:p>
        </p:txBody>
      </p:sp>
    </p:spTree>
    <p:extLst>
      <p:ext uri="{BB962C8B-B14F-4D97-AF65-F5344CB8AC3E}">
        <p14:creationId xmlns:p14="http://schemas.microsoft.com/office/powerpoint/2010/main" val="10141869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2814F7C-3DC4-4653-AFB2-C208E2668188}" type="slidenum">
              <a:rPr lang="en-US"/>
              <a:pPr>
                <a:defRPr/>
              </a:pPr>
              <a:t>‹#›</a:t>
            </a:fld>
            <a:endParaRPr lang="en-US"/>
          </a:p>
        </p:txBody>
      </p:sp>
    </p:spTree>
    <p:extLst>
      <p:ext uri="{BB962C8B-B14F-4D97-AF65-F5344CB8AC3E}">
        <p14:creationId xmlns:p14="http://schemas.microsoft.com/office/powerpoint/2010/main" val="40389427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1502" y="274703"/>
            <a:ext cx="2743914" cy="585288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767" y="274703"/>
            <a:ext cx="8028490" cy="585288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4A20B98-E1DF-4B99-8829-D46A677AB19E}" type="slidenum">
              <a:rPr lang="en-US"/>
              <a:pPr>
                <a:defRPr/>
              </a:pPr>
              <a:t>‹#›</a:t>
            </a:fld>
            <a:endParaRPr lang="en-US"/>
          </a:p>
        </p:txBody>
      </p:sp>
    </p:spTree>
    <p:extLst>
      <p:ext uri="{BB962C8B-B14F-4D97-AF65-F5344CB8AC3E}">
        <p14:creationId xmlns:p14="http://schemas.microsoft.com/office/powerpoint/2010/main" val="17125549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638" y="2130934"/>
            <a:ext cx="10365899" cy="1470366"/>
          </a:xfrm>
        </p:spPr>
        <p:txBody>
          <a:bodyPr/>
          <a:lstStyle/>
          <a:p>
            <a:r>
              <a:rPr lang="en-US" smtClean="0"/>
              <a:t>Click to edit Master title style</a:t>
            </a:r>
            <a:endParaRPr lang="en-CA"/>
          </a:p>
        </p:txBody>
      </p:sp>
      <p:sp>
        <p:nvSpPr>
          <p:cNvPr id="3" name="Subtitle 2"/>
          <p:cNvSpPr>
            <a:spLocks noGrp="1"/>
          </p:cNvSpPr>
          <p:nvPr>
            <p:ph type="subTitle" idx="1"/>
          </p:nvPr>
        </p:nvSpPr>
        <p:spPr>
          <a:xfrm>
            <a:off x="1829276" y="3887100"/>
            <a:ext cx="8536623" cy="1753006"/>
          </a:xfrm>
        </p:spPr>
        <p:txBody>
          <a:bodyPr/>
          <a:lstStyle>
            <a:lvl1pPr marL="0" indent="0" algn="ctr">
              <a:buNone/>
              <a:defRPr>
                <a:solidFill>
                  <a:schemeClr val="tx1">
                    <a:tint val="75000"/>
                  </a:schemeClr>
                </a:solidFill>
              </a:defRPr>
            </a:lvl1pPr>
            <a:lvl2pPr marL="457291" indent="0" algn="ctr">
              <a:buNone/>
              <a:defRPr>
                <a:solidFill>
                  <a:schemeClr val="tx1">
                    <a:tint val="75000"/>
                  </a:schemeClr>
                </a:solidFill>
              </a:defRPr>
            </a:lvl2pPr>
            <a:lvl3pPr marL="914583" indent="0" algn="ctr">
              <a:buNone/>
              <a:defRPr>
                <a:solidFill>
                  <a:schemeClr val="tx1">
                    <a:tint val="75000"/>
                  </a:schemeClr>
                </a:solidFill>
              </a:defRPr>
            </a:lvl3pPr>
            <a:lvl4pPr marL="1371874" indent="0" algn="ctr">
              <a:buNone/>
              <a:defRPr>
                <a:solidFill>
                  <a:schemeClr val="tx1">
                    <a:tint val="75000"/>
                  </a:schemeClr>
                </a:solidFill>
              </a:defRPr>
            </a:lvl4pPr>
            <a:lvl5pPr marL="1829166" indent="0" algn="ctr">
              <a:buNone/>
              <a:defRPr>
                <a:solidFill>
                  <a:schemeClr val="tx1">
                    <a:tint val="75000"/>
                  </a:schemeClr>
                </a:solidFill>
              </a:defRPr>
            </a:lvl5pPr>
            <a:lvl6pPr marL="2286457" indent="0" algn="ctr">
              <a:buNone/>
              <a:defRPr>
                <a:solidFill>
                  <a:schemeClr val="tx1">
                    <a:tint val="75000"/>
                  </a:schemeClr>
                </a:solidFill>
              </a:defRPr>
            </a:lvl6pPr>
            <a:lvl7pPr marL="2743749" indent="0" algn="ctr">
              <a:buNone/>
              <a:defRPr>
                <a:solidFill>
                  <a:schemeClr val="tx1">
                    <a:tint val="75000"/>
                  </a:schemeClr>
                </a:solidFill>
              </a:defRPr>
            </a:lvl7pPr>
            <a:lvl8pPr marL="3201040" indent="0" algn="ctr">
              <a:buNone/>
              <a:defRPr>
                <a:solidFill>
                  <a:schemeClr val="tx1">
                    <a:tint val="75000"/>
                  </a:schemeClr>
                </a:solidFill>
              </a:defRPr>
            </a:lvl8pPr>
            <a:lvl9pPr marL="3658332" indent="0" algn="ctr">
              <a:buNone/>
              <a:defRPr>
                <a:solidFill>
                  <a:schemeClr val="tx1">
                    <a:tint val="75000"/>
                  </a:schemeClr>
                </a:solidFill>
              </a:defRPr>
            </a:lvl9pPr>
          </a:lstStyle>
          <a:p>
            <a:r>
              <a:rPr lang="en-US" smtClean="0"/>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D30CD29-1DB5-46A5-A87D-8DEFCEAB366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411812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34ABFF6-A451-42FC-BECB-155267DD3F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4391149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335" y="4407923"/>
            <a:ext cx="10365899" cy="1362390"/>
          </a:xfrm>
        </p:spPr>
        <p:txBody>
          <a:bodyPr anchor="t"/>
          <a:lstStyle>
            <a:lvl1pPr algn="l">
              <a:defRPr sz="4001" b="1" cap="all"/>
            </a:lvl1pPr>
          </a:lstStyle>
          <a:p>
            <a:r>
              <a:rPr lang="en-US" smtClean="0"/>
              <a:t>Click to edit Master title style</a:t>
            </a:r>
            <a:endParaRPr lang="en-CA"/>
          </a:p>
        </p:txBody>
      </p:sp>
      <p:sp>
        <p:nvSpPr>
          <p:cNvPr id="3" name="Text Placeholder 2"/>
          <p:cNvSpPr>
            <a:spLocks noGrp="1"/>
          </p:cNvSpPr>
          <p:nvPr>
            <p:ph type="body" idx="1"/>
          </p:nvPr>
        </p:nvSpPr>
        <p:spPr>
          <a:xfrm>
            <a:off x="963335" y="2907386"/>
            <a:ext cx="10365899" cy="1500534"/>
          </a:xfrm>
        </p:spPr>
        <p:txBody>
          <a:bodyPr anchor="b"/>
          <a:lstStyle>
            <a:lvl1pPr marL="0" indent="0">
              <a:buNone/>
              <a:defRPr sz="2000">
                <a:solidFill>
                  <a:schemeClr val="tx1">
                    <a:tint val="75000"/>
                  </a:schemeClr>
                </a:solidFill>
              </a:defRPr>
            </a:lvl1pPr>
            <a:lvl2pPr marL="457291" indent="0">
              <a:buNone/>
              <a:defRPr sz="1800">
                <a:solidFill>
                  <a:schemeClr val="tx1">
                    <a:tint val="75000"/>
                  </a:schemeClr>
                </a:solidFill>
              </a:defRPr>
            </a:lvl2pPr>
            <a:lvl3pPr marL="914583" indent="0">
              <a:buNone/>
              <a:defRPr sz="1600">
                <a:solidFill>
                  <a:schemeClr val="tx1">
                    <a:tint val="75000"/>
                  </a:schemeClr>
                </a:solidFill>
              </a:defRPr>
            </a:lvl3pPr>
            <a:lvl4pPr marL="1371874" indent="0">
              <a:buNone/>
              <a:defRPr sz="1400">
                <a:solidFill>
                  <a:schemeClr val="tx1">
                    <a:tint val="75000"/>
                  </a:schemeClr>
                </a:solidFill>
              </a:defRPr>
            </a:lvl4pPr>
            <a:lvl5pPr marL="1829166" indent="0">
              <a:buNone/>
              <a:defRPr sz="1400">
                <a:solidFill>
                  <a:schemeClr val="tx1">
                    <a:tint val="75000"/>
                  </a:schemeClr>
                </a:solidFill>
              </a:defRPr>
            </a:lvl5pPr>
            <a:lvl6pPr marL="2286457" indent="0">
              <a:buNone/>
              <a:defRPr sz="1400">
                <a:solidFill>
                  <a:schemeClr val="tx1">
                    <a:tint val="75000"/>
                  </a:schemeClr>
                </a:solidFill>
              </a:defRPr>
            </a:lvl6pPr>
            <a:lvl7pPr marL="2743749" indent="0">
              <a:buNone/>
              <a:defRPr sz="1400">
                <a:solidFill>
                  <a:schemeClr val="tx1">
                    <a:tint val="75000"/>
                  </a:schemeClr>
                </a:solidFill>
              </a:defRPr>
            </a:lvl7pPr>
            <a:lvl8pPr marL="3201040" indent="0">
              <a:buNone/>
              <a:defRPr sz="1400">
                <a:solidFill>
                  <a:schemeClr val="tx1">
                    <a:tint val="75000"/>
                  </a:schemeClr>
                </a:solidFill>
              </a:defRPr>
            </a:lvl8pPr>
            <a:lvl9pPr marL="3658332"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927812B-9ED0-4ED1-9E3B-A0FBA57D734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933456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609759" y="1600573"/>
            <a:ext cx="5386202" cy="4527011"/>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6199214" y="1600573"/>
            <a:ext cx="5386202" cy="4527011"/>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DA48633-9E17-41E4-B08E-98259F82A62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4963358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CA"/>
          </a:p>
        </p:txBody>
      </p:sp>
      <p:sp>
        <p:nvSpPr>
          <p:cNvPr id="3" name="Text Placeholder 2"/>
          <p:cNvSpPr>
            <a:spLocks noGrp="1"/>
          </p:cNvSpPr>
          <p:nvPr>
            <p:ph type="body" idx="1"/>
          </p:nvPr>
        </p:nvSpPr>
        <p:spPr>
          <a:xfrm>
            <a:off x="609759" y="1535470"/>
            <a:ext cx="5388320" cy="639911"/>
          </a:xfrm>
        </p:spPr>
        <p:txBody>
          <a:bodyPr anchor="b"/>
          <a:lstStyle>
            <a:lvl1pPr marL="0" indent="0">
              <a:buNone/>
              <a:defRPr sz="2400" b="1"/>
            </a:lvl1pPr>
            <a:lvl2pPr marL="457291" indent="0">
              <a:buNone/>
              <a:defRPr sz="2000" b="1"/>
            </a:lvl2pPr>
            <a:lvl3pPr marL="914583" indent="0">
              <a:buNone/>
              <a:defRPr sz="1800" b="1"/>
            </a:lvl3pPr>
            <a:lvl4pPr marL="1371874" indent="0">
              <a:buNone/>
              <a:defRPr sz="1600" b="1"/>
            </a:lvl4pPr>
            <a:lvl5pPr marL="1829166" indent="0">
              <a:buNone/>
              <a:defRPr sz="1600" b="1"/>
            </a:lvl5pPr>
            <a:lvl6pPr marL="2286457" indent="0">
              <a:buNone/>
              <a:defRPr sz="1600" b="1"/>
            </a:lvl6pPr>
            <a:lvl7pPr marL="2743749" indent="0">
              <a:buNone/>
              <a:defRPr sz="1600" b="1"/>
            </a:lvl7pPr>
            <a:lvl8pPr marL="3201040" indent="0">
              <a:buNone/>
              <a:defRPr sz="1600" b="1"/>
            </a:lvl8pPr>
            <a:lvl9pPr marL="3658332"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759" y="2175378"/>
            <a:ext cx="5388320" cy="395220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6194992" y="1535470"/>
            <a:ext cx="5390437" cy="639911"/>
          </a:xfrm>
        </p:spPr>
        <p:txBody>
          <a:bodyPr anchor="b"/>
          <a:lstStyle>
            <a:lvl1pPr marL="0" indent="0">
              <a:buNone/>
              <a:defRPr sz="2400" b="1"/>
            </a:lvl1pPr>
            <a:lvl2pPr marL="457291" indent="0">
              <a:buNone/>
              <a:defRPr sz="2000" b="1"/>
            </a:lvl2pPr>
            <a:lvl3pPr marL="914583" indent="0">
              <a:buNone/>
              <a:defRPr sz="1800" b="1"/>
            </a:lvl3pPr>
            <a:lvl4pPr marL="1371874" indent="0">
              <a:buNone/>
              <a:defRPr sz="1600" b="1"/>
            </a:lvl4pPr>
            <a:lvl5pPr marL="1829166" indent="0">
              <a:buNone/>
              <a:defRPr sz="1600" b="1"/>
            </a:lvl5pPr>
            <a:lvl6pPr marL="2286457" indent="0">
              <a:buNone/>
              <a:defRPr sz="1600" b="1"/>
            </a:lvl6pPr>
            <a:lvl7pPr marL="2743749" indent="0">
              <a:buNone/>
              <a:defRPr sz="1600" b="1"/>
            </a:lvl7pPr>
            <a:lvl8pPr marL="3201040" indent="0">
              <a:buNone/>
              <a:defRPr sz="1600" b="1"/>
            </a:lvl8pPr>
            <a:lvl9pPr marL="3658332"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4992" y="2175378"/>
            <a:ext cx="5390437" cy="395220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067D2BBF-5CCA-4B73-8207-9296B10EA8F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7341197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E472234-6427-4417-B5BA-27C8119A82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370796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FC72869-ABD1-4687-B906-C64E2DDB0B2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55469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785" y="273114"/>
            <a:ext cx="4012129" cy="1162320"/>
          </a:xfrm>
        </p:spPr>
        <p:txBody>
          <a:bodyPr anchor="b"/>
          <a:lstStyle>
            <a:lvl1pPr algn="l">
              <a:defRPr sz="2000" b="1"/>
            </a:lvl1pPr>
          </a:lstStyle>
          <a:p>
            <a:r>
              <a:rPr lang="en-US" smtClean="0"/>
              <a:t>Click to edit Master title style</a:t>
            </a:r>
            <a:endParaRPr lang="en-CA"/>
          </a:p>
        </p:txBody>
      </p:sp>
      <p:sp>
        <p:nvSpPr>
          <p:cNvPr id="3" name="Content Placeholder 2"/>
          <p:cNvSpPr>
            <a:spLocks noGrp="1"/>
          </p:cNvSpPr>
          <p:nvPr>
            <p:ph idx="1"/>
          </p:nvPr>
        </p:nvSpPr>
        <p:spPr>
          <a:xfrm>
            <a:off x="4767974" y="273129"/>
            <a:ext cx="6817442" cy="5854469"/>
          </a:xfrm>
        </p:spPr>
        <p:txBody>
          <a:bodyPr/>
          <a:lstStyle>
            <a:lvl1pPr>
              <a:defRPr sz="3201"/>
            </a:lvl1pPr>
            <a:lvl2pPr>
              <a:defRPr sz="2801"/>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Text Placeholder 3"/>
          <p:cNvSpPr>
            <a:spLocks noGrp="1"/>
          </p:cNvSpPr>
          <p:nvPr>
            <p:ph type="body" sz="half" idx="2"/>
          </p:nvPr>
        </p:nvSpPr>
        <p:spPr>
          <a:xfrm>
            <a:off x="609785" y="1435437"/>
            <a:ext cx="4012129" cy="4692149"/>
          </a:xfrm>
        </p:spPr>
        <p:txBody>
          <a:bodyPr/>
          <a:lstStyle>
            <a:lvl1pPr marL="0" indent="0">
              <a:buNone/>
              <a:defRPr sz="1400"/>
            </a:lvl1pPr>
            <a:lvl2pPr marL="457291" indent="0">
              <a:buNone/>
              <a:defRPr sz="1200"/>
            </a:lvl2pPr>
            <a:lvl3pPr marL="914583" indent="0">
              <a:buNone/>
              <a:defRPr sz="1000"/>
            </a:lvl3pPr>
            <a:lvl4pPr marL="1371874" indent="0">
              <a:buNone/>
              <a:defRPr sz="900"/>
            </a:lvl4pPr>
            <a:lvl5pPr marL="1829166" indent="0">
              <a:buNone/>
              <a:defRPr sz="900"/>
            </a:lvl5pPr>
            <a:lvl6pPr marL="2286457" indent="0">
              <a:buNone/>
              <a:defRPr sz="900"/>
            </a:lvl6pPr>
            <a:lvl7pPr marL="2743749" indent="0">
              <a:buNone/>
              <a:defRPr sz="900"/>
            </a:lvl7pPr>
            <a:lvl8pPr marL="3201040" indent="0">
              <a:buNone/>
              <a:defRPr sz="900"/>
            </a:lvl8pPr>
            <a:lvl9pPr marL="3658332"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BD42A0-C0A3-4B33-A374-7D8EC2FC305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3823925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340" y="4801714"/>
            <a:ext cx="7317105" cy="566870"/>
          </a:xfrm>
        </p:spPr>
        <p:txBody>
          <a:bodyPr anchor="b"/>
          <a:lstStyle>
            <a:lvl1pPr algn="l">
              <a:defRPr sz="2000" b="1"/>
            </a:lvl1pPr>
          </a:lstStyle>
          <a:p>
            <a:r>
              <a:rPr lang="en-US" smtClean="0"/>
              <a:t>Click to edit Master title style</a:t>
            </a:r>
            <a:endParaRPr lang="en-CA"/>
          </a:p>
        </p:txBody>
      </p:sp>
      <p:sp>
        <p:nvSpPr>
          <p:cNvPr id="3" name="Picture Placeholder 2"/>
          <p:cNvSpPr>
            <a:spLocks noGrp="1"/>
          </p:cNvSpPr>
          <p:nvPr>
            <p:ph type="pic" idx="1"/>
          </p:nvPr>
        </p:nvSpPr>
        <p:spPr>
          <a:xfrm>
            <a:off x="2390340" y="612916"/>
            <a:ext cx="7317105" cy="4115753"/>
          </a:xfrm>
        </p:spPr>
        <p:txBody>
          <a:bodyPr rtlCol="0">
            <a:normAutofit/>
          </a:bodyPr>
          <a:lstStyle>
            <a:lvl1pPr marL="0" indent="0">
              <a:buNone/>
              <a:defRPr sz="3201"/>
            </a:lvl1pPr>
            <a:lvl2pPr marL="457291" indent="0">
              <a:buNone/>
              <a:defRPr sz="2801"/>
            </a:lvl2pPr>
            <a:lvl3pPr marL="914583" indent="0">
              <a:buNone/>
              <a:defRPr sz="2400"/>
            </a:lvl3pPr>
            <a:lvl4pPr marL="1371874" indent="0">
              <a:buNone/>
              <a:defRPr sz="2000"/>
            </a:lvl4pPr>
            <a:lvl5pPr marL="1829166" indent="0">
              <a:buNone/>
              <a:defRPr sz="2000"/>
            </a:lvl5pPr>
            <a:lvl6pPr marL="2286457" indent="0">
              <a:buNone/>
              <a:defRPr sz="2000"/>
            </a:lvl6pPr>
            <a:lvl7pPr marL="2743749" indent="0">
              <a:buNone/>
              <a:defRPr sz="2000"/>
            </a:lvl7pPr>
            <a:lvl8pPr marL="3201040" indent="0">
              <a:buNone/>
              <a:defRPr sz="2000"/>
            </a:lvl8pPr>
            <a:lvl9pPr marL="3658332" indent="0">
              <a:buNone/>
              <a:defRPr sz="2000"/>
            </a:lvl9pPr>
          </a:lstStyle>
          <a:p>
            <a:pPr lvl="0"/>
            <a:endParaRPr lang="en-CA" noProof="0" smtClean="0"/>
          </a:p>
        </p:txBody>
      </p:sp>
      <p:sp>
        <p:nvSpPr>
          <p:cNvPr id="4" name="Text Placeholder 3"/>
          <p:cNvSpPr>
            <a:spLocks noGrp="1"/>
          </p:cNvSpPr>
          <p:nvPr>
            <p:ph type="body" sz="half" idx="2"/>
          </p:nvPr>
        </p:nvSpPr>
        <p:spPr>
          <a:xfrm>
            <a:off x="2390340" y="5368596"/>
            <a:ext cx="7317105" cy="805049"/>
          </a:xfrm>
        </p:spPr>
        <p:txBody>
          <a:bodyPr/>
          <a:lstStyle>
            <a:lvl1pPr marL="0" indent="0">
              <a:buNone/>
              <a:defRPr sz="1400"/>
            </a:lvl1pPr>
            <a:lvl2pPr marL="457291" indent="0">
              <a:buNone/>
              <a:defRPr sz="1200"/>
            </a:lvl2pPr>
            <a:lvl3pPr marL="914583" indent="0">
              <a:buNone/>
              <a:defRPr sz="1000"/>
            </a:lvl3pPr>
            <a:lvl4pPr marL="1371874" indent="0">
              <a:buNone/>
              <a:defRPr sz="900"/>
            </a:lvl4pPr>
            <a:lvl5pPr marL="1829166" indent="0">
              <a:buNone/>
              <a:defRPr sz="900"/>
            </a:lvl5pPr>
            <a:lvl6pPr marL="2286457" indent="0">
              <a:buNone/>
              <a:defRPr sz="900"/>
            </a:lvl6pPr>
            <a:lvl7pPr marL="2743749" indent="0">
              <a:buNone/>
              <a:defRPr sz="900"/>
            </a:lvl7pPr>
            <a:lvl8pPr marL="3201040" indent="0">
              <a:buNone/>
              <a:defRPr sz="900"/>
            </a:lvl8pPr>
            <a:lvl9pPr marL="3658332"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8585BFE-350A-44E6-8DE1-1FEBDEBEB91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6824203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2464CEC-3D9D-46A8-BA21-4750EC1B2BC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9795403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1502" y="274705"/>
            <a:ext cx="2743914" cy="5852880"/>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609759" y="274705"/>
            <a:ext cx="8028490" cy="585288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6114942-A433-4B12-9CFB-B9343823EB1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67837797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638" y="2130935"/>
            <a:ext cx="10365899" cy="1470366"/>
          </a:xfrm>
        </p:spPr>
        <p:txBody>
          <a:bodyPr/>
          <a:lstStyle/>
          <a:p>
            <a:r>
              <a:rPr lang="en-US" smtClean="0"/>
              <a:t>Click to edit Master title style</a:t>
            </a:r>
            <a:endParaRPr lang="en-CA"/>
          </a:p>
        </p:txBody>
      </p:sp>
      <p:sp>
        <p:nvSpPr>
          <p:cNvPr id="3" name="Subtitle 2"/>
          <p:cNvSpPr>
            <a:spLocks noGrp="1"/>
          </p:cNvSpPr>
          <p:nvPr>
            <p:ph type="subTitle" idx="1"/>
          </p:nvPr>
        </p:nvSpPr>
        <p:spPr>
          <a:xfrm>
            <a:off x="1829276" y="3887100"/>
            <a:ext cx="8536623" cy="1753006"/>
          </a:xfrm>
        </p:spPr>
        <p:txBody>
          <a:bodyPr/>
          <a:lstStyle>
            <a:lvl1pPr marL="0" indent="0" algn="ctr">
              <a:buNone/>
              <a:defRPr>
                <a:solidFill>
                  <a:schemeClr val="tx1">
                    <a:tint val="75000"/>
                  </a:schemeClr>
                </a:solidFill>
              </a:defRPr>
            </a:lvl1pPr>
            <a:lvl2pPr marL="457261" indent="0" algn="ctr">
              <a:buNone/>
              <a:defRPr>
                <a:solidFill>
                  <a:schemeClr val="tx1">
                    <a:tint val="75000"/>
                  </a:schemeClr>
                </a:solidFill>
              </a:defRPr>
            </a:lvl2pPr>
            <a:lvl3pPr marL="914522" indent="0" algn="ctr">
              <a:buNone/>
              <a:defRPr>
                <a:solidFill>
                  <a:schemeClr val="tx1">
                    <a:tint val="75000"/>
                  </a:schemeClr>
                </a:solidFill>
              </a:defRPr>
            </a:lvl3pPr>
            <a:lvl4pPr marL="1371782" indent="0" algn="ctr">
              <a:buNone/>
              <a:defRPr>
                <a:solidFill>
                  <a:schemeClr val="tx1">
                    <a:tint val="75000"/>
                  </a:schemeClr>
                </a:solidFill>
              </a:defRPr>
            </a:lvl4pPr>
            <a:lvl5pPr marL="1829044" indent="0" algn="ctr">
              <a:buNone/>
              <a:defRPr>
                <a:solidFill>
                  <a:schemeClr val="tx1">
                    <a:tint val="75000"/>
                  </a:schemeClr>
                </a:solidFill>
              </a:defRPr>
            </a:lvl5pPr>
            <a:lvl6pPr marL="2286304" indent="0" algn="ctr">
              <a:buNone/>
              <a:defRPr>
                <a:solidFill>
                  <a:schemeClr val="tx1">
                    <a:tint val="75000"/>
                  </a:schemeClr>
                </a:solidFill>
              </a:defRPr>
            </a:lvl6pPr>
            <a:lvl7pPr marL="2743566" indent="0" algn="ctr">
              <a:buNone/>
              <a:defRPr>
                <a:solidFill>
                  <a:schemeClr val="tx1">
                    <a:tint val="75000"/>
                  </a:schemeClr>
                </a:solidFill>
              </a:defRPr>
            </a:lvl7pPr>
            <a:lvl8pPr marL="3200827" indent="0" algn="ctr">
              <a:buNone/>
              <a:defRPr>
                <a:solidFill>
                  <a:schemeClr val="tx1">
                    <a:tint val="75000"/>
                  </a:schemeClr>
                </a:solidFill>
              </a:defRPr>
            </a:lvl8pPr>
            <a:lvl9pPr marL="3658087" indent="0" algn="ctr">
              <a:buNone/>
              <a:defRPr>
                <a:solidFill>
                  <a:schemeClr val="tx1">
                    <a:tint val="75000"/>
                  </a:schemeClr>
                </a:solidFill>
              </a:defRPr>
            </a:lvl9pPr>
          </a:lstStyle>
          <a:p>
            <a:r>
              <a:rPr lang="en-US" smtClean="0"/>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D30CD29-1DB5-46A5-A87D-8DEFCEAB366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7823308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34ABFF6-A451-42FC-BECB-155267DD3F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5024445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336" y="4407923"/>
            <a:ext cx="10365899" cy="1362390"/>
          </a:xfrm>
        </p:spPr>
        <p:txBody>
          <a:bodyPr anchor="t"/>
          <a:lstStyle>
            <a:lvl1pPr algn="l">
              <a:defRPr sz="4001" b="1" cap="all"/>
            </a:lvl1pPr>
          </a:lstStyle>
          <a:p>
            <a:r>
              <a:rPr lang="en-US" smtClean="0"/>
              <a:t>Click to edit Master title style</a:t>
            </a:r>
            <a:endParaRPr lang="en-CA"/>
          </a:p>
        </p:txBody>
      </p:sp>
      <p:sp>
        <p:nvSpPr>
          <p:cNvPr id="3" name="Text Placeholder 2"/>
          <p:cNvSpPr>
            <a:spLocks noGrp="1"/>
          </p:cNvSpPr>
          <p:nvPr>
            <p:ph type="body" idx="1"/>
          </p:nvPr>
        </p:nvSpPr>
        <p:spPr>
          <a:xfrm>
            <a:off x="963336" y="2907386"/>
            <a:ext cx="10365899" cy="1500534"/>
          </a:xfrm>
        </p:spPr>
        <p:txBody>
          <a:bodyPr anchor="b"/>
          <a:lstStyle>
            <a:lvl1pPr marL="0" indent="0">
              <a:buNone/>
              <a:defRPr sz="2000">
                <a:solidFill>
                  <a:schemeClr val="tx1">
                    <a:tint val="75000"/>
                  </a:schemeClr>
                </a:solidFill>
              </a:defRPr>
            </a:lvl1pPr>
            <a:lvl2pPr marL="457261" indent="0">
              <a:buNone/>
              <a:defRPr sz="1800">
                <a:solidFill>
                  <a:schemeClr val="tx1">
                    <a:tint val="75000"/>
                  </a:schemeClr>
                </a:solidFill>
              </a:defRPr>
            </a:lvl2pPr>
            <a:lvl3pPr marL="914522" indent="0">
              <a:buNone/>
              <a:defRPr sz="1600">
                <a:solidFill>
                  <a:schemeClr val="tx1">
                    <a:tint val="75000"/>
                  </a:schemeClr>
                </a:solidFill>
              </a:defRPr>
            </a:lvl3pPr>
            <a:lvl4pPr marL="1371782" indent="0">
              <a:buNone/>
              <a:defRPr sz="1400">
                <a:solidFill>
                  <a:schemeClr val="tx1">
                    <a:tint val="75000"/>
                  </a:schemeClr>
                </a:solidFill>
              </a:defRPr>
            </a:lvl4pPr>
            <a:lvl5pPr marL="1829044" indent="0">
              <a:buNone/>
              <a:defRPr sz="1400">
                <a:solidFill>
                  <a:schemeClr val="tx1">
                    <a:tint val="75000"/>
                  </a:schemeClr>
                </a:solidFill>
              </a:defRPr>
            </a:lvl5pPr>
            <a:lvl6pPr marL="2286304" indent="0">
              <a:buNone/>
              <a:defRPr sz="1400">
                <a:solidFill>
                  <a:schemeClr val="tx1">
                    <a:tint val="75000"/>
                  </a:schemeClr>
                </a:solidFill>
              </a:defRPr>
            </a:lvl6pPr>
            <a:lvl7pPr marL="2743566" indent="0">
              <a:buNone/>
              <a:defRPr sz="1400">
                <a:solidFill>
                  <a:schemeClr val="tx1">
                    <a:tint val="75000"/>
                  </a:schemeClr>
                </a:solidFill>
              </a:defRPr>
            </a:lvl7pPr>
            <a:lvl8pPr marL="3200827" indent="0">
              <a:buNone/>
              <a:defRPr sz="1400">
                <a:solidFill>
                  <a:schemeClr val="tx1">
                    <a:tint val="75000"/>
                  </a:schemeClr>
                </a:solidFill>
              </a:defRPr>
            </a:lvl8pPr>
            <a:lvl9pPr marL="3658087"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927812B-9ED0-4ED1-9E3B-A0FBA57D734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01475197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609759" y="1600573"/>
            <a:ext cx="5386202" cy="4527011"/>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6199214" y="1600573"/>
            <a:ext cx="5386202" cy="4527011"/>
          </a:xfrm>
        </p:spPr>
        <p:txBody>
          <a:bodyPr/>
          <a:lstStyle>
            <a:lvl1pPr>
              <a:defRPr sz="2801"/>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DA48633-9E17-41E4-B08E-98259F82A62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88838345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CA"/>
          </a:p>
        </p:txBody>
      </p:sp>
      <p:sp>
        <p:nvSpPr>
          <p:cNvPr id="3" name="Text Placeholder 2"/>
          <p:cNvSpPr>
            <a:spLocks noGrp="1"/>
          </p:cNvSpPr>
          <p:nvPr>
            <p:ph type="body" idx="1"/>
          </p:nvPr>
        </p:nvSpPr>
        <p:spPr>
          <a:xfrm>
            <a:off x="609759" y="1535470"/>
            <a:ext cx="5388320" cy="639911"/>
          </a:xfrm>
        </p:spPr>
        <p:txBody>
          <a:bodyPr anchor="b"/>
          <a:lstStyle>
            <a:lvl1pPr marL="0" indent="0">
              <a:buNone/>
              <a:defRPr sz="2400" b="1"/>
            </a:lvl1pPr>
            <a:lvl2pPr marL="457261" indent="0">
              <a:buNone/>
              <a:defRPr sz="2000" b="1"/>
            </a:lvl2pPr>
            <a:lvl3pPr marL="914522" indent="0">
              <a:buNone/>
              <a:defRPr sz="1800" b="1"/>
            </a:lvl3pPr>
            <a:lvl4pPr marL="1371782" indent="0">
              <a:buNone/>
              <a:defRPr sz="1600" b="1"/>
            </a:lvl4pPr>
            <a:lvl5pPr marL="1829044" indent="0">
              <a:buNone/>
              <a:defRPr sz="1600" b="1"/>
            </a:lvl5pPr>
            <a:lvl6pPr marL="2286304" indent="0">
              <a:buNone/>
              <a:defRPr sz="1600" b="1"/>
            </a:lvl6pPr>
            <a:lvl7pPr marL="2743566" indent="0">
              <a:buNone/>
              <a:defRPr sz="1600" b="1"/>
            </a:lvl7pPr>
            <a:lvl8pPr marL="3200827" indent="0">
              <a:buNone/>
              <a:defRPr sz="1600" b="1"/>
            </a:lvl8pPr>
            <a:lvl9pPr marL="3658087"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759" y="2175378"/>
            <a:ext cx="5388320" cy="395220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6194993" y="1535470"/>
            <a:ext cx="5390437" cy="639911"/>
          </a:xfrm>
        </p:spPr>
        <p:txBody>
          <a:bodyPr anchor="b"/>
          <a:lstStyle>
            <a:lvl1pPr marL="0" indent="0">
              <a:buNone/>
              <a:defRPr sz="2400" b="1"/>
            </a:lvl1pPr>
            <a:lvl2pPr marL="457261" indent="0">
              <a:buNone/>
              <a:defRPr sz="2000" b="1"/>
            </a:lvl2pPr>
            <a:lvl3pPr marL="914522" indent="0">
              <a:buNone/>
              <a:defRPr sz="1800" b="1"/>
            </a:lvl3pPr>
            <a:lvl4pPr marL="1371782" indent="0">
              <a:buNone/>
              <a:defRPr sz="1600" b="1"/>
            </a:lvl4pPr>
            <a:lvl5pPr marL="1829044" indent="0">
              <a:buNone/>
              <a:defRPr sz="1600" b="1"/>
            </a:lvl5pPr>
            <a:lvl6pPr marL="2286304" indent="0">
              <a:buNone/>
              <a:defRPr sz="1600" b="1"/>
            </a:lvl6pPr>
            <a:lvl7pPr marL="2743566" indent="0">
              <a:buNone/>
              <a:defRPr sz="1600" b="1"/>
            </a:lvl7pPr>
            <a:lvl8pPr marL="3200827" indent="0">
              <a:buNone/>
              <a:defRPr sz="1600" b="1"/>
            </a:lvl8pPr>
            <a:lvl9pPr marL="3658087"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4993" y="2175378"/>
            <a:ext cx="5390437" cy="395220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067D2BBF-5CCA-4B73-8207-9296B10EA8F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2110494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E472234-6427-4417-B5BA-27C8119A82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95388926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FC72869-ABD1-4687-B906-C64E2DDB0B2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51893436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786" y="273114"/>
            <a:ext cx="4012129" cy="1162320"/>
          </a:xfrm>
        </p:spPr>
        <p:txBody>
          <a:bodyPr anchor="b"/>
          <a:lstStyle>
            <a:lvl1pPr algn="l">
              <a:defRPr sz="2000" b="1"/>
            </a:lvl1pPr>
          </a:lstStyle>
          <a:p>
            <a:r>
              <a:rPr lang="en-US" smtClean="0"/>
              <a:t>Click to edit Master title style</a:t>
            </a:r>
            <a:endParaRPr lang="en-CA"/>
          </a:p>
        </p:txBody>
      </p:sp>
      <p:sp>
        <p:nvSpPr>
          <p:cNvPr id="3" name="Content Placeholder 2"/>
          <p:cNvSpPr>
            <a:spLocks noGrp="1"/>
          </p:cNvSpPr>
          <p:nvPr>
            <p:ph idx="1"/>
          </p:nvPr>
        </p:nvSpPr>
        <p:spPr>
          <a:xfrm>
            <a:off x="4767974" y="273130"/>
            <a:ext cx="6817442" cy="5854469"/>
          </a:xfrm>
        </p:spPr>
        <p:txBody>
          <a:bodyPr/>
          <a:lstStyle>
            <a:lvl1pPr>
              <a:defRPr sz="3201"/>
            </a:lvl1pPr>
            <a:lvl2pPr>
              <a:defRPr sz="2801"/>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Text Placeholder 3"/>
          <p:cNvSpPr>
            <a:spLocks noGrp="1"/>
          </p:cNvSpPr>
          <p:nvPr>
            <p:ph type="body" sz="half" idx="2"/>
          </p:nvPr>
        </p:nvSpPr>
        <p:spPr>
          <a:xfrm>
            <a:off x="609786" y="1435438"/>
            <a:ext cx="4012129" cy="4692149"/>
          </a:xfrm>
        </p:spPr>
        <p:txBody>
          <a:bodyPr/>
          <a:lstStyle>
            <a:lvl1pPr marL="0" indent="0">
              <a:buNone/>
              <a:defRPr sz="1400"/>
            </a:lvl1pPr>
            <a:lvl2pPr marL="457261" indent="0">
              <a:buNone/>
              <a:defRPr sz="1200"/>
            </a:lvl2pPr>
            <a:lvl3pPr marL="914522" indent="0">
              <a:buNone/>
              <a:defRPr sz="1000"/>
            </a:lvl3pPr>
            <a:lvl4pPr marL="1371782" indent="0">
              <a:buNone/>
              <a:defRPr sz="900"/>
            </a:lvl4pPr>
            <a:lvl5pPr marL="1829044" indent="0">
              <a:buNone/>
              <a:defRPr sz="900"/>
            </a:lvl5pPr>
            <a:lvl6pPr marL="2286304" indent="0">
              <a:buNone/>
              <a:defRPr sz="900"/>
            </a:lvl6pPr>
            <a:lvl7pPr marL="2743566" indent="0">
              <a:buNone/>
              <a:defRPr sz="900"/>
            </a:lvl7pPr>
            <a:lvl8pPr marL="3200827" indent="0">
              <a:buNone/>
              <a:defRPr sz="900"/>
            </a:lvl8pPr>
            <a:lvl9pPr marL="3658087"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BD42A0-C0A3-4B33-A374-7D8EC2FC305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95449015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341" y="4801714"/>
            <a:ext cx="7317105" cy="566870"/>
          </a:xfrm>
        </p:spPr>
        <p:txBody>
          <a:bodyPr anchor="b"/>
          <a:lstStyle>
            <a:lvl1pPr algn="l">
              <a:defRPr sz="2000" b="1"/>
            </a:lvl1pPr>
          </a:lstStyle>
          <a:p>
            <a:r>
              <a:rPr lang="en-US" smtClean="0"/>
              <a:t>Click to edit Master title style</a:t>
            </a:r>
            <a:endParaRPr lang="en-CA"/>
          </a:p>
        </p:txBody>
      </p:sp>
      <p:sp>
        <p:nvSpPr>
          <p:cNvPr id="3" name="Picture Placeholder 2"/>
          <p:cNvSpPr>
            <a:spLocks noGrp="1"/>
          </p:cNvSpPr>
          <p:nvPr>
            <p:ph type="pic" idx="1"/>
          </p:nvPr>
        </p:nvSpPr>
        <p:spPr>
          <a:xfrm>
            <a:off x="2390341" y="612916"/>
            <a:ext cx="7317105" cy="4115753"/>
          </a:xfrm>
        </p:spPr>
        <p:txBody>
          <a:bodyPr rtlCol="0">
            <a:normAutofit/>
          </a:bodyPr>
          <a:lstStyle>
            <a:lvl1pPr marL="0" indent="0">
              <a:buNone/>
              <a:defRPr sz="3201"/>
            </a:lvl1pPr>
            <a:lvl2pPr marL="457261" indent="0">
              <a:buNone/>
              <a:defRPr sz="2801"/>
            </a:lvl2pPr>
            <a:lvl3pPr marL="914522" indent="0">
              <a:buNone/>
              <a:defRPr sz="2400"/>
            </a:lvl3pPr>
            <a:lvl4pPr marL="1371782" indent="0">
              <a:buNone/>
              <a:defRPr sz="2000"/>
            </a:lvl4pPr>
            <a:lvl5pPr marL="1829044" indent="0">
              <a:buNone/>
              <a:defRPr sz="2000"/>
            </a:lvl5pPr>
            <a:lvl6pPr marL="2286304" indent="0">
              <a:buNone/>
              <a:defRPr sz="2000"/>
            </a:lvl6pPr>
            <a:lvl7pPr marL="2743566" indent="0">
              <a:buNone/>
              <a:defRPr sz="2000"/>
            </a:lvl7pPr>
            <a:lvl8pPr marL="3200827" indent="0">
              <a:buNone/>
              <a:defRPr sz="2000"/>
            </a:lvl8pPr>
            <a:lvl9pPr marL="3658087" indent="0">
              <a:buNone/>
              <a:defRPr sz="2000"/>
            </a:lvl9pPr>
          </a:lstStyle>
          <a:p>
            <a:pPr lvl="0"/>
            <a:endParaRPr lang="en-CA" noProof="0" smtClean="0"/>
          </a:p>
        </p:txBody>
      </p:sp>
      <p:sp>
        <p:nvSpPr>
          <p:cNvPr id="4" name="Text Placeholder 3"/>
          <p:cNvSpPr>
            <a:spLocks noGrp="1"/>
          </p:cNvSpPr>
          <p:nvPr>
            <p:ph type="body" sz="half" idx="2"/>
          </p:nvPr>
        </p:nvSpPr>
        <p:spPr>
          <a:xfrm>
            <a:off x="2390341" y="5368597"/>
            <a:ext cx="7317105" cy="805049"/>
          </a:xfrm>
        </p:spPr>
        <p:txBody>
          <a:bodyPr/>
          <a:lstStyle>
            <a:lvl1pPr marL="0" indent="0">
              <a:buNone/>
              <a:defRPr sz="1400"/>
            </a:lvl1pPr>
            <a:lvl2pPr marL="457261" indent="0">
              <a:buNone/>
              <a:defRPr sz="1200"/>
            </a:lvl2pPr>
            <a:lvl3pPr marL="914522" indent="0">
              <a:buNone/>
              <a:defRPr sz="1000"/>
            </a:lvl3pPr>
            <a:lvl4pPr marL="1371782" indent="0">
              <a:buNone/>
              <a:defRPr sz="900"/>
            </a:lvl4pPr>
            <a:lvl5pPr marL="1829044" indent="0">
              <a:buNone/>
              <a:defRPr sz="900"/>
            </a:lvl5pPr>
            <a:lvl6pPr marL="2286304" indent="0">
              <a:buNone/>
              <a:defRPr sz="900"/>
            </a:lvl6pPr>
            <a:lvl7pPr marL="2743566" indent="0">
              <a:buNone/>
              <a:defRPr sz="900"/>
            </a:lvl7pPr>
            <a:lvl8pPr marL="3200827" indent="0">
              <a:buNone/>
              <a:defRPr sz="900"/>
            </a:lvl8pPr>
            <a:lvl9pPr marL="3658087"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8585BFE-350A-44E6-8DE1-1FEBDEBEB91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2560603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2464CEC-3D9D-46A8-BA21-4750EC1B2BC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33400502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1502" y="274705"/>
            <a:ext cx="2743914" cy="5852880"/>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609759" y="274705"/>
            <a:ext cx="8028490" cy="585288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6114942-A433-4B12-9CFB-B9343823EB1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72038975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638" y="2130933"/>
            <a:ext cx="10365899" cy="1470367"/>
          </a:xfrm>
        </p:spPr>
        <p:txBody>
          <a:bodyPr/>
          <a:lstStyle/>
          <a:p>
            <a:r>
              <a:rPr lang="en-US" smtClean="0"/>
              <a:t>Click to edit Master title style</a:t>
            </a:r>
            <a:endParaRPr lang="en-CA"/>
          </a:p>
        </p:txBody>
      </p:sp>
      <p:sp>
        <p:nvSpPr>
          <p:cNvPr id="3" name="Subtitle 2"/>
          <p:cNvSpPr>
            <a:spLocks noGrp="1"/>
          </p:cNvSpPr>
          <p:nvPr>
            <p:ph type="subTitle" idx="1"/>
          </p:nvPr>
        </p:nvSpPr>
        <p:spPr>
          <a:xfrm>
            <a:off x="1829276" y="3887100"/>
            <a:ext cx="8536623" cy="1753006"/>
          </a:xfrm>
        </p:spPr>
        <p:txBody>
          <a:bodyPr/>
          <a:lstStyle>
            <a:lvl1pPr marL="0" indent="0" algn="ctr">
              <a:buNone/>
              <a:defRPr>
                <a:solidFill>
                  <a:schemeClr val="tx1">
                    <a:tint val="75000"/>
                  </a:schemeClr>
                </a:solidFill>
              </a:defRPr>
            </a:lvl1pPr>
            <a:lvl2pPr marL="457246" indent="0" algn="ctr">
              <a:buNone/>
              <a:defRPr>
                <a:solidFill>
                  <a:schemeClr val="tx1">
                    <a:tint val="75000"/>
                  </a:schemeClr>
                </a:solidFill>
              </a:defRPr>
            </a:lvl2pPr>
            <a:lvl3pPr marL="914492" indent="0" algn="ctr">
              <a:buNone/>
              <a:defRPr>
                <a:solidFill>
                  <a:schemeClr val="tx1">
                    <a:tint val="75000"/>
                  </a:schemeClr>
                </a:solidFill>
              </a:defRPr>
            </a:lvl3pPr>
            <a:lvl4pPr marL="1371737" indent="0" algn="ctr">
              <a:buNone/>
              <a:defRPr>
                <a:solidFill>
                  <a:schemeClr val="tx1">
                    <a:tint val="75000"/>
                  </a:schemeClr>
                </a:solidFill>
              </a:defRPr>
            </a:lvl4pPr>
            <a:lvl5pPr marL="1828983" indent="0" algn="ctr">
              <a:buNone/>
              <a:defRPr>
                <a:solidFill>
                  <a:schemeClr val="tx1">
                    <a:tint val="75000"/>
                  </a:schemeClr>
                </a:solidFill>
              </a:defRPr>
            </a:lvl5pPr>
            <a:lvl6pPr marL="2286228" indent="0" algn="ctr">
              <a:buNone/>
              <a:defRPr>
                <a:solidFill>
                  <a:schemeClr val="tx1">
                    <a:tint val="75000"/>
                  </a:schemeClr>
                </a:solidFill>
              </a:defRPr>
            </a:lvl6pPr>
            <a:lvl7pPr marL="2743475" indent="0" algn="ctr">
              <a:buNone/>
              <a:defRPr>
                <a:solidFill>
                  <a:schemeClr val="tx1">
                    <a:tint val="75000"/>
                  </a:schemeClr>
                </a:solidFill>
              </a:defRPr>
            </a:lvl7pPr>
            <a:lvl8pPr marL="3200720" indent="0" algn="ctr">
              <a:buNone/>
              <a:defRPr>
                <a:solidFill>
                  <a:schemeClr val="tx1">
                    <a:tint val="75000"/>
                  </a:schemeClr>
                </a:solidFill>
              </a:defRPr>
            </a:lvl8pPr>
            <a:lvl9pPr marL="3657966" indent="0" algn="ctr">
              <a:buNone/>
              <a:defRPr>
                <a:solidFill>
                  <a:schemeClr val="tx1">
                    <a:tint val="75000"/>
                  </a:schemeClr>
                </a:solidFill>
              </a:defRPr>
            </a:lvl9pPr>
          </a:lstStyle>
          <a:p>
            <a:r>
              <a:rPr lang="en-US" smtClean="0"/>
              <a:t>Click to edit Master subtitle style</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D30CD29-1DB5-46A5-A87D-8DEFCEAB366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2486793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34ABFF6-A451-42FC-BECB-155267DD3F51}"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28589399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336" y="4407923"/>
            <a:ext cx="10365899" cy="1362390"/>
          </a:xfrm>
        </p:spPr>
        <p:txBody>
          <a:bodyPr anchor="t"/>
          <a:lstStyle>
            <a:lvl1pPr algn="l">
              <a:defRPr sz="4001" b="1" cap="all"/>
            </a:lvl1pPr>
          </a:lstStyle>
          <a:p>
            <a:r>
              <a:rPr lang="en-US" smtClean="0"/>
              <a:t>Click to edit Master title style</a:t>
            </a:r>
            <a:endParaRPr lang="en-CA"/>
          </a:p>
        </p:txBody>
      </p:sp>
      <p:sp>
        <p:nvSpPr>
          <p:cNvPr id="3" name="Text Placeholder 2"/>
          <p:cNvSpPr>
            <a:spLocks noGrp="1"/>
          </p:cNvSpPr>
          <p:nvPr>
            <p:ph type="body" idx="1"/>
          </p:nvPr>
        </p:nvSpPr>
        <p:spPr>
          <a:xfrm>
            <a:off x="963336" y="2907386"/>
            <a:ext cx="10365899" cy="1500534"/>
          </a:xfrm>
        </p:spPr>
        <p:txBody>
          <a:bodyPr anchor="b"/>
          <a:lstStyle>
            <a:lvl1pPr marL="0" indent="0">
              <a:buNone/>
              <a:defRPr sz="1999">
                <a:solidFill>
                  <a:schemeClr val="tx1">
                    <a:tint val="75000"/>
                  </a:schemeClr>
                </a:solidFill>
              </a:defRPr>
            </a:lvl1pPr>
            <a:lvl2pPr marL="457246" indent="0">
              <a:buNone/>
              <a:defRPr sz="1799">
                <a:solidFill>
                  <a:schemeClr val="tx1">
                    <a:tint val="75000"/>
                  </a:schemeClr>
                </a:solidFill>
              </a:defRPr>
            </a:lvl2pPr>
            <a:lvl3pPr marL="914492" indent="0">
              <a:buNone/>
              <a:defRPr sz="1600">
                <a:solidFill>
                  <a:schemeClr val="tx1">
                    <a:tint val="75000"/>
                  </a:schemeClr>
                </a:solidFill>
              </a:defRPr>
            </a:lvl3pPr>
            <a:lvl4pPr marL="1371737" indent="0">
              <a:buNone/>
              <a:defRPr sz="1400">
                <a:solidFill>
                  <a:schemeClr val="tx1">
                    <a:tint val="75000"/>
                  </a:schemeClr>
                </a:solidFill>
              </a:defRPr>
            </a:lvl4pPr>
            <a:lvl5pPr marL="1828983" indent="0">
              <a:buNone/>
              <a:defRPr sz="1400">
                <a:solidFill>
                  <a:schemeClr val="tx1">
                    <a:tint val="75000"/>
                  </a:schemeClr>
                </a:solidFill>
              </a:defRPr>
            </a:lvl5pPr>
            <a:lvl6pPr marL="2286228" indent="0">
              <a:buNone/>
              <a:defRPr sz="1400">
                <a:solidFill>
                  <a:schemeClr val="tx1">
                    <a:tint val="75000"/>
                  </a:schemeClr>
                </a:solidFill>
              </a:defRPr>
            </a:lvl6pPr>
            <a:lvl7pPr marL="2743475" indent="0">
              <a:buNone/>
              <a:defRPr sz="1400">
                <a:solidFill>
                  <a:schemeClr val="tx1">
                    <a:tint val="75000"/>
                  </a:schemeClr>
                </a:solidFill>
              </a:defRPr>
            </a:lvl7pPr>
            <a:lvl8pPr marL="3200720" indent="0">
              <a:buNone/>
              <a:defRPr sz="1400">
                <a:solidFill>
                  <a:schemeClr val="tx1">
                    <a:tint val="75000"/>
                  </a:schemeClr>
                </a:solidFill>
              </a:defRPr>
            </a:lvl8pPr>
            <a:lvl9pPr marL="3657966"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F927812B-9ED0-4ED1-9E3B-A0FBA57D734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49034671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609759" y="1600574"/>
            <a:ext cx="5386202" cy="4527011"/>
          </a:xfrm>
        </p:spPr>
        <p:txBody>
          <a:bodyPr/>
          <a:lstStyle>
            <a:lvl1pPr>
              <a:defRPr sz="2801"/>
            </a:lvl1pPr>
            <a:lvl2pPr>
              <a:defRPr sz="2399"/>
            </a:lvl2pPr>
            <a:lvl3pPr>
              <a:defRPr sz="1999"/>
            </a:lvl3pPr>
            <a:lvl4pPr>
              <a:defRPr sz="1799"/>
            </a:lvl4pPr>
            <a:lvl5pPr>
              <a:defRPr sz="1799"/>
            </a:lvl5pPr>
            <a:lvl6pPr>
              <a:defRPr sz="1799"/>
            </a:lvl6pPr>
            <a:lvl7pPr>
              <a:defRPr sz="1799"/>
            </a:lvl7pPr>
            <a:lvl8pPr>
              <a:defRPr sz="1799"/>
            </a:lvl8pPr>
            <a:lvl9pPr>
              <a:defRPr sz="179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6199214" y="1600574"/>
            <a:ext cx="5386202" cy="4527011"/>
          </a:xfrm>
        </p:spPr>
        <p:txBody>
          <a:bodyPr/>
          <a:lstStyle>
            <a:lvl1pPr>
              <a:defRPr sz="2801"/>
            </a:lvl1pPr>
            <a:lvl2pPr>
              <a:defRPr sz="2399"/>
            </a:lvl2pPr>
            <a:lvl3pPr>
              <a:defRPr sz="1999"/>
            </a:lvl3pPr>
            <a:lvl4pPr>
              <a:defRPr sz="1799"/>
            </a:lvl4pPr>
            <a:lvl5pPr>
              <a:defRPr sz="1799"/>
            </a:lvl5pPr>
            <a:lvl6pPr>
              <a:defRPr sz="1799"/>
            </a:lvl6pPr>
            <a:lvl7pPr>
              <a:defRPr sz="1799"/>
            </a:lvl7pPr>
            <a:lvl8pPr>
              <a:defRPr sz="1799"/>
            </a:lvl8pPr>
            <a:lvl9pPr>
              <a:defRPr sz="179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DA48633-9E17-41E4-B08E-98259F82A62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5228545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CA"/>
          </a:p>
        </p:txBody>
      </p:sp>
      <p:sp>
        <p:nvSpPr>
          <p:cNvPr id="3" name="Text Placeholder 2"/>
          <p:cNvSpPr>
            <a:spLocks noGrp="1"/>
          </p:cNvSpPr>
          <p:nvPr>
            <p:ph type="body" idx="1"/>
          </p:nvPr>
        </p:nvSpPr>
        <p:spPr>
          <a:xfrm>
            <a:off x="609759" y="1535471"/>
            <a:ext cx="5388320" cy="639911"/>
          </a:xfrm>
        </p:spPr>
        <p:txBody>
          <a:bodyPr anchor="b"/>
          <a:lstStyle>
            <a:lvl1pPr marL="0" indent="0">
              <a:buNone/>
              <a:defRPr sz="2399" b="1"/>
            </a:lvl1pPr>
            <a:lvl2pPr marL="457246" indent="0">
              <a:buNone/>
              <a:defRPr sz="1999" b="1"/>
            </a:lvl2pPr>
            <a:lvl3pPr marL="914492" indent="0">
              <a:buNone/>
              <a:defRPr sz="1799" b="1"/>
            </a:lvl3pPr>
            <a:lvl4pPr marL="1371737" indent="0">
              <a:buNone/>
              <a:defRPr sz="1600" b="1"/>
            </a:lvl4pPr>
            <a:lvl5pPr marL="1828983" indent="0">
              <a:buNone/>
              <a:defRPr sz="1600" b="1"/>
            </a:lvl5pPr>
            <a:lvl6pPr marL="2286228" indent="0">
              <a:buNone/>
              <a:defRPr sz="1600" b="1"/>
            </a:lvl6pPr>
            <a:lvl7pPr marL="2743475" indent="0">
              <a:buNone/>
              <a:defRPr sz="1600" b="1"/>
            </a:lvl7pPr>
            <a:lvl8pPr marL="3200720" indent="0">
              <a:buNone/>
              <a:defRPr sz="1600" b="1"/>
            </a:lvl8pPr>
            <a:lvl9pPr marL="3657966"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759" y="2175378"/>
            <a:ext cx="5388320" cy="3952203"/>
          </a:xfrm>
        </p:spPr>
        <p:txBody>
          <a:bodyPr/>
          <a:lstStyle>
            <a:lvl1pPr>
              <a:defRPr sz="2399"/>
            </a:lvl1pPr>
            <a:lvl2pPr>
              <a:defRPr sz="1999"/>
            </a:lvl2pPr>
            <a:lvl3pPr>
              <a:defRPr sz="1799"/>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6194992" y="1535471"/>
            <a:ext cx="5390438" cy="639911"/>
          </a:xfrm>
        </p:spPr>
        <p:txBody>
          <a:bodyPr anchor="b"/>
          <a:lstStyle>
            <a:lvl1pPr marL="0" indent="0">
              <a:buNone/>
              <a:defRPr sz="2399" b="1"/>
            </a:lvl1pPr>
            <a:lvl2pPr marL="457246" indent="0">
              <a:buNone/>
              <a:defRPr sz="1999" b="1"/>
            </a:lvl2pPr>
            <a:lvl3pPr marL="914492" indent="0">
              <a:buNone/>
              <a:defRPr sz="1799" b="1"/>
            </a:lvl3pPr>
            <a:lvl4pPr marL="1371737" indent="0">
              <a:buNone/>
              <a:defRPr sz="1600" b="1"/>
            </a:lvl4pPr>
            <a:lvl5pPr marL="1828983" indent="0">
              <a:buNone/>
              <a:defRPr sz="1600" b="1"/>
            </a:lvl5pPr>
            <a:lvl6pPr marL="2286228" indent="0">
              <a:buNone/>
              <a:defRPr sz="1600" b="1"/>
            </a:lvl6pPr>
            <a:lvl7pPr marL="2743475" indent="0">
              <a:buNone/>
              <a:defRPr sz="1600" b="1"/>
            </a:lvl7pPr>
            <a:lvl8pPr marL="3200720" indent="0">
              <a:buNone/>
              <a:defRPr sz="1600" b="1"/>
            </a:lvl8pPr>
            <a:lvl9pPr marL="3657966"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4992" y="2175378"/>
            <a:ext cx="5390438" cy="3952203"/>
          </a:xfrm>
        </p:spPr>
        <p:txBody>
          <a:bodyPr/>
          <a:lstStyle>
            <a:lvl1pPr>
              <a:defRPr sz="2399"/>
            </a:lvl1pPr>
            <a:lvl2pPr>
              <a:defRPr sz="1999"/>
            </a:lvl2pPr>
            <a:lvl3pPr>
              <a:defRPr sz="1799"/>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067D2BBF-5CCA-4B73-8207-9296B10EA8F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72369100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E472234-6427-4417-B5BA-27C8119A8238}"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8880278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FFC72869-ABD1-4687-B906-C64E2DDB0B2D}"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34662985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786" y="273115"/>
            <a:ext cx="4012129" cy="1162320"/>
          </a:xfrm>
        </p:spPr>
        <p:txBody>
          <a:bodyPr anchor="b"/>
          <a:lstStyle>
            <a:lvl1pPr algn="l">
              <a:defRPr sz="1999" b="1"/>
            </a:lvl1pPr>
          </a:lstStyle>
          <a:p>
            <a:r>
              <a:rPr lang="en-US" smtClean="0"/>
              <a:t>Click to edit Master title style</a:t>
            </a:r>
            <a:endParaRPr lang="en-CA"/>
          </a:p>
        </p:txBody>
      </p:sp>
      <p:sp>
        <p:nvSpPr>
          <p:cNvPr id="3" name="Content Placeholder 2"/>
          <p:cNvSpPr>
            <a:spLocks noGrp="1"/>
          </p:cNvSpPr>
          <p:nvPr>
            <p:ph idx="1"/>
          </p:nvPr>
        </p:nvSpPr>
        <p:spPr>
          <a:xfrm>
            <a:off x="4767974" y="273129"/>
            <a:ext cx="6817442" cy="5854470"/>
          </a:xfrm>
        </p:spPr>
        <p:txBody>
          <a:bodyPr/>
          <a:lstStyle>
            <a:lvl1pPr>
              <a:defRPr sz="3201"/>
            </a:lvl1pPr>
            <a:lvl2pPr>
              <a:defRPr sz="2801"/>
            </a:lvl2pPr>
            <a:lvl3pPr>
              <a:defRPr sz="2399"/>
            </a:lvl3pPr>
            <a:lvl4pPr>
              <a:defRPr sz="1999"/>
            </a:lvl4pPr>
            <a:lvl5pPr>
              <a:defRPr sz="1999"/>
            </a:lvl5pPr>
            <a:lvl6pPr>
              <a:defRPr sz="1999"/>
            </a:lvl6pPr>
            <a:lvl7pPr>
              <a:defRPr sz="1999"/>
            </a:lvl7pPr>
            <a:lvl8pPr>
              <a:defRPr sz="1999"/>
            </a:lvl8pPr>
            <a:lvl9pPr>
              <a:defRPr sz="1999"/>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Text Placeholder 3"/>
          <p:cNvSpPr>
            <a:spLocks noGrp="1"/>
          </p:cNvSpPr>
          <p:nvPr>
            <p:ph type="body" sz="half" idx="2"/>
          </p:nvPr>
        </p:nvSpPr>
        <p:spPr>
          <a:xfrm>
            <a:off x="609786" y="1435438"/>
            <a:ext cx="4012129" cy="4692149"/>
          </a:xfrm>
        </p:spPr>
        <p:txBody>
          <a:bodyPr/>
          <a:lstStyle>
            <a:lvl1pPr marL="0" indent="0">
              <a:buNone/>
              <a:defRPr sz="1400"/>
            </a:lvl1pPr>
            <a:lvl2pPr marL="457246" indent="0">
              <a:buNone/>
              <a:defRPr sz="1200"/>
            </a:lvl2pPr>
            <a:lvl3pPr marL="914492" indent="0">
              <a:buNone/>
              <a:defRPr sz="1000"/>
            </a:lvl3pPr>
            <a:lvl4pPr marL="1371737" indent="0">
              <a:buNone/>
              <a:defRPr sz="900"/>
            </a:lvl4pPr>
            <a:lvl5pPr marL="1828983" indent="0">
              <a:buNone/>
              <a:defRPr sz="900"/>
            </a:lvl5pPr>
            <a:lvl6pPr marL="2286228" indent="0">
              <a:buNone/>
              <a:defRPr sz="900"/>
            </a:lvl6pPr>
            <a:lvl7pPr marL="2743475" indent="0">
              <a:buNone/>
              <a:defRPr sz="900"/>
            </a:lvl7pPr>
            <a:lvl8pPr marL="3200720" indent="0">
              <a:buNone/>
              <a:defRPr sz="900"/>
            </a:lvl8pPr>
            <a:lvl9pPr marL="3657966"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B1BD42A0-C0A3-4B33-A374-7D8EC2FC305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89981217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341" y="4801714"/>
            <a:ext cx="7317105" cy="566870"/>
          </a:xfrm>
        </p:spPr>
        <p:txBody>
          <a:bodyPr anchor="b"/>
          <a:lstStyle>
            <a:lvl1pPr algn="l">
              <a:defRPr sz="1999" b="1"/>
            </a:lvl1pPr>
          </a:lstStyle>
          <a:p>
            <a:r>
              <a:rPr lang="en-US" smtClean="0"/>
              <a:t>Click to edit Master title style</a:t>
            </a:r>
            <a:endParaRPr lang="en-CA"/>
          </a:p>
        </p:txBody>
      </p:sp>
      <p:sp>
        <p:nvSpPr>
          <p:cNvPr id="3" name="Picture Placeholder 2"/>
          <p:cNvSpPr>
            <a:spLocks noGrp="1"/>
          </p:cNvSpPr>
          <p:nvPr>
            <p:ph type="pic" idx="1"/>
          </p:nvPr>
        </p:nvSpPr>
        <p:spPr>
          <a:xfrm>
            <a:off x="2390341" y="612916"/>
            <a:ext cx="7317105" cy="4115753"/>
          </a:xfrm>
        </p:spPr>
        <p:txBody>
          <a:bodyPr rtlCol="0">
            <a:normAutofit/>
          </a:bodyPr>
          <a:lstStyle>
            <a:lvl1pPr marL="0" indent="0">
              <a:buNone/>
              <a:defRPr sz="3201"/>
            </a:lvl1pPr>
            <a:lvl2pPr marL="457246" indent="0">
              <a:buNone/>
              <a:defRPr sz="2801"/>
            </a:lvl2pPr>
            <a:lvl3pPr marL="914492" indent="0">
              <a:buNone/>
              <a:defRPr sz="2399"/>
            </a:lvl3pPr>
            <a:lvl4pPr marL="1371737" indent="0">
              <a:buNone/>
              <a:defRPr sz="1999"/>
            </a:lvl4pPr>
            <a:lvl5pPr marL="1828983" indent="0">
              <a:buNone/>
              <a:defRPr sz="1999"/>
            </a:lvl5pPr>
            <a:lvl6pPr marL="2286228" indent="0">
              <a:buNone/>
              <a:defRPr sz="1999"/>
            </a:lvl6pPr>
            <a:lvl7pPr marL="2743475" indent="0">
              <a:buNone/>
              <a:defRPr sz="1999"/>
            </a:lvl7pPr>
            <a:lvl8pPr marL="3200720" indent="0">
              <a:buNone/>
              <a:defRPr sz="1999"/>
            </a:lvl8pPr>
            <a:lvl9pPr marL="3657966" indent="0">
              <a:buNone/>
              <a:defRPr sz="1999"/>
            </a:lvl9pPr>
          </a:lstStyle>
          <a:p>
            <a:pPr lvl="0"/>
            <a:endParaRPr lang="en-CA" noProof="0" smtClean="0"/>
          </a:p>
        </p:txBody>
      </p:sp>
      <p:sp>
        <p:nvSpPr>
          <p:cNvPr id="4" name="Text Placeholder 3"/>
          <p:cNvSpPr>
            <a:spLocks noGrp="1"/>
          </p:cNvSpPr>
          <p:nvPr>
            <p:ph type="body" sz="half" idx="2"/>
          </p:nvPr>
        </p:nvSpPr>
        <p:spPr>
          <a:xfrm>
            <a:off x="2390341" y="5368597"/>
            <a:ext cx="7317105" cy="805049"/>
          </a:xfrm>
        </p:spPr>
        <p:txBody>
          <a:bodyPr/>
          <a:lstStyle>
            <a:lvl1pPr marL="0" indent="0">
              <a:buNone/>
              <a:defRPr sz="1400"/>
            </a:lvl1pPr>
            <a:lvl2pPr marL="457246" indent="0">
              <a:buNone/>
              <a:defRPr sz="1200"/>
            </a:lvl2pPr>
            <a:lvl3pPr marL="914492" indent="0">
              <a:buNone/>
              <a:defRPr sz="1000"/>
            </a:lvl3pPr>
            <a:lvl4pPr marL="1371737" indent="0">
              <a:buNone/>
              <a:defRPr sz="900"/>
            </a:lvl4pPr>
            <a:lvl5pPr marL="1828983" indent="0">
              <a:buNone/>
              <a:defRPr sz="900"/>
            </a:lvl5pPr>
            <a:lvl6pPr marL="2286228" indent="0">
              <a:buNone/>
              <a:defRPr sz="900"/>
            </a:lvl6pPr>
            <a:lvl7pPr marL="2743475" indent="0">
              <a:buNone/>
              <a:defRPr sz="900"/>
            </a:lvl7pPr>
            <a:lvl8pPr marL="3200720" indent="0">
              <a:buNone/>
              <a:defRPr sz="900"/>
            </a:lvl8pPr>
            <a:lvl9pPr marL="3657966"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48585BFE-350A-44E6-8DE1-1FEBDEBEB91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17055926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2464CEC-3D9D-46A8-BA21-4750EC1B2BCE}"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96173047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1502" y="274705"/>
            <a:ext cx="2743914" cy="5852880"/>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609759" y="274705"/>
            <a:ext cx="8028490" cy="585288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6114942-A433-4B12-9CFB-B9343823EB1B}"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840960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66">
            <a:alpha val="38823"/>
          </a:srgbClr>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759" y="274702"/>
            <a:ext cx="10975659" cy="1143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71" tIns="45689" rIns="91371" bIns="45689"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609759" y="1600580"/>
            <a:ext cx="10975659" cy="4527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71" tIns="45689" rIns="91371" bIns="45689"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609760" y="6357832"/>
            <a:ext cx="2845541" cy="365209"/>
          </a:xfrm>
          <a:prstGeom prst="rect">
            <a:avLst/>
          </a:prstGeom>
        </p:spPr>
        <p:txBody>
          <a:bodyPr vert="horz" wrap="square" lIns="91371" tIns="45689" rIns="91371" bIns="45689" numCol="1" anchor="ctr" anchorCtr="0" compatLnSpc="1">
            <a:prstTxWarp prst="textNoShape">
              <a:avLst/>
            </a:prstTxWarp>
          </a:bodyPr>
          <a:lstStyle>
            <a:lvl1pPr eaLnBrk="1" hangingPunct="1">
              <a:defRPr sz="1600">
                <a:solidFill>
                  <a:srgbClr val="898989"/>
                </a:solidFill>
                <a:latin typeface="Arial" charset="0"/>
                <a:cs typeface="Arial" charset="0"/>
              </a:defRPr>
            </a:lvl1pPr>
          </a:lstStyle>
          <a:p>
            <a:pPr defTabSz="1218318" fontAlgn="base">
              <a:spcBef>
                <a:spcPct val="0"/>
              </a:spcBef>
              <a:spcAft>
                <a:spcPct val="0"/>
              </a:spcAft>
              <a:defRPr/>
            </a:pPr>
            <a:endParaRPr lang="en-US"/>
          </a:p>
        </p:txBody>
      </p:sp>
      <p:sp>
        <p:nvSpPr>
          <p:cNvPr id="5" name="Footer Placeholder 4"/>
          <p:cNvSpPr>
            <a:spLocks noGrp="1"/>
          </p:cNvSpPr>
          <p:nvPr>
            <p:ph type="ftr" sz="quarter" idx="3"/>
          </p:nvPr>
        </p:nvSpPr>
        <p:spPr>
          <a:xfrm>
            <a:off x="4166697" y="6357832"/>
            <a:ext cx="3861806" cy="365209"/>
          </a:xfrm>
          <a:prstGeom prst="rect">
            <a:avLst/>
          </a:prstGeom>
        </p:spPr>
        <p:txBody>
          <a:bodyPr vert="horz" wrap="square" lIns="91371" tIns="45689" rIns="91371" bIns="45689" numCol="1" anchor="ctr" anchorCtr="0" compatLnSpc="1">
            <a:prstTxWarp prst="textNoShape">
              <a:avLst/>
            </a:prstTxWarp>
          </a:bodyPr>
          <a:lstStyle>
            <a:lvl1pPr algn="ctr" eaLnBrk="1" hangingPunct="1">
              <a:defRPr sz="1600">
                <a:solidFill>
                  <a:srgbClr val="898989"/>
                </a:solidFill>
                <a:latin typeface="Arial" charset="0"/>
                <a:cs typeface="Arial" charset="0"/>
              </a:defRPr>
            </a:lvl1pPr>
          </a:lstStyle>
          <a:p>
            <a:pPr defTabSz="1218318" fontAlgn="base">
              <a:spcBef>
                <a:spcPct val="0"/>
              </a:spcBef>
              <a:spcAft>
                <a:spcPct val="0"/>
              </a:spcAft>
              <a:defRPr/>
            </a:pPr>
            <a:endParaRPr lang="en-US"/>
          </a:p>
        </p:txBody>
      </p:sp>
      <p:sp>
        <p:nvSpPr>
          <p:cNvPr id="6" name="Slide Number Placeholder 5"/>
          <p:cNvSpPr>
            <a:spLocks noGrp="1"/>
          </p:cNvSpPr>
          <p:nvPr>
            <p:ph type="sldNum" sz="quarter" idx="4"/>
          </p:nvPr>
        </p:nvSpPr>
        <p:spPr>
          <a:xfrm>
            <a:off x="8739887" y="6357832"/>
            <a:ext cx="2845541" cy="365209"/>
          </a:xfrm>
          <a:prstGeom prst="rect">
            <a:avLst/>
          </a:prstGeom>
        </p:spPr>
        <p:txBody>
          <a:bodyPr vert="horz" wrap="square" lIns="91371" tIns="45689" rIns="91371" bIns="45689" numCol="1" anchor="ctr" anchorCtr="0" compatLnSpc="1">
            <a:prstTxWarp prst="textNoShape">
              <a:avLst/>
            </a:prstTxWarp>
          </a:bodyPr>
          <a:lstStyle>
            <a:lvl1pPr algn="r" eaLnBrk="1" hangingPunct="1">
              <a:defRPr sz="1600">
                <a:solidFill>
                  <a:srgbClr val="898989"/>
                </a:solidFill>
                <a:latin typeface="Arial" charset="0"/>
                <a:cs typeface="Arial" charset="0"/>
              </a:defRPr>
            </a:lvl1pPr>
          </a:lstStyle>
          <a:p>
            <a:pPr defTabSz="1218318" fontAlgn="base">
              <a:spcBef>
                <a:spcPct val="0"/>
              </a:spcBef>
              <a:spcAft>
                <a:spcPct val="0"/>
              </a:spcAft>
              <a:defRPr/>
            </a:pPr>
            <a:fld id="{5340AFE2-CA26-460C-88ED-52320DCA7B2B}" type="slidenum">
              <a:rPr lang="en-US" smtClean="0"/>
              <a:pPr defTabSz="1218318" fontAlgn="base">
                <a:spcBef>
                  <a:spcPct val="0"/>
                </a:spcBef>
                <a:spcAft>
                  <a:spcPct val="0"/>
                </a:spcAft>
                <a:defRPr/>
              </a:pPr>
              <a:t>‹#›</a:t>
            </a:fld>
            <a:endParaRPr lang="en-US"/>
          </a:p>
        </p:txBody>
      </p:sp>
    </p:spTree>
    <p:extLst>
      <p:ext uri="{BB962C8B-B14F-4D97-AF65-F5344CB8AC3E}">
        <p14:creationId xmlns:p14="http://schemas.microsoft.com/office/powerpoint/2010/main" val="1635481756"/>
      </p:ext>
    </p:extLst>
  </p:cSld>
  <p:clrMap bg1="lt1" tx1="dk1" bg2="lt2" tx2="dk2" accent1="accent1" accent2="accent2" accent3="accent3" accent4="accent4" accent5="accent5" accent6="accent6" hlink="hlink" folHlink="folHlink"/>
  <p:sldLayoutIdLst>
    <p:sldLayoutId id="2147484681" r:id="rId1"/>
    <p:sldLayoutId id="2147484682" r:id="rId2"/>
    <p:sldLayoutId id="2147484683" r:id="rId3"/>
    <p:sldLayoutId id="2147484684" r:id="rId4"/>
    <p:sldLayoutId id="2147484685" r:id="rId5"/>
    <p:sldLayoutId id="2147484686" r:id="rId6"/>
    <p:sldLayoutId id="2147484687" r:id="rId7"/>
    <p:sldLayoutId id="2147484688" r:id="rId8"/>
    <p:sldLayoutId id="2147484689" r:id="rId9"/>
    <p:sldLayoutId id="2147484690" r:id="rId10"/>
    <p:sldLayoutId id="2147484691" r:id="rId11"/>
  </p:sldLayoutIdLst>
  <p:txStyles>
    <p:titleStyle>
      <a:lvl1pPr algn="ctr" rtl="0" eaLnBrk="0" fontAlgn="base" hangingPunct="0">
        <a:spcBef>
          <a:spcPct val="0"/>
        </a:spcBef>
        <a:spcAft>
          <a:spcPct val="0"/>
        </a:spcAft>
        <a:defRPr sz="5867" kern="1200">
          <a:solidFill>
            <a:schemeClr val="tx1"/>
          </a:solidFill>
          <a:latin typeface="+mj-lt"/>
          <a:ea typeface="+mj-ea"/>
          <a:cs typeface="+mj-cs"/>
        </a:defRPr>
      </a:lvl1pPr>
      <a:lvl2pPr algn="ctr" rtl="0" eaLnBrk="0" fontAlgn="base" hangingPunct="0">
        <a:spcBef>
          <a:spcPct val="0"/>
        </a:spcBef>
        <a:spcAft>
          <a:spcPct val="0"/>
        </a:spcAft>
        <a:defRPr sz="5867">
          <a:solidFill>
            <a:schemeClr val="tx1"/>
          </a:solidFill>
          <a:latin typeface="Calibri" pitchFamily="34" charset="0"/>
        </a:defRPr>
      </a:lvl2pPr>
      <a:lvl3pPr algn="ctr" rtl="0" eaLnBrk="0" fontAlgn="base" hangingPunct="0">
        <a:spcBef>
          <a:spcPct val="0"/>
        </a:spcBef>
        <a:spcAft>
          <a:spcPct val="0"/>
        </a:spcAft>
        <a:defRPr sz="5867">
          <a:solidFill>
            <a:schemeClr val="tx1"/>
          </a:solidFill>
          <a:latin typeface="Calibri" pitchFamily="34" charset="0"/>
        </a:defRPr>
      </a:lvl3pPr>
      <a:lvl4pPr algn="ctr" rtl="0" eaLnBrk="0" fontAlgn="base" hangingPunct="0">
        <a:spcBef>
          <a:spcPct val="0"/>
        </a:spcBef>
        <a:spcAft>
          <a:spcPct val="0"/>
        </a:spcAft>
        <a:defRPr sz="5867">
          <a:solidFill>
            <a:schemeClr val="tx1"/>
          </a:solidFill>
          <a:latin typeface="Calibri" pitchFamily="34" charset="0"/>
        </a:defRPr>
      </a:lvl4pPr>
      <a:lvl5pPr algn="ctr" rtl="0" eaLnBrk="0" fontAlgn="base" hangingPunct="0">
        <a:spcBef>
          <a:spcPct val="0"/>
        </a:spcBef>
        <a:spcAft>
          <a:spcPct val="0"/>
        </a:spcAft>
        <a:defRPr sz="5867">
          <a:solidFill>
            <a:schemeClr val="tx1"/>
          </a:solidFill>
          <a:latin typeface="Calibri" pitchFamily="34" charset="0"/>
        </a:defRPr>
      </a:lvl5pPr>
      <a:lvl6pPr marL="609170" algn="ctr" rtl="0" fontAlgn="base">
        <a:spcBef>
          <a:spcPct val="0"/>
        </a:spcBef>
        <a:spcAft>
          <a:spcPct val="0"/>
        </a:spcAft>
        <a:defRPr sz="5867">
          <a:solidFill>
            <a:schemeClr val="tx1"/>
          </a:solidFill>
          <a:latin typeface="Calibri" pitchFamily="34" charset="0"/>
        </a:defRPr>
      </a:lvl6pPr>
      <a:lvl7pPr marL="1218318" algn="ctr" rtl="0" fontAlgn="base">
        <a:spcBef>
          <a:spcPct val="0"/>
        </a:spcBef>
        <a:spcAft>
          <a:spcPct val="0"/>
        </a:spcAft>
        <a:defRPr sz="5867">
          <a:solidFill>
            <a:schemeClr val="tx1"/>
          </a:solidFill>
          <a:latin typeface="Calibri" pitchFamily="34" charset="0"/>
        </a:defRPr>
      </a:lvl7pPr>
      <a:lvl8pPr marL="1827490" algn="ctr" rtl="0" fontAlgn="base">
        <a:spcBef>
          <a:spcPct val="0"/>
        </a:spcBef>
        <a:spcAft>
          <a:spcPct val="0"/>
        </a:spcAft>
        <a:defRPr sz="5867">
          <a:solidFill>
            <a:schemeClr val="tx1"/>
          </a:solidFill>
          <a:latin typeface="Calibri" pitchFamily="34" charset="0"/>
        </a:defRPr>
      </a:lvl8pPr>
      <a:lvl9pPr marL="2436648" algn="ctr" rtl="0" fontAlgn="base">
        <a:spcBef>
          <a:spcPct val="0"/>
        </a:spcBef>
        <a:spcAft>
          <a:spcPct val="0"/>
        </a:spcAft>
        <a:defRPr sz="5867">
          <a:solidFill>
            <a:schemeClr val="tx1"/>
          </a:solidFill>
          <a:latin typeface="Calibri" pitchFamily="34" charset="0"/>
        </a:defRPr>
      </a:lvl9pPr>
    </p:titleStyle>
    <p:bodyStyle>
      <a:lvl1pPr marL="456864" indent="-456864" algn="l" rtl="0" eaLnBrk="0" fontAlgn="base" hangingPunct="0">
        <a:spcBef>
          <a:spcPct val="20000"/>
        </a:spcBef>
        <a:spcAft>
          <a:spcPct val="0"/>
        </a:spcAft>
        <a:buFont typeface="Arial" pitchFamily="34" charset="0"/>
        <a:buChar char="•"/>
        <a:defRPr sz="4267" kern="1200">
          <a:solidFill>
            <a:schemeClr val="tx1"/>
          </a:solidFill>
          <a:latin typeface="+mn-lt"/>
          <a:ea typeface="+mn-ea"/>
          <a:cs typeface="+mn-cs"/>
        </a:defRPr>
      </a:lvl1pPr>
      <a:lvl2pPr marL="989883" indent="-380732" algn="l" rtl="0" eaLnBrk="0" fontAlgn="base" hangingPunct="0">
        <a:spcBef>
          <a:spcPct val="20000"/>
        </a:spcBef>
        <a:spcAft>
          <a:spcPct val="0"/>
        </a:spcAft>
        <a:buFont typeface="Arial" pitchFamily="34" charset="0"/>
        <a:buChar char="–"/>
        <a:defRPr sz="3734" kern="1200">
          <a:solidFill>
            <a:schemeClr val="tx1"/>
          </a:solidFill>
          <a:latin typeface="+mn-lt"/>
          <a:ea typeface="+mn-ea"/>
          <a:cs typeface="+mn-cs"/>
        </a:defRPr>
      </a:lvl2pPr>
      <a:lvl3pPr marL="1522903" indent="-304579"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3pPr>
      <a:lvl4pPr marL="2132069" indent="-304579" algn="l" rtl="0" eaLnBrk="0" fontAlgn="base" hangingPunct="0">
        <a:spcBef>
          <a:spcPct val="20000"/>
        </a:spcBef>
        <a:spcAft>
          <a:spcPct val="0"/>
        </a:spcAft>
        <a:buFont typeface="Arial" pitchFamily="34" charset="0"/>
        <a:buChar char="–"/>
        <a:defRPr sz="2667" kern="1200">
          <a:solidFill>
            <a:schemeClr val="tx1"/>
          </a:solidFill>
          <a:latin typeface="+mn-lt"/>
          <a:ea typeface="+mn-ea"/>
          <a:cs typeface="+mn-cs"/>
        </a:defRPr>
      </a:lvl4pPr>
      <a:lvl5pPr marL="2741240" indent="-304579" algn="l" rtl="0" eaLnBrk="0" fontAlgn="base" hangingPunct="0">
        <a:spcBef>
          <a:spcPct val="20000"/>
        </a:spcBef>
        <a:spcAft>
          <a:spcPct val="0"/>
        </a:spcAft>
        <a:buFont typeface="Arial" pitchFamily="34" charset="0"/>
        <a:buChar char="»"/>
        <a:defRPr sz="2667" kern="1200">
          <a:solidFill>
            <a:schemeClr val="tx1"/>
          </a:solidFill>
          <a:latin typeface="+mn-lt"/>
          <a:ea typeface="+mn-ea"/>
          <a:cs typeface="+mn-cs"/>
        </a:defRPr>
      </a:lvl5pPr>
      <a:lvl6pPr marL="3350388" indent="-304579" algn="l" defTabSz="1218318"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59559" indent="-304579" algn="l" defTabSz="1218318"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68722" indent="-304579" algn="l" defTabSz="1218318"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77880" indent="-304579" algn="l" defTabSz="1218318"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8318" rtl="0" eaLnBrk="1" latinLnBrk="0" hangingPunct="1">
        <a:defRPr sz="2400" kern="1200">
          <a:solidFill>
            <a:schemeClr val="tx1"/>
          </a:solidFill>
          <a:latin typeface="+mn-lt"/>
          <a:ea typeface="+mn-ea"/>
          <a:cs typeface="+mn-cs"/>
        </a:defRPr>
      </a:lvl1pPr>
      <a:lvl2pPr marL="609170" algn="l" defTabSz="1218318" rtl="0" eaLnBrk="1" latinLnBrk="0" hangingPunct="1">
        <a:defRPr sz="2400" kern="1200">
          <a:solidFill>
            <a:schemeClr val="tx1"/>
          </a:solidFill>
          <a:latin typeface="+mn-lt"/>
          <a:ea typeface="+mn-ea"/>
          <a:cs typeface="+mn-cs"/>
        </a:defRPr>
      </a:lvl2pPr>
      <a:lvl3pPr marL="1218318" algn="l" defTabSz="1218318" rtl="0" eaLnBrk="1" latinLnBrk="0" hangingPunct="1">
        <a:defRPr sz="2400" kern="1200">
          <a:solidFill>
            <a:schemeClr val="tx1"/>
          </a:solidFill>
          <a:latin typeface="+mn-lt"/>
          <a:ea typeface="+mn-ea"/>
          <a:cs typeface="+mn-cs"/>
        </a:defRPr>
      </a:lvl3pPr>
      <a:lvl4pPr marL="1827490" algn="l" defTabSz="1218318" rtl="0" eaLnBrk="1" latinLnBrk="0" hangingPunct="1">
        <a:defRPr sz="2400" kern="1200">
          <a:solidFill>
            <a:schemeClr val="tx1"/>
          </a:solidFill>
          <a:latin typeface="+mn-lt"/>
          <a:ea typeface="+mn-ea"/>
          <a:cs typeface="+mn-cs"/>
        </a:defRPr>
      </a:lvl4pPr>
      <a:lvl5pPr marL="2436648" algn="l" defTabSz="1218318" rtl="0" eaLnBrk="1" latinLnBrk="0" hangingPunct="1">
        <a:defRPr sz="2400" kern="1200">
          <a:solidFill>
            <a:schemeClr val="tx1"/>
          </a:solidFill>
          <a:latin typeface="+mn-lt"/>
          <a:ea typeface="+mn-ea"/>
          <a:cs typeface="+mn-cs"/>
        </a:defRPr>
      </a:lvl5pPr>
      <a:lvl6pPr marL="3045812" algn="l" defTabSz="1218318" rtl="0" eaLnBrk="1" latinLnBrk="0" hangingPunct="1">
        <a:defRPr sz="2400" kern="1200">
          <a:solidFill>
            <a:schemeClr val="tx1"/>
          </a:solidFill>
          <a:latin typeface="+mn-lt"/>
          <a:ea typeface="+mn-ea"/>
          <a:cs typeface="+mn-cs"/>
        </a:defRPr>
      </a:lvl6pPr>
      <a:lvl7pPr marL="3654975" algn="l" defTabSz="1218318" rtl="0" eaLnBrk="1" latinLnBrk="0" hangingPunct="1">
        <a:defRPr sz="2400" kern="1200">
          <a:solidFill>
            <a:schemeClr val="tx1"/>
          </a:solidFill>
          <a:latin typeface="+mn-lt"/>
          <a:ea typeface="+mn-ea"/>
          <a:cs typeface="+mn-cs"/>
        </a:defRPr>
      </a:lvl7pPr>
      <a:lvl8pPr marL="4264139" algn="l" defTabSz="1218318" rtl="0" eaLnBrk="1" latinLnBrk="0" hangingPunct="1">
        <a:defRPr sz="2400" kern="1200">
          <a:solidFill>
            <a:schemeClr val="tx1"/>
          </a:solidFill>
          <a:latin typeface="+mn-lt"/>
          <a:ea typeface="+mn-ea"/>
          <a:cs typeface="+mn-cs"/>
        </a:defRPr>
      </a:lvl8pPr>
      <a:lvl9pPr marL="4873305" algn="l" defTabSz="1218318"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66">
            <a:alpha val="38823"/>
          </a:srgbClr>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767" y="274702"/>
            <a:ext cx="10975657" cy="1143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44" tIns="45670" rIns="91344" bIns="4567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609767" y="1600577"/>
            <a:ext cx="10975657" cy="4527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44" tIns="45670" rIns="91344" bIns="4567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609759" y="6357822"/>
            <a:ext cx="2845541" cy="365210"/>
          </a:xfrm>
          <a:prstGeom prst="rect">
            <a:avLst/>
          </a:prstGeom>
        </p:spPr>
        <p:txBody>
          <a:bodyPr vert="horz" wrap="square" lIns="91344" tIns="45670" rIns="91344" bIns="45670" numCol="1" anchor="ctr" anchorCtr="0" compatLnSpc="1">
            <a:prstTxWarp prst="textNoShape">
              <a:avLst/>
            </a:prstTxWarp>
          </a:bodyPr>
          <a:lstStyle>
            <a:lvl1pPr eaLnBrk="1" hangingPunct="1">
              <a:defRPr sz="1600">
                <a:solidFill>
                  <a:srgbClr val="898989"/>
                </a:solidFill>
                <a:latin typeface="Arial" charset="0"/>
                <a:cs typeface="Arial" charset="0"/>
              </a:defRPr>
            </a:lvl1pPr>
          </a:lstStyle>
          <a:p>
            <a:pPr defTabSz="1218769" fontAlgn="base">
              <a:spcBef>
                <a:spcPct val="0"/>
              </a:spcBef>
              <a:spcAft>
                <a:spcPct val="0"/>
              </a:spcAft>
              <a:defRPr/>
            </a:pPr>
            <a:endParaRPr lang="en-US"/>
          </a:p>
        </p:txBody>
      </p:sp>
      <p:sp>
        <p:nvSpPr>
          <p:cNvPr id="5" name="Footer Placeholder 4"/>
          <p:cNvSpPr>
            <a:spLocks noGrp="1"/>
          </p:cNvSpPr>
          <p:nvPr>
            <p:ph type="ftr" sz="quarter" idx="3"/>
          </p:nvPr>
        </p:nvSpPr>
        <p:spPr>
          <a:xfrm>
            <a:off x="4166693" y="6357822"/>
            <a:ext cx="3861806" cy="365210"/>
          </a:xfrm>
          <a:prstGeom prst="rect">
            <a:avLst/>
          </a:prstGeom>
        </p:spPr>
        <p:txBody>
          <a:bodyPr vert="horz" wrap="square" lIns="91344" tIns="45670" rIns="91344" bIns="45670" numCol="1" anchor="ctr" anchorCtr="0" compatLnSpc="1">
            <a:prstTxWarp prst="textNoShape">
              <a:avLst/>
            </a:prstTxWarp>
          </a:bodyPr>
          <a:lstStyle>
            <a:lvl1pPr algn="ctr" eaLnBrk="1" hangingPunct="1">
              <a:defRPr sz="1600">
                <a:solidFill>
                  <a:srgbClr val="898989"/>
                </a:solidFill>
                <a:latin typeface="Arial" charset="0"/>
                <a:cs typeface="Arial" charset="0"/>
              </a:defRPr>
            </a:lvl1pPr>
          </a:lstStyle>
          <a:p>
            <a:pPr defTabSz="1218769" fontAlgn="base">
              <a:spcBef>
                <a:spcPct val="0"/>
              </a:spcBef>
              <a:spcAft>
                <a:spcPct val="0"/>
              </a:spcAft>
              <a:defRPr/>
            </a:pPr>
            <a:endParaRPr lang="en-US"/>
          </a:p>
        </p:txBody>
      </p:sp>
      <p:sp>
        <p:nvSpPr>
          <p:cNvPr id="6" name="Slide Number Placeholder 5"/>
          <p:cNvSpPr>
            <a:spLocks noGrp="1"/>
          </p:cNvSpPr>
          <p:nvPr>
            <p:ph type="sldNum" sz="quarter" idx="4"/>
          </p:nvPr>
        </p:nvSpPr>
        <p:spPr>
          <a:xfrm>
            <a:off x="8739883" y="6357822"/>
            <a:ext cx="2845541" cy="365210"/>
          </a:xfrm>
          <a:prstGeom prst="rect">
            <a:avLst/>
          </a:prstGeom>
        </p:spPr>
        <p:txBody>
          <a:bodyPr vert="horz" wrap="square" lIns="91344" tIns="45670" rIns="91344" bIns="45670" numCol="1" anchor="ctr" anchorCtr="0" compatLnSpc="1">
            <a:prstTxWarp prst="textNoShape">
              <a:avLst/>
            </a:prstTxWarp>
          </a:bodyPr>
          <a:lstStyle>
            <a:lvl1pPr algn="r" eaLnBrk="1" hangingPunct="1">
              <a:defRPr sz="1600">
                <a:solidFill>
                  <a:srgbClr val="898989"/>
                </a:solidFill>
                <a:latin typeface="Arial" charset="0"/>
                <a:cs typeface="Arial" charset="0"/>
              </a:defRPr>
            </a:lvl1pPr>
          </a:lstStyle>
          <a:p>
            <a:pPr defTabSz="1218769" fontAlgn="base">
              <a:spcBef>
                <a:spcPct val="0"/>
              </a:spcBef>
              <a:spcAft>
                <a:spcPct val="0"/>
              </a:spcAft>
              <a:defRPr/>
            </a:pPr>
            <a:fld id="{2F631321-1B6A-4154-B850-A71E95730F46}" type="slidenum">
              <a:rPr lang="en-US" smtClean="0"/>
              <a:pPr defTabSz="1218769" fontAlgn="base">
                <a:spcBef>
                  <a:spcPct val="0"/>
                </a:spcBef>
                <a:spcAft>
                  <a:spcPct val="0"/>
                </a:spcAft>
                <a:defRPr/>
              </a:pPr>
              <a:t>‹#›</a:t>
            </a:fld>
            <a:endParaRPr lang="en-US"/>
          </a:p>
        </p:txBody>
      </p:sp>
    </p:spTree>
    <p:extLst>
      <p:ext uri="{BB962C8B-B14F-4D97-AF65-F5344CB8AC3E}">
        <p14:creationId xmlns:p14="http://schemas.microsoft.com/office/powerpoint/2010/main" val="2238486035"/>
      </p:ext>
    </p:extLst>
  </p:cSld>
  <p:clrMap bg1="lt1" tx1="dk1" bg2="lt2" tx2="dk2" accent1="accent1" accent2="accent2" accent3="accent3" accent4="accent4" accent5="accent5" accent6="accent6" hlink="hlink" folHlink="folHlink"/>
  <p:sldLayoutIdLst>
    <p:sldLayoutId id="2147484705" r:id="rId1"/>
    <p:sldLayoutId id="2147484706" r:id="rId2"/>
    <p:sldLayoutId id="2147484707" r:id="rId3"/>
    <p:sldLayoutId id="2147484708" r:id="rId4"/>
    <p:sldLayoutId id="2147484709" r:id="rId5"/>
    <p:sldLayoutId id="2147484710" r:id="rId6"/>
    <p:sldLayoutId id="2147484711" r:id="rId7"/>
    <p:sldLayoutId id="2147484712" r:id="rId8"/>
    <p:sldLayoutId id="2147484713" r:id="rId9"/>
    <p:sldLayoutId id="2147484714" r:id="rId10"/>
    <p:sldLayoutId id="2147484715" r:id="rId11"/>
  </p:sldLayoutIdLst>
  <p:txStyles>
    <p:titleStyle>
      <a:lvl1pPr algn="ctr" rtl="0" eaLnBrk="0" fontAlgn="base" hangingPunct="0">
        <a:spcBef>
          <a:spcPct val="0"/>
        </a:spcBef>
        <a:spcAft>
          <a:spcPct val="0"/>
        </a:spcAft>
        <a:defRPr sz="5867" kern="1200">
          <a:solidFill>
            <a:schemeClr val="tx1"/>
          </a:solidFill>
          <a:latin typeface="+mj-lt"/>
          <a:ea typeface="+mj-ea"/>
          <a:cs typeface="+mj-cs"/>
        </a:defRPr>
      </a:lvl1pPr>
      <a:lvl2pPr algn="ctr" rtl="0" eaLnBrk="0" fontAlgn="base" hangingPunct="0">
        <a:spcBef>
          <a:spcPct val="0"/>
        </a:spcBef>
        <a:spcAft>
          <a:spcPct val="0"/>
        </a:spcAft>
        <a:defRPr sz="5867">
          <a:solidFill>
            <a:schemeClr val="tx1"/>
          </a:solidFill>
          <a:latin typeface="Calibri" pitchFamily="34" charset="0"/>
        </a:defRPr>
      </a:lvl2pPr>
      <a:lvl3pPr algn="ctr" rtl="0" eaLnBrk="0" fontAlgn="base" hangingPunct="0">
        <a:spcBef>
          <a:spcPct val="0"/>
        </a:spcBef>
        <a:spcAft>
          <a:spcPct val="0"/>
        </a:spcAft>
        <a:defRPr sz="5867">
          <a:solidFill>
            <a:schemeClr val="tx1"/>
          </a:solidFill>
          <a:latin typeface="Calibri" pitchFamily="34" charset="0"/>
        </a:defRPr>
      </a:lvl3pPr>
      <a:lvl4pPr algn="ctr" rtl="0" eaLnBrk="0" fontAlgn="base" hangingPunct="0">
        <a:spcBef>
          <a:spcPct val="0"/>
        </a:spcBef>
        <a:spcAft>
          <a:spcPct val="0"/>
        </a:spcAft>
        <a:defRPr sz="5867">
          <a:solidFill>
            <a:schemeClr val="tx1"/>
          </a:solidFill>
          <a:latin typeface="Calibri" pitchFamily="34" charset="0"/>
        </a:defRPr>
      </a:lvl4pPr>
      <a:lvl5pPr algn="ctr" rtl="0" eaLnBrk="0" fontAlgn="base" hangingPunct="0">
        <a:spcBef>
          <a:spcPct val="0"/>
        </a:spcBef>
        <a:spcAft>
          <a:spcPct val="0"/>
        </a:spcAft>
        <a:defRPr sz="5867">
          <a:solidFill>
            <a:schemeClr val="tx1"/>
          </a:solidFill>
          <a:latin typeface="Calibri" pitchFamily="34" charset="0"/>
        </a:defRPr>
      </a:lvl5pPr>
      <a:lvl6pPr marL="609004" algn="ctr" rtl="0" fontAlgn="base">
        <a:spcBef>
          <a:spcPct val="0"/>
        </a:spcBef>
        <a:spcAft>
          <a:spcPct val="0"/>
        </a:spcAft>
        <a:defRPr sz="5867">
          <a:solidFill>
            <a:schemeClr val="tx1"/>
          </a:solidFill>
          <a:latin typeface="Calibri" pitchFamily="34" charset="0"/>
        </a:defRPr>
      </a:lvl6pPr>
      <a:lvl7pPr marL="1217996" algn="ctr" rtl="0" fontAlgn="base">
        <a:spcBef>
          <a:spcPct val="0"/>
        </a:spcBef>
        <a:spcAft>
          <a:spcPct val="0"/>
        </a:spcAft>
        <a:defRPr sz="5867">
          <a:solidFill>
            <a:schemeClr val="tx1"/>
          </a:solidFill>
          <a:latin typeface="Calibri" pitchFamily="34" charset="0"/>
        </a:defRPr>
      </a:lvl7pPr>
      <a:lvl8pPr marL="1827014" algn="ctr" rtl="0" fontAlgn="base">
        <a:spcBef>
          <a:spcPct val="0"/>
        </a:spcBef>
        <a:spcAft>
          <a:spcPct val="0"/>
        </a:spcAft>
        <a:defRPr sz="5867">
          <a:solidFill>
            <a:schemeClr val="tx1"/>
          </a:solidFill>
          <a:latin typeface="Calibri" pitchFamily="34" charset="0"/>
        </a:defRPr>
      </a:lvl8pPr>
      <a:lvl9pPr marL="2436004" algn="ctr" rtl="0" fontAlgn="base">
        <a:spcBef>
          <a:spcPct val="0"/>
        </a:spcBef>
        <a:spcAft>
          <a:spcPct val="0"/>
        </a:spcAft>
        <a:defRPr sz="5867">
          <a:solidFill>
            <a:schemeClr val="tx1"/>
          </a:solidFill>
          <a:latin typeface="Calibri" pitchFamily="34" charset="0"/>
        </a:defRPr>
      </a:lvl9pPr>
    </p:titleStyle>
    <p:bodyStyle>
      <a:lvl1pPr marL="452808" indent="-452808" algn="l" rtl="0" eaLnBrk="0" fontAlgn="base" hangingPunct="0">
        <a:spcBef>
          <a:spcPct val="20000"/>
        </a:spcBef>
        <a:spcAft>
          <a:spcPct val="0"/>
        </a:spcAft>
        <a:buFont typeface="Arial" pitchFamily="34" charset="0"/>
        <a:buChar char="•"/>
        <a:defRPr sz="4267" kern="1200">
          <a:solidFill>
            <a:schemeClr val="tx1"/>
          </a:solidFill>
          <a:latin typeface="+mn-lt"/>
          <a:ea typeface="+mn-ea"/>
          <a:cs typeface="+mn-cs"/>
        </a:defRPr>
      </a:lvl1pPr>
      <a:lvl2pPr marL="986021" indent="-376631" algn="l" rtl="0" eaLnBrk="0" fontAlgn="base" hangingPunct="0">
        <a:spcBef>
          <a:spcPct val="20000"/>
        </a:spcBef>
        <a:spcAft>
          <a:spcPct val="0"/>
        </a:spcAft>
        <a:buFont typeface="Arial" pitchFamily="34" charset="0"/>
        <a:buChar char="–"/>
        <a:defRPr sz="3734" kern="1200">
          <a:solidFill>
            <a:schemeClr val="tx1"/>
          </a:solidFill>
          <a:latin typeface="+mn-lt"/>
          <a:ea typeface="+mn-ea"/>
          <a:cs typeface="+mn-cs"/>
        </a:defRPr>
      </a:lvl2pPr>
      <a:lvl3pPr marL="1519235" indent="-300466"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3pPr>
      <a:lvl4pPr marL="2128626" indent="-300466" algn="l" rtl="0" eaLnBrk="0" fontAlgn="base" hangingPunct="0">
        <a:spcBef>
          <a:spcPct val="20000"/>
        </a:spcBef>
        <a:spcAft>
          <a:spcPct val="0"/>
        </a:spcAft>
        <a:buFont typeface="Arial" pitchFamily="34" charset="0"/>
        <a:buChar char="–"/>
        <a:defRPr sz="2667" kern="1200">
          <a:solidFill>
            <a:schemeClr val="tx1"/>
          </a:solidFill>
          <a:latin typeface="+mn-lt"/>
          <a:ea typeface="+mn-ea"/>
          <a:cs typeface="+mn-cs"/>
        </a:defRPr>
      </a:lvl4pPr>
      <a:lvl5pPr marL="2738004" indent="-300466" algn="l" rtl="0" eaLnBrk="0" fontAlgn="base" hangingPunct="0">
        <a:spcBef>
          <a:spcPct val="20000"/>
        </a:spcBef>
        <a:spcAft>
          <a:spcPct val="0"/>
        </a:spcAft>
        <a:buFont typeface="Arial" pitchFamily="34" charset="0"/>
        <a:buChar char="»"/>
        <a:defRPr sz="2667" kern="1200">
          <a:solidFill>
            <a:schemeClr val="tx1"/>
          </a:solidFill>
          <a:latin typeface="+mn-lt"/>
          <a:ea typeface="+mn-ea"/>
          <a:cs typeface="+mn-cs"/>
        </a:defRPr>
      </a:lvl5pPr>
      <a:lvl6pPr marL="3349513" indent="-304505" algn="l" defTabSz="1217996"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58519" indent="-304505" algn="l" defTabSz="1217996"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67526" indent="-304505" algn="l" defTabSz="1217996"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76517" indent="-304505" algn="l" defTabSz="1217996"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7996" rtl="0" eaLnBrk="1" latinLnBrk="0" hangingPunct="1">
        <a:defRPr sz="2400" kern="1200">
          <a:solidFill>
            <a:schemeClr val="tx1"/>
          </a:solidFill>
          <a:latin typeface="+mn-lt"/>
          <a:ea typeface="+mn-ea"/>
          <a:cs typeface="+mn-cs"/>
        </a:defRPr>
      </a:lvl1pPr>
      <a:lvl2pPr marL="609004" algn="l" defTabSz="1217996" rtl="0" eaLnBrk="1" latinLnBrk="0" hangingPunct="1">
        <a:defRPr sz="2400" kern="1200">
          <a:solidFill>
            <a:schemeClr val="tx1"/>
          </a:solidFill>
          <a:latin typeface="+mn-lt"/>
          <a:ea typeface="+mn-ea"/>
          <a:cs typeface="+mn-cs"/>
        </a:defRPr>
      </a:lvl2pPr>
      <a:lvl3pPr marL="1217996" algn="l" defTabSz="1217996" rtl="0" eaLnBrk="1" latinLnBrk="0" hangingPunct="1">
        <a:defRPr sz="2400" kern="1200">
          <a:solidFill>
            <a:schemeClr val="tx1"/>
          </a:solidFill>
          <a:latin typeface="+mn-lt"/>
          <a:ea typeface="+mn-ea"/>
          <a:cs typeface="+mn-cs"/>
        </a:defRPr>
      </a:lvl3pPr>
      <a:lvl4pPr marL="1827014" algn="l" defTabSz="1217996" rtl="0" eaLnBrk="1" latinLnBrk="0" hangingPunct="1">
        <a:defRPr sz="2400" kern="1200">
          <a:solidFill>
            <a:schemeClr val="tx1"/>
          </a:solidFill>
          <a:latin typeface="+mn-lt"/>
          <a:ea typeface="+mn-ea"/>
          <a:cs typeface="+mn-cs"/>
        </a:defRPr>
      </a:lvl4pPr>
      <a:lvl5pPr marL="2436004" algn="l" defTabSz="1217996" rtl="0" eaLnBrk="1" latinLnBrk="0" hangingPunct="1">
        <a:defRPr sz="2400" kern="1200">
          <a:solidFill>
            <a:schemeClr val="tx1"/>
          </a:solidFill>
          <a:latin typeface="+mn-lt"/>
          <a:ea typeface="+mn-ea"/>
          <a:cs typeface="+mn-cs"/>
        </a:defRPr>
      </a:lvl5pPr>
      <a:lvl6pPr marL="3045010" algn="l" defTabSz="1217996" rtl="0" eaLnBrk="1" latinLnBrk="0" hangingPunct="1">
        <a:defRPr sz="2400" kern="1200">
          <a:solidFill>
            <a:schemeClr val="tx1"/>
          </a:solidFill>
          <a:latin typeface="+mn-lt"/>
          <a:ea typeface="+mn-ea"/>
          <a:cs typeface="+mn-cs"/>
        </a:defRPr>
      </a:lvl6pPr>
      <a:lvl7pPr marL="3654025" algn="l" defTabSz="1217996" rtl="0" eaLnBrk="1" latinLnBrk="0" hangingPunct="1">
        <a:defRPr sz="2400" kern="1200">
          <a:solidFill>
            <a:schemeClr val="tx1"/>
          </a:solidFill>
          <a:latin typeface="+mn-lt"/>
          <a:ea typeface="+mn-ea"/>
          <a:cs typeface="+mn-cs"/>
        </a:defRPr>
      </a:lvl7pPr>
      <a:lvl8pPr marL="4263014" algn="l" defTabSz="1217996" rtl="0" eaLnBrk="1" latinLnBrk="0" hangingPunct="1">
        <a:defRPr sz="2400" kern="1200">
          <a:solidFill>
            <a:schemeClr val="tx1"/>
          </a:solidFill>
          <a:latin typeface="+mn-lt"/>
          <a:ea typeface="+mn-ea"/>
          <a:cs typeface="+mn-cs"/>
        </a:defRPr>
      </a:lvl8pPr>
      <a:lvl9pPr marL="4872014" algn="l" defTabSz="1217996"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759" y="274702"/>
            <a:ext cx="10975658" cy="1143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CA" smtClean="0"/>
          </a:p>
        </p:txBody>
      </p:sp>
      <p:sp>
        <p:nvSpPr>
          <p:cNvPr id="2051" name="Text Placeholder 2"/>
          <p:cNvSpPr>
            <a:spLocks noGrp="1"/>
          </p:cNvSpPr>
          <p:nvPr>
            <p:ph type="body" idx="1"/>
          </p:nvPr>
        </p:nvSpPr>
        <p:spPr bwMode="auto">
          <a:xfrm>
            <a:off x="609759" y="1600573"/>
            <a:ext cx="10975658" cy="4527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smtClean="0"/>
          </a:p>
        </p:txBody>
      </p:sp>
      <p:sp>
        <p:nvSpPr>
          <p:cNvPr id="4" name="Date Placeholder 3"/>
          <p:cNvSpPr>
            <a:spLocks noGrp="1"/>
          </p:cNvSpPr>
          <p:nvPr>
            <p:ph type="dt" sz="half" idx="2"/>
          </p:nvPr>
        </p:nvSpPr>
        <p:spPr>
          <a:xfrm>
            <a:off x="609759" y="6357825"/>
            <a:ext cx="2845541" cy="365210"/>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4166685" y="6357825"/>
            <a:ext cx="3861805" cy="365210"/>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739875" y="6357825"/>
            <a:ext cx="2845541" cy="365210"/>
          </a:xfrm>
          <a:prstGeom prst="rect">
            <a:avLst/>
          </a:prstGeom>
        </p:spPr>
        <p:txBody>
          <a:bodyPr vert="horz" lIns="91440" tIns="45720" rIns="91440" bIns="45720" rtlCol="0" anchor="ctr"/>
          <a:lstStyle>
            <a:lvl1pPr algn="r">
              <a:defRPr sz="1200">
                <a:solidFill>
                  <a:schemeClr val="tx1">
                    <a:tint val="75000"/>
                  </a:schemeClr>
                </a:solidFill>
                <a:latin typeface="Arial" charset="0"/>
              </a:defRPr>
            </a:lvl1pPr>
          </a:lstStyle>
          <a:p>
            <a:pPr fontAlgn="base">
              <a:spcBef>
                <a:spcPct val="0"/>
              </a:spcBef>
              <a:spcAft>
                <a:spcPct val="0"/>
              </a:spcAft>
              <a:defRPr/>
            </a:pPr>
            <a:fld id="{45CB695F-DF4D-4D15-BD72-44C2D759A2C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3374940554"/>
      </p:ext>
    </p:extLst>
  </p:cSld>
  <p:clrMap bg1="lt1" tx1="dk1" bg2="lt2" tx2="dk2" accent1="accent1" accent2="accent2" accent3="accent3" accent4="accent4" accent5="accent5" accent6="accent6" hlink="hlink" folHlink="folHlink"/>
  <p:sldLayoutIdLst>
    <p:sldLayoutId id="2147484717" r:id="rId1"/>
    <p:sldLayoutId id="2147484718" r:id="rId2"/>
    <p:sldLayoutId id="2147484719" r:id="rId3"/>
    <p:sldLayoutId id="2147484720" r:id="rId4"/>
    <p:sldLayoutId id="2147484721" r:id="rId5"/>
    <p:sldLayoutId id="2147484722" r:id="rId6"/>
    <p:sldLayoutId id="2147484723" r:id="rId7"/>
    <p:sldLayoutId id="2147484724" r:id="rId8"/>
    <p:sldLayoutId id="2147484725" r:id="rId9"/>
    <p:sldLayoutId id="2147484726" r:id="rId10"/>
    <p:sldLayoutId id="2147484727" r:id="rId11"/>
  </p:sldLayoutIdLst>
  <p:txStyles>
    <p:titleStyle>
      <a:lvl1pPr algn="ctr" rtl="0" eaLnBrk="0" fontAlgn="base" hangingPunct="0">
        <a:spcBef>
          <a:spcPct val="0"/>
        </a:spcBef>
        <a:spcAft>
          <a:spcPct val="0"/>
        </a:spcAft>
        <a:defRPr sz="4401" kern="1200">
          <a:solidFill>
            <a:schemeClr val="tx1"/>
          </a:solidFill>
          <a:latin typeface="+mj-lt"/>
          <a:ea typeface="+mj-ea"/>
          <a:cs typeface="+mj-cs"/>
        </a:defRPr>
      </a:lvl1pPr>
      <a:lvl2pPr algn="ctr" rtl="0" eaLnBrk="0" fontAlgn="base" hangingPunct="0">
        <a:spcBef>
          <a:spcPct val="0"/>
        </a:spcBef>
        <a:spcAft>
          <a:spcPct val="0"/>
        </a:spcAft>
        <a:defRPr sz="4401">
          <a:solidFill>
            <a:schemeClr val="tx1"/>
          </a:solidFill>
          <a:latin typeface="Calibri" pitchFamily="34" charset="0"/>
        </a:defRPr>
      </a:lvl2pPr>
      <a:lvl3pPr algn="ctr" rtl="0" eaLnBrk="0" fontAlgn="base" hangingPunct="0">
        <a:spcBef>
          <a:spcPct val="0"/>
        </a:spcBef>
        <a:spcAft>
          <a:spcPct val="0"/>
        </a:spcAft>
        <a:defRPr sz="4401">
          <a:solidFill>
            <a:schemeClr val="tx1"/>
          </a:solidFill>
          <a:latin typeface="Calibri" pitchFamily="34" charset="0"/>
        </a:defRPr>
      </a:lvl3pPr>
      <a:lvl4pPr algn="ctr" rtl="0" eaLnBrk="0" fontAlgn="base" hangingPunct="0">
        <a:spcBef>
          <a:spcPct val="0"/>
        </a:spcBef>
        <a:spcAft>
          <a:spcPct val="0"/>
        </a:spcAft>
        <a:defRPr sz="4401">
          <a:solidFill>
            <a:schemeClr val="tx1"/>
          </a:solidFill>
          <a:latin typeface="Calibri" pitchFamily="34" charset="0"/>
        </a:defRPr>
      </a:lvl4pPr>
      <a:lvl5pPr algn="ctr" rtl="0" eaLnBrk="0" fontAlgn="base" hangingPunct="0">
        <a:spcBef>
          <a:spcPct val="0"/>
        </a:spcBef>
        <a:spcAft>
          <a:spcPct val="0"/>
        </a:spcAft>
        <a:defRPr sz="4401">
          <a:solidFill>
            <a:schemeClr val="tx1"/>
          </a:solidFill>
          <a:latin typeface="Calibri" pitchFamily="34" charset="0"/>
        </a:defRPr>
      </a:lvl5pPr>
      <a:lvl6pPr marL="457291" algn="ctr" rtl="0" fontAlgn="base">
        <a:spcBef>
          <a:spcPct val="0"/>
        </a:spcBef>
        <a:spcAft>
          <a:spcPct val="0"/>
        </a:spcAft>
        <a:defRPr sz="4401">
          <a:solidFill>
            <a:schemeClr val="tx1"/>
          </a:solidFill>
          <a:latin typeface="Calibri" pitchFamily="34" charset="0"/>
        </a:defRPr>
      </a:lvl6pPr>
      <a:lvl7pPr marL="914583" algn="ctr" rtl="0" fontAlgn="base">
        <a:spcBef>
          <a:spcPct val="0"/>
        </a:spcBef>
        <a:spcAft>
          <a:spcPct val="0"/>
        </a:spcAft>
        <a:defRPr sz="4401">
          <a:solidFill>
            <a:schemeClr val="tx1"/>
          </a:solidFill>
          <a:latin typeface="Calibri" pitchFamily="34" charset="0"/>
        </a:defRPr>
      </a:lvl7pPr>
      <a:lvl8pPr marL="1371874" algn="ctr" rtl="0" fontAlgn="base">
        <a:spcBef>
          <a:spcPct val="0"/>
        </a:spcBef>
        <a:spcAft>
          <a:spcPct val="0"/>
        </a:spcAft>
        <a:defRPr sz="4401">
          <a:solidFill>
            <a:schemeClr val="tx1"/>
          </a:solidFill>
          <a:latin typeface="Calibri" pitchFamily="34" charset="0"/>
        </a:defRPr>
      </a:lvl8pPr>
      <a:lvl9pPr marL="1829166" algn="ctr" rtl="0" fontAlgn="base">
        <a:spcBef>
          <a:spcPct val="0"/>
        </a:spcBef>
        <a:spcAft>
          <a:spcPct val="0"/>
        </a:spcAft>
        <a:defRPr sz="4401">
          <a:solidFill>
            <a:schemeClr val="tx1"/>
          </a:solidFill>
          <a:latin typeface="Calibri" pitchFamily="34" charset="0"/>
        </a:defRPr>
      </a:lvl9pPr>
    </p:titleStyle>
    <p:bodyStyle>
      <a:lvl1pPr marL="342969" indent="-342969" algn="l" rtl="0" eaLnBrk="0" fontAlgn="base" hangingPunct="0">
        <a:spcBef>
          <a:spcPct val="20000"/>
        </a:spcBef>
        <a:spcAft>
          <a:spcPct val="0"/>
        </a:spcAft>
        <a:buFont typeface="Arial" pitchFamily="34" charset="0"/>
        <a:buChar char="•"/>
        <a:defRPr sz="3201" kern="1200">
          <a:solidFill>
            <a:schemeClr val="tx1"/>
          </a:solidFill>
          <a:latin typeface="+mn-lt"/>
          <a:ea typeface="+mn-ea"/>
          <a:cs typeface="+mn-cs"/>
        </a:defRPr>
      </a:lvl1pPr>
      <a:lvl2pPr marL="743099" indent="-285808" algn="l" rtl="0" eaLnBrk="0" fontAlgn="base" hangingPunct="0">
        <a:spcBef>
          <a:spcPct val="20000"/>
        </a:spcBef>
        <a:spcAft>
          <a:spcPct val="0"/>
        </a:spcAft>
        <a:buFont typeface="Arial" pitchFamily="34" charset="0"/>
        <a:buChar char="–"/>
        <a:defRPr sz="2801" kern="1200">
          <a:solidFill>
            <a:schemeClr val="tx1"/>
          </a:solidFill>
          <a:latin typeface="+mn-lt"/>
          <a:ea typeface="+mn-ea"/>
          <a:cs typeface="+mn-cs"/>
        </a:defRPr>
      </a:lvl2pPr>
      <a:lvl3pPr marL="1143229" indent="-228646"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520" indent="-228646"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811" indent="-228646"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5103" indent="-228646" algn="l" defTabSz="91458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2394" indent="-228646" algn="l" defTabSz="91458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686" indent="-228646" algn="l" defTabSz="91458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977" indent="-228646" algn="l" defTabSz="91458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583" rtl="0" eaLnBrk="1" latinLnBrk="0" hangingPunct="1">
        <a:defRPr sz="1800" kern="1200">
          <a:solidFill>
            <a:schemeClr val="tx1"/>
          </a:solidFill>
          <a:latin typeface="+mn-lt"/>
          <a:ea typeface="+mn-ea"/>
          <a:cs typeface="+mn-cs"/>
        </a:defRPr>
      </a:lvl1pPr>
      <a:lvl2pPr marL="457291" algn="l" defTabSz="914583" rtl="0" eaLnBrk="1" latinLnBrk="0" hangingPunct="1">
        <a:defRPr sz="1800" kern="1200">
          <a:solidFill>
            <a:schemeClr val="tx1"/>
          </a:solidFill>
          <a:latin typeface="+mn-lt"/>
          <a:ea typeface="+mn-ea"/>
          <a:cs typeface="+mn-cs"/>
        </a:defRPr>
      </a:lvl2pPr>
      <a:lvl3pPr marL="914583" algn="l" defTabSz="914583" rtl="0" eaLnBrk="1" latinLnBrk="0" hangingPunct="1">
        <a:defRPr sz="1800" kern="1200">
          <a:solidFill>
            <a:schemeClr val="tx1"/>
          </a:solidFill>
          <a:latin typeface="+mn-lt"/>
          <a:ea typeface="+mn-ea"/>
          <a:cs typeface="+mn-cs"/>
        </a:defRPr>
      </a:lvl3pPr>
      <a:lvl4pPr marL="1371874" algn="l" defTabSz="914583" rtl="0" eaLnBrk="1" latinLnBrk="0" hangingPunct="1">
        <a:defRPr sz="1800" kern="1200">
          <a:solidFill>
            <a:schemeClr val="tx1"/>
          </a:solidFill>
          <a:latin typeface="+mn-lt"/>
          <a:ea typeface="+mn-ea"/>
          <a:cs typeface="+mn-cs"/>
        </a:defRPr>
      </a:lvl4pPr>
      <a:lvl5pPr marL="1829166" algn="l" defTabSz="914583" rtl="0" eaLnBrk="1" latinLnBrk="0" hangingPunct="1">
        <a:defRPr sz="1800" kern="1200">
          <a:solidFill>
            <a:schemeClr val="tx1"/>
          </a:solidFill>
          <a:latin typeface="+mn-lt"/>
          <a:ea typeface="+mn-ea"/>
          <a:cs typeface="+mn-cs"/>
        </a:defRPr>
      </a:lvl5pPr>
      <a:lvl6pPr marL="2286457" algn="l" defTabSz="914583" rtl="0" eaLnBrk="1" latinLnBrk="0" hangingPunct="1">
        <a:defRPr sz="1800" kern="1200">
          <a:solidFill>
            <a:schemeClr val="tx1"/>
          </a:solidFill>
          <a:latin typeface="+mn-lt"/>
          <a:ea typeface="+mn-ea"/>
          <a:cs typeface="+mn-cs"/>
        </a:defRPr>
      </a:lvl6pPr>
      <a:lvl7pPr marL="2743749" algn="l" defTabSz="914583" rtl="0" eaLnBrk="1" latinLnBrk="0" hangingPunct="1">
        <a:defRPr sz="1800" kern="1200">
          <a:solidFill>
            <a:schemeClr val="tx1"/>
          </a:solidFill>
          <a:latin typeface="+mn-lt"/>
          <a:ea typeface="+mn-ea"/>
          <a:cs typeface="+mn-cs"/>
        </a:defRPr>
      </a:lvl7pPr>
      <a:lvl8pPr marL="3201040" algn="l" defTabSz="914583" rtl="0" eaLnBrk="1" latinLnBrk="0" hangingPunct="1">
        <a:defRPr sz="1800" kern="1200">
          <a:solidFill>
            <a:schemeClr val="tx1"/>
          </a:solidFill>
          <a:latin typeface="+mn-lt"/>
          <a:ea typeface="+mn-ea"/>
          <a:cs typeface="+mn-cs"/>
        </a:defRPr>
      </a:lvl8pPr>
      <a:lvl9pPr marL="3658332" algn="l" defTabSz="914583"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759" y="274702"/>
            <a:ext cx="10975658" cy="1143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CA" smtClean="0"/>
          </a:p>
        </p:txBody>
      </p:sp>
      <p:sp>
        <p:nvSpPr>
          <p:cNvPr id="2051" name="Text Placeholder 2"/>
          <p:cNvSpPr>
            <a:spLocks noGrp="1"/>
          </p:cNvSpPr>
          <p:nvPr>
            <p:ph type="body" idx="1"/>
          </p:nvPr>
        </p:nvSpPr>
        <p:spPr bwMode="auto">
          <a:xfrm>
            <a:off x="609759" y="1600573"/>
            <a:ext cx="10975658" cy="4527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smtClean="0"/>
          </a:p>
        </p:txBody>
      </p:sp>
      <p:sp>
        <p:nvSpPr>
          <p:cNvPr id="4" name="Date Placeholder 3"/>
          <p:cNvSpPr>
            <a:spLocks noGrp="1"/>
          </p:cNvSpPr>
          <p:nvPr>
            <p:ph type="dt" sz="half" idx="2"/>
          </p:nvPr>
        </p:nvSpPr>
        <p:spPr>
          <a:xfrm>
            <a:off x="609760" y="6357825"/>
            <a:ext cx="2845541" cy="365210"/>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4166685" y="6357825"/>
            <a:ext cx="3861805" cy="365210"/>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739875" y="6357825"/>
            <a:ext cx="2845541" cy="365210"/>
          </a:xfrm>
          <a:prstGeom prst="rect">
            <a:avLst/>
          </a:prstGeom>
        </p:spPr>
        <p:txBody>
          <a:bodyPr vert="horz" lIns="91440" tIns="45720" rIns="91440" bIns="45720" rtlCol="0" anchor="ctr"/>
          <a:lstStyle>
            <a:lvl1pPr algn="r">
              <a:defRPr sz="1200">
                <a:solidFill>
                  <a:schemeClr val="tx1">
                    <a:tint val="75000"/>
                  </a:schemeClr>
                </a:solidFill>
                <a:latin typeface="Arial" charset="0"/>
              </a:defRPr>
            </a:lvl1pPr>
          </a:lstStyle>
          <a:p>
            <a:pPr fontAlgn="base">
              <a:spcBef>
                <a:spcPct val="0"/>
              </a:spcBef>
              <a:spcAft>
                <a:spcPct val="0"/>
              </a:spcAft>
              <a:defRPr/>
            </a:pPr>
            <a:fld id="{45CB695F-DF4D-4D15-BD72-44C2D759A2C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3330925595"/>
      </p:ext>
    </p:extLst>
  </p:cSld>
  <p:clrMap bg1="lt1" tx1="dk1" bg2="lt2" tx2="dk2" accent1="accent1" accent2="accent2" accent3="accent3" accent4="accent4" accent5="accent5" accent6="accent6" hlink="hlink" folHlink="folHlink"/>
  <p:sldLayoutIdLst>
    <p:sldLayoutId id="2147484755" r:id="rId1"/>
    <p:sldLayoutId id="2147484756" r:id="rId2"/>
    <p:sldLayoutId id="2147484757" r:id="rId3"/>
    <p:sldLayoutId id="2147484758" r:id="rId4"/>
    <p:sldLayoutId id="2147484759" r:id="rId5"/>
    <p:sldLayoutId id="2147484760" r:id="rId6"/>
    <p:sldLayoutId id="2147484761" r:id="rId7"/>
    <p:sldLayoutId id="2147484762" r:id="rId8"/>
    <p:sldLayoutId id="2147484763" r:id="rId9"/>
    <p:sldLayoutId id="2147484764" r:id="rId10"/>
    <p:sldLayoutId id="2147484765" r:id="rId11"/>
  </p:sldLayoutIdLst>
  <p:txStyles>
    <p:titleStyle>
      <a:lvl1pPr algn="ctr" rtl="0" eaLnBrk="0" fontAlgn="base" hangingPunct="0">
        <a:spcBef>
          <a:spcPct val="0"/>
        </a:spcBef>
        <a:spcAft>
          <a:spcPct val="0"/>
        </a:spcAft>
        <a:defRPr sz="4401" kern="1200">
          <a:solidFill>
            <a:schemeClr val="tx1"/>
          </a:solidFill>
          <a:latin typeface="+mj-lt"/>
          <a:ea typeface="+mj-ea"/>
          <a:cs typeface="+mj-cs"/>
        </a:defRPr>
      </a:lvl1pPr>
      <a:lvl2pPr algn="ctr" rtl="0" eaLnBrk="0" fontAlgn="base" hangingPunct="0">
        <a:spcBef>
          <a:spcPct val="0"/>
        </a:spcBef>
        <a:spcAft>
          <a:spcPct val="0"/>
        </a:spcAft>
        <a:defRPr sz="4401">
          <a:solidFill>
            <a:schemeClr val="tx1"/>
          </a:solidFill>
          <a:latin typeface="Calibri" pitchFamily="34" charset="0"/>
        </a:defRPr>
      </a:lvl2pPr>
      <a:lvl3pPr algn="ctr" rtl="0" eaLnBrk="0" fontAlgn="base" hangingPunct="0">
        <a:spcBef>
          <a:spcPct val="0"/>
        </a:spcBef>
        <a:spcAft>
          <a:spcPct val="0"/>
        </a:spcAft>
        <a:defRPr sz="4401">
          <a:solidFill>
            <a:schemeClr val="tx1"/>
          </a:solidFill>
          <a:latin typeface="Calibri" pitchFamily="34" charset="0"/>
        </a:defRPr>
      </a:lvl3pPr>
      <a:lvl4pPr algn="ctr" rtl="0" eaLnBrk="0" fontAlgn="base" hangingPunct="0">
        <a:spcBef>
          <a:spcPct val="0"/>
        </a:spcBef>
        <a:spcAft>
          <a:spcPct val="0"/>
        </a:spcAft>
        <a:defRPr sz="4401">
          <a:solidFill>
            <a:schemeClr val="tx1"/>
          </a:solidFill>
          <a:latin typeface="Calibri" pitchFamily="34" charset="0"/>
        </a:defRPr>
      </a:lvl4pPr>
      <a:lvl5pPr algn="ctr" rtl="0" eaLnBrk="0" fontAlgn="base" hangingPunct="0">
        <a:spcBef>
          <a:spcPct val="0"/>
        </a:spcBef>
        <a:spcAft>
          <a:spcPct val="0"/>
        </a:spcAft>
        <a:defRPr sz="4401">
          <a:solidFill>
            <a:schemeClr val="tx1"/>
          </a:solidFill>
          <a:latin typeface="Calibri" pitchFamily="34" charset="0"/>
        </a:defRPr>
      </a:lvl5pPr>
      <a:lvl6pPr marL="457261" algn="ctr" rtl="0" fontAlgn="base">
        <a:spcBef>
          <a:spcPct val="0"/>
        </a:spcBef>
        <a:spcAft>
          <a:spcPct val="0"/>
        </a:spcAft>
        <a:defRPr sz="4401">
          <a:solidFill>
            <a:schemeClr val="tx1"/>
          </a:solidFill>
          <a:latin typeface="Calibri" pitchFamily="34" charset="0"/>
        </a:defRPr>
      </a:lvl6pPr>
      <a:lvl7pPr marL="914522" algn="ctr" rtl="0" fontAlgn="base">
        <a:spcBef>
          <a:spcPct val="0"/>
        </a:spcBef>
        <a:spcAft>
          <a:spcPct val="0"/>
        </a:spcAft>
        <a:defRPr sz="4401">
          <a:solidFill>
            <a:schemeClr val="tx1"/>
          </a:solidFill>
          <a:latin typeface="Calibri" pitchFamily="34" charset="0"/>
        </a:defRPr>
      </a:lvl7pPr>
      <a:lvl8pPr marL="1371782" algn="ctr" rtl="0" fontAlgn="base">
        <a:spcBef>
          <a:spcPct val="0"/>
        </a:spcBef>
        <a:spcAft>
          <a:spcPct val="0"/>
        </a:spcAft>
        <a:defRPr sz="4401">
          <a:solidFill>
            <a:schemeClr val="tx1"/>
          </a:solidFill>
          <a:latin typeface="Calibri" pitchFamily="34" charset="0"/>
        </a:defRPr>
      </a:lvl8pPr>
      <a:lvl9pPr marL="1829044" algn="ctr" rtl="0" fontAlgn="base">
        <a:spcBef>
          <a:spcPct val="0"/>
        </a:spcBef>
        <a:spcAft>
          <a:spcPct val="0"/>
        </a:spcAft>
        <a:defRPr sz="4401">
          <a:solidFill>
            <a:schemeClr val="tx1"/>
          </a:solidFill>
          <a:latin typeface="Calibri" pitchFamily="34" charset="0"/>
        </a:defRPr>
      </a:lvl9pPr>
    </p:titleStyle>
    <p:bodyStyle>
      <a:lvl1pPr marL="342946" indent="-342946" algn="l" rtl="0" eaLnBrk="0" fontAlgn="base" hangingPunct="0">
        <a:spcBef>
          <a:spcPct val="20000"/>
        </a:spcBef>
        <a:spcAft>
          <a:spcPct val="0"/>
        </a:spcAft>
        <a:buFont typeface="Arial" pitchFamily="34" charset="0"/>
        <a:buChar char="•"/>
        <a:defRPr sz="3201" kern="1200">
          <a:solidFill>
            <a:schemeClr val="tx1"/>
          </a:solidFill>
          <a:latin typeface="+mn-lt"/>
          <a:ea typeface="+mn-ea"/>
          <a:cs typeface="+mn-cs"/>
        </a:defRPr>
      </a:lvl1pPr>
      <a:lvl2pPr marL="743050" indent="-285789" algn="l" rtl="0" eaLnBrk="0" fontAlgn="base" hangingPunct="0">
        <a:spcBef>
          <a:spcPct val="20000"/>
        </a:spcBef>
        <a:spcAft>
          <a:spcPct val="0"/>
        </a:spcAft>
        <a:buFont typeface="Arial" pitchFamily="34" charset="0"/>
        <a:buChar char="–"/>
        <a:defRPr sz="2801" kern="1200">
          <a:solidFill>
            <a:schemeClr val="tx1"/>
          </a:solidFill>
          <a:latin typeface="+mn-lt"/>
          <a:ea typeface="+mn-ea"/>
          <a:cs typeface="+mn-cs"/>
        </a:defRPr>
      </a:lvl2pPr>
      <a:lvl3pPr marL="1143153" indent="-228631"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413" indent="-228631"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674" indent="-228631"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935" indent="-228631" algn="l" defTabSz="91452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2196" indent="-228631" algn="l" defTabSz="91452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458" indent="-228631" algn="l" defTabSz="91452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717" indent="-228631" algn="l" defTabSz="91452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522" rtl="0" eaLnBrk="1" latinLnBrk="0" hangingPunct="1">
        <a:defRPr sz="1800" kern="1200">
          <a:solidFill>
            <a:schemeClr val="tx1"/>
          </a:solidFill>
          <a:latin typeface="+mn-lt"/>
          <a:ea typeface="+mn-ea"/>
          <a:cs typeface="+mn-cs"/>
        </a:defRPr>
      </a:lvl1pPr>
      <a:lvl2pPr marL="457261" algn="l" defTabSz="914522" rtl="0" eaLnBrk="1" latinLnBrk="0" hangingPunct="1">
        <a:defRPr sz="1800" kern="1200">
          <a:solidFill>
            <a:schemeClr val="tx1"/>
          </a:solidFill>
          <a:latin typeface="+mn-lt"/>
          <a:ea typeface="+mn-ea"/>
          <a:cs typeface="+mn-cs"/>
        </a:defRPr>
      </a:lvl2pPr>
      <a:lvl3pPr marL="914522" algn="l" defTabSz="914522" rtl="0" eaLnBrk="1" latinLnBrk="0" hangingPunct="1">
        <a:defRPr sz="1800" kern="1200">
          <a:solidFill>
            <a:schemeClr val="tx1"/>
          </a:solidFill>
          <a:latin typeface="+mn-lt"/>
          <a:ea typeface="+mn-ea"/>
          <a:cs typeface="+mn-cs"/>
        </a:defRPr>
      </a:lvl3pPr>
      <a:lvl4pPr marL="1371782" algn="l" defTabSz="914522" rtl="0" eaLnBrk="1" latinLnBrk="0" hangingPunct="1">
        <a:defRPr sz="1800" kern="1200">
          <a:solidFill>
            <a:schemeClr val="tx1"/>
          </a:solidFill>
          <a:latin typeface="+mn-lt"/>
          <a:ea typeface="+mn-ea"/>
          <a:cs typeface="+mn-cs"/>
        </a:defRPr>
      </a:lvl4pPr>
      <a:lvl5pPr marL="1829044" algn="l" defTabSz="914522" rtl="0" eaLnBrk="1" latinLnBrk="0" hangingPunct="1">
        <a:defRPr sz="1800" kern="1200">
          <a:solidFill>
            <a:schemeClr val="tx1"/>
          </a:solidFill>
          <a:latin typeface="+mn-lt"/>
          <a:ea typeface="+mn-ea"/>
          <a:cs typeface="+mn-cs"/>
        </a:defRPr>
      </a:lvl5pPr>
      <a:lvl6pPr marL="2286304" algn="l" defTabSz="914522" rtl="0" eaLnBrk="1" latinLnBrk="0" hangingPunct="1">
        <a:defRPr sz="1800" kern="1200">
          <a:solidFill>
            <a:schemeClr val="tx1"/>
          </a:solidFill>
          <a:latin typeface="+mn-lt"/>
          <a:ea typeface="+mn-ea"/>
          <a:cs typeface="+mn-cs"/>
        </a:defRPr>
      </a:lvl6pPr>
      <a:lvl7pPr marL="2743566" algn="l" defTabSz="914522" rtl="0" eaLnBrk="1" latinLnBrk="0" hangingPunct="1">
        <a:defRPr sz="1800" kern="1200">
          <a:solidFill>
            <a:schemeClr val="tx1"/>
          </a:solidFill>
          <a:latin typeface="+mn-lt"/>
          <a:ea typeface="+mn-ea"/>
          <a:cs typeface="+mn-cs"/>
        </a:defRPr>
      </a:lvl7pPr>
      <a:lvl8pPr marL="3200827" algn="l" defTabSz="914522" rtl="0" eaLnBrk="1" latinLnBrk="0" hangingPunct="1">
        <a:defRPr sz="1800" kern="1200">
          <a:solidFill>
            <a:schemeClr val="tx1"/>
          </a:solidFill>
          <a:latin typeface="+mn-lt"/>
          <a:ea typeface="+mn-ea"/>
          <a:cs typeface="+mn-cs"/>
        </a:defRPr>
      </a:lvl8pPr>
      <a:lvl9pPr marL="3658087" algn="l" defTabSz="914522"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759" y="274702"/>
            <a:ext cx="10975658" cy="1143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CA" smtClean="0"/>
          </a:p>
        </p:txBody>
      </p:sp>
      <p:sp>
        <p:nvSpPr>
          <p:cNvPr id="2051" name="Text Placeholder 2"/>
          <p:cNvSpPr>
            <a:spLocks noGrp="1"/>
          </p:cNvSpPr>
          <p:nvPr>
            <p:ph type="body" idx="1"/>
          </p:nvPr>
        </p:nvSpPr>
        <p:spPr bwMode="auto">
          <a:xfrm>
            <a:off x="609759" y="1600574"/>
            <a:ext cx="10975658" cy="4527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smtClean="0"/>
          </a:p>
        </p:txBody>
      </p:sp>
      <p:sp>
        <p:nvSpPr>
          <p:cNvPr id="4" name="Date Placeholder 3"/>
          <p:cNvSpPr>
            <a:spLocks noGrp="1"/>
          </p:cNvSpPr>
          <p:nvPr>
            <p:ph type="dt" sz="half" idx="2"/>
          </p:nvPr>
        </p:nvSpPr>
        <p:spPr>
          <a:xfrm>
            <a:off x="609760" y="6357825"/>
            <a:ext cx="2845541" cy="365210"/>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5" name="Footer Placeholder 4"/>
          <p:cNvSpPr>
            <a:spLocks noGrp="1"/>
          </p:cNvSpPr>
          <p:nvPr>
            <p:ph type="ftr" sz="quarter" idx="3"/>
          </p:nvPr>
        </p:nvSpPr>
        <p:spPr>
          <a:xfrm>
            <a:off x="4166685" y="6357825"/>
            <a:ext cx="3861805" cy="365210"/>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739875" y="6357825"/>
            <a:ext cx="2845541" cy="365210"/>
          </a:xfrm>
          <a:prstGeom prst="rect">
            <a:avLst/>
          </a:prstGeom>
        </p:spPr>
        <p:txBody>
          <a:bodyPr vert="horz" lIns="91440" tIns="45720" rIns="91440" bIns="45720" rtlCol="0" anchor="ctr"/>
          <a:lstStyle>
            <a:lvl1pPr algn="r">
              <a:defRPr sz="1200">
                <a:solidFill>
                  <a:schemeClr val="tx1">
                    <a:tint val="75000"/>
                  </a:schemeClr>
                </a:solidFill>
                <a:latin typeface="Arial" charset="0"/>
              </a:defRPr>
            </a:lvl1pPr>
          </a:lstStyle>
          <a:p>
            <a:pPr fontAlgn="base">
              <a:spcBef>
                <a:spcPct val="0"/>
              </a:spcBef>
              <a:spcAft>
                <a:spcPct val="0"/>
              </a:spcAft>
              <a:defRPr/>
            </a:pPr>
            <a:fld id="{45CB695F-DF4D-4D15-BD72-44C2D759A2CC}" type="slidenum">
              <a:rPr lang="en-US">
                <a:solidFill>
                  <a:prstClr val="black">
                    <a:tint val="75000"/>
                  </a:prstClr>
                </a:solidFill>
              </a:rPr>
              <a:pPr fontAlgn="base">
                <a:spcBef>
                  <a:spcPct val="0"/>
                </a:spcBef>
                <a:spcAft>
                  <a:spcPct val="0"/>
                </a:spcAft>
                <a:defRPr/>
              </a:pPr>
              <a:t>‹#›</a:t>
            </a:fld>
            <a:endParaRPr lang="en-US">
              <a:solidFill>
                <a:prstClr val="black">
                  <a:tint val="75000"/>
                </a:prstClr>
              </a:solidFill>
            </a:endParaRPr>
          </a:p>
        </p:txBody>
      </p:sp>
    </p:spTree>
    <p:extLst>
      <p:ext uri="{BB962C8B-B14F-4D97-AF65-F5344CB8AC3E}">
        <p14:creationId xmlns:p14="http://schemas.microsoft.com/office/powerpoint/2010/main" val="413740620"/>
      </p:ext>
    </p:extLst>
  </p:cSld>
  <p:clrMap bg1="lt1" tx1="dk1" bg2="lt2" tx2="dk2" accent1="accent1" accent2="accent2" accent3="accent3" accent4="accent4" accent5="accent5" accent6="accent6" hlink="hlink" folHlink="folHlink"/>
  <p:sldLayoutIdLst>
    <p:sldLayoutId id="2147484767" r:id="rId1"/>
    <p:sldLayoutId id="2147484768" r:id="rId2"/>
    <p:sldLayoutId id="2147484769" r:id="rId3"/>
    <p:sldLayoutId id="2147484770" r:id="rId4"/>
    <p:sldLayoutId id="2147484771" r:id="rId5"/>
    <p:sldLayoutId id="2147484772" r:id="rId6"/>
    <p:sldLayoutId id="2147484773" r:id="rId7"/>
    <p:sldLayoutId id="2147484774" r:id="rId8"/>
    <p:sldLayoutId id="2147484775" r:id="rId9"/>
    <p:sldLayoutId id="2147484776" r:id="rId10"/>
    <p:sldLayoutId id="2147484777" r:id="rId11"/>
  </p:sldLayoutIdLst>
  <p:txStyles>
    <p:titleStyle>
      <a:lvl1pPr algn="ctr" rtl="0" eaLnBrk="0" fontAlgn="base" hangingPunct="0">
        <a:spcBef>
          <a:spcPct val="0"/>
        </a:spcBef>
        <a:spcAft>
          <a:spcPct val="0"/>
        </a:spcAft>
        <a:defRPr sz="4401" kern="1200">
          <a:solidFill>
            <a:schemeClr val="tx1"/>
          </a:solidFill>
          <a:latin typeface="+mj-lt"/>
          <a:ea typeface="+mj-ea"/>
          <a:cs typeface="+mj-cs"/>
        </a:defRPr>
      </a:lvl1pPr>
      <a:lvl2pPr algn="ctr" rtl="0" eaLnBrk="0" fontAlgn="base" hangingPunct="0">
        <a:spcBef>
          <a:spcPct val="0"/>
        </a:spcBef>
        <a:spcAft>
          <a:spcPct val="0"/>
        </a:spcAft>
        <a:defRPr sz="4401">
          <a:solidFill>
            <a:schemeClr val="tx1"/>
          </a:solidFill>
          <a:latin typeface="Calibri" pitchFamily="34" charset="0"/>
        </a:defRPr>
      </a:lvl2pPr>
      <a:lvl3pPr algn="ctr" rtl="0" eaLnBrk="0" fontAlgn="base" hangingPunct="0">
        <a:spcBef>
          <a:spcPct val="0"/>
        </a:spcBef>
        <a:spcAft>
          <a:spcPct val="0"/>
        </a:spcAft>
        <a:defRPr sz="4401">
          <a:solidFill>
            <a:schemeClr val="tx1"/>
          </a:solidFill>
          <a:latin typeface="Calibri" pitchFamily="34" charset="0"/>
        </a:defRPr>
      </a:lvl3pPr>
      <a:lvl4pPr algn="ctr" rtl="0" eaLnBrk="0" fontAlgn="base" hangingPunct="0">
        <a:spcBef>
          <a:spcPct val="0"/>
        </a:spcBef>
        <a:spcAft>
          <a:spcPct val="0"/>
        </a:spcAft>
        <a:defRPr sz="4401">
          <a:solidFill>
            <a:schemeClr val="tx1"/>
          </a:solidFill>
          <a:latin typeface="Calibri" pitchFamily="34" charset="0"/>
        </a:defRPr>
      </a:lvl4pPr>
      <a:lvl5pPr algn="ctr" rtl="0" eaLnBrk="0" fontAlgn="base" hangingPunct="0">
        <a:spcBef>
          <a:spcPct val="0"/>
        </a:spcBef>
        <a:spcAft>
          <a:spcPct val="0"/>
        </a:spcAft>
        <a:defRPr sz="4401">
          <a:solidFill>
            <a:schemeClr val="tx1"/>
          </a:solidFill>
          <a:latin typeface="Calibri" pitchFamily="34" charset="0"/>
        </a:defRPr>
      </a:lvl5pPr>
      <a:lvl6pPr marL="457246" algn="ctr" rtl="0" fontAlgn="base">
        <a:spcBef>
          <a:spcPct val="0"/>
        </a:spcBef>
        <a:spcAft>
          <a:spcPct val="0"/>
        </a:spcAft>
        <a:defRPr sz="4401">
          <a:solidFill>
            <a:schemeClr val="tx1"/>
          </a:solidFill>
          <a:latin typeface="Calibri" pitchFamily="34" charset="0"/>
        </a:defRPr>
      </a:lvl6pPr>
      <a:lvl7pPr marL="914492" algn="ctr" rtl="0" fontAlgn="base">
        <a:spcBef>
          <a:spcPct val="0"/>
        </a:spcBef>
        <a:spcAft>
          <a:spcPct val="0"/>
        </a:spcAft>
        <a:defRPr sz="4401">
          <a:solidFill>
            <a:schemeClr val="tx1"/>
          </a:solidFill>
          <a:latin typeface="Calibri" pitchFamily="34" charset="0"/>
        </a:defRPr>
      </a:lvl7pPr>
      <a:lvl8pPr marL="1371737" algn="ctr" rtl="0" fontAlgn="base">
        <a:spcBef>
          <a:spcPct val="0"/>
        </a:spcBef>
        <a:spcAft>
          <a:spcPct val="0"/>
        </a:spcAft>
        <a:defRPr sz="4401">
          <a:solidFill>
            <a:schemeClr val="tx1"/>
          </a:solidFill>
          <a:latin typeface="Calibri" pitchFamily="34" charset="0"/>
        </a:defRPr>
      </a:lvl8pPr>
      <a:lvl9pPr marL="1828983" algn="ctr" rtl="0" fontAlgn="base">
        <a:spcBef>
          <a:spcPct val="0"/>
        </a:spcBef>
        <a:spcAft>
          <a:spcPct val="0"/>
        </a:spcAft>
        <a:defRPr sz="4401">
          <a:solidFill>
            <a:schemeClr val="tx1"/>
          </a:solidFill>
          <a:latin typeface="Calibri" pitchFamily="34" charset="0"/>
        </a:defRPr>
      </a:lvl9pPr>
    </p:titleStyle>
    <p:bodyStyle>
      <a:lvl1pPr marL="342935" indent="-342935" algn="l" rtl="0" eaLnBrk="0" fontAlgn="base" hangingPunct="0">
        <a:spcBef>
          <a:spcPct val="20000"/>
        </a:spcBef>
        <a:spcAft>
          <a:spcPct val="0"/>
        </a:spcAft>
        <a:buFont typeface="Arial" pitchFamily="34" charset="0"/>
        <a:buChar char="•"/>
        <a:defRPr sz="3201" kern="1200">
          <a:solidFill>
            <a:schemeClr val="tx1"/>
          </a:solidFill>
          <a:latin typeface="+mn-lt"/>
          <a:ea typeface="+mn-ea"/>
          <a:cs typeface="+mn-cs"/>
        </a:defRPr>
      </a:lvl1pPr>
      <a:lvl2pPr marL="743025" indent="-285780" algn="l" rtl="0" eaLnBrk="0" fontAlgn="base" hangingPunct="0">
        <a:spcBef>
          <a:spcPct val="20000"/>
        </a:spcBef>
        <a:spcAft>
          <a:spcPct val="0"/>
        </a:spcAft>
        <a:buFont typeface="Arial" pitchFamily="34" charset="0"/>
        <a:buChar char="–"/>
        <a:defRPr sz="2801" kern="1200">
          <a:solidFill>
            <a:schemeClr val="tx1"/>
          </a:solidFill>
          <a:latin typeface="+mn-lt"/>
          <a:ea typeface="+mn-ea"/>
          <a:cs typeface="+mn-cs"/>
        </a:defRPr>
      </a:lvl2pPr>
      <a:lvl3pPr marL="1143115" indent="-228623" algn="l" rtl="0" eaLnBrk="0" fontAlgn="base" hangingPunct="0">
        <a:spcBef>
          <a:spcPct val="20000"/>
        </a:spcBef>
        <a:spcAft>
          <a:spcPct val="0"/>
        </a:spcAft>
        <a:buFont typeface="Arial" pitchFamily="34" charset="0"/>
        <a:buChar char="•"/>
        <a:defRPr sz="2399" kern="1200">
          <a:solidFill>
            <a:schemeClr val="tx1"/>
          </a:solidFill>
          <a:latin typeface="+mn-lt"/>
          <a:ea typeface="+mn-ea"/>
          <a:cs typeface="+mn-cs"/>
        </a:defRPr>
      </a:lvl3pPr>
      <a:lvl4pPr marL="1600360" indent="-228623" algn="l" rtl="0" eaLnBrk="0" fontAlgn="base" hangingPunct="0">
        <a:spcBef>
          <a:spcPct val="20000"/>
        </a:spcBef>
        <a:spcAft>
          <a:spcPct val="0"/>
        </a:spcAft>
        <a:buFont typeface="Arial" pitchFamily="34" charset="0"/>
        <a:buChar char="–"/>
        <a:defRPr sz="1999" kern="1200">
          <a:solidFill>
            <a:schemeClr val="tx1"/>
          </a:solidFill>
          <a:latin typeface="+mn-lt"/>
          <a:ea typeface="+mn-ea"/>
          <a:cs typeface="+mn-cs"/>
        </a:defRPr>
      </a:lvl4pPr>
      <a:lvl5pPr marL="2057606" indent="-228623" algn="l" rtl="0" eaLnBrk="0" fontAlgn="base" hangingPunct="0">
        <a:spcBef>
          <a:spcPct val="20000"/>
        </a:spcBef>
        <a:spcAft>
          <a:spcPct val="0"/>
        </a:spcAft>
        <a:buFont typeface="Arial" pitchFamily="34" charset="0"/>
        <a:buChar char="»"/>
        <a:defRPr sz="1999" kern="1200">
          <a:solidFill>
            <a:schemeClr val="tx1"/>
          </a:solidFill>
          <a:latin typeface="+mn-lt"/>
          <a:ea typeface="+mn-ea"/>
          <a:cs typeface="+mn-cs"/>
        </a:defRPr>
      </a:lvl5pPr>
      <a:lvl6pPr marL="2514851" indent="-228623" algn="l" defTabSz="914492"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2097" indent="-228623" algn="l" defTabSz="914492"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9343" indent="-228623" algn="l" defTabSz="914492"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6588" indent="-228623" algn="l" defTabSz="914492"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4492" rtl="0" eaLnBrk="1" latinLnBrk="0" hangingPunct="1">
        <a:defRPr sz="1799" kern="1200">
          <a:solidFill>
            <a:schemeClr val="tx1"/>
          </a:solidFill>
          <a:latin typeface="+mn-lt"/>
          <a:ea typeface="+mn-ea"/>
          <a:cs typeface="+mn-cs"/>
        </a:defRPr>
      </a:lvl1pPr>
      <a:lvl2pPr marL="457246" algn="l" defTabSz="914492" rtl="0" eaLnBrk="1" latinLnBrk="0" hangingPunct="1">
        <a:defRPr sz="1799" kern="1200">
          <a:solidFill>
            <a:schemeClr val="tx1"/>
          </a:solidFill>
          <a:latin typeface="+mn-lt"/>
          <a:ea typeface="+mn-ea"/>
          <a:cs typeface="+mn-cs"/>
        </a:defRPr>
      </a:lvl2pPr>
      <a:lvl3pPr marL="914492" algn="l" defTabSz="914492" rtl="0" eaLnBrk="1" latinLnBrk="0" hangingPunct="1">
        <a:defRPr sz="1799" kern="1200">
          <a:solidFill>
            <a:schemeClr val="tx1"/>
          </a:solidFill>
          <a:latin typeface="+mn-lt"/>
          <a:ea typeface="+mn-ea"/>
          <a:cs typeface="+mn-cs"/>
        </a:defRPr>
      </a:lvl3pPr>
      <a:lvl4pPr marL="1371737" algn="l" defTabSz="914492" rtl="0" eaLnBrk="1" latinLnBrk="0" hangingPunct="1">
        <a:defRPr sz="1799" kern="1200">
          <a:solidFill>
            <a:schemeClr val="tx1"/>
          </a:solidFill>
          <a:latin typeface="+mn-lt"/>
          <a:ea typeface="+mn-ea"/>
          <a:cs typeface="+mn-cs"/>
        </a:defRPr>
      </a:lvl4pPr>
      <a:lvl5pPr marL="1828983" algn="l" defTabSz="914492" rtl="0" eaLnBrk="1" latinLnBrk="0" hangingPunct="1">
        <a:defRPr sz="1799" kern="1200">
          <a:solidFill>
            <a:schemeClr val="tx1"/>
          </a:solidFill>
          <a:latin typeface="+mn-lt"/>
          <a:ea typeface="+mn-ea"/>
          <a:cs typeface="+mn-cs"/>
        </a:defRPr>
      </a:lvl5pPr>
      <a:lvl6pPr marL="2286228" algn="l" defTabSz="914492" rtl="0" eaLnBrk="1" latinLnBrk="0" hangingPunct="1">
        <a:defRPr sz="1799" kern="1200">
          <a:solidFill>
            <a:schemeClr val="tx1"/>
          </a:solidFill>
          <a:latin typeface="+mn-lt"/>
          <a:ea typeface="+mn-ea"/>
          <a:cs typeface="+mn-cs"/>
        </a:defRPr>
      </a:lvl6pPr>
      <a:lvl7pPr marL="2743475" algn="l" defTabSz="914492" rtl="0" eaLnBrk="1" latinLnBrk="0" hangingPunct="1">
        <a:defRPr sz="1799" kern="1200">
          <a:solidFill>
            <a:schemeClr val="tx1"/>
          </a:solidFill>
          <a:latin typeface="+mn-lt"/>
          <a:ea typeface="+mn-ea"/>
          <a:cs typeface="+mn-cs"/>
        </a:defRPr>
      </a:lvl7pPr>
      <a:lvl8pPr marL="3200720" algn="l" defTabSz="914492" rtl="0" eaLnBrk="1" latinLnBrk="0" hangingPunct="1">
        <a:defRPr sz="1799" kern="1200">
          <a:solidFill>
            <a:schemeClr val="tx1"/>
          </a:solidFill>
          <a:latin typeface="+mn-lt"/>
          <a:ea typeface="+mn-ea"/>
          <a:cs typeface="+mn-cs"/>
        </a:defRPr>
      </a:lvl8pPr>
      <a:lvl9pPr marL="3657966" algn="l" defTabSz="914492"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4.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40.xml"/></Relationships>
</file>

<file path=ppt/slides/_rels/slide7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7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9.xml"/><Relationship Id="rId1" Type="http://schemas.openxmlformats.org/officeDocument/2006/relationships/themeOverride" Target="../theme/themeOverride1.xml"/></Relationships>
</file>

<file path=ppt/slides/_rels/slide10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9.xml"/><Relationship Id="rId1" Type="http://schemas.openxmlformats.org/officeDocument/2006/relationships/themeOverride" Target="../theme/themeOverride2.xml"/></Relationships>
</file>

<file path=ppt/slides/_rels/slide10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4.xml"/></Relationships>
</file>

<file path=ppt/slides/_rels/slide10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4.xml"/></Relationships>
</file>

<file path=ppt/slides/_rels/slide1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4.xml"/></Relationships>
</file>

<file path=ppt/slides/_rels/slide111.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6.pn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8052" y="5419408"/>
            <a:ext cx="79965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4583" fontAlgn="base">
              <a:spcBef>
                <a:spcPct val="0"/>
              </a:spcBef>
              <a:spcAft>
                <a:spcPct val="0"/>
              </a:spcAft>
            </a:pPr>
            <a:endParaRPr lang="en-IN" sz="2400" i="1" dirty="0">
              <a:solidFill>
                <a:srgbClr val="000000"/>
              </a:solidFill>
              <a:latin typeface="Palatino Linotype" pitchFamily="18" charset="0"/>
            </a:endParaRPr>
          </a:p>
        </p:txBody>
      </p:sp>
      <p:pic>
        <p:nvPicPr>
          <p:cNvPr id="7" name="Picture 6" descr="om-wallpaper-high-resolution.jpg"/>
          <p:cNvPicPr>
            <a:picLocks noChangeAspect="1"/>
          </p:cNvPicPr>
          <p:nvPr/>
        </p:nvPicPr>
        <p:blipFill>
          <a:blip r:embed="rId4"/>
          <a:stretch>
            <a:fillRect/>
          </a:stretch>
        </p:blipFill>
        <p:spPr>
          <a:xfrm>
            <a:off x="176" y="0"/>
            <a:ext cx="12194822" cy="6859588"/>
          </a:xfrm>
          <a:prstGeom prst="rect">
            <a:avLst/>
          </a:prstGeom>
        </p:spPr>
      </p:pic>
    </p:spTree>
    <p:extLst>
      <p:ext uri="{BB962C8B-B14F-4D97-AF65-F5344CB8AC3E}">
        <p14:creationId xmlns:p14="http://schemas.microsoft.com/office/powerpoint/2010/main" val="6596705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96535" y="-315476"/>
            <a:ext cx="7058418" cy="584904"/>
          </a:xfrm>
          <a:prstGeom prst="rect">
            <a:avLst/>
          </a:prstGeom>
        </p:spPr>
        <p:txBody>
          <a:bodyPr wrap="square">
            <a:spAutoFit/>
          </a:bodyPr>
          <a:lstStyle/>
          <a:p>
            <a:pPr marL="0" marR="0" lvl="0" indent="0" algn="ctr" defTabSz="914583" rtl="0" eaLnBrk="1" fontAlgn="auto" latinLnBrk="0" hangingPunct="1">
              <a:lnSpc>
                <a:spcPct val="100000"/>
              </a:lnSpc>
              <a:spcBef>
                <a:spcPts val="0"/>
              </a:spcBef>
              <a:spcAft>
                <a:spcPts val="0"/>
              </a:spcAft>
              <a:buClrTx/>
              <a:buSzTx/>
              <a:buFontTx/>
              <a:buNone/>
              <a:tabLst/>
              <a:defRPr/>
            </a:pPr>
            <a:endParaRPr kumimoji="0" lang="en-US" sz="3201" b="0" i="0" u="none" strike="noStrike" kern="1200" cap="none" spc="0" normalizeH="0" baseline="0" noProof="0" dirty="0">
              <a:ln>
                <a:noFill/>
              </a:ln>
              <a:solidFill>
                <a:prstClr val="black"/>
              </a:solidFill>
              <a:effectLst/>
              <a:uLnTx/>
              <a:uFillTx/>
              <a:latin typeface="URW Palladio IT" pitchFamily="2" charset="0"/>
              <a:ea typeface="+mn-ea"/>
              <a:cs typeface="Sanskrit 2003" pitchFamily="2" charset="-78"/>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 y="-23034"/>
            <a:ext cx="12194822" cy="6882622"/>
          </a:xfrm>
          <a:prstGeom prst="rect">
            <a:avLst/>
          </a:prstGeom>
        </p:spPr>
      </p:pic>
      <p:sp>
        <p:nvSpPr>
          <p:cNvPr id="9" name="Rectangle 8"/>
          <p:cNvSpPr/>
          <p:nvPr/>
        </p:nvSpPr>
        <p:spPr>
          <a:xfrm>
            <a:off x="305047" y="108912"/>
            <a:ext cx="8253958" cy="6618478"/>
          </a:xfrm>
          <a:prstGeom prst="rect">
            <a:avLst/>
          </a:prstGeom>
        </p:spPr>
        <p:txBody>
          <a:bodyPr wrap="square">
            <a:spAutoFit/>
          </a:bodyPr>
          <a:lstStyle/>
          <a:p>
            <a:pPr marL="0" marR="0" lvl="0" indent="0" algn="ctr" defTabSz="914583" rtl="0" eaLnBrk="1" fontAlgn="auto" latinLnBrk="0" hangingPunct="1">
              <a:lnSpc>
                <a:spcPct val="100000"/>
              </a:lnSpc>
              <a:spcBef>
                <a:spcPts val="0"/>
              </a:spcBef>
              <a:spcAft>
                <a:spcPts val="0"/>
              </a:spcAft>
              <a:buClrTx/>
              <a:buSzTx/>
              <a:buFontTx/>
              <a:buNone/>
              <a:tabLst/>
              <a:defRPr/>
            </a:pPr>
            <a:r>
              <a:rPr kumimoji="0" lang="en-US" sz="4001" b="0" i="0" u="none" strike="noStrike" kern="1200" cap="none" spc="0" normalizeH="0" baseline="0" noProof="0" dirty="0">
                <a:ln>
                  <a:noFill/>
                </a:ln>
                <a:solidFill>
                  <a:prstClr val="white">
                    <a:lumMod val="95000"/>
                  </a:prstClr>
                </a:solidFill>
                <a:effectLst/>
                <a:uLnTx/>
                <a:uFillTx/>
                <a:latin typeface="Sanskrit 99" pitchFamily="2" charset="0"/>
                <a:ea typeface="+mn-ea"/>
                <a:cs typeface="+mn-cs"/>
              </a:rPr>
              <a:t>              </a:t>
            </a:r>
            <a:r>
              <a:rPr kumimoji="0" lang="en-US" sz="4001" b="1" i="0" u="sng" strike="noStrike" kern="1200" cap="none" spc="0" normalizeH="0" baseline="0" noProof="0" dirty="0" err="1">
                <a:ln>
                  <a:noFill/>
                </a:ln>
                <a:solidFill>
                  <a:prstClr val="white">
                    <a:lumMod val="95000"/>
                  </a:prstClr>
                </a:solidFill>
                <a:effectLst/>
                <a:uLnTx/>
                <a:uFillTx/>
                <a:latin typeface="Sanskrit 99" pitchFamily="2" charset="0"/>
                <a:ea typeface="+mn-ea"/>
                <a:cs typeface="+mn-cs"/>
              </a:rPr>
              <a:t>yaeg</a:t>
            </a:r>
            <a:r>
              <a:rPr kumimoji="0" lang="en-US" sz="4001" b="1" i="0" u="sng" strike="noStrike" kern="1200" cap="none" spc="0" normalizeH="0" baseline="0" noProof="0" dirty="0">
                <a:ln>
                  <a:noFill/>
                </a:ln>
                <a:solidFill>
                  <a:prstClr val="white">
                    <a:lumMod val="95000"/>
                  </a:prstClr>
                </a:solidFill>
                <a:effectLst/>
                <a:uLnTx/>
                <a:uFillTx/>
                <a:latin typeface="Sanskrit 99" pitchFamily="2" charset="0"/>
                <a:ea typeface="+mn-ea"/>
                <a:cs typeface="+mn-cs"/>
              </a:rPr>
              <a:t> g[pit </a:t>
            </a:r>
            <a:r>
              <a:rPr kumimoji="0" lang="en-US" sz="4001" b="1" i="0" u="sng" strike="noStrike" kern="1200" cap="none" spc="0" normalizeH="0" baseline="0" noProof="0" dirty="0" err="1">
                <a:ln>
                  <a:noFill/>
                </a:ln>
                <a:solidFill>
                  <a:prstClr val="white">
                    <a:lumMod val="95000"/>
                  </a:prstClr>
                </a:solidFill>
                <a:effectLst/>
                <a:uLnTx/>
                <a:uFillTx/>
                <a:latin typeface="Sanskrit 99" pitchFamily="2" charset="0"/>
                <a:ea typeface="+mn-ea"/>
                <a:cs typeface="+mn-cs"/>
              </a:rPr>
              <a:t>mUlmÙ</a:t>
            </a:r>
            <a:endParaRPr kumimoji="0" lang="en-US" sz="4001" b="0" i="0" u="none" strike="noStrike" kern="1200" cap="none" spc="0" normalizeH="0" baseline="0" noProof="0" dirty="0">
              <a:ln>
                <a:noFill/>
              </a:ln>
              <a:solidFill>
                <a:prstClr val="white">
                  <a:lumMod val="95000"/>
                </a:prstClr>
              </a:solidFill>
              <a:effectLst/>
              <a:uLnTx/>
              <a:uFillTx/>
              <a:latin typeface="Sanskrit 99" pitchFamily="2" charset="0"/>
              <a:ea typeface="+mn-ea"/>
              <a:cs typeface="+mn-cs"/>
            </a:endParaRPr>
          </a:p>
          <a:p>
            <a:pPr marL="0" marR="0" lvl="0" indent="0" algn="ctr" defTabSz="914583" rtl="0" eaLnBrk="1" fontAlgn="auto" latinLnBrk="0" hangingPunct="1">
              <a:lnSpc>
                <a:spcPct val="100000"/>
              </a:lnSpc>
              <a:spcBef>
                <a:spcPts val="0"/>
              </a:spcBef>
              <a:spcAft>
                <a:spcPts val="0"/>
              </a:spcAft>
              <a:buClrTx/>
              <a:buSzTx/>
              <a:buFontTx/>
              <a:buNone/>
              <a:tabLst/>
              <a:defRPr/>
            </a:pPr>
            <a:endParaRPr kumimoji="0" lang="en-US" sz="4801" b="0" i="0" u="none" strike="noStrike" kern="1200" cap="none" spc="0" normalizeH="0" baseline="0" noProof="0" dirty="0">
              <a:ln>
                <a:noFill/>
              </a:ln>
              <a:solidFill>
                <a:prstClr val="white">
                  <a:lumMod val="95000"/>
                </a:prstClr>
              </a:solidFill>
              <a:effectLst/>
              <a:uLnTx/>
              <a:uFillTx/>
              <a:latin typeface="Sanskrit 99" pitchFamily="2" charset="0"/>
              <a:ea typeface="+mn-ea"/>
              <a:cs typeface="+mn-cs"/>
            </a:endParaRPr>
          </a:p>
          <a:p>
            <a:pPr marL="0" marR="0" lvl="0" indent="0" algn="ctr" defTabSz="914583" rtl="0" eaLnBrk="1" fontAlgn="auto" latinLnBrk="0" hangingPunct="1">
              <a:lnSpc>
                <a:spcPct val="100000"/>
              </a:lnSpc>
              <a:spcBef>
                <a:spcPts val="0"/>
              </a:spcBef>
              <a:spcAft>
                <a:spcPts val="0"/>
              </a:spcAft>
              <a:buClrTx/>
              <a:buSzTx/>
              <a:buFontTx/>
              <a:buNone/>
              <a:tabLst/>
              <a:defRPr/>
            </a:pPr>
            <a:r>
              <a:rPr kumimoji="0" lang="en-US" sz="4801" b="0" i="0" u="none" strike="noStrike" kern="1200" cap="none" spc="0" normalizeH="0" baseline="0" noProof="0" dirty="0">
                <a:ln>
                  <a:noFill/>
                </a:ln>
                <a:solidFill>
                  <a:prstClr val="white">
                    <a:lumMod val="95000"/>
                  </a:prstClr>
                </a:solidFill>
                <a:effectLst/>
                <a:uLnTx/>
                <a:uFillTx/>
                <a:latin typeface="Sanskrit 99" pitchFamily="2" charset="0"/>
                <a:ea typeface="+mn-ea"/>
                <a:cs typeface="+mn-cs"/>
              </a:rPr>
              <a:t>` h&lt; s&lt; g&lt; </a:t>
            </a:r>
            <a:r>
              <a:rPr kumimoji="0" lang="en-US" sz="4801" b="0" i="0" u="none" strike="noStrike" kern="1200" cap="none" spc="0" normalizeH="0" baseline="0" noProof="0" dirty="0" err="1">
                <a:ln>
                  <a:noFill/>
                </a:ln>
                <a:solidFill>
                  <a:prstClr val="white">
                    <a:lumMod val="95000"/>
                  </a:prstClr>
                </a:solidFill>
                <a:effectLst/>
                <a:uLnTx/>
                <a:uFillTx/>
                <a:latin typeface="Sanskrit 99" pitchFamily="2" charset="0"/>
                <a:ea typeface="+mn-ea"/>
                <a:cs typeface="+mn-cs"/>
              </a:rPr>
              <a:t>Égvte</a:t>
            </a:r>
            <a:r>
              <a:rPr kumimoji="0" lang="en-US" sz="4801" b="0" i="0" u="none" strike="noStrike" kern="1200" cap="none" spc="0" normalizeH="0" baseline="0" noProof="0" dirty="0">
                <a:ln>
                  <a:noFill/>
                </a:ln>
                <a:solidFill>
                  <a:prstClr val="white">
                    <a:lumMod val="95000"/>
                  </a:prstClr>
                </a:solidFill>
                <a:effectLst/>
                <a:uLnTx/>
                <a:uFillTx/>
                <a:latin typeface="Sanskrit 99" pitchFamily="2" charset="0"/>
                <a:ea typeface="+mn-ea"/>
                <a:cs typeface="+mn-cs"/>
              </a:rPr>
              <a:t> </a:t>
            </a:r>
          </a:p>
          <a:p>
            <a:pPr marL="0" marR="0" lvl="0" indent="0" algn="ctr" defTabSz="914583" rtl="0" eaLnBrk="1" fontAlgn="auto" latinLnBrk="0" hangingPunct="1">
              <a:lnSpc>
                <a:spcPct val="100000"/>
              </a:lnSpc>
              <a:spcBef>
                <a:spcPts val="0"/>
              </a:spcBef>
              <a:spcAft>
                <a:spcPts val="0"/>
              </a:spcAft>
              <a:buClrTx/>
              <a:buSzTx/>
              <a:buFontTx/>
              <a:buNone/>
              <a:tabLst/>
              <a:defRPr/>
            </a:pPr>
            <a:r>
              <a:rPr kumimoji="0" lang="en-US" sz="4801" b="0" i="0" u="none" strike="noStrike" kern="1200" cap="none" spc="0" normalizeH="0" baseline="0" noProof="0" dirty="0">
                <a:ln>
                  <a:noFill/>
                </a:ln>
                <a:solidFill>
                  <a:prstClr val="white">
                    <a:lumMod val="95000"/>
                  </a:prstClr>
                </a:solidFill>
                <a:effectLst/>
                <a:uLnTx/>
                <a:uFillTx/>
                <a:latin typeface="Sanskrit 99" pitchFamily="2" charset="0"/>
                <a:ea typeface="+mn-ea"/>
                <a:cs typeface="+mn-cs"/>
              </a:rPr>
              <a:t>	</a:t>
            </a:r>
            <a:r>
              <a:rPr kumimoji="0" lang="en-US" sz="4801" b="0" i="0" u="none" strike="noStrike" kern="1200" cap="none" spc="0" normalizeH="0" baseline="0" noProof="0" dirty="0" err="1">
                <a:ln>
                  <a:noFill/>
                </a:ln>
                <a:solidFill>
                  <a:prstClr val="white">
                    <a:lumMod val="95000"/>
                  </a:prstClr>
                </a:solidFill>
                <a:effectLst/>
                <a:uLnTx/>
                <a:uFillTx/>
                <a:latin typeface="Sanskrit 99" pitchFamily="2" charset="0"/>
                <a:ea typeface="+mn-ea"/>
                <a:cs typeface="+mn-cs"/>
              </a:rPr>
              <a:t>inTy</a:t>
            </a:r>
            <a:r>
              <a:rPr kumimoji="0" lang="en-US" sz="4801" b="0" i="0" u="none" strike="noStrike" kern="1200" cap="none" spc="0" normalizeH="0" baseline="0" noProof="0" dirty="0">
                <a:ln>
                  <a:noFill/>
                </a:ln>
                <a:solidFill>
                  <a:prstClr val="white">
                    <a:lumMod val="95000"/>
                  </a:prstClr>
                </a:solidFill>
                <a:effectLst/>
                <a:uLnTx/>
                <a:uFillTx/>
                <a:latin typeface="Sanskrit 99" pitchFamily="2" charset="0"/>
                <a:ea typeface="+mn-ea"/>
                <a:cs typeface="+mn-cs"/>
              </a:rPr>
              <a:t> </a:t>
            </a:r>
            <a:r>
              <a:rPr kumimoji="0" lang="en-US" sz="4801" b="0" i="0" u="none" strike="noStrike" kern="1200" cap="none" spc="0" normalizeH="0" baseline="0" noProof="0" dirty="0" err="1">
                <a:ln>
                  <a:noFill/>
                </a:ln>
                <a:solidFill>
                  <a:prstClr val="white">
                    <a:lumMod val="95000"/>
                  </a:prstClr>
                </a:solidFill>
                <a:effectLst/>
                <a:uLnTx/>
                <a:uFillTx/>
                <a:latin typeface="Sanskrit 99" pitchFamily="2" charset="0"/>
                <a:ea typeface="+mn-ea"/>
                <a:cs typeface="+mn-cs"/>
              </a:rPr>
              <a:t>yaeg</a:t>
            </a:r>
            <a:r>
              <a:rPr kumimoji="0" lang="en-US" sz="4801" b="0" i="0" u="none" strike="noStrike" kern="1200" cap="none" spc="0" normalizeH="0" baseline="0" noProof="0" dirty="0">
                <a:ln>
                  <a:noFill/>
                </a:ln>
                <a:solidFill>
                  <a:prstClr val="white">
                    <a:lumMod val="95000"/>
                  </a:prstClr>
                </a:solidFill>
                <a:effectLst/>
                <a:uLnTx/>
                <a:uFillTx/>
                <a:latin typeface="Sanskrit 99" pitchFamily="2" charset="0"/>
                <a:ea typeface="+mn-ea"/>
                <a:cs typeface="+mn-cs"/>
              </a:rPr>
              <a:t> </a:t>
            </a:r>
            <a:r>
              <a:rPr kumimoji="0" lang="en-US" sz="4801" b="0" i="0" u="none" strike="noStrike" kern="1200" cap="none" spc="0" normalizeH="0" baseline="0" noProof="0" dirty="0" err="1">
                <a:ln>
                  <a:noFill/>
                </a:ln>
                <a:solidFill>
                  <a:prstClr val="white">
                    <a:lumMod val="95000"/>
                  </a:prstClr>
                </a:solidFill>
                <a:effectLst/>
                <a:uLnTx/>
                <a:uFillTx/>
                <a:latin typeface="Sanskrit 99" pitchFamily="2" charset="0"/>
                <a:ea typeface="+mn-ea"/>
                <a:cs typeface="+mn-cs"/>
              </a:rPr>
              <a:t>yu´ay</a:t>
            </a:r>
            <a:r>
              <a:rPr kumimoji="0" lang="en-US" sz="4801" b="0" i="0" u="none" strike="noStrike" kern="1200" cap="none" spc="0" normalizeH="0" baseline="0" noProof="0" dirty="0">
                <a:ln>
                  <a:noFill/>
                </a:ln>
                <a:solidFill>
                  <a:prstClr val="white">
                    <a:lumMod val="95000"/>
                  </a:prstClr>
                </a:solidFill>
                <a:effectLst/>
                <a:uLnTx/>
                <a:uFillTx/>
                <a:latin typeface="Sanskrit 99" pitchFamily="2" charset="0"/>
                <a:ea typeface="+mn-ea"/>
                <a:cs typeface="+mn-cs"/>
              </a:rPr>
              <a:t> </a:t>
            </a:r>
          </a:p>
          <a:p>
            <a:pPr marL="0" marR="0" lvl="0" indent="0" algn="ctr" defTabSz="914583" rtl="0" eaLnBrk="1" fontAlgn="auto" latinLnBrk="0" hangingPunct="1">
              <a:lnSpc>
                <a:spcPct val="100000"/>
              </a:lnSpc>
              <a:spcBef>
                <a:spcPts val="0"/>
              </a:spcBef>
              <a:spcAft>
                <a:spcPts val="0"/>
              </a:spcAft>
              <a:buClrTx/>
              <a:buSzTx/>
              <a:buFontTx/>
              <a:buNone/>
              <a:tabLst/>
              <a:defRPr/>
            </a:pPr>
            <a:r>
              <a:rPr kumimoji="0" lang="en-US" sz="4801" b="0" i="0" u="none" strike="noStrike" kern="1200" cap="none" spc="0" normalizeH="0" baseline="0" noProof="0" dirty="0">
                <a:ln>
                  <a:noFill/>
                </a:ln>
                <a:solidFill>
                  <a:prstClr val="white">
                    <a:lumMod val="95000"/>
                  </a:prstClr>
                </a:solidFill>
                <a:effectLst/>
                <a:uLnTx/>
                <a:uFillTx/>
                <a:latin typeface="Sanskrit 99" pitchFamily="2" charset="0"/>
                <a:ea typeface="+mn-ea"/>
                <a:cs typeface="+mn-cs"/>
              </a:rPr>
              <a:t>	si½danNd </a:t>
            </a:r>
            <a:r>
              <a:rPr kumimoji="0" lang="en-US" sz="4801" b="0" i="0" u="none" strike="noStrike" kern="1200" cap="none" spc="0" normalizeH="0" baseline="0" noProof="0" dirty="0" err="1">
                <a:ln>
                  <a:noFill/>
                </a:ln>
                <a:solidFill>
                  <a:prstClr val="white">
                    <a:lumMod val="95000"/>
                  </a:prstClr>
                </a:solidFill>
                <a:effectLst/>
                <a:uLnTx/>
                <a:uFillTx/>
                <a:latin typeface="Sanskrit 99" pitchFamily="2" charset="0"/>
                <a:ea typeface="+mn-ea"/>
                <a:cs typeface="+mn-cs"/>
              </a:rPr>
              <a:t>êip</a:t>
            </a:r>
            <a:r>
              <a:rPr kumimoji="0" lang="en-US" sz="4801" b="0" i="0" u="none" strike="noStrike" kern="1200" cap="none" spc="0" normalizeH="0" baseline="0" noProof="0" dirty="0">
                <a:ln>
                  <a:noFill/>
                </a:ln>
                <a:solidFill>
                  <a:prstClr val="white">
                    <a:lumMod val="95000"/>
                  </a:prstClr>
                </a:solidFill>
                <a:effectLst/>
                <a:uLnTx/>
                <a:uFillTx/>
                <a:latin typeface="Sanskrit 99" pitchFamily="2" charset="0"/>
                <a:ea typeface="+mn-ea"/>
                <a:cs typeface="+mn-cs"/>
              </a:rPr>
              <a:t>[e </a:t>
            </a:r>
          </a:p>
          <a:p>
            <a:pPr marL="0" marR="0" lvl="0" indent="0" algn="ctr" defTabSz="914583" rtl="0" eaLnBrk="1" fontAlgn="auto" latinLnBrk="0" hangingPunct="1">
              <a:lnSpc>
                <a:spcPct val="100000"/>
              </a:lnSpc>
              <a:spcBef>
                <a:spcPts val="0"/>
              </a:spcBef>
              <a:spcAft>
                <a:spcPts val="0"/>
              </a:spcAft>
              <a:buClrTx/>
              <a:buSzTx/>
              <a:buFontTx/>
              <a:buNone/>
              <a:tabLst/>
              <a:defRPr/>
            </a:pPr>
            <a:r>
              <a:rPr kumimoji="0" lang="en-US" sz="4801" b="0" i="0" u="none" strike="noStrike" kern="1200" cap="none" spc="0" normalizeH="0" baseline="0" noProof="0" dirty="0">
                <a:ln>
                  <a:noFill/>
                </a:ln>
                <a:solidFill>
                  <a:prstClr val="white">
                    <a:lumMod val="95000"/>
                  </a:prstClr>
                </a:solidFill>
                <a:effectLst/>
                <a:uLnTx/>
                <a:uFillTx/>
                <a:latin typeface="Sanskrit 99" pitchFamily="2" charset="0"/>
                <a:ea typeface="+mn-ea"/>
                <a:cs typeface="+mn-cs"/>
              </a:rPr>
              <a:t>	</a:t>
            </a:r>
            <a:r>
              <a:rPr kumimoji="0" lang="en-US" sz="4801" b="0" i="0" u="none" strike="noStrike" kern="1200" cap="none" spc="0" normalizeH="0" baseline="0" noProof="0" dirty="0" err="1">
                <a:ln>
                  <a:noFill/>
                </a:ln>
                <a:solidFill>
                  <a:prstClr val="white">
                    <a:lumMod val="95000"/>
                  </a:prstClr>
                </a:solidFill>
                <a:effectLst/>
                <a:uLnTx/>
                <a:uFillTx/>
                <a:latin typeface="Sanskrit 99" pitchFamily="2" charset="0"/>
                <a:ea typeface="+mn-ea"/>
                <a:cs typeface="+mn-cs"/>
              </a:rPr>
              <a:t>ivnaykay</a:t>
            </a:r>
            <a:r>
              <a:rPr kumimoji="0" lang="en-US" sz="4801" b="0" i="0" u="none" strike="noStrike" kern="1200" cap="none" spc="0" normalizeH="0" baseline="0" noProof="0" dirty="0">
                <a:ln>
                  <a:noFill/>
                </a:ln>
                <a:solidFill>
                  <a:prstClr val="white">
                    <a:lumMod val="95000"/>
                  </a:prstClr>
                </a:solidFill>
                <a:effectLst/>
                <a:uLnTx/>
                <a:uFillTx/>
                <a:latin typeface="Sanskrit 99" pitchFamily="2" charset="0"/>
                <a:ea typeface="+mn-ea"/>
                <a:cs typeface="+mn-cs"/>
              </a:rPr>
              <a:t> nm&gt;.</a:t>
            </a:r>
          </a:p>
          <a:p>
            <a:pPr marL="0" marR="0" lvl="0" indent="0" algn="ctr" defTabSz="914583" rtl="0" eaLnBrk="1" fontAlgn="auto" latinLnBrk="0" hangingPunct="1">
              <a:lnSpc>
                <a:spcPct val="100000"/>
              </a:lnSpc>
              <a:spcBef>
                <a:spcPts val="0"/>
              </a:spcBef>
              <a:spcAft>
                <a:spcPts val="0"/>
              </a:spcAft>
              <a:buClrTx/>
              <a:buSzTx/>
              <a:buFontTx/>
              <a:buNone/>
              <a:tabLst/>
              <a:defRPr/>
            </a:pPr>
            <a:r>
              <a:rPr kumimoji="0" lang="en-IN" sz="3601" b="0" i="0" u="none" strike="noStrike" kern="1200" cap="none" spc="0" normalizeH="0" baseline="0" noProof="0" dirty="0">
                <a:ln>
                  <a:noFill/>
                </a:ln>
                <a:solidFill>
                  <a:prstClr val="white">
                    <a:lumMod val="95000"/>
                  </a:prstClr>
                </a:solidFill>
                <a:effectLst/>
                <a:uLnTx/>
                <a:uFillTx/>
                <a:latin typeface="URW Palladio IT" pitchFamily="2" charset="0"/>
                <a:ea typeface="+mn-ea"/>
                <a:cs typeface="Sanskrit 2003" pitchFamily="2" charset="-78"/>
              </a:rPr>
              <a:t>	Om </a:t>
            </a:r>
            <a:r>
              <a:rPr kumimoji="0" lang="en-IN" sz="3601" b="0" i="0" u="none" strike="noStrike" kern="1200" cap="none" spc="0" normalizeH="0" baseline="0" noProof="0" dirty="0" err="1">
                <a:ln>
                  <a:noFill/>
                </a:ln>
                <a:solidFill>
                  <a:prstClr val="white">
                    <a:lumMod val="95000"/>
                  </a:prstClr>
                </a:solidFill>
                <a:effectLst/>
                <a:uLnTx/>
                <a:uFillTx/>
                <a:latin typeface="URW Palladio IT" pitchFamily="2" charset="0"/>
                <a:ea typeface="+mn-ea"/>
                <a:cs typeface="Sanskrit 2003" pitchFamily="2" charset="-78"/>
              </a:rPr>
              <a:t>Haà</a:t>
            </a:r>
            <a:r>
              <a:rPr kumimoji="0" lang="en-IN" sz="3601" b="0" i="0" u="none" strike="noStrike" kern="1200" cap="none" spc="0" normalizeH="0" baseline="0" noProof="0" dirty="0">
                <a:ln>
                  <a:noFill/>
                </a:ln>
                <a:solidFill>
                  <a:prstClr val="white">
                    <a:lumMod val="95000"/>
                  </a:prstClr>
                </a:solidFill>
                <a:effectLst/>
                <a:uLnTx/>
                <a:uFillTx/>
                <a:latin typeface="URW Palladio IT" pitchFamily="2" charset="0"/>
                <a:ea typeface="+mn-ea"/>
                <a:cs typeface="Sanskrit 2003" pitchFamily="2" charset="-78"/>
              </a:rPr>
              <a:t> </a:t>
            </a:r>
            <a:r>
              <a:rPr kumimoji="0" lang="en-IN" sz="3601" b="0" i="0" u="none" strike="noStrike" kern="1200" cap="none" spc="0" normalizeH="0" baseline="0" noProof="0" dirty="0" err="1">
                <a:ln>
                  <a:noFill/>
                </a:ln>
                <a:solidFill>
                  <a:prstClr val="white">
                    <a:lumMod val="95000"/>
                  </a:prstClr>
                </a:solidFill>
                <a:effectLst/>
                <a:uLnTx/>
                <a:uFillTx/>
                <a:latin typeface="URW Palladio IT" pitchFamily="2" charset="0"/>
                <a:ea typeface="+mn-ea"/>
                <a:cs typeface="Sanskrit 2003" pitchFamily="2" charset="-78"/>
              </a:rPr>
              <a:t>Saà</a:t>
            </a:r>
            <a:r>
              <a:rPr kumimoji="0" lang="en-IN" sz="3601" b="0" i="0" u="none" strike="noStrike" kern="1200" cap="none" spc="0" normalizeH="0" baseline="0" noProof="0" dirty="0">
                <a:ln>
                  <a:noFill/>
                </a:ln>
                <a:solidFill>
                  <a:prstClr val="white">
                    <a:lumMod val="95000"/>
                  </a:prstClr>
                </a:solidFill>
                <a:effectLst/>
                <a:uLnTx/>
                <a:uFillTx/>
                <a:latin typeface="URW Palladio IT" pitchFamily="2" charset="0"/>
                <a:ea typeface="+mn-ea"/>
                <a:cs typeface="Sanskrit 2003" pitchFamily="2" charset="-78"/>
              </a:rPr>
              <a:t> </a:t>
            </a:r>
            <a:r>
              <a:rPr kumimoji="0" lang="en-IN" sz="3601" b="0" i="0" u="none" strike="noStrike" kern="1200" cap="none" spc="0" normalizeH="0" baseline="0" noProof="0" dirty="0" err="1">
                <a:ln>
                  <a:noFill/>
                </a:ln>
                <a:solidFill>
                  <a:prstClr val="white">
                    <a:lumMod val="95000"/>
                  </a:prstClr>
                </a:solidFill>
                <a:effectLst/>
                <a:uLnTx/>
                <a:uFillTx/>
                <a:latin typeface="URW Palladio IT" pitchFamily="2" charset="0"/>
                <a:ea typeface="+mn-ea"/>
                <a:cs typeface="Sanskrit 2003" pitchFamily="2" charset="-78"/>
              </a:rPr>
              <a:t>Gaà</a:t>
            </a:r>
            <a:r>
              <a:rPr kumimoji="0" lang="en-IN" sz="3601" b="0" i="0" u="none" strike="noStrike" kern="1200" cap="none" spc="0" normalizeH="0" baseline="0" noProof="0" dirty="0">
                <a:ln>
                  <a:noFill/>
                </a:ln>
                <a:solidFill>
                  <a:prstClr val="white">
                    <a:lumMod val="95000"/>
                  </a:prstClr>
                </a:solidFill>
                <a:effectLst/>
                <a:uLnTx/>
                <a:uFillTx/>
                <a:latin typeface="URW Palladio IT" pitchFamily="2" charset="0"/>
                <a:ea typeface="+mn-ea"/>
                <a:cs typeface="Sanskrit 2003" pitchFamily="2" charset="-78"/>
              </a:rPr>
              <a:t> </a:t>
            </a:r>
            <a:r>
              <a:rPr kumimoji="0" lang="en-IN" sz="3601" b="0" i="0" u="none" strike="noStrike" kern="1200" cap="none" spc="0" normalizeH="0" baseline="0" noProof="0" dirty="0" err="1">
                <a:ln>
                  <a:noFill/>
                </a:ln>
                <a:solidFill>
                  <a:prstClr val="white">
                    <a:lumMod val="95000"/>
                  </a:prstClr>
                </a:solidFill>
                <a:effectLst/>
                <a:uLnTx/>
                <a:uFillTx/>
                <a:latin typeface="URW Palladio IT" pitchFamily="2" charset="0"/>
                <a:ea typeface="+mn-ea"/>
                <a:cs typeface="Sanskrit 2003" pitchFamily="2" charset="-78"/>
              </a:rPr>
              <a:t>Bhagavate</a:t>
            </a:r>
            <a:endParaRPr kumimoji="0" lang="en-IN" sz="3601" b="0" i="0" u="none" strike="noStrike" kern="1200" cap="none" spc="0" normalizeH="0" baseline="0" noProof="0" dirty="0">
              <a:ln>
                <a:noFill/>
              </a:ln>
              <a:solidFill>
                <a:prstClr val="white">
                  <a:lumMod val="95000"/>
                </a:prstClr>
              </a:solidFill>
              <a:effectLst/>
              <a:uLnTx/>
              <a:uFillTx/>
              <a:latin typeface="URW Palladio IT" pitchFamily="2" charset="0"/>
              <a:ea typeface="+mn-ea"/>
              <a:cs typeface="Sanskrit 2003" pitchFamily="2" charset="-78"/>
            </a:endParaRPr>
          </a:p>
          <a:p>
            <a:pPr marL="0" marR="0" lvl="0" indent="0" algn="ctr" defTabSz="914583" rtl="0" eaLnBrk="1" fontAlgn="auto" latinLnBrk="0" hangingPunct="1">
              <a:lnSpc>
                <a:spcPct val="100000"/>
              </a:lnSpc>
              <a:spcBef>
                <a:spcPts val="0"/>
              </a:spcBef>
              <a:spcAft>
                <a:spcPts val="0"/>
              </a:spcAft>
              <a:buClrTx/>
              <a:buSzTx/>
              <a:buFontTx/>
              <a:buNone/>
              <a:tabLst/>
              <a:defRPr/>
            </a:pPr>
            <a:r>
              <a:rPr kumimoji="0" lang="en-IN" sz="3601" b="0" i="0" u="none" strike="noStrike" kern="1200" cap="none" spc="0" normalizeH="0" baseline="0" noProof="0" dirty="0">
                <a:ln>
                  <a:noFill/>
                </a:ln>
                <a:solidFill>
                  <a:prstClr val="white">
                    <a:lumMod val="95000"/>
                  </a:prstClr>
                </a:solidFill>
                <a:effectLst/>
                <a:uLnTx/>
                <a:uFillTx/>
                <a:latin typeface="URW Palladio IT" pitchFamily="2" charset="0"/>
                <a:ea typeface="+mn-ea"/>
                <a:cs typeface="Sanskrit 2003" pitchFamily="2" charset="-78"/>
              </a:rPr>
              <a:t>	</a:t>
            </a:r>
            <a:r>
              <a:rPr kumimoji="0" lang="en-IN" sz="3601" b="0" i="0" u="none" strike="noStrike" kern="1200" cap="none" spc="0" normalizeH="0" baseline="0" noProof="0" dirty="0" err="1">
                <a:ln>
                  <a:noFill/>
                </a:ln>
                <a:solidFill>
                  <a:prstClr val="white">
                    <a:lumMod val="95000"/>
                  </a:prstClr>
                </a:solidFill>
                <a:effectLst/>
                <a:uLnTx/>
                <a:uFillTx/>
                <a:latin typeface="URW Palladio IT" pitchFamily="2" charset="0"/>
                <a:ea typeface="+mn-ea"/>
                <a:cs typeface="Sanskrit 2003" pitchFamily="2" charset="-78"/>
              </a:rPr>
              <a:t>Nitya</a:t>
            </a:r>
            <a:r>
              <a:rPr kumimoji="0" lang="en-IN" sz="3601" b="0" i="0" u="none" strike="noStrike" kern="1200" cap="none" spc="0" normalizeH="0" baseline="0" noProof="0" dirty="0">
                <a:ln>
                  <a:noFill/>
                </a:ln>
                <a:solidFill>
                  <a:prstClr val="white">
                    <a:lumMod val="95000"/>
                  </a:prstClr>
                </a:solidFill>
                <a:effectLst/>
                <a:uLnTx/>
                <a:uFillTx/>
                <a:latin typeface="URW Palladio IT" pitchFamily="2" charset="0"/>
                <a:ea typeface="+mn-ea"/>
                <a:cs typeface="Sanskrit 2003" pitchFamily="2" charset="-78"/>
              </a:rPr>
              <a:t> Yoga </a:t>
            </a:r>
            <a:r>
              <a:rPr kumimoji="0" lang="en-IN" sz="3601" b="0" i="0" u="none" strike="noStrike" kern="1200" cap="none" spc="0" normalizeH="0" baseline="0" noProof="0" dirty="0" err="1">
                <a:ln>
                  <a:noFill/>
                </a:ln>
                <a:solidFill>
                  <a:prstClr val="white">
                    <a:lumMod val="95000"/>
                  </a:prstClr>
                </a:solidFill>
                <a:effectLst/>
                <a:uLnTx/>
                <a:uFillTx/>
                <a:latin typeface="URW Palladio IT" pitchFamily="2" charset="0"/>
                <a:ea typeface="+mn-ea"/>
                <a:cs typeface="Sanskrit 2003" pitchFamily="2" charset="-78"/>
              </a:rPr>
              <a:t>Yuktäya</a:t>
            </a:r>
            <a:endParaRPr kumimoji="0" lang="en-IN" sz="3601" b="0" i="0" u="none" strike="noStrike" kern="1200" cap="none" spc="0" normalizeH="0" baseline="0" noProof="0" dirty="0">
              <a:ln>
                <a:noFill/>
              </a:ln>
              <a:solidFill>
                <a:prstClr val="white">
                  <a:lumMod val="95000"/>
                </a:prstClr>
              </a:solidFill>
              <a:effectLst/>
              <a:uLnTx/>
              <a:uFillTx/>
              <a:latin typeface="URW Palladio IT" pitchFamily="2" charset="0"/>
              <a:ea typeface="+mn-ea"/>
              <a:cs typeface="Sanskrit 2003" pitchFamily="2" charset="-78"/>
            </a:endParaRPr>
          </a:p>
          <a:p>
            <a:pPr marL="0" marR="0" lvl="0" indent="0" algn="ctr" defTabSz="914583" rtl="0" eaLnBrk="1" fontAlgn="auto" latinLnBrk="0" hangingPunct="1">
              <a:lnSpc>
                <a:spcPct val="100000"/>
              </a:lnSpc>
              <a:spcBef>
                <a:spcPts val="0"/>
              </a:spcBef>
              <a:spcAft>
                <a:spcPts val="0"/>
              </a:spcAft>
              <a:buClrTx/>
              <a:buSzTx/>
              <a:buFontTx/>
              <a:buNone/>
              <a:tabLst/>
              <a:defRPr/>
            </a:pPr>
            <a:r>
              <a:rPr kumimoji="0" lang="en-IN" sz="3601" b="0" i="0" u="none" strike="noStrike" kern="1200" cap="none" spc="0" normalizeH="0" baseline="0" noProof="0" dirty="0">
                <a:ln>
                  <a:noFill/>
                </a:ln>
                <a:solidFill>
                  <a:prstClr val="white">
                    <a:lumMod val="95000"/>
                  </a:prstClr>
                </a:solidFill>
                <a:effectLst/>
                <a:uLnTx/>
                <a:uFillTx/>
                <a:latin typeface="URW Palladio IT" pitchFamily="2" charset="0"/>
                <a:ea typeface="+mn-ea"/>
                <a:cs typeface="Sanskrit 2003" pitchFamily="2" charset="-78"/>
              </a:rPr>
              <a:t>	</a:t>
            </a:r>
            <a:r>
              <a:rPr kumimoji="0" lang="en-IN" sz="3601" b="0" i="0" u="none" strike="noStrike" kern="1200" cap="none" spc="0" normalizeH="0" baseline="0" noProof="0" dirty="0" err="1">
                <a:ln>
                  <a:noFill/>
                </a:ln>
                <a:solidFill>
                  <a:prstClr val="white">
                    <a:lumMod val="95000"/>
                  </a:prstClr>
                </a:solidFill>
                <a:effectLst/>
                <a:uLnTx/>
                <a:uFillTx/>
                <a:latin typeface="URW Palladio IT" pitchFamily="2" charset="0"/>
                <a:ea typeface="+mn-ea"/>
                <a:cs typeface="Sanskrit 2003" pitchFamily="2" charset="-78"/>
              </a:rPr>
              <a:t>Saccidänanda</a:t>
            </a:r>
            <a:r>
              <a:rPr kumimoji="0" lang="en-IN" sz="3601" b="0" i="0" u="none" strike="noStrike" kern="1200" cap="none" spc="0" normalizeH="0" baseline="0" noProof="0" dirty="0">
                <a:ln>
                  <a:noFill/>
                </a:ln>
                <a:solidFill>
                  <a:prstClr val="white">
                    <a:lumMod val="95000"/>
                  </a:prstClr>
                </a:solidFill>
                <a:effectLst/>
                <a:uLnTx/>
                <a:uFillTx/>
                <a:latin typeface="URW Palladio IT" pitchFamily="2" charset="0"/>
                <a:ea typeface="+mn-ea"/>
                <a:cs typeface="Sanskrit 2003" pitchFamily="2" charset="-78"/>
              </a:rPr>
              <a:t> </a:t>
            </a:r>
            <a:r>
              <a:rPr kumimoji="0" lang="en-IN" sz="3601" b="0" i="0" u="none" strike="noStrike" kern="1200" cap="none" spc="0" normalizeH="0" baseline="0" noProof="0" dirty="0" err="1">
                <a:ln>
                  <a:noFill/>
                </a:ln>
                <a:solidFill>
                  <a:prstClr val="white">
                    <a:lumMod val="95000"/>
                  </a:prstClr>
                </a:solidFill>
                <a:effectLst/>
                <a:uLnTx/>
                <a:uFillTx/>
                <a:latin typeface="URW Palladio IT" pitchFamily="2" charset="0"/>
                <a:ea typeface="+mn-ea"/>
                <a:cs typeface="Sanskrit 2003" pitchFamily="2" charset="-78"/>
              </a:rPr>
              <a:t>Rüpiëe</a:t>
            </a:r>
            <a:endParaRPr kumimoji="0" lang="en-IN" sz="3601" b="0" i="0" u="none" strike="noStrike" kern="1200" cap="none" spc="0" normalizeH="0" baseline="0" noProof="0" dirty="0">
              <a:ln>
                <a:noFill/>
              </a:ln>
              <a:solidFill>
                <a:prstClr val="white">
                  <a:lumMod val="95000"/>
                </a:prstClr>
              </a:solidFill>
              <a:effectLst/>
              <a:uLnTx/>
              <a:uFillTx/>
              <a:latin typeface="URW Palladio IT" pitchFamily="2" charset="0"/>
              <a:ea typeface="+mn-ea"/>
              <a:cs typeface="Sanskrit 2003" pitchFamily="2" charset="-78"/>
            </a:endParaRPr>
          </a:p>
          <a:p>
            <a:pPr marL="0" marR="0" lvl="0" indent="0" algn="ctr" defTabSz="914583" rtl="0" eaLnBrk="1" fontAlgn="auto" latinLnBrk="0" hangingPunct="1">
              <a:lnSpc>
                <a:spcPct val="100000"/>
              </a:lnSpc>
              <a:spcBef>
                <a:spcPts val="0"/>
              </a:spcBef>
              <a:spcAft>
                <a:spcPts val="0"/>
              </a:spcAft>
              <a:buClrTx/>
              <a:buSzTx/>
              <a:buFontTx/>
              <a:buNone/>
              <a:tabLst/>
              <a:defRPr/>
            </a:pPr>
            <a:r>
              <a:rPr kumimoji="0" lang="en-IN" sz="3601" b="0" i="0" u="none" strike="noStrike" kern="1200" cap="none" spc="0" normalizeH="0" baseline="0" noProof="0" dirty="0">
                <a:ln>
                  <a:noFill/>
                </a:ln>
                <a:solidFill>
                  <a:prstClr val="white">
                    <a:lumMod val="95000"/>
                  </a:prstClr>
                </a:solidFill>
                <a:effectLst/>
                <a:uLnTx/>
                <a:uFillTx/>
                <a:latin typeface="URW Palladio IT" pitchFamily="2" charset="0"/>
                <a:ea typeface="+mn-ea"/>
                <a:cs typeface="Sanskrit 2003" pitchFamily="2" charset="-78"/>
              </a:rPr>
              <a:t>	</a:t>
            </a:r>
            <a:r>
              <a:rPr kumimoji="0" lang="en-IN" sz="3601" b="0" i="0" u="none" strike="noStrike" kern="1200" cap="none" spc="0" normalizeH="0" baseline="0" noProof="0" dirty="0" err="1">
                <a:ln>
                  <a:noFill/>
                </a:ln>
                <a:solidFill>
                  <a:prstClr val="white">
                    <a:lumMod val="95000"/>
                  </a:prstClr>
                </a:solidFill>
                <a:effectLst/>
                <a:uLnTx/>
                <a:uFillTx/>
                <a:latin typeface="URW Palladio IT" pitchFamily="2" charset="0"/>
                <a:ea typeface="+mn-ea"/>
                <a:cs typeface="Sanskrit 2003" pitchFamily="2" charset="-78"/>
              </a:rPr>
              <a:t>Vinäyakäya</a:t>
            </a:r>
            <a:r>
              <a:rPr kumimoji="0" lang="en-IN" sz="3601" b="0" i="0" u="none" strike="noStrike" kern="1200" cap="none" spc="0" normalizeH="0" baseline="0" noProof="0" dirty="0">
                <a:ln>
                  <a:noFill/>
                </a:ln>
                <a:solidFill>
                  <a:prstClr val="white">
                    <a:lumMod val="95000"/>
                  </a:prstClr>
                </a:solidFill>
                <a:effectLst/>
                <a:uLnTx/>
                <a:uFillTx/>
                <a:latin typeface="URW Palladio IT" pitchFamily="2" charset="0"/>
                <a:ea typeface="+mn-ea"/>
                <a:cs typeface="Sanskrit 2003" pitchFamily="2" charset="-78"/>
              </a:rPr>
              <a:t> </a:t>
            </a:r>
            <a:r>
              <a:rPr kumimoji="0" lang="en-IN" sz="3601" b="0" i="0" u="none" strike="noStrike" kern="1200" cap="none" spc="0" normalizeH="0" baseline="0" noProof="0" dirty="0" err="1">
                <a:ln>
                  <a:noFill/>
                </a:ln>
                <a:solidFill>
                  <a:prstClr val="white">
                    <a:lumMod val="95000"/>
                  </a:prstClr>
                </a:solidFill>
                <a:effectLst/>
                <a:uLnTx/>
                <a:uFillTx/>
                <a:latin typeface="URW Palladio IT" pitchFamily="2" charset="0"/>
                <a:ea typeface="+mn-ea"/>
                <a:cs typeface="Sanskrit 2003" pitchFamily="2" charset="-78"/>
              </a:rPr>
              <a:t>Namaù</a:t>
            </a:r>
            <a:r>
              <a:rPr kumimoji="0" lang="en-IN" sz="3601" b="0" i="0" u="none" strike="noStrike" kern="1200" cap="none" spc="0" normalizeH="0" baseline="0" noProof="0" dirty="0">
                <a:ln>
                  <a:noFill/>
                </a:ln>
                <a:solidFill>
                  <a:prstClr val="white">
                    <a:lumMod val="95000"/>
                  </a:prstClr>
                </a:solidFill>
                <a:effectLst/>
                <a:uLnTx/>
                <a:uFillTx/>
                <a:latin typeface="URW Palladio IT" pitchFamily="2" charset="0"/>
                <a:ea typeface="+mn-ea"/>
                <a:cs typeface="Sanskrit 2003" pitchFamily="2" charset="-78"/>
              </a:rPr>
              <a:t>||</a:t>
            </a:r>
            <a:endParaRPr kumimoji="0" lang="en-US" sz="3601" b="0" i="0" u="none" strike="noStrike" kern="1200" cap="none" spc="0" normalizeH="0" baseline="0" noProof="0" dirty="0">
              <a:ln>
                <a:noFill/>
              </a:ln>
              <a:solidFill>
                <a:prstClr val="white">
                  <a:lumMod val="95000"/>
                </a:prstClr>
              </a:solidFill>
              <a:effectLst/>
              <a:uLnTx/>
              <a:uFillTx/>
              <a:latin typeface="URW Palladio IT" pitchFamily="2" charset="0"/>
              <a:ea typeface="+mn-ea"/>
              <a:cs typeface="Sanskrit 2003" pitchFamily="2" charset="-78"/>
            </a:endParaRPr>
          </a:p>
        </p:txBody>
      </p:sp>
    </p:spTree>
    <p:extLst>
      <p:ext uri="{BB962C8B-B14F-4D97-AF65-F5344CB8AC3E}">
        <p14:creationId xmlns:p14="http://schemas.microsoft.com/office/powerpoint/2010/main" val="26810809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pic>
        <p:nvPicPr>
          <p:cNvPr id="1026" name="Picture 2" descr="C:\Users\Prashanti\Desktop\MM\Dakshinamurthy - M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 y="0"/>
            <a:ext cx="12194822" cy="6859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412352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1" descr="C:\Users\YS\Desktop\images.jpg"/>
          <p:cNvPicPr>
            <a:picLocks noChangeAspect="1" noChangeArrowheads="1"/>
          </p:cNvPicPr>
          <p:nvPr/>
        </p:nvPicPr>
        <p:blipFill>
          <a:blip r:embed="rId2"/>
          <a:srcRect/>
          <a:stretch>
            <a:fillRect/>
          </a:stretch>
        </p:blipFill>
        <p:spPr bwMode="auto">
          <a:xfrm>
            <a:off x="354" y="99"/>
            <a:ext cx="12194469" cy="6859390"/>
          </a:xfrm>
          <a:prstGeom prst="rect">
            <a:avLst/>
          </a:prstGeom>
          <a:noFill/>
          <a:ln w="9525">
            <a:noFill/>
            <a:miter lim="800000"/>
            <a:headEnd/>
            <a:tailEnd/>
          </a:ln>
        </p:spPr>
      </p:pic>
      <p:pic>
        <p:nvPicPr>
          <p:cNvPr id="74755" name="Picture 2" descr="C:\Users\YS\Desktop\download.jpg"/>
          <p:cNvPicPr>
            <a:picLocks noChangeAspect="1" noChangeArrowheads="1"/>
          </p:cNvPicPr>
          <p:nvPr/>
        </p:nvPicPr>
        <p:blipFill>
          <a:blip r:embed="rId3"/>
          <a:srcRect/>
          <a:stretch>
            <a:fillRect/>
          </a:stretch>
        </p:blipFill>
        <p:spPr bwMode="auto">
          <a:xfrm>
            <a:off x="354" y="101"/>
            <a:ext cx="3239156" cy="4191849"/>
          </a:xfrm>
          <a:prstGeom prst="rect">
            <a:avLst/>
          </a:prstGeom>
          <a:noFill/>
          <a:ln w="9525">
            <a:noFill/>
            <a:miter lim="800000"/>
            <a:headEnd/>
            <a:tailEnd/>
          </a:ln>
        </p:spPr>
      </p:pic>
      <p:sp>
        <p:nvSpPr>
          <p:cNvPr id="74756" name="Rectangle 5"/>
          <p:cNvSpPr>
            <a:spLocks noChangeArrowheads="1"/>
          </p:cNvSpPr>
          <p:nvPr/>
        </p:nvSpPr>
        <p:spPr bwMode="auto">
          <a:xfrm>
            <a:off x="4573280" y="1587017"/>
            <a:ext cx="6021019" cy="2216376"/>
          </a:xfrm>
          <a:prstGeom prst="rect">
            <a:avLst/>
          </a:prstGeom>
          <a:noFill/>
          <a:ln w="9525">
            <a:noFill/>
            <a:miter lim="800000"/>
            <a:headEnd/>
            <a:tailEnd/>
          </a:ln>
        </p:spPr>
        <p:txBody>
          <a:bodyPr>
            <a:spAutoFit/>
          </a:bodyPr>
          <a:lstStyle/>
          <a:p>
            <a:pPr algn="ctr" defTabSz="914492"/>
            <a:r>
              <a:rPr lang="en-US" sz="4401" dirty="0" err="1">
                <a:solidFill>
                  <a:srgbClr val="F2F2F2"/>
                </a:solidFill>
                <a:latin typeface="Sanskrit 99" pitchFamily="2" charset="0"/>
              </a:rPr>
              <a:t>àat</a:t>
            </a:r>
            <a:r>
              <a:rPr lang="en-US" sz="4401" dirty="0">
                <a:solidFill>
                  <a:srgbClr val="F2F2F2"/>
                </a:solidFill>
                <a:latin typeface="Sanskrit 99" pitchFamily="2" charset="0"/>
              </a:rPr>
              <a:t>&gt;</a:t>
            </a:r>
            <a:r>
              <a:rPr lang="en-US" sz="4401" dirty="0" err="1">
                <a:solidFill>
                  <a:srgbClr val="F2F2F2"/>
                </a:solidFill>
                <a:latin typeface="Sanskrit 99" pitchFamily="2" charset="0"/>
              </a:rPr>
              <a:t>Smr</a:t>
            </a:r>
            <a:r>
              <a:rPr lang="en-US" sz="4401" dirty="0">
                <a:solidFill>
                  <a:srgbClr val="F2F2F2"/>
                </a:solidFill>
                <a:latin typeface="Sanskrit 99" pitchFamily="2" charset="0"/>
              </a:rPr>
              <a:t>[</a:t>
            </a:r>
            <a:r>
              <a:rPr lang="en-US" sz="4401" dirty="0" err="1">
                <a:solidFill>
                  <a:srgbClr val="F2F2F2"/>
                </a:solidFill>
                <a:latin typeface="Sanskrit 99" pitchFamily="2" charset="0"/>
              </a:rPr>
              <a:t>StaeÇm</a:t>
            </a:r>
            <a:r>
              <a:rPr lang="en-US" sz="4401" dirty="0">
                <a:solidFill>
                  <a:srgbClr val="F2F2F2"/>
                </a:solidFill>
                <a:latin typeface="Sanskrit 99" pitchFamily="2" charset="0"/>
              </a:rPr>
              <a:t>!</a:t>
            </a:r>
          </a:p>
          <a:p>
            <a:pPr algn="ctr" defTabSz="914492">
              <a:spcAft>
                <a:spcPts val="1200"/>
              </a:spcAft>
            </a:pPr>
            <a:r>
              <a:rPr lang="en-US" sz="4401" dirty="0" err="1">
                <a:solidFill>
                  <a:srgbClr val="F2F2F2"/>
                </a:solidFill>
                <a:latin typeface="URW Palladio IT" pitchFamily="2" charset="0"/>
              </a:rPr>
              <a:t>Prätaùsmaraëastotram</a:t>
            </a:r>
            <a:r>
              <a:rPr lang="en-US" sz="1799" dirty="0">
                <a:solidFill>
                  <a:srgbClr val="F2F2F2"/>
                </a:solidFill>
                <a:latin typeface="Sanskrit 99" pitchFamily="2" charset="0"/>
              </a:rPr>
              <a:t>  </a:t>
            </a:r>
          </a:p>
          <a:p>
            <a:pPr algn="ctr" defTabSz="914492"/>
            <a:r>
              <a:rPr lang="kn-IN" sz="4001" b="1" dirty="0">
                <a:solidFill>
                  <a:srgbClr val="FFFFFF"/>
                </a:solidFill>
                <a:latin typeface="Calibri"/>
              </a:rPr>
              <a:t>ಪ್ರಾತಃ ಸ್ಮರಣ ಸ್ತೋತ್ರಂ</a:t>
            </a:r>
            <a:endParaRPr lang="en-CA" sz="4001" b="1" dirty="0">
              <a:solidFill>
                <a:srgbClr val="FFFFFF"/>
              </a:solidFill>
              <a:latin typeface="Calibri"/>
            </a:endParaRPr>
          </a:p>
        </p:txBody>
      </p:sp>
      <p:sp>
        <p:nvSpPr>
          <p:cNvPr id="74757" name="Rectangle 9"/>
          <p:cNvSpPr>
            <a:spLocks noChangeArrowheads="1"/>
          </p:cNvSpPr>
          <p:nvPr/>
        </p:nvSpPr>
        <p:spPr bwMode="auto">
          <a:xfrm>
            <a:off x="3239509" y="4060992"/>
            <a:ext cx="8231268" cy="2770502"/>
          </a:xfrm>
          <a:prstGeom prst="rect">
            <a:avLst/>
          </a:prstGeom>
          <a:noFill/>
          <a:ln w="9525">
            <a:noFill/>
            <a:miter lim="800000"/>
            <a:headEnd/>
            <a:tailEnd/>
          </a:ln>
        </p:spPr>
        <p:txBody>
          <a:bodyPr>
            <a:spAutoFit/>
          </a:bodyPr>
          <a:lstStyle/>
          <a:p>
            <a:pPr defTabSz="914492">
              <a:spcAft>
                <a:spcPts val="600"/>
              </a:spcAft>
            </a:pPr>
            <a:r>
              <a:rPr lang="en-US" sz="3601" dirty="0">
                <a:solidFill>
                  <a:srgbClr val="F2F2F2"/>
                </a:solidFill>
                <a:latin typeface="URW Palladio IT" pitchFamily="2" charset="0"/>
              </a:rPr>
              <a:t>Composed by</a:t>
            </a:r>
            <a:endParaRPr lang="en-US" sz="1100" dirty="0">
              <a:solidFill>
                <a:srgbClr val="F2F2F2"/>
              </a:solidFill>
              <a:latin typeface="URW Palladio IT" pitchFamily="2" charset="0"/>
            </a:endParaRPr>
          </a:p>
          <a:p>
            <a:pPr algn="ctr" defTabSz="914492"/>
            <a:r>
              <a:rPr lang="en-US" sz="4401" dirty="0" err="1">
                <a:solidFill>
                  <a:srgbClr val="F2F2F2"/>
                </a:solidFill>
                <a:latin typeface="Sanskrit 99" pitchFamily="2" charset="0"/>
              </a:rPr>
              <a:t>ïI</a:t>
            </a:r>
            <a:r>
              <a:rPr lang="en-US" sz="4401" dirty="0">
                <a:solidFill>
                  <a:srgbClr val="F2F2F2"/>
                </a:solidFill>
                <a:latin typeface="Sanskrit 99" pitchFamily="2" charset="0"/>
              </a:rPr>
              <a:t> </a:t>
            </a:r>
            <a:r>
              <a:rPr lang="en-US" sz="4401" dirty="0" err="1">
                <a:solidFill>
                  <a:srgbClr val="F2F2F2"/>
                </a:solidFill>
                <a:latin typeface="Sanskrit 99" pitchFamily="2" charset="0"/>
              </a:rPr>
              <a:t>z»racayR</a:t>
            </a:r>
            <a:r>
              <a:rPr lang="en-US" sz="4401" dirty="0">
                <a:solidFill>
                  <a:srgbClr val="F2F2F2"/>
                </a:solidFill>
                <a:latin typeface="Sanskrit 99" pitchFamily="2" charset="0"/>
              </a:rPr>
              <a:t>&gt;</a:t>
            </a:r>
          </a:p>
          <a:p>
            <a:pPr algn="ctr" defTabSz="914492">
              <a:spcAft>
                <a:spcPts val="600"/>
              </a:spcAft>
            </a:pPr>
            <a:r>
              <a:rPr lang="en-US" sz="4401" dirty="0" err="1">
                <a:solidFill>
                  <a:srgbClr val="F2F2F2"/>
                </a:solidFill>
                <a:latin typeface="URW Palladio IT" pitchFamily="2" charset="0"/>
              </a:rPr>
              <a:t>Sré</a:t>
            </a:r>
            <a:r>
              <a:rPr lang="en-US" sz="4401" dirty="0">
                <a:solidFill>
                  <a:srgbClr val="F2F2F2"/>
                </a:solidFill>
                <a:latin typeface="URW Palladio IT" pitchFamily="2" charset="0"/>
              </a:rPr>
              <a:t> </a:t>
            </a:r>
            <a:r>
              <a:rPr lang="en-US" sz="4401" dirty="0" err="1">
                <a:solidFill>
                  <a:srgbClr val="F2F2F2"/>
                </a:solidFill>
                <a:latin typeface="URW Palladio IT" pitchFamily="2" charset="0"/>
              </a:rPr>
              <a:t>Saìkaräcäryaù</a:t>
            </a:r>
            <a:endParaRPr lang="en-US" sz="4401" dirty="0">
              <a:solidFill>
                <a:srgbClr val="F2F2F2"/>
              </a:solidFill>
              <a:latin typeface="URW Palladio IT" pitchFamily="2" charset="0"/>
            </a:endParaRPr>
          </a:p>
          <a:p>
            <a:pPr algn="ctr" defTabSz="914492"/>
            <a:r>
              <a:rPr lang="kn-IN" sz="4001" dirty="0">
                <a:solidFill>
                  <a:srgbClr val="FFFFFF"/>
                </a:solidFill>
                <a:latin typeface="Calibri"/>
              </a:rPr>
              <a:t>ಶ್ರೀ ಶಂಕರಾಚಾರ್ಯಃ</a:t>
            </a:r>
            <a:endParaRPr lang="en-CA" sz="4001" dirty="0">
              <a:solidFill>
                <a:srgbClr val="FFFFFF"/>
              </a:solidFill>
              <a:latin typeface="Calibri"/>
            </a:endParaRPr>
          </a:p>
        </p:txBody>
      </p:sp>
      <p:sp>
        <p:nvSpPr>
          <p:cNvPr id="74758" name="Rectangle 11"/>
          <p:cNvSpPr>
            <a:spLocks noChangeArrowheads="1"/>
          </p:cNvSpPr>
          <p:nvPr/>
        </p:nvSpPr>
        <p:spPr bwMode="auto">
          <a:xfrm>
            <a:off x="7249480" y="313615"/>
            <a:ext cx="990800" cy="1015663"/>
          </a:xfrm>
          <a:prstGeom prst="rect">
            <a:avLst/>
          </a:prstGeom>
          <a:noFill/>
          <a:ln w="9525">
            <a:noFill/>
            <a:miter lim="800000"/>
            <a:headEnd/>
            <a:tailEnd/>
          </a:ln>
        </p:spPr>
        <p:txBody>
          <a:bodyPr>
            <a:spAutoFit/>
          </a:bodyPr>
          <a:lstStyle/>
          <a:p>
            <a:pPr defTabSz="914492"/>
            <a:r>
              <a:rPr lang="en-US" sz="6000" dirty="0">
                <a:solidFill>
                  <a:srgbClr val="F2F2F2"/>
                </a:solidFill>
                <a:latin typeface="Sanskrit 99" pitchFamily="2" charset="0"/>
                <a:sym typeface="Wingdings" pitchFamily="2" charset="2"/>
              </a:rPr>
              <a:t></a:t>
            </a:r>
            <a:endParaRPr lang="en-US" sz="6000" dirty="0">
              <a:solidFill>
                <a:srgbClr val="F2F2F2"/>
              </a:solidFill>
              <a:latin typeface="Calibri"/>
            </a:endParaRPr>
          </a:p>
        </p:txBody>
      </p:sp>
    </p:spTree>
    <p:extLst>
      <p:ext uri="{BB962C8B-B14F-4D97-AF65-F5344CB8AC3E}">
        <p14:creationId xmlns:p14="http://schemas.microsoft.com/office/powerpoint/2010/main" val="12826514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Content Placeholder 2"/>
          <p:cNvSpPr>
            <a:spLocks noGrp="1"/>
          </p:cNvSpPr>
          <p:nvPr>
            <p:ph idx="1"/>
          </p:nvPr>
        </p:nvSpPr>
        <p:spPr>
          <a:xfrm>
            <a:off x="354" y="228747"/>
            <a:ext cx="12194469" cy="6630744"/>
          </a:xfrm>
        </p:spPr>
        <p:txBody>
          <a:bodyPr/>
          <a:lstStyle/>
          <a:p>
            <a:pPr algn="ctr" eaLnBrk="1" hangingPunct="1">
              <a:buFont typeface="Wingdings 2" pitchFamily="18" charset="2"/>
              <a:buNone/>
            </a:pPr>
            <a:r>
              <a:rPr lang="hi-IN" sz="4001" b="1" dirty="0">
                <a:latin typeface="Sanskrit 2003" pitchFamily="2" charset="-78"/>
                <a:cs typeface="Sanskrit 2003" pitchFamily="2" charset="-78"/>
              </a:rPr>
              <a:t>प्रातः स्मरामि हृदि संस्फुरदात्मत</a:t>
            </a:r>
            <a:r>
              <a:rPr lang="en-US" sz="4001" b="1" dirty="0" err="1">
                <a:solidFill>
                  <a:srgbClr val="000000"/>
                </a:solidFill>
                <a:latin typeface="Sanskrit 99" pitchFamily="2" charset="0"/>
                <a:ea typeface="Calibri" pitchFamily="34" charset="0"/>
                <a:cs typeface="Sanskrit 2003"/>
              </a:rPr>
              <a:t>Åv</a:t>
            </a:r>
            <a:r>
              <a:rPr lang="hi-IN" sz="4001" b="1" dirty="0">
                <a:latin typeface="Sanskrit 2003" pitchFamily="2" charset="-78"/>
                <a:cs typeface="Sanskrit 2003" pitchFamily="2" charset="-78"/>
              </a:rPr>
              <a:t>म्</a:t>
            </a:r>
            <a:r>
              <a:rPr lang="en-US" sz="4001" b="1" dirty="0">
                <a:latin typeface="Sanskrit 2003" pitchFamily="2" charset="-78"/>
                <a:cs typeface="Sanskrit 2003" pitchFamily="2" charset="-78"/>
              </a:rPr>
              <a:t> </a:t>
            </a:r>
            <a:r>
              <a:rPr lang="hi-IN" sz="4001" b="1" dirty="0">
                <a:latin typeface="Sanskrit 2003" pitchFamily="2" charset="-78"/>
                <a:cs typeface="Sanskrit 2003" pitchFamily="2" charset="-78"/>
              </a:rPr>
              <a:t>।</a:t>
            </a:r>
          </a:p>
          <a:p>
            <a:pPr algn="ctr" eaLnBrk="1" hangingPunct="1">
              <a:spcAft>
                <a:spcPts val="1200"/>
              </a:spcAft>
              <a:buNone/>
            </a:pPr>
            <a:r>
              <a:rPr lang="hi-IN" sz="4001" b="1" dirty="0">
                <a:latin typeface="Sanskrit 2003" pitchFamily="2" charset="-78"/>
                <a:cs typeface="Sanskrit 2003" pitchFamily="2" charset="-78"/>
              </a:rPr>
              <a:t>सत् </a:t>
            </a:r>
            <a:r>
              <a:rPr lang="en-US" sz="4001" b="1" dirty="0">
                <a:latin typeface="Sanskrit 2003" pitchFamily="2" charset="-78"/>
                <a:cs typeface="Sanskrit 2003" pitchFamily="2" charset="-78"/>
              </a:rPr>
              <a:t>-</a:t>
            </a:r>
            <a:r>
              <a:rPr lang="hi-IN" sz="4001" b="1" dirty="0">
                <a:latin typeface="Sanskrit 2003" pitchFamily="2" charset="-78"/>
                <a:cs typeface="Sanskrit 2003" pitchFamily="2" charset="-78"/>
              </a:rPr>
              <a:t>चित् </a:t>
            </a:r>
            <a:r>
              <a:rPr lang="en-US" sz="4001" b="1" dirty="0">
                <a:latin typeface="Sanskrit 2003" pitchFamily="2" charset="-78"/>
                <a:cs typeface="Sanskrit 2003" pitchFamily="2" charset="-78"/>
              </a:rPr>
              <a:t>-</a:t>
            </a:r>
            <a:r>
              <a:rPr lang="hi-IN" sz="4001" b="1" dirty="0">
                <a:latin typeface="Sanskrit 2003" pitchFamily="2" charset="-78"/>
                <a:cs typeface="Sanskrit 2003" pitchFamily="2" charset="-78"/>
              </a:rPr>
              <a:t>सुखं परमहंसगतिं तु</a:t>
            </a:r>
            <a:r>
              <a:rPr lang="en-IN" sz="4001" b="1" dirty="0" err="1">
                <a:latin typeface="Sanskrit 99" pitchFamily="2" charset="0"/>
                <a:cs typeface="Sanskrit 2003" pitchFamily="2" charset="-78"/>
              </a:rPr>
              <a:t>rI</a:t>
            </a:r>
            <a:r>
              <a:rPr lang="hi-IN" sz="4001" b="1" dirty="0">
                <a:latin typeface="Sanskrit 2003" pitchFamily="2" charset="-78"/>
                <a:cs typeface="Sanskrit 2003" pitchFamily="2" charset="-78"/>
              </a:rPr>
              <a:t>यम्</a:t>
            </a:r>
            <a:r>
              <a:rPr lang="en-US" sz="4001" b="1" dirty="0">
                <a:latin typeface="Sanskrit 2003" pitchFamily="2" charset="-78"/>
                <a:cs typeface="Sanskrit 2003" pitchFamily="2" charset="-78"/>
              </a:rPr>
              <a:t> </a:t>
            </a:r>
            <a:r>
              <a:rPr lang="hi-IN" sz="4001" b="1" dirty="0">
                <a:latin typeface="Sanskrit 2003" pitchFamily="2" charset="-78"/>
                <a:cs typeface="Sanskrit 2003" pitchFamily="2" charset="-78"/>
              </a:rPr>
              <a:t>।।</a:t>
            </a:r>
            <a:endParaRPr lang="en-US" sz="4001" b="1" dirty="0">
              <a:latin typeface="URW Palladio ITU" pitchFamily="2" charset="0"/>
            </a:endParaRPr>
          </a:p>
          <a:p>
            <a:pPr algn="ctr" eaLnBrk="1" hangingPunct="1">
              <a:buFont typeface="Wingdings 2" pitchFamily="18" charset="2"/>
              <a:buNone/>
            </a:pPr>
            <a:r>
              <a:rPr lang="en-US" b="1" dirty="0" err="1" smtClean="0">
                <a:latin typeface="URW Palladio IT" pitchFamily="2" charset="0"/>
              </a:rPr>
              <a:t>Prātaḥ</a:t>
            </a:r>
            <a:r>
              <a:rPr lang="en-US" b="1" dirty="0" smtClean="0">
                <a:latin typeface="URW Palladio IT" pitchFamily="2" charset="0"/>
              </a:rPr>
              <a:t> </a:t>
            </a:r>
            <a:r>
              <a:rPr lang="en-US" b="1" dirty="0" err="1" smtClean="0">
                <a:latin typeface="URW Palladio IT" pitchFamily="2" charset="0"/>
              </a:rPr>
              <a:t>smarāmi</a:t>
            </a:r>
            <a:r>
              <a:rPr lang="en-US" b="1" dirty="0" smtClean="0">
                <a:latin typeface="URW Palladio IT" pitchFamily="2" charset="0"/>
              </a:rPr>
              <a:t> </a:t>
            </a:r>
            <a:r>
              <a:rPr lang="en-US" b="1" dirty="0" err="1" smtClean="0">
                <a:latin typeface="URW Palladio IT" pitchFamily="2" charset="0"/>
              </a:rPr>
              <a:t>hṛdi</a:t>
            </a:r>
            <a:r>
              <a:rPr lang="en-US" b="1" dirty="0" smtClean="0">
                <a:latin typeface="URW Palladio IT" pitchFamily="2" charset="0"/>
              </a:rPr>
              <a:t> </a:t>
            </a:r>
            <a:r>
              <a:rPr lang="en-US" b="1" dirty="0" err="1" smtClean="0">
                <a:latin typeface="URW Palladio IT" pitchFamily="2" charset="0"/>
              </a:rPr>
              <a:t>saṁsphuradātmatattvam</a:t>
            </a:r>
            <a:r>
              <a:rPr lang="en-US" b="1" dirty="0" smtClean="0">
                <a:latin typeface="URW Palladio IT" pitchFamily="2" charset="0"/>
              </a:rPr>
              <a:t> |</a:t>
            </a:r>
          </a:p>
          <a:p>
            <a:pPr algn="ctr" eaLnBrk="1" hangingPunct="1">
              <a:spcAft>
                <a:spcPts val="1799"/>
              </a:spcAft>
              <a:buNone/>
            </a:pPr>
            <a:r>
              <a:rPr lang="en-US" b="1" dirty="0" smtClean="0">
                <a:latin typeface="URW Palladio IT" pitchFamily="2" charset="0"/>
              </a:rPr>
              <a:t>Sat-cit-</a:t>
            </a:r>
            <a:r>
              <a:rPr lang="en-US" b="1" dirty="0" err="1" smtClean="0">
                <a:latin typeface="URW Palladio IT" pitchFamily="2" charset="0"/>
              </a:rPr>
              <a:t>sukhaṁ</a:t>
            </a:r>
            <a:r>
              <a:rPr lang="en-US" b="1" dirty="0" smtClean="0">
                <a:latin typeface="URW Palladio IT" pitchFamily="2" charset="0"/>
              </a:rPr>
              <a:t> </a:t>
            </a:r>
            <a:r>
              <a:rPr lang="en-US" b="1" dirty="0" err="1" smtClean="0">
                <a:latin typeface="URW Palladio IT" pitchFamily="2" charset="0"/>
              </a:rPr>
              <a:t>paramahaṁsagatiṁ</a:t>
            </a:r>
            <a:r>
              <a:rPr lang="en-US" b="1" dirty="0" smtClean="0">
                <a:latin typeface="URW Palladio IT" pitchFamily="2" charset="0"/>
              </a:rPr>
              <a:t> </a:t>
            </a:r>
            <a:r>
              <a:rPr lang="en-US" b="1" dirty="0" err="1" smtClean="0">
                <a:latin typeface="URW Palladio IT" pitchFamily="2" charset="0"/>
              </a:rPr>
              <a:t>turIyam</a:t>
            </a:r>
            <a:r>
              <a:rPr lang="en-US" b="1" dirty="0" smtClean="0">
                <a:latin typeface="URW Palladio IT" pitchFamily="2" charset="0"/>
              </a:rPr>
              <a:t>||</a:t>
            </a:r>
          </a:p>
          <a:p>
            <a:pPr algn="ctr">
              <a:buFont typeface="Arial" charset="0"/>
              <a:buNone/>
            </a:pPr>
            <a:r>
              <a:rPr lang="kn-IN" b="1" dirty="0" smtClean="0">
                <a:solidFill>
                  <a:srgbClr val="000000"/>
                </a:solidFill>
                <a:ea typeface="Tunga" pitchFamily="2"/>
              </a:rPr>
              <a:t>ಪ್ರಾತಃ ಸ್ಮರಾಮಿ ಹೃದಿಸಂಸ್ಫುರದಾತ್ಮತತ್ತ್ವಂ</a:t>
            </a:r>
            <a:r>
              <a:rPr lang="en-CA" b="1" dirty="0" smtClean="0">
                <a:solidFill>
                  <a:srgbClr val="000000"/>
                </a:solidFill>
                <a:cs typeface="Calibri" pitchFamily="34" charset="0"/>
              </a:rPr>
              <a:t> </a:t>
            </a:r>
            <a:r>
              <a:rPr lang="kn-IN" b="1" dirty="0" smtClean="0">
                <a:solidFill>
                  <a:srgbClr val="000000"/>
                </a:solidFill>
                <a:ea typeface="Tunga" pitchFamily="2"/>
              </a:rPr>
              <a:t>|</a:t>
            </a:r>
            <a:endParaRPr lang="en-CA" b="1" dirty="0" smtClean="0">
              <a:cs typeface="Times New Roman" pitchFamily="18" charset="0"/>
            </a:endParaRPr>
          </a:p>
          <a:p>
            <a:pPr algn="ctr">
              <a:buFont typeface="Arial" charset="0"/>
              <a:buNone/>
            </a:pPr>
            <a:r>
              <a:rPr lang="kn-IN" b="1" dirty="0" smtClean="0">
                <a:solidFill>
                  <a:srgbClr val="000000"/>
                </a:solidFill>
                <a:ea typeface="Tunga" pitchFamily="2"/>
              </a:rPr>
              <a:t>ಸಚ್ಚಿತ್ಸುಖಂ ಪರಮಹಂಸಗತಿಂ ತುರೀಯಮ್ ||</a:t>
            </a:r>
            <a:endParaRPr lang="en-US" b="1" dirty="0" smtClean="0">
              <a:latin typeface="URW Palladio IT" pitchFamily="2" charset="0"/>
            </a:endParaRPr>
          </a:p>
          <a:p>
            <a:pPr algn="ctr">
              <a:buFont typeface="Wingdings 2" pitchFamily="18" charset="2"/>
              <a:buNone/>
            </a:pPr>
            <a:endParaRPr lang="en-US" sz="1200" b="1" dirty="0">
              <a:latin typeface="BRH Kannada Extra" pitchFamily="2" charset="0"/>
            </a:endParaRPr>
          </a:p>
          <a:p>
            <a:pPr algn="ctr">
              <a:buFont typeface="Wingdings 2" pitchFamily="18" charset="2"/>
              <a:buNone/>
            </a:pPr>
            <a:r>
              <a:rPr lang="en-CA" sz="2399" dirty="0">
                <a:latin typeface="Times New Roman" pitchFamily="18" charset="0"/>
                <a:cs typeface="Times New Roman" pitchFamily="18" charset="0"/>
              </a:rPr>
              <a:t>I remember in the morning the Self which shines in the heart, which is existence-consciousness-bliss, which is the supreme </a:t>
            </a:r>
            <a:r>
              <a:rPr lang="en-CA" sz="2399" dirty="0" err="1">
                <a:latin typeface="Times New Roman" pitchFamily="18" charset="0"/>
                <a:cs typeface="Times New Roman" pitchFamily="18" charset="0"/>
              </a:rPr>
              <a:t>Paramahamsa</a:t>
            </a:r>
            <a:r>
              <a:rPr lang="en-CA" sz="2399" dirty="0">
                <a:latin typeface="Times New Roman" pitchFamily="18" charset="0"/>
                <a:cs typeface="Times New Roman" pitchFamily="18" charset="0"/>
              </a:rPr>
              <a:t> state, which is called the "Fourth"</a:t>
            </a:r>
            <a:endParaRPr lang="en-US" sz="2399" b="1" dirty="0">
              <a:latin typeface="Times New Roman" pitchFamily="18" charset="0"/>
              <a:cs typeface="Times New Roman" pitchFamily="18" charset="0"/>
            </a:endParaRPr>
          </a:p>
        </p:txBody>
      </p:sp>
    </p:spTree>
    <p:extLst>
      <p:ext uri="{BB962C8B-B14F-4D97-AF65-F5344CB8AC3E}">
        <p14:creationId xmlns:p14="http://schemas.microsoft.com/office/powerpoint/2010/main" val="37473191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p:cNvSpPr>
            <a:spLocks noGrp="1"/>
          </p:cNvSpPr>
          <p:nvPr>
            <p:ph idx="1"/>
          </p:nvPr>
        </p:nvSpPr>
        <p:spPr>
          <a:xfrm>
            <a:off x="354" y="99"/>
            <a:ext cx="12194469" cy="6859390"/>
          </a:xfrm>
        </p:spPr>
        <p:txBody>
          <a:bodyPr/>
          <a:lstStyle/>
          <a:p>
            <a:pPr algn="ctr" eaLnBrk="1" hangingPunct="1">
              <a:buFont typeface="Wingdings 2" pitchFamily="18" charset="2"/>
              <a:buNone/>
            </a:pPr>
            <a:r>
              <a:rPr lang="hi-IN" sz="4001" b="1" dirty="0">
                <a:latin typeface="Sanskrit 2003" pitchFamily="2" charset="-78"/>
                <a:cs typeface="Sanskrit 2003" pitchFamily="2" charset="-78"/>
              </a:rPr>
              <a:t>यत्स्वप्नजागर</a:t>
            </a:r>
            <a:r>
              <a:rPr lang="en-US" sz="4001" b="1" dirty="0">
                <a:latin typeface="Sanskrit 2003" pitchFamily="2" charset="-78"/>
                <a:cs typeface="Sanskrit 2003" pitchFamily="2" charset="-78"/>
              </a:rPr>
              <a:t>-</a:t>
            </a:r>
            <a:r>
              <a:rPr lang="hi-IN" sz="4001" b="1" dirty="0">
                <a:latin typeface="Sanskrit 2003" pitchFamily="2" charset="-78"/>
                <a:cs typeface="Sanskrit 2003" pitchFamily="2" charset="-78"/>
              </a:rPr>
              <a:t>सुषुप्तमवैति नित्यम्</a:t>
            </a:r>
            <a:r>
              <a:rPr lang="en-US" sz="4001" b="1" dirty="0">
                <a:latin typeface="Sanskrit 2003" pitchFamily="2" charset="-78"/>
                <a:cs typeface="Sanskrit 2003" pitchFamily="2" charset="-78"/>
              </a:rPr>
              <a:t> </a:t>
            </a:r>
            <a:r>
              <a:rPr lang="hi-IN" sz="4001" b="1" dirty="0">
                <a:latin typeface="Sanskrit 2003" pitchFamily="2" charset="-78"/>
                <a:cs typeface="Sanskrit 2003" pitchFamily="2" charset="-78"/>
              </a:rPr>
              <a:t>।</a:t>
            </a:r>
          </a:p>
          <a:p>
            <a:pPr algn="ctr" eaLnBrk="1" hangingPunct="1">
              <a:spcAft>
                <a:spcPts val="600"/>
              </a:spcAft>
              <a:buNone/>
            </a:pPr>
            <a:r>
              <a:rPr lang="hi-IN" sz="4001" b="1" dirty="0">
                <a:latin typeface="Sanskrit 2003" pitchFamily="2" charset="-78"/>
                <a:cs typeface="Sanskrit 2003" pitchFamily="2" charset="-78"/>
              </a:rPr>
              <a:t>तद्</a:t>
            </a:r>
            <a:r>
              <a:rPr lang="en-US" sz="4001" b="1" dirty="0">
                <a:latin typeface="Sanskrit 2003" pitchFamily="2" charset="-78"/>
                <a:cs typeface="Sanskrit 2003" pitchFamily="2" charset="-78"/>
              </a:rPr>
              <a:t>-</a:t>
            </a:r>
            <a:r>
              <a:rPr lang="hi-IN" sz="4001" b="1" dirty="0">
                <a:latin typeface="Sanskrit 2003" pitchFamily="2" charset="-78"/>
                <a:cs typeface="Sanskrit 2003" pitchFamily="2" charset="-78"/>
              </a:rPr>
              <a:t>ब्रह्म निष्कलमहं न च भूतसंघः॥१॥</a:t>
            </a:r>
            <a:endParaRPr lang="en-US" sz="4001" b="1" dirty="0">
              <a:latin typeface="URW Palladio ITU" pitchFamily="2" charset="0"/>
            </a:endParaRPr>
          </a:p>
          <a:p>
            <a:pPr algn="ctr" eaLnBrk="1" hangingPunct="1">
              <a:buFont typeface="Wingdings 2" pitchFamily="18" charset="2"/>
              <a:buNone/>
            </a:pPr>
            <a:r>
              <a:rPr lang="en-US" b="1" dirty="0" err="1" smtClean="0">
                <a:latin typeface="URW Palladio IT" pitchFamily="2" charset="0"/>
              </a:rPr>
              <a:t>Yat</a:t>
            </a:r>
            <a:r>
              <a:rPr lang="en-US" b="1" dirty="0" smtClean="0">
                <a:latin typeface="URW Palladio IT" pitchFamily="2" charset="0"/>
              </a:rPr>
              <a:t> </a:t>
            </a:r>
            <a:r>
              <a:rPr lang="en-US" b="1" dirty="0" err="1" smtClean="0">
                <a:latin typeface="URW Palladio IT" pitchFamily="2" charset="0"/>
              </a:rPr>
              <a:t>svapna</a:t>
            </a:r>
            <a:r>
              <a:rPr lang="en-US" b="1" dirty="0" smtClean="0">
                <a:latin typeface="URW Palladio IT" pitchFamily="2" charset="0"/>
              </a:rPr>
              <a:t> </a:t>
            </a:r>
            <a:r>
              <a:rPr lang="en-US" b="1" dirty="0" err="1" smtClean="0">
                <a:latin typeface="URW Palladio IT" pitchFamily="2" charset="0"/>
              </a:rPr>
              <a:t>jāgara</a:t>
            </a:r>
            <a:r>
              <a:rPr lang="en-US" b="1" dirty="0" smtClean="0">
                <a:latin typeface="URW Palladio IT" pitchFamily="2" charset="0"/>
              </a:rPr>
              <a:t> </a:t>
            </a:r>
            <a:r>
              <a:rPr lang="en-US" b="1" dirty="0" err="1" smtClean="0">
                <a:latin typeface="URW Palladio IT" pitchFamily="2" charset="0"/>
              </a:rPr>
              <a:t>suṣuptamavaiti</a:t>
            </a:r>
            <a:r>
              <a:rPr lang="en-US" b="1" dirty="0" smtClean="0">
                <a:latin typeface="URW Palladio IT" pitchFamily="2" charset="0"/>
              </a:rPr>
              <a:t> </a:t>
            </a:r>
            <a:r>
              <a:rPr lang="en-US" b="1" dirty="0" err="1" smtClean="0">
                <a:latin typeface="URW Palladio IT" pitchFamily="2" charset="0"/>
              </a:rPr>
              <a:t>nityam</a:t>
            </a:r>
            <a:r>
              <a:rPr lang="en-US" b="1" dirty="0" smtClean="0">
                <a:latin typeface="URW Palladio IT" pitchFamily="2" charset="0"/>
              </a:rPr>
              <a:t> |</a:t>
            </a:r>
          </a:p>
          <a:p>
            <a:pPr algn="ctr" eaLnBrk="1" hangingPunct="1">
              <a:buFont typeface="Wingdings 2" pitchFamily="18" charset="2"/>
              <a:buNone/>
            </a:pPr>
            <a:r>
              <a:rPr lang="en-US" b="1" dirty="0" smtClean="0">
                <a:latin typeface="URW Palladio IT" pitchFamily="2" charset="0"/>
              </a:rPr>
              <a:t>Tad </a:t>
            </a:r>
            <a:r>
              <a:rPr lang="en-US" b="1" dirty="0" err="1" smtClean="0">
                <a:latin typeface="URW Palladio IT" pitchFamily="2" charset="0"/>
              </a:rPr>
              <a:t>brahma</a:t>
            </a:r>
            <a:r>
              <a:rPr lang="en-US" b="1" dirty="0" smtClean="0">
                <a:latin typeface="URW Palladio IT" pitchFamily="2" charset="0"/>
              </a:rPr>
              <a:t> </a:t>
            </a:r>
            <a:r>
              <a:rPr lang="en-US" b="1" dirty="0" err="1" smtClean="0">
                <a:latin typeface="URW Palladio IT" pitchFamily="2" charset="0"/>
              </a:rPr>
              <a:t>niṣkalamahaṁ</a:t>
            </a:r>
            <a:endParaRPr lang="en-US" b="1" dirty="0" smtClean="0">
              <a:latin typeface="URW Palladio IT" pitchFamily="2" charset="0"/>
            </a:endParaRPr>
          </a:p>
          <a:p>
            <a:pPr algn="ctr" eaLnBrk="1" hangingPunct="1">
              <a:spcAft>
                <a:spcPts val="600"/>
              </a:spcAft>
              <a:buNone/>
            </a:pPr>
            <a:r>
              <a:rPr lang="en-US" b="1" dirty="0" err="1" smtClean="0">
                <a:latin typeface="URW Palladio IT" pitchFamily="2" charset="0"/>
              </a:rPr>
              <a:t>na</a:t>
            </a:r>
            <a:r>
              <a:rPr lang="en-US" b="1" dirty="0" smtClean="0">
                <a:latin typeface="URW Palladio IT" pitchFamily="2" charset="0"/>
              </a:rPr>
              <a:t> ca </a:t>
            </a:r>
            <a:r>
              <a:rPr lang="en-US" b="1" dirty="0" err="1" smtClean="0">
                <a:latin typeface="URW Palladio IT" pitchFamily="2" charset="0"/>
              </a:rPr>
              <a:t>bhūtasaṁghaḥ</a:t>
            </a:r>
            <a:r>
              <a:rPr lang="en-US" b="1" dirty="0" smtClean="0">
                <a:latin typeface="URW Palladio IT" pitchFamily="2" charset="0"/>
              </a:rPr>
              <a:t> ||1||</a:t>
            </a:r>
          </a:p>
          <a:p>
            <a:pPr algn="ctr">
              <a:lnSpc>
                <a:spcPct val="115000"/>
              </a:lnSpc>
              <a:buFont typeface="Arial" charset="0"/>
              <a:buNone/>
            </a:pPr>
            <a:r>
              <a:rPr lang="kn-IN" b="1" dirty="0" smtClean="0">
                <a:solidFill>
                  <a:srgbClr val="000000"/>
                </a:solidFill>
                <a:ea typeface="Calibri" pitchFamily="34" charset="0"/>
              </a:rPr>
              <a:t>ಯತ್ ಸ್ವಪ್ನ ಜಾಗರ ಸುಷುಪ್ತಮವೈತಿ ನಿತ್ಯಂ</a:t>
            </a:r>
            <a:r>
              <a:rPr lang="en-CA" b="1" dirty="0" smtClean="0">
                <a:solidFill>
                  <a:srgbClr val="000000"/>
                </a:solidFill>
                <a:cs typeface="Calibri" pitchFamily="34" charset="0"/>
              </a:rPr>
              <a:t> </a:t>
            </a:r>
            <a:r>
              <a:rPr lang="kn-IN" b="1" dirty="0" smtClean="0">
                <a:solidFill>
                  <a:srgbClr val="000000"/>
                </a:solidFill>
                <a:ea typeface="Tunga" pitchFamily="2"/>
              </a:rPr>
              <a:t>|</a:t>
            </a:r>
            <a:endParaRPr lang="en-CA" b="1" dirty="0" smtClean="0">
              <a:cs typeface="Times New Roman" pitchFamily="18" charset="0"/>
            </a:endParaRPr>
          </a:p>
          <a:p>
            <a:pPr algn="ctr">
              <a:spcAft>
                <a:spcPts val="600"/>
              </a:spcAft>
              <a:buNone/>
            </a:pPr>
            <a:r>
              <a:rPr lang="kn-IN" b="1" dirty="0" smtClean="0">
                <a:solidFill>
                  <a:srgbClr val="000000"/>
                </a:solidFill>
                <a:ea typeface="Tunga" pitchFamily="2"/>
              </a:rPr>
              <a:t>ತದ್ಬ್ರಹ್ಮನಿಷ್ಕಲಮಹಂ ನ ಚ ಭೂತಸಙ್ಘಃ ||೧||</a:t>
            </a:r>
            <a:endParaRPr lang="en-US" b="1" dirty="0" smtClean="0">
              <a:solidFill>
                <a:srgbClr val="000000"/>
              </a:solidFill>
              <a:ea typeface="Tunga" pitchFamily="2"/>
            </a:endParaRPr>
          </a:p>
          <a:p>
            <a:pPr algn="ctr">
              <a:spcAft>
                <a:spcPts val="600"/>
              </a:spcAft>
              <a:buNone/>
            </a:pPr>
            <a:endParaRPr lang="en-US" b="1" dirty="0" smtClean="0">
              <a:latin typeface="URW Palladio IT" pitchFamily="2" charset="0"/>
            </a:endParaRPr>
          </a:p>
          <a:p>
            <a:pPr algn="ctr">
              <a:buFont typeface="Wingdings 2" pitchFamily="18" charset="2"/>
              <a:buNone/>
            </a:pPr>
            <a:r>
              <a:rPr lang="en-CA" sz="2399" dirty="0">
                <a:latin typeface="Times New Roman" pitchFamily="18" charset="0"/>
                <a:cs typeface="Times New Roman" pitchFamily="18" charset="0"/>
              </a:rPr>
              <a:t>That which is always a witness to the three states of waking, dream and deep sleep, that which is indivisible, that Brahman I am, not the aggregate of the five elements (ether, air, fire, water and earth)</a:t>
            </a:r>
            <a:endParaRPr lang="en-US" sz="2399" dirty="0">
              <a:latin typeface="URW Palladio ITU" pitchFamily="2" charset="0"/>
            </a:endParaRPr>
          </a:p>
        </p:txBody>
      </p:sp>
    </p:spTree>
    <p:extLst>
      <p:ext uri="{BB962C8B-B14F-4D97-AF65-F5344CB8AC3E}">
        <p14:creationId xmlns:p14="http://schemas.microsoft.com/office/powerpoint/2010/main" val="22261288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Content Placeholder 2"/>
          <p:cNvSpPr>
            <a:spLocks noGrp="1"/>
          </p:cNvSpPr>
          <p:nvPr>
            <p:ph idx="1"/>
          </p:nvPr>
        </p:nvSpPr>
        <p:spPr>
          <a:xfrm>
            <a:off x="354" y="228747"/>
            <a:ext cx="12194469" cy="6630744"/>
          </a:xfrm>
        </p:spPr>
        <p:txBody>
          <a:bodyPr/>
          <a:lstStyle/>
          <a:p>
            <a:pPr algn="ctr" eaLnBrk="1" hangingPunct="1">
              <a:buFont typeface="Wingdings 2" pitchFamily="18" charset="2"/>
              <a:buNone/>
            </a:pPr>
            <a:r>
              <a:rPr lang="hi-IN" sz="4001" b="1" dirty="0">
                <a:latin typeface="Sanskrit 2003" pitchFamily="2" charset="-78"/>
                <a:cs typeface="Sanskrit 2003" pitchFamily="2" charset="-78"/>
              </a:rPr>
              <a:t>प्रातर्भजामि मनसो </a:t>
            </a:r>
            <a:r>
              <a:rPr lang="en-IN" sz="4001" b="1" dirty="0" err="1">
                <a:latin typeface="Sanskrit 99" pitchFamily="2" charset="0"/>
              </a:rPr>
              <a:t>vcsamgMym</a:t>
            </a:r>
            <a:r>
              <a:rPr lang="en-IN" sz="4001" b="1" dirty="0">
                <a:latin typeface="Sanskrit 99" pitchFamily="2" charset="0"/>
              </a:rPr>
              <a:t>!</a:t>
            </a:r>
            <a:r>
              <a:rPr lang="en-IN" sz="4001" b="1" dirty="0"/>
              <a:t> </a:t>
            </a:r>
            <a:r>
              <a:rPr lang="hi-IN" sz="4001" b="1" dirty="0">
                <a:latin typeface="Sanskrit 2003" pitchFamily="2" charset="-78"/>
                <a:cs typeface="Sanskrit 2003" pitchFamily="2" charset="-78"/>
              </a:rPr>
              <a:t>।</a:t>
            </a:r>
          </a:p>
          <a:p>
            <a:pPr algn="ctr" eaLnBrk="1" hangingPunct="1">
              <a:spcAft>
                <a:spcPts val="1200"/>
              </a:spcAft>
              <a:buNone/>
            </a:pPr>
            <a:r>
              <a:rPr lang="hi-IN" sz="4001" b="1" dirty="0">
                <a:latin typeface="Sanskrit 2003" pitchFamily="2" charset="-78"/>
                <a:cs typeface="Sanskrit 2003" pitchFamily="2" charset="-78"/>
              </a:rPr>
              <a:t>वाचो विभान्ति निखिला यदनुग्रहेण</a:t>
            </a:r>
            <a:r>
              <a:rPr lang="en-US" sz="4001" b="1" dirty="0">
                <a:latin typeface="Sanskrit 2003" pitchFamily="2" charset="-78"/>
                <a:cs typeface="Sanskrit 2003" pitchFamily="2" charset="-78"/>
              </a:rPr>
              <a:t> </a:t>
            </a:r>
            <a:r>
              <a:rPr lang="hi-IN" sz="4001" b="1" dirty="0">
                <a:latin typeface="Sanskrit 2003" pitchFamily="2" charset="-78"/>
                <a:cs typeface="Sanskrit 2003" pitchFamily="2" charset="-78"/>
              </a:rPr>
              <a:t>।।</a:t>
            </a:r>
            <a:endParaRPr lang="en-US" sz="4001" b="1" dirty="0">
              <a:latin typeface="URW Palladio ITU" pitchFamily="2" charset="0"/>
            </a:endParaRPr>
          </a:p>
          <a:p>
            <a:pPr algn="ctr" eaLnBrk="1" hangingPunct="1">
              <a:buFont typeface="Wingdings 2" pitchFamily="18" charset="2"/>
              <a:buNone/>
            </a:pPr>
            <a:r>
              <a:rPr lang="en-US" b="1" dirty="0" err="1" smtClean="0">
                <a:latin typeface="URW Palladio IT" pitchFamily="2" charset="0"/>
              </a:rPr>
              <a:t>Prātarbhajāmi</a:t>
            </a:r>
            <a:r>
              <a:rPr lang="en-US" b="1" dirty="0" smtClean="0">
                <a:latin typeface="URW Palladio IT" pitchFamily="2" charset="0"/>
              </a:rPr>
              <a:t> </a:t>
            </a:r>
            <a:r>
              <a:rPr lang="en-US" b="1" dirty="0" err="1" smtClean="0">
                <a:latin typeface="URW Palladio IT" pitchFamily="2" charset="0"/>
              </a:rPr>
              <a:t>manaso</a:t>
            </a:r>
            <a:r>
              <a:rPr lang="en-US" b="1" dirty="0" smtClean="0">
                <a:latin typeface="URW Palladio IT" pitchFamily="2" charset="0"/>
              </a:rPr>
              <a:t> </a:t>
            </a:r>
            <a:r>
              <a:rPr lang="en-US" b="1" dirty="0" err="1" smtClean="0">
                <a:latin typeface="URW Palladio IT" pitchFamily="2" charset="0"/>
              </a:rPr>
              <a:t>vacasām</a:t>
            </a:r>
            <a:r>
              <a:rPr lang="en-US" b="1" dirty="0" smtClean="0">
                <a:latin typeface="URW Palladio IT" pitchFamily="2" charset="0"/>
              </a:rPr>
              <a:t> </a:t>
            </a:r>
            <a:r>
              <a:rPr lang="en-US" b="1" dirty="0" err="1" smtClean="0">
                <a:latin typeface="URW Palladio IT" pitchFamily="2" charset="0"/>
              </a:rPr>
              <a:t>agamyam</a:t>
            </a:r>
            <a:r>
              <a:rPr lang="en-US" b="1" dirty="0" smtClean="0">
                <a:latin typeface="URW Palladio IT" pitchFamily="2" charset="0"/>
              </a:rPr>
              <a:t> |</a:t>
            </a:r>
          </a:p>
          <a:p>
            <a:pPr algn="ctr" eaLnBrk="1" hangingPunct="1">
              <a:spcAft>
                <a:spcPts val="1799"/>
              </a:spcAft>
              <a:buNone/>
            </a:pPr>
            <a:r>
              <a:rPr lang="en-US" b="1" dirty="0" err="1" smtClean="0">
                <a:latin typeface="URW Palladio IT" pitchFamily="2" charset="0"/>
              </a:rPr>
              <a:t>Vāco</a:t>
            </a:r>
            <a:r>
              <a:rPr lang="en-US" b="1" dirty="0" smtClean="0">
                <a:latin typeface="URW Palladio IT" pitchFamily="2" charset="0"/>
              </a:rPr>
              <a:t> </a:t>
            </a:r>
            <a:r>
              <a:rPr lang="en-US" b="1" dirty="0" err="1" smtClean="0">
                <a:latin typeface="URW Palladio IT" pitchFamily="2" charset="0"/>
              </a:rPr>
              <a:t>vibhānti</a:t>
            </a:r>
            <a:r>
              <a:rPr lang="en-US" b="1" dirty="0" smtClean="0">
                <a:latin typeface="URW Palladio IT" pitchFamily="2" charset="0"/>
              </a:rPr>
              <a:t> </a:t>
            </a:r>
            <a:r>
              <a:rPr lang="en-US" b="1" dirty="0" err="1" smtClean="0">
                <a:latin typeface="URW Palladio IT" pitchFamily="2" charset="0"/>
              </a:rPr>
              <a:t>nikhilā</a:t>
            </a:r>
            <a:r>
              <a:rPr lang="en-US" b="1" dirty="0" smtClean="0">
                <a:latin typeface="URW Palladio IT" pitchFamily="2" charset="0"/>
              </a:rPr>
              <a:t> </a:t>
            </a:r>
            <a:r>
              <a:rPr lang="en-US" b="1" dirty="0" err="1" smtClean="0">
                <a:latin typeface="URW Palladio IT" pitchFamily="2" charset="0"/>
              </a:rPr>
              <a:t>yadanugraheṇa</a:t>
            </a:r>
            <a:r>
              <a:rPr lang="en-US" b="1" dirty="0" smtClean="0">
                <a:latin typeface="URW Palladio IT" pitchFamily="2" charset="0"/>
              </a:rPr>
              <a:t> ||</a:t>
            </a:r>
          </a:p>
          <a:p>
            <a:pPr algn="ctr">
              <a:lnSpc>
                <a:spcPct val="115000"/>
              </a:lnSpc>
              <a:buFont typeface="Arial" charset="0"/>
              <a:buNone/>
            </a:pPr>
            <a:r>
              <a:rPr lang="kn-IN" b="1" dirty="0" smtClean="0">
                <a:solidFill>
                  <a:srgbClr val="000000"/>
                </a:solidFill>
                <a:ea typeface="Calibri" pitchFamily="34" charset="0"/>
              </a:rPr>
              <a:t>ಪ್ರಾತರ್ಭಜಾಮಿ ಮನಸೋ ವಚಸಾಮಗಮ್ಯಂ</a:t>
            </a:r>
            <a:r>
              <a:rPr lang="en-CA" b="1" dirty="0" smtClean="0">
                <a:solidFill>
                  <a:srgbClr val="000000"/>
                </a:solidFill>
                <a:cs typeface="Calibri" pitchFamily="34" charset="0"/>
              </a:rPr>
              <a:t> </a:t>
            </a:r>
            <a:r>
              <a:rPr lang="kn-IN" b="1" dirty="0" smtClean="0">
                <a:solidFill>
                  <a:srgbClr val="000000"/>
                </a:solidFill>
                <a:ea typeface="Tunga" pitchFamily="2"/>
              </a:rPr>
              <a:t>|</a:t>
            </a:r>
          </a:p>
          <a:p>
            <a:pPr algn="ctr">
              <a:spcAft>
                <a:spcPts val="1200"/>
              </a:spcAft>
              <a:buNone/>
            </a:pPr>
            <a:r>
              <a:rPr lang="kn-IN" b="1" dirty="0" smtClean="0">
                <a:solidFill>
                  <a:srgbClr val="000000"/>
                </a:solidFill>
                <a:ea typeface="Tunga" pitchFamily="2"/>
              </a:rPr>
              <a:t>ವಾಚೋ ವಿಭಾನ್ತಿ ನಿಖಿಲಾ ಯದನುಗ್ರಹೇಣ ||</a:t>
            </a:r>
            <a:endParaRPr lang="en-US" b="1" dirty="0" smtClean="0">
              <a:latin typeface="URW Palladio IT" pitchFamily="2" charset="0"/>
            </a:endParaRPr>
          </a:p>
          <a:p>
            <a:pPr algn="ctr">
              <a:buFont typeface="Wingdings 2" pitchFamily="18" charset="2"/>
              <a:buNone/>
            </a:pPr>
            <a:r>
              <a:rPr lang="en-CA" sz="2399" dirty="0">
                <a:latin typeface="Times New Roman" pitchFamily="18" charset="0"/>
                <a:cs typeface="Times New Roman" pitchFamily="18" charset="0"/>
              </a:rPr>
              <a:t>I worship in the morning that which is inaccessible to</a:t>
            </a:r>
          </a:p>
          <a:p>
            <a:pPr algn="ctr">
              <a:buFont typeface="Wingdings 2" pitchFamily="18" charset="2"/>
              <a:buNone/>
            </a:pPr>
            <a:r>
              <a:rPr lang="en-CA" sz="2399" dirty="0">
                <a:latin typeface="Times New Roman" pitchFamily="18" charset="0"/>
                <a:cs typeface="Times New Roman" pitchFamily="18" charset="0"/>
              </a:rPr>
              <a:t>mind and speech, that by whose blessing the faculty</a:t>
            </a:r>
          </a:p>
          <a:p>
            <a:pPr algn="ctr">
              <a:buFont typeface="Wingdings 2" pitchFamily="18" charset="2"/>
              <a:buNone/>
            </a:pPr>
            <a:r>
              <a:rPr lang="en-CA" sz="2399" dirty="0">
                <a:latin typeface="Times New Roman" pitchFamily="18" charset="0"/>
                <a:cs typeface="Times New Roman" pitchFamily="18" charset="0"/>
              </a:rPr>
              <a:t>of speech shines forth…</a:t>
            </a:r>
            <a:endParaRPr lang="en-US" sz="2399" dirty="0">
              <a:latin typeface="GITA1" pitchFamily="2" charset="0"/>
            </a:endParaRPr>
          </a:p>
        </p:txBody>
      </p:sp>
    </p:spTree>
    <p:extLst>
      <p:ext uri="{BB962C8B-B14F-4D97-AF65-F5344CB8AC3E}">
        <p14:creationId xmlns:p14="http://schemas.microsoft.com/office/powerpoint/2010/main" val="19776435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ntent Placeholder 2"/>
          <p:cNvSpPr>
            <a:spLocks noGrp="1"/>
          </p:cNvSpPr>
          <p:nvPr>
            <p:ph idx="1"/>
          </p:nvPr>
        </p:nvSpPr>
        <p:spPr>
          <a:xfrm>
            <a:off x="354" y="152531"/>
            <a:ext cx="12194469" cy="6706959"/>
          </a:xfrm>
        </p:spPr>
        <p:txBody>
          <a:bodyPr/>
          <a:lstStyle/>
          <a:p>
            <a:pPr algn="ctr" eaLnBrk="1" hangingPunct="1">
              <a:buFont typeface="Wingdings 2" pitchFamily="18" charset="2"/>
              <a:buNone/>
            </a:pPr>
            <a:r>
              <a:rPr lang="hi-IN" sz="4001" b="1" dirty="0">
                <a:latin typeface="Sanskrit 2003" pitchFamily="2" charset="-78"/>
                <a:cs typeface="Sanskrit 2003" pitchFamily="2" charset="-78"/>
              </a:rPr>
              <a:t>यन्नेति नेति वचनैर्निगमा अवोचुः</a:t>
            </a:r>
            <a:r>
              <a:rPr lang="en-US" sz="4001" b="1" dirty="0">
                <a:latin typeface="Sanskrit 2003" pitchFamily="2" charset="-78"/>
                <a:cs typeface="Sanskrit 2003" pitchFamily="2" charset="-78"/>
              </a:rPr>
              <a:t> </a:t>
            </a:r>
            <a:r>
              <a:rPr lang="hi-IN" sz="4001" b="1" dirty="0">
                <a:latin typeface="Sanskrit 2003" pitchFamily="2" charset="-78"/>
                <a:cs typeface="Sanskrit 2003" pitchFamily="2" charset="-78"/>
              </a:rPr>
              <a:t>।</a:t>
            </a:r>
          </a:p>
          <a:p>
            <a:pPr algn="ctr" eaLnBrk="1" hangingPunct="1">
              <a:spcAft>
                <a:spcPts val="600"/>
              </a:spcAft>
              <a:buNone/>
            </a:pPr>
            <a:r>
              <a:rPr lang="hi-IN" sz="4001" b="1" dirty="0">
                <a:latin typeface="Sanskrit 2003" pitchFamily="2" charset="-78"/>
                <a:cs typeface="Sanskrit 2003" pitchFamily="2" charset="-78"/>
              </a:rPr>
              <a:t>तं देवदेवमजमच्युतमाहुरग्र्यम्</a:t>
            </a:r>
            <a:r>
              <a:rPr lang="en-US" sz="4001" b="1" dirty="0">
                <a:latin typeface="Sanskrit 2003" pitchFamily="2" charset="-78"/>
                <a:cs typeface="Sanskrit 2003" pitchFamily="2" charset="-78"/>
              </a:rPr>
              <a:t> </a:t>
            </a:r>
            <a:r>
              <a:rPr lang="hi-IN" sz="4001" b="1" dirty="0">
                <a:latin typeface="Sanskrit 2003" pitchFamily="2" charset="-78"/>
                <a:cs typeface="Sanskrit 2003" pitchFamily="2" charset="-78"/>
              </a:rPr>
              <a:t>॥२॥</a:t>
            </a:r>
            <a:endParaRPr lang="en-US" sz="4001" b="1" dirty="0">
              <a:latin typeface="URW Palladio ITU" pitchFamily="2" charset="0"/>
            </a:endParaRPr>
          </a:p>
          <a:p>
            <a:pPr algn="ctr" eaLnBrk="1" hangingPunct="1">
              <a:buFont typeface="Wingdings 2" pitchFamily="18" charset="2"/>
              <a:buNone/>
            </a:pPr>
            <a:r>
              <a:rPr lang="en-US" b="1" dirty="0" smtClean="0">
                <a:latin typeface="URW Palladio IT" pitchFamily="2" charset="0"/>
              </a:rPr>
              <a:t>Yan </a:t>
            </a:r>
            <a:r>
              <a:rPr lang="en-US" b="1" dirty="0" err="1" smtClean="0">
                <a:latin typeface="URW Palladio IT" pitchFamily="2" charset="0"/>
              </a:rPr>
              <a:t>neti</a:t>
            </a:r>
            <a:r>
              <a:rPr lang="en-US" b="1" dirty="0" smtClean="0">
                <a:latin typeface="URW Palladio IT" pitchFamily="2" charset="0"/>
              </a:rPr>
              <a:t> </a:t>
            </a:r>
            <a:r>
              <a:rPr lang="en-US" b="1" dirty="0" err="1" smtClean="0">
                <a:latin typeface="URW Palladio IT" pitchFamily="2" charset="0"/>
              </a:rPr>
              <a:t>neti</a:t>
            </a:r>
            <a:r>
              <a:rPr lang="en-US" b="1" dirty="0" smtClean="0">
                <a:latin typeface="URW Palladio IT" pitchFamily="2" charset="0"/>
              </a:rPr>
              <a:t> </a:t>
            </a:r>
            <a:r>
              <a:rPr lang="en-US" b="1" dirty="0" err="1" smtClean="0">
                <a:latin typeface="URW Palladio IT" pitchFamily="2" charset="0"/>
              </a:rPr>
              <a:t>vacanair</a:t>
            </a:r>
            <a:r>
              <a:rPr lang="en-US" b="1" dirty="0" smtClean="0">
                <a:latin typeface="URW Palladio IT" pitchFamily="2" charset="0"/>
              </a:rPr>
              <a:t> </a:t>
            </a:r>
            <a:r>
              <a:rPr lang="en-US" b="1" dirty="0" err="1" smtClean="0">
                <a:latin typeface="URW Palladio IT" pitchFamily="2" charset="0"/>
              </a:rPr>
              <a:t>nigamā</a:t>
            </a:r>
            <a:r>
              <a:rPr lang="en-US" b="1" dirty="0" smtClean="0">
                <a:latin typeface="URW Palladio IT" pitchFamily="2" charset="0"/>
              </a:rPr>
              <a:t> </a:t>
            </a:r>
            <a:r>
              <a:rPr lang="en-US" b="1" dirty="0" err="1" smtClean="0">
                <a:latin typeface="URW Palladio IT" pitchFamily="2" charset="0"/>
              </a:rPr>
              <a:t>avocuḥ</a:t>
            </a:r>
            <a:r>
              <a:rPr lang="en-US" b="1" dirty="0" smtClean="0">
                <a:latin typeface="URW Palladio IT" pitchFamily="2" charset="0"/>
              </a:rPr>
              <a:t> |</a:t>
            </a:r>
          </a:p>
          <a:p>
            <a:pPr algn="ctr" eaLnBrk="1" hangingPunct="1">
              <a:spcAft>
                <a:spcPts val="600"/>
              </a:spcAft>
              <a:buNone/>
            </a:pPr>
            <a:r>
              <a:rPr lang="en-US" b="1" dirty="0" err="1" smtClean="0">
                <a:latin typeface="URW Palladio IT" pitchFamily="2" charset="0"/>
              </a:rPr>
              <a:t>Taṁ</a:t>
            </a:r>
            <a:r>
              <a:rPr lang="en-US" b="1" dirty="0" smtClean="0">
                <a:latin typeface="URW Palladio IT" pitchFamily="2" charset="0"/>
              </a:rPr>
              <a:t> </a:t>
            </a:r>
            <a:r>
              <a:rPr lang="en-US" b="1" dirty="0" err="1" smtClean="0">
                <a:latin typeface="URW Palladio IT" pitchFamily="2" charset="0"/>
              </a:rPr>
              <a:t>devadevamajamacyutamāhuragryam</a:t>
            </a:r>
            <a:r>
              <a:rPr lang="en-US" b="1" dirty="0" smtClean="0">
                <a:latin typeface="URW Palladio IT" pitchFamily="2" charset="0"/>
              </a:rPr>
              <a:t> ||2||</a:t>
            </a:r>
          </a:p>
          <a:p>
            <a:pPr algn="ctr">
              <a:lnSpc>
                <a:spcPct val="115000"/>
              </a:lnSpc>
              <a:buFont typeface="Arial" charset="0"/>
              <a:buNone/>
            </a:pPr>
            <a:r>
              <a:rPr lang="kn-IN" b="1" dirty="0" smtClean="0">
                <a:solidFill>
                  <a:srgbClr val="000000"/>
                </a:solidFill>
                <a:ea typeface="Calibri" pitchFamily="34" charset="0"/>
              </a:rPr>
              <a:t>ಯನ್ನೇತಿ ನೇತಿ ವಚನೈರ್ನಿಗಮಾ ಅವೋಚುಃ</a:t>
            </a:r>
            <a:r>
              <a:rPr lang="en-CA" b="1" dirty="0" smtClean="0">
                <a:solidFill>
                  <a:srgbClr val="000000"/>
                </a:solidFill>
                <a:cs typeface="Calibri" pitchFamily="34" charset="0"/>
              </a:rPr>
              <a:t> </a:t>
            </a:r>
            <a:r>
              <a:rPr lang="kn-IN" b="1" dirty="0" smtClean="0">
                <a:solidFill>
                  <a:srgbClr val="000000"/>
                </a:solidFill>
                <a:ea typeface="Tunga" pitchFamily="2"/>
              </a:rPr>
              <a:t>|</a:t>
            </a:r>
          </a:p>
          <a:p>
            <a:pPr algn="ctr">
              <a:spcAft>
                <a:spcPts val="600"/>
              </a:spcAft>
              <a:buNone/>
            </a:pPr>
            <a:r>
              <a:rPr lang="kn-IN" b="1" dirty="0" smtClean="0">
                <a:solidFill>
                  <a:srgbClr val="000000"/>
                </a:solidFill>
                <a:ea typeface="Tunga" pitchFamily="2"/>
              </a:rPr>
              <a:t>ತಂ ದೇವದೇವಂ</a:t>
            </a:r>
            <a:r>
              <a:rPr lang="en-CA" b="1" dirty="0" smtClean="0">
                <a:solidFill>
                  <a:srgbClr val="000000"/>
                </a:solidFill>
                <a:cs typeface="Calibri" pitchFamily="34" charset="0"/>
              </a:rPr>
              <a:t> </a:t>
            </a:r>
            <a:r>
              <a:rPr lang="kn-IN" b="1" dirty="0" smtClean="0">
                <a:solidFill>
                  <a:srgbClr val="000000"/>
                </a:solidFill>
                <a:ea typeface="Tunga" pitchFamily="2"/>
              </a:rPr>
              <a:t>ಅಜಮಚ್ಯುತಮಾಹುರಗ್ರ್ಯಮ್ ||೨||</a:t>
            </a:r>
            <a:endParaRPr lang="en-US" b="1" dirty="0" smtClean="0">
              <a:latin typeface="BRH Kannada Extra" pitchFamily="2" charset="0"/>
            </a:endParaRPr>
          </a:p>
          <a:p>
            <a:pPr algn="ctr">
              <a:buFont typeface="Wingdings 2" pitchFamily="18" charset="2"/>
              <a:buNone/>
            </a:pPr>
            <a:r>
              <a:rPr lang="en-CA" sz="2399" dirty="0">
                <a:latin typeface="Times New Roman" pitchFamily="18" charset="0"/>
                <a:cs typeface="Times New Roman" pitchFamily="18" charset="0"/>
              </a:rPr>
              <a:t>I worship that... which is described in the Upanishads</a:t>
            </a:r>
          </a:p>
          <a:p>
            <a:pPr algn="ctr">
              <a:buFont typeface="Wingdings 2" pitchFamily="18" charset="2"/>
              <a:buNone/>
            </a:pPr>
            <a:r>
              <a:rPr lang="en-CA" sz="2399" dirty="0">
                <a:latin typeface="Times New Roman" pitchFamily="18" charset="0"/>
                <a:cs typeface="Times New Roman" pitchFamily="18" charset="0"/>
              </a:rPr>
              <a:t>by the words 'not this, not this', that supremely effulgent</a:t>
            </a:r>
          </a:p>
          <a:p>
            <a:pPr algn="ctr">
              <a:buFont typeface="Wingdings 2" pitchFamily="18" charset="2"/>
              <a:buNone/>
            </a:pPr>
            <a:r>
              <a:rPr lang="en-CA" sz="2399" dirty="0">
                <a:latin typeface="Times New Roman" pitchFamily="18" charset="0"/>
                <a:cs typeface="Times New Roman" pitchFamily="18" charset="0"/>
              </a:rPr>
              <a:t>Being which is spoken of (in the Vedas) as unborn,</a:t>
            </a:r>
          </a:p>
          <a:p>
            <a:pPr algn="ctr">
              <a:buFont typeface="Wingdings 2" pitchFamily="18" charset="2"/>
              <a:buNone/>
            </a:pPr>
            <a:r>
              <a:rPr lang="en-CA" sz="2399" dirty="0">
                <a:latin typeface="Times New Roman" pitchFamily="18" charset="0"/>
                <a:cs typeface="Times New Roman" pitchFamily="18" charset="0"/>
              </a:rPr>
              <a:t>infallible, and the highest</a:t>
            </a:r>
            <a:endParaRPr lang="en-US" sz="2399" dirty="0">
              <a:latin typeface="Times New Roman" pitchFamily="18" charset="0"/>
              <a:cs typeface="Times New Roman" pitchFamily="18" charset="0"/>
            </a:endParaRPr>
          </a:p>
          <a:p>
            <a:pPr algn="ctr" eaLnBrk="1" hangingPunct="1">
              <a:buFont typeface="Wingdings 2" pitchFamily="18" charset="2"/>
              <a:buNone/>
            </a:pPr>
            <a:endParaRPr lang="en-US" sz="1200" b="1" dirty="0">
              <a:latin typeface="GITA1" pitchFamily="2" charset="0"/>
            </a:endParaRPr>
          </a:p>
        </p:txBody>
      </p:sp>
    </p:spTree>
    <p:extLst>
      <p:ext uri="{BB962C8B-B14F-4D97-AF65-F5344CB8AC3E}">
        <p14:creationId xmlns:p14="http://schemas.microsoft.com/office/powerpoint/2010/main" val="17187452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Content Placeholder 2"/>
          <p:cNvSpPr>
            <a:spLocks noGrp="1"/>
          </p:cNvSpPr>
          <p:nvPr>
            <p:ph idx="1"/>
          </p:nvPr>
        </p:nvSpPr>
        <p:spPr>
          <a:xfrm>
            <a:off x="354" y="99"/>
            <a:ext cx="12194469" cy="6859390"/>
          </a:xfrm>
        </p:spPr>
        <p:txBody>
          <a:bodyPr/>
          <a:lstStyle/>
          <a:p>
            <a:pPr algn="ctr" eaLnBrk="1" hangingPunct="1">
              <a:buFont typeface="Wingdings 2" pitchFamily="18" charset="2"/>
              <a:buNone/>
            </a:pPr>
            <a:endParaRPr lang="en-US" sz="133" b="1" dirty="0">
              <a:latin typeface="GITA1" pitchFamily="2" charset="0"/>
            </a:endParaRPr>
          </a:p>
          <a:p>
            <a:pPr algn="ctr" eaLnBrk="1" hangingPunct="1">
              <a:buFont typeface="Wingdings 2" pitchFamily="18" charset="2"/>
              <a:buNone/>
            </a:pPr>
            <a:r>
              <a:rPr lang="hi-IN" sz="4001" b="1" dirty="0">
                <a:latin typeface="Sanskrit 99" pitchFamily="2" charset="0"/>
                <a:cs typeface="Sanskrit 2003" pitchFamily="2" charset="-78"/>
              </a:rPr>
              <a:t>प्रातर्नमामि</a:t>
            </a:r>
            <a:r>
              <a:rPr lang="hi-IN" sz="4001" b="1" dirty="0">
                <a:latin typeface="Sanskrit 2003" pitchFamily="2" charset="-78"/>
                <a:cs typeface="Sanskrit 2003" pitchFamily="2" charset="-78"/>
              </a:rPr>
              <a:t> तमसः </a:t>
            </a:r>
            <a:r>
              <a:rPr lang="en-IN" sz="4001" b="1" dirty="0" err="1">
                <a:latin typeface="Sanskrit 99" pitchFamily="2" charset="0"/>
              </a:rPr>
              <a:t>prmkRv</a:t>
            </a:r>
            <a:r>
              <a:rPr lang="en-IN" sz="4001" b="1" dirty="0">
                <a:latin typeface="Sanskrit 99" pitchFamily="2" charset="0"/>
              </a:rPr>
              <a:t>[</a:t>
            </a:r>
            <a:r>
              <a:rPr lang="en-IN" sz="4001" dirty="0">
                <a:latin typeface="Sanskrit 99" pitchFamily="2" charset="0"/>
              </a:rPr>
              <a:t>¡ </a:t>
            </a:r>
            <a:r>
              <a:rPr lang="hi-IN" sz="4001" b="1" dirty="0">
                <a:latin typeface="Sanskrit 2003" pitchFamily="2" charset="-78"/>
                <a:cs typeface="Sanskrit 2003" pitchFamily="2" charset="-78"/>
              </a:rPr>
              <a:t>।</a:t>
            </a:r>
          </a:p>
          <a:p>
            <a:pPr algn="ctr" eaLnBrk="1" hangingPunct="1">
              <a:spcAft>
                <a:spcPts val="600"/>
              </a:spcAft>
              <a:buNone/>
            </a:pPr>
            <a:r>
              <a:rPr lang="hi-IN" sz="4001" b="1" dirty="0">
                <a:latin typeface="Sanskrit 2003" pitchFamily="2" charset="-78"/>
                <a:cs typeface="Sanskrit 2003" pitchFamily="2" charset="-78"/>
              </a:rPr>
              <a:t>पूर्णं सनातनपदं पुरुषोत्तमाख्यम्</a:t>
            </a:r>
            <a:r>
              <a:rPr lang="en-US" sz="4001" b="1" dirty="0">
                <a:latin typeface="Sanskrit 2003" pitchFamily="2" charset="-78"/>
                <a:cs typeface="Sanskrit 2003" pitchFamily="2" charset="-78"/>
              </a:rPr>
              <a:t> </a:t>
            </a:r>
            <a:r>
              <a:rPr lang="hi-IN" sz="4001" b="1" dirty="0">
                <a:latin typeface="Sanskrit 2003" pitchFamily="2" charset="-78"/>
                <a:cs typeface="Sanskrit 2003" pitchFamily="2" charset="-78"/>
              </a:rPr>
              <a:t>।।</a:t>
            </a:r>
          </a:p>
          <a:p>
            <a:pPr algn="ctr" eaLnBrk="1" hangingPunct="1">
              <a:buFont typeface="Wingdings 2" pitchFamily="18" charset="2"/>
              <a:buNone/>
            </a:pPr>
            <a:r>
              <a:rPr lang="en-US" b="1" dirty="0" err="1" smtClean="0">
                <a:latin typeface="URW Palladio IT" pitchFamily="2" charset="0"/>
              </a:rPr>
              <a:t>Prātarnamāmi</a:t>
            </a:r>
            <a:r>
              <a:rPr lang="en-US" b="1" dirty="0" smtClean="0">
                <a:latin typeface="URW Palladio IT" pitchFamily="2" charset="0"/>
              </a:rPr>
              <a:t> </a:t>
            </a:r>
            <a:r>
              <a:rPr lang="en-US" b="1" dirty="0" err="1" smtClean="0">
                <a:latin typeface="URW Palladio IT" pitchFamily="2" charset="0"/>
              </a:rPr>
              <a:t>tamasaḥ</a:t>
            </a:r>
            <a:r>
              <a:rPr lang="en-US" b="1" dirty="0" smtClean="0">
                <a:latin typeface="URW Palladio IT" pitchFamily="2" charset="0"/>
              </a:rPr>
              <a:t> </a:t>
            </a:r>
            <a:r>
              <a:rPr lang="en-US" b="1" dirty="0" err="1" smtClean="0">
                <a:latin typeface="URW Palladio IT" pitchFamily="2" charset="0"/>
              </a:rPr>
              <a:t>paramarkavarṇaṁ</a:t>
            </a:r>
            <a:r>
              <a:rPr lang="en-US" b="1" dirty="0" smtClean="0">
                <a:latin typeface="URW Palladio IT" pitchFamily="2" charset="0"/>
              </a:rPr>
              <a:t> |</a:t>
            </a:r>
          </a:p>
          <a:p>
            <a:pPr algn="ctr" eaLnBrk="1" hangingPunct="1">
              <a:spcAft>
                <a:spcPts val="1200"/>
              </a:spcAft>
              <a:buNone/>
            </a:pPr>
            <a:r>
              <a:rPr lang="en-US" b="1" dirty="0" err="1" smtClean="0">
                <a:latin typeface="URW Palladio IT" pitchFamily="2" charset="0"/>
              </a:rPr>
              <a:t>Pūrṇaṁ</a:t>
            </a:r>
            <a:r>
              <a:rPr lang="en-US" b="1" dirty="0" smtClean="0">
                <a:latin typeface="URW Palladio IT" pitchFamily="2" charset="0"/>
              </a:rPr>
              <a:t> </a:t>
            </a:r>
            <a:r>
              <a:rPr lang="en-US" b="1" dirty="0" err="1" smtClean="0">
                <a:latin typeface="URW Palladio IT" pitchFamily="2" charset="0"/>
              </a:rPr>
              <a:t>sanātanapadaṁ</a:t>
            </a:r>
            <a:r>
              <a:rPr lang="en-US" b="1" dirty="0" smtClean="0">
                <a:latin typeface="URW Palladio IT" pitchFamily="2" charset="0"/>
              </a:rPr>
              <a:t> </a:t>
            </a:r>
            <a:r>
              <a:rPr lang="en-US" b="1" dirty="0" err="1" smtClean="0">
                <a:latin typeface="URW Palladio IT" pitchFamily="2" charset="0"/>
              </a:rPr>
              <a:t>puruṣottamākhyam</a:t>
            </a:r>
            <a:r>
              <a:rPr lang="en-US" b="1" dirty="0" smtClean="0">
                <a:latin typeface="URW Palladio IT" pitchFamily="2" charset="0"/>
              </a:rPr>
              <a:t> ||</a:t>
            </a:r>
          </a:p>
          <a:p>
            <a:pPr algn="ctr">
              <a:lnSpc>
                <a:spcPct val="115000"/>
              </a:lnSpc>
              <a:buFont typeface="Arial" charset="0"/>
              <a:buNone/>
            </a:pPr>
            <a:r>
              <a:rPr lang="kn-IN" b="1" dirty="0" smtClean="0">
                <a:solidFill>
                  <a:srgbClr val="000000"/>
                </a:solidFill>
                <a:ea typeface="Calibri" pitchFamily="34" charset="0"/>
              </a:rPr>
              <a:t>ಪ್ರಾತರ್ನಮಾಮಿ ತಮಸಃ ಪರಮರ್ಕವರ್ಣಂ</a:t>
            </a:r>
            <a:r>
              <a:rPr lang="en-CA" b="1" dirty="0" smtClean="0">
                <a:solidFill>
                  <a:srgbClr val="000000"/>
                </a:solidFill>
                <a:cs typeface="Calibri" pitchFamily="34" charset="0"/>
              </a:rPr>
              <a:t> </a:t>
            </a:r>
            <a:r>
              <a:rPr lang="kn-IN" b="1" dirty="0" smtClean="0">
                <a:solidFill>
                  <a:srgbClr val="000000"/>
                </a:solidFill>
                <a:ea typeface="Tunga" pitchFamily="2"/>
              </a:rPr>
              <a:t>|</a:t>
            </a:r>
          </a:p>
          <a:p>
            <a:pPr algn="ctr">
              <a:spcAft>
                <a:spcPts val="1200"/>
              </a:spcAft>
              <a:buNone/>
            </a:pPr>
            <a:r>
              <a:rPr lang="kn-IN" b="1" dirty="0" smtClean="0">
                <a:solidFill>
                  <a:srgbClr val="000000"/>
                </a:solidFill>
                <a:ea typeface="Tunga" pitchFamily="2"/>
              </a:rPr>
              <a:t>ಪೂರ್ಣಂ ಸನಾತನಪದಂ ಪುರುಷೋತ್ತಮಾಖ್ಯಮ್ ||</a:t>
            </a:r>
            <a:endParaRPr lang="en-US" b="1" dirty="0" smtClean="0">
              <a:latin typeface="URW Palladio IT" pitchFamily="2" charset="0"/>
            </a:endParaRPr>
          </a:p>
          <a:p>
            <a:pPr algn="ctr">
              <a:buFont typeface="Wingdings 2" pitchFamily="18" charset="2"/>
              <a:buNone/>
            </a:pPr>
            <a:r>
              <a:rPr lang="en-CA" sz="2399" dirty="0">
                <a:latin typeface="Times New Roman" pitchFamily="18" charset="0"/>
                <a:cs typeface="Times New Roman" pitchFamily="18" charset="0"/>
              </a:rPr>
              <a:t>I salute in the morning to that which is resplendent like the sun, which is beyond darkness (ignorance), which is complete, which is the eternal abode, which is known as the supreme </a:t>
            </a:r>
            <a:r>
              <a:rPr lang="en-CA" sz="2399" dirty="0" err="1">
                <a:latin typeface="Times New Roman" pitchFamily="18" charset="0"/>
                <a:cs typeface="Times New Roman" pitchFamily="18" charset="0"/>
              </a:rPr>
              <a:t>Purusha</a:t>
            </a:r>
            <a:r>
              <a:rPr lang="en-CA" sz="2399" dirty="0">
                <a:latin typeface="Times New Roman" pitchFamily="18" charset="0"/>
                <a:cs typeface="Times New Roman" pitchFamily="18" charset="0"/>
              </a:rPr>
              <a:t>…</a:t>
            </a:r>
            <a:endParaRPr lang="en-US" sz="2399" dirty="0">
              <a:latin typeface="Times New Roman" pitchFamily="18" charset="0"/>
              <a:cs typeface="Times New Roman" pitchFamily="18" charset="0"/>
            </a:endParaRPr>
          </a:p>
          <a:p>
            <a:pPr algn="ctr" eaLnBrk="1" hangingPunct="1">
              <a:buFont typeface="Wingdings 2" pitchFamily="18" charset="2"/>
              <a:buNone/>
            </a:pPr>
            <a:endParaRPr lang="en-US" b="1" dirty="0" smtClean="0">
              <a:latin typeface="URW Palladio ITU" pitchFamily="2" charset="0"/>
            </a:endParaRPr>
          </a:p>
        </p:txBody>
      </p:sp>
    </p:spTree>
    <p:extLst>
      <p:ext uri="{BB962C8B-B14F-4D97-AF65-F5344CB8AC3E}">
        <p14:creationId xmlns:p14="http://schemas.microsoft.com/office/powerpoint/2010/main" val="10432515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Content Placeholder 2"/>
          <p:cNvSpPr>
            <a:spLocks noGrp="1"/>
          </p:cNvSpPr>
          <p:nvPr>
            <p:ph idx="1"/>
          </p:nvPr>
        </p:nvSpPr>
        <p:spPr>
          <a:xfrm>
            <a:off x="354" y="228747"/>
            <a:ext cx="12194469" cy="6630744"/>
          </a:xfrm>
        </p:spPr>
        <p:txBody>
          <a:bodyPr/>
          <a:lstStyle/>
          <a:p>
            <a:pPr algn="ctr" eaLnBrk="1" hangingPunct="1">
              <a:buFont typeface="Wingdings 2" pitchFamily="18" charset="2"/>
              <a:buNone/>
            </a:pPr>
            <a:r>
              <a:rPr lang="en-IN" sz="4001" b="1" dirty="0" err="1">
                <a:latin typeface="Sanskrit 99" pitchFamily="2" charset="0"/>
              </a:rPr>
              <a:t>yiSmiÚd</a:t>
            </a:r>
            <a:r>
              <a:rPr lang="en-IN" sz="4001" b="1" dirty="0">
                <a:latin typeface="Sanskrit 99" pitchFamily="2" charset="0"/>
              </a:rPr>
              <a:t>&lt; </a:t>
            </a:r>
            <a:r>
              <a:rPr lang="hi-IN" sz="4001" b="1" dirty="0">
                <a:latin typeface="Sanskrit 2003" pitchFamily="2" charset="-78"/>
                <a:cs typeface="Sanskrit 2003" pitchFamily="2" charset="-78"/>
              </a:rPr>
              <a:t>जगदशेषमशेष मूर्तौ</a:t>
            </a:r>
            <a:r>
              <a:rPr lang="en-US" sz="4001" b="1" dirty="0">
                <a:latin typeface="Sanskrit 2003" pitchFamily="2" charset="-78"/>
                <a:cs typeface="Sanskrit 2003" pitchFamily="2" charset="-78"/>
              </a:rPr>
              <a:t> </a:t>
            </a:r>
            <a:r>
              <a:rPr lang="hi-IN" sz="4001" b="1" dirty="0">
                <a:latin typeface="Sanskrit 2003" pitchFamily="2" charset="-78"/>
                <a:cs typeface="Sanskrit 2003" pitchFamily="2" charset="-78"/>
              </a:rPr>
              <a:t>।</a:t>
            </a:r>
          </a:p>
          <a:p>
            <a:pPr algn="ctr" eaLnBrk="1" hangingPunct="1">
              <a:spcAft>
                <a:spcPts val="1200"/>
              </a:spcAft>
              <a:buNone/>
            </a:pPr>
            <a:r>
              <a:rPr lang="hi-IN" sz="4001" b="1" dirty="0">
                <a:latin typeface="Sanskrit 2003" pitchFamily="2" charset="-78"/>
                <a:cs typeface="Sanskrit 2003" pitchFamily="2" charset="-78"/>
              </a:rPr>
              <a:t>रज्ज्वां भुजङ्गम इव प्रतिभासितं वै</a:t>
            </a:r>
            <a:r>
              <a:rPr lang="en-US" sz="4001" b="1" dirty="0">
                <a:latin typeface="Sanskrit 2003" pitchFamily="2" charset="-78"/>
                <a:cs typeface="Sanskrit 2003" pitchFamily="2" charset="-78"/>
              </a:rPr>
              <a:t> </a:t>
            </a:r>
            <a:r>
              <a:rPr lang="hi-IN" sz="4001" b="1" dirty="0">
                <a:latin typeface="Sanskrit 2003" pitchFamily="2" charset="-78"/>
                <a:cs typeface="Sanskrit 2003" pitchFamily="2" charset="-78"/>
              </a:rPr>
              <a:t>॥३॥</a:t>
            </a:r>
            <a:endParaRPr lang="en-US" sz="4001" b="1" dirty="0">
              <a:latin typeface="URW Palladio ITU" pitchFamily="2" charset="0"/>
            </a:endParaRPr>
          </a:p>
          <a:p>
            <a:pPr algn="ctr" eaLnBrk="1" hangingPunct="1">
              <a:buFont typeface="Wingdings 2" pitchFamily="18" charset="2"/>
              <a:buNone/>
            </a:pPr>
            <a:r>
              <a:rPr lang="en-US" b="1" dirty="0" err="1" smtClean="0">
                <a:latin typeface="URW Palladio IT" pitchFamily="2" charset="0"/>
              </a:rPr>
              <a:t>Yasminnidaṁ</a:t>
            </a:r>
            <a:r>
              <a:rPr lang="en-US" b="1" dirty="0" smtClean="0">
                <a:latin typeface="URW Palladio IT" pitchFamily="2" charset="0"/>
              </a:rPr>
              <a:t> </a:t>
            </a:r>
            <a:r>
              <a:rPr lang="en-US" b="1" dirty="0" err="1" smtClean="0">
                <a:latin typeface="URW Palladio IT" pitchFamily="2" charset="0"/>
              </a:rPr>
              <a:t>jagadaśeṣamaśeṣa</a:t>
            </a:r>
            <a:r>
              <a:rPr lang="en-US" b="1" dirty="0" smtClean="0">
                <a:latin typeface="URW Palladio IT" pitchFamily="2" charset="0"/>
              </a:rPr>
              <a:t> </a:t>
            </a:r>
            <a:r>
              <a:rPr lang="en-US" b="1" dirty="0" err="1" smtClean="0">
                <a:latin typeface="URW Palladio IT" pitchFamily="2" charset="0"/>
              </a:rPr>
              <a:t>mūrtau</a:t>
            </a:r>
            <a:r>
              <a:rPr lang="en-US" b="1" dirty="0" smtClean="0">
                <a:latin typeface="URW Palladio IT" pitchFamily="2" charset="0"/>
              </a:rPr>
              <a:t>|</a:t>
            </a:r>
          </a:p>
          <a:p>
            <a:pPr algn="ctr" eaLnBrk="1" hangingPunct="1">
              <a:spcAft>
                <a:spcPts val="1799"/>
              </a:spcAft>
              <a:buNone/>
            </a:pPr>
            <a:r>
              <a:rPr lang="en-US" b="1" dirty="0" err="1" smtClean="0">
                <a:latin typeface="URW Palladio IT" pitchFamily="2" charset="0"/>
              </a:rPr>
              <a:t>Rajjvāṁ</a:t>
            </a:r>
            <a:r>
              <a:rPr lang="en-US" b="1" dirty="0" smtClean="0">
                <a:latin typeface="URW Palladio IT" pitchFamily="2" charset="0"/>
              </a:rPr>
              <a:t> </a:t>
            </a:r>
            <a:r>
              <a:rPr lang="en-US" b="1" dirty="0" err="1" smtClean="0">
                <a:latin typeface="URW Palladio IT" pitchFamily="2" charset="0"/>
              </a:rPr>
              <a:t>bhujaṅgama</a:t>
            </a:r>
            <a:r>
              <a:rPr lang="en-US" b="1" dirty="0" smtClean="0">
                <a:latin typeface="URW Palladio IT" pitchFamily="2" charset="0"/>
              </a:rPr>
              <a:t> </a:t>
            </a:r>
            <a:r>
              <a:rPr lang="en-US" b="1" dirty="0" err="1" smtClean="0">
                <a:latin typeface="URW Palladio IT" pitchFamily="2" charset="0"/>
              </a:rPr>
              <a:t>iva</a:t>
            </a:r>
            <a:r>
              <a:rPr lang="en-US" b="1" dirty="0" smtClean="0">
                <a:latin typeface="URW Palladio IT" pitchFamily="2" charset="0"/>
              </a:rPr>
              <a:t> </a:t>
            </a:r>
            <a:r>
              <a:rPr lang="en-US" b="1" dirty="0" err="1" smtClean="0">
                <a:latin typeface="URW Palladio IT" pitchFamily="2" charset="0"/>
              </a:rPr>
              <a:t>pratibhāsitaṁ</a:t>
            </a:r>
            <a:r>
              <a:rPr lang="en-US" b="1" dirty="0" smtClean="0">
                <a:latin typeface="URW Palladio IT" pitchFamily="2" charset="0"/>
              </a:rPr>
              <a:t> </a:t>
            </a:r>
            <a:r>
              <a:rPr lang="en-US" b="1" dirty="0" err="1" smtClean="0">
                <a:latin typeface="URW Palladio IT" pitchFamily="2" charset="0"/>
              </a:rPr>
              <a:t>vai</a:t>
            </a:r>
            <a:r>
              <a:rPr lang="en-US" b="1" dirty="0" smtClean="0">
                <a:latin typeface="URW Palladio IT" pitchFamily="2" charset="0"/>
              </a:rPr>
              <a:t>||3||</a:t>
            </a:r>
          </a:p>
          <a:p>
            <a:pPr algn="ctr">
              <a:lnSpc>
                <a:spcPct val="115000"/>
              </a:lnSpc>
              <a:buFont typeface="Arial" charset="0"/>
              <a:buNone/>
            </a:pPr>
            <a:r>
              <a:rPr lang="kn-IN" b="1" dirty="0" smtClean="0">
                <a:solidFill>
                  <a:srgbClr val="000000"/>
                </a:solidFill>
                <a:ea typeface="Calibri" pitchFamily="34" charset="0"/>
              </a:rPr>
              <a:t>ಯಸ್ಮಿನ್ನಿದಂ ಜಗದಶೇಷಮಶೇಷಮೂರ್ತೌ</a:t>
            </a:r>
          </a:p>
          <a:p>
            <a:pPr algn="ctr">
              <a:spcAft>
                <a:spcPts val="1200"/>
              </a:spcAft>
              <a:buNone/>
            </a:pPr>
            <a:r>
              <a:rPr lang="kn-IN" b="1" dirty="0" smtClean="0">
                <a:solidFill>
                  <a:srgbClr val="000000"/>
                </a:solidFill>
                <a:ea typeface="Calibri" pitchFamily="34" charset="0"/>
              </a:rPr>
              <a:t>ರಜ್ವಾಂ ಭುಜಙ್ಗಮ ಇವ ಪ್ರತಿಭಾಸಿತಂ ವೈ ||೩||</a:t>
            </a:r>
            <a:endParaRPr lang="en-US" b="1" dirty="0" smtClean="0">
              <a:solidFill>
                <a:srgbClr val="000000"/>
              </a:solidFill>
              <a:ea typeface="Calibri" pitchFamily="34" charset="0"/>
            </a:endParaRPr>
          </a:p>
          <a:p>
            <a:pPr algn="ctr">
              <a:spcAft>
                <a:spcPts val="1200"/>
              </a:spcAft>
              <a:buNone/>
            </a:pPr>
            <a:endParaRPr lang="en-US" b="1" dirty="0" smtClean="0">
              <a:latin typeface="BRH Kannada Extra" pitchFamily="2" charset="0"/>
            </a:endParaRPr>
          </a:p>
          <a:p>
            <a:pPr algn="ctr">
              <a:buFont typeface="Wingdings 2" pitchFamily="18" charset="2"/>
              <a:buNone/>
            </a:pPr>
            <a:r>
              <a:rPr lang="en-CA" sz="2399" dirty="0">
                <a:latin typeface="Times New Roman" pitchFamily="18" charset="0"/>
                <a:cs typeface="Times New Roman" pitchFamily="18" charset="0"/>
              </a:rPr>
              <a:t>I salute that... which is all-inclusive, that in which this entire</a:t>
            </a:r>
          </a:p>
          <a:p>
            <a:pPr algn="ctr">
              <a:buFont typeface="Wingdings 2" pitchFamily="18" charset="2"/>
              <a:buNone/>
            </a:pPr>
            <a:r>
              <a:rPr lang="en-CA" sz="2399" dirty="0">
                <a:latin typeface="Times New Roman" pitchFamily="18" charset="0"/>
                <a:cs typeface="Times New Roman" pitchFamily="18" charset="0"/>
              </a:rPr>
              <a:t>universe appears just as a snake is superimposed on a rope</a:t>
            </a:r>
            <a:endParaRPr lang="en-US" sz="1799" dirty="0">
              <a:latin typeface="URW Palladio ITU" pitchFamily="2" charset="0"/>
            </a:endParaRPr>
          </a:p>
        </p:txBody>
      </p:sp>
    </p:spTree>
    <p:extLst>
      <p:ext uri="{BB962C8B-B14F-4D97-AF65-F5344CB8AC3E}">
        <p14:creationId xmlns:p14="http://schemas.microsoft.com/office/powerpoint/2010/main" val="33972537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8052" y="5419408"/>
            <a:ext cx="79965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4583"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705" y="15"/>
            <a:ext cx="7774199" cy="1470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61" tIns="45731" rIns="91461" bIns="45731"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914583" eaLnBrk="1" hangingPunct="1"/>
            <a:endParaRPr lang="en-US" sz="6001" dirty="0">
              <a:solidFill>
                <a:prstClr val="black"/>
              </a:solidFill>
              <a:latin typeface="AGaramond Bold" pitchFamily="18" charset="0"/>
            </a:endParaRPr>
          </a:p>
        </p:txBody>
      </p:sp>
      <p:sp>
        <p:nvSpPr>
          <p:cNvPr id="6" name="Subtitle 2"/>
          <p:cNvSpPr txBox="1">
            <a:spLocks/>
          </p:cNvSpPr>
          <p:nvPr/>
        </p:nvSpPr>
        <p:spPr bwMode="auto">
          <a:xfrm>
            <a:off x="1524529" y="1448136"/>
            <a:ext cx="9146117" cy="5411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61" tIns="45731" rIns="91461" bIns="45731"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91" indent="-457291" algn="just" defTabSz="914583">
              <a:buFont typeface="Wingdings" pitchFamily="2" charset="2"/>
              <a:buChar char="§"/>
            </a:pPr>
            <a:endParaRPr lang="en-IN" sz="3201" dirty="0">
              <a:solidFill>
                <a:prstClr val="black"/>
              </a:solidFill>
              <a:latin typeface="Calibri"/>
            </a:endParaRPr>
          </a:p>
        </p:txBody>
      </p:sp>
      <p:sp>
        <p:nvSpPr>
          <p:cNvPr id="2" name="Rectangle 1"/>
          <p:cNvSpPr/>
          <p:nvPr/>
        </p:nvSpPr>
        <p:spPr>
          <a:xfrm>
            <a:off x="1524544" y="116675"/>
            <a:ext cx="9146115" cy="584904"/>
          </a:xfrm>
          <a:prstGeom prst="rect">
            <a:avLst/>
          </a:prstGeom>
        </p:spPr>
        <p:txBody>
          <a:bodyPr wrap="square">
            <a:spAutoFit/>
          </a:bodyPr>
          <a:lstStyle/>
          <a:p>
            <a:pPr algn="ctr" defTabSz="914583" fontAlgn="base">
              <a:spcBef>
                <a:spcPct val="0"/>
              </a:spcBef>
              <a:spcAft>
                <a:spcPct val="0"/>
              </a:spcAft>
              <a:defRPr/>
            </a:pPr>
            <a:r>
              <a:rPr lang="en-US" altLang="en-US" sz="3201" b="1" u="sng" dirty="0" err="1">
                <a:solidFill>
                  <a:prstClr val="black"/>
                </a:solidFill>
                <a:latin typeface="Calibri"/>
                <a:cs typeface="Arial" panose="020B0604020202020204" pitchFamily="34" charset="0"/>
              </a:rPr>
              <a:t>Samarasya</a:t>
            </a:r>
            <a:r>
              <a:rPr lang="en-US" altLang="en-US" sz="3201" b="1" u="sng" dirty="0">
                <a:solidFill>
                  <a:prstClr val="black"/>
                </a:solidFill>
                <a:latin typeface="Calibri"/>
                <a:cs typeface="Arial" panose="020B0604020202020204" pitchFamily="34" charset="0"/>
              </a:rPr>
              <a:t> Prayer for Harmony-Rig Veda</a:t>
            </a:r>
            <a:endParaRPr lang="en-US" altLang="en-US" sz="3201" b="1" u="sng" dirty="0">
              <a:solidFill>
                <a:prstClr val="black"/>
              </a:solidFill>
              <a:latin typeface="AGaramond Bold" pitchFamily="18" charset="0"/>
              <a:cs typeface="Arial" panose="020B0604020202020204" pitchFamily="34" charset="0"/>
            </a:endParaRPr>
          </a:p>
        </p:txBody>
      </p:sp>
      <p:sp>
        <p:nvSpPr>
          <p:cNvPr id="3" name="Rectangle 2"/>
          <p:cNvSpPr/>
          <p:nvPr/>
        </p:nvSpPr>
        <p:spPr>
          <a:xfrm>
            <a:off x="1524531" y="980971"/>
            <a:ext cx="9146115" cy="6740307"/>
          </a:xfrm>
          <a:prstGeom prst="rect">
            <a:avLst/>
          </a:prstGeom>
        </p:spPr>
        <p:txBody>
          <a:bodyPr wrap="square">
            <a:spAutoFit/>
          </a:bodyPr>
          <a:lstStyle/>
          <a:p>
            <a:pPr algn="ctr" defTabSz="914583">
              <a:defRPr/>
            </a:pPr>
            <a:endParaRPr lang="en-US" sz="2400" dirty="0">
              <a:solidFill>
                <a:prstClr val="black"/>
              </a:solidFill>
              <a:latin typeface="Sanskrit 99" pitchFamily="2" charset="0"/>
              <a:cs typeface="Arial" panose="020B0604020202020204" pitchFamily="34" charset="0"/>
            </a:endParaRPr>
          </a:p>
          <a:p>
            <a:pPr algn="ctr" defTabSz="914583">
              <a:defRPr/>
            </a:pPr>
            <a:r>
              <a:rPr lang="en-US" sz="2400" dirty="0">
                <a:solidFill>
                  <a:prstClr val="black"/>
                </a:solidFill>
                <a:latin typeface="Sanskrit 99" pitchFamily="2" charset="0"/>
                <a:cs typeface="Arial" panose="020B0604020202020204" pitchFamily="34" charset="0"/>
              </a:rPr>
              <a:t>s&lt;</a:t>
            </a:r>
            <a:r>
              <a:rPr lang="en-US" sz="2400" dirty="0" err="1">
                <a:solidFill>
                  <a:prstClr val="black"/>
                </a:solidFill>
                <a:latin typeface="Sanskrit 99" pitchFamily="2" charset="0"/>
                <a:cs typeface="Arial" panose="020B0604020202020204" pitchFamily="34" charset="0"/>
              </a:rPr>
              <a:t>gCDXv</a:t>
            </a:r>
            <a:r>
              <a:rPr lang="en-US" sz="2400" dirty="0">
                <a:solidFill>
                  <a:prstClr val="black"/>
                </a:solidFill>
                <a:latin typeface="Sanskrit 99" pitchFamily="2" charset="0"/>
                <a:cs typeface="Arial" panose="020B0604020202020204" pitchFamily="34" charset="0"/>
              </a:rPr>
              <a:t>&lt; s&lt;</a:t>
            </a:r>
            <a:r>
              <a:rPr lang="en-US" sz="2400" dirty="0" err="1">
                <a:solidFill>
                  <a:prstClr val="black"/>
                </a:solidFill>
                <a:latin typeface="Sanskrit 99" pitchFamily="2" charset="0"/>
                <a:cs typeface="Arial" panose="020B0604020202020204" pitchFamily="34" charset="0"/>
              </a:rPr>
              <a:t>vdXv</a:t>
            </a:r>
            <a:r>
              <a:rPr lang="en-US" sz="2400" dirty="0">
                <a:solidFill>
                  <a:prstClr val="black"/>
                </a:solidFill>
                <a:latin typeface="Sanskrit 99" pitchFamily="2" charset="0"/>
                <a:cs typeface="Arial" panose="020B0604020202020204" pitchFamily="34" charset="0"/>
              </a:rPr>
              <a:t>&lt;</a:t>
            </a:r>
          </a:p>
          <a:p>
            <a:pPr algn="ctr" defTabSz="914583">
              <a:defRPr/>
            </a:pPr>
            <a:r>
              <a:rPr lang="en-US" sz="2400" dirty="0">
                <a:solidFill>
                  <a:prstClr val="black"/>
                </a:solidFill>
                <a:latin typeface="Sanskrit 99" pitchFamily="2" charset="0"/>
                <a:cs typeface="Arial" panose="020B0604020202020204" pitchFamily="34" charset="0"/>
              </a:rPr>
              <a:t>s&lt; </a:t>
            </a:r>
            <a:r>
              <a:rPr lang="en-US" sz="2400" dirty="0" err="1">
                <a:solidFill>
                  <a:prstClr val="black"/>
                </a:solidFill>
                <a:latin typeface="Sanskrit 99" pitchFamily="2" charset="0"/>
                <a:cs typeface="Arial" panose="020B0604020202020204" pitchFamily="34" charset="0"/>
              </a:rPr>
              <a:t>vae</a:t>
            </a:r>
            <a:r>
              <a:rPr lang="en-US" sz="2400" dirty="0">
                <a:solidFill>
                  <a:prstClr val="black"/>
                </a:solidFill>
                <a:latin typeface="Sanskrit 99" pitchFamily="2" charset="0"/>
                <a:cs typeface="Arial" panose="020B0604020202020204" pitchFamily="34" charset="0"/>
              </a:rPr>
              <a:t> </a:t>
            </a:r>
            <a:r>
              <a:rPr lang="en-US" sz="2400" dirty="0" err="1">
                <a:solidFill>
                  <a:prstClr val="black"/>
                </a:solidFill>
                <a:latin typeface="Sanskrit 99" pitchFamily="2" charset="0"/>
                <a:cs typeface="Arial" panose="020B0604020202020204" pitchFamily="34" charset="0"/>
              </a:rPr>
              <a:t>mna</a:t>
            </a:r>
            <a:r>
              <a:rPr lang="en-US" sz="2400" dirty="0">
                <a:solidFill>
                  <a:prstClr val="black"/>
                </a:solidFill>
                <a:latin typeface="Sanskrit 99" pitchFamily="2" charset="0"/>
                <a:cs typeface="Arial" panose="020B0604020202020204" pitchFamily="34" charset="0"/>
              </a:rPr>
              <a:t>&lt;is </a:t>
            </a:r>
            <a:r>
              <a:rPr lang="en-US" sz="2400" dirty="0" err="1">
                <a:solidFill>
                  <a:prstClr val="black"/>
                </a:solidFill>
                <a:latin typeface="Sanskrit 99" pitchFamily="2" charset="0"/>
                <a:cs typeface="Arial" panose="020B0604020202020204" pitchFamily="34" charset="0"/>
              </a:rPr>
              <a:t>jantam</a:t>
            </a:r>
            <a:r>
              <a:rPr lang="en-US" sz="2400" dirty="0">
                <a:solidFill>
                  <a:prstClr val="black"/>
                </a:solidFill>
                <a:latin typeface="Sanskrit 99" pitchFamily="2" charset="0"/>
                <a:cs typeface="Arial" panose="020B0604020202020204" pitchFamily="34" charset="0"/>
              </a:rPr>
              <a:t>!</a:t>
            </a:r>
          </a:p>
          <a:p>
            <a:pPr algn="ctr" defTabSz="914583">
              <a:defRPr/>
            </a:pPr>
            <a:r>
              <a:rPr lang="en-US" sz="2400" dirty="0">
                <a:solidFill>
                  <a:prstClr val="black"/>
                </a:solidFill>
                <a:latin typeface="Sanskrit 99" pitchFamily="2" charset="0"/>
                <a:cs typeface="Arial" panose="020B0604020202020204" pitchFamily="34" charset="0"/>
              </a:rPr>
              <a:t>deva </a:t>
            </a:r>
            <a:r>
              <a:rPr lang="en-US" sz="2400" dirty="0" err="1">
                <a:solidFill>
                  <a:prstClr val="black"/>
                </a:solidFill>
                <a:latin typeface="Sanskrit 99" pitchFamily="2" charset="0"/>
                <a:cs typeface="Arial" panose="020B0604020202020204" pitchFamily="34" charset="0"/>
              </a:rPr>
              <a:t>Éag</a:t>
            </a:r>
            <a:r>
              <a:rPr lang="en-US" sz="2400" dirty="0">
                <a:solidFill>
                  <a:prstClr val="black"/>
                </a:solidFill>
                <a:latin typeface="Sanskrit 99" pitchFamily="2" charset="0"/>
                <a:cs typeface="Arial" panose="020B0604020202020204" pitchFamily="34" charset="0"/>
              </a:rPr>
              <a:t>&lt; </a:t>
            </a:r>
            <a:r>
              <a:rPr lang="en-US" sz="2400" dirty="0" err="1">
                <a:solidFill>
                  <a:prstClr val="black"/>
                </a:solidFill>
                <a:latin typeface="Sanskrit 99" pitchFamily="2" charset="0"/>
                <a:cs typeface="Arial" panose="020B0604020202020204" pitchFamily="34" charset="0"/>
              </a:rPr>
              <a:t>ywa</a:t>
            </a:r>
            <a:r>
              <a:rPr lang="en-US" sz="2400" dirty="0">
                <a:solidFill>
                  <a:prstClr val="black"/>
                </a:solidFill>
                <a:latin typeface="Sanskrit 99" pitchFamily="2" charset="0"/>
                <a:cs typeface="Arial" panose="020B0604020202020204" pitchFamily="34" charset="0"/>
              </a:rPr>
              <a:t> </a:t>
            </a:r>
            <a:r>
              <a:rPr lang="en-US" sz="2400" dirty="0" err="1">
                <a:solidFill>
                  <a:prstClr val="black"/>
                </a:solidFill>
                <a:latin typeface="Sanskrit 99" pitchFamily="2" charset="0"/>
                <a:cs typeface="Arial" panose="020B0604020202020204" pitchFamily="34" charset="0"/>
              </a:rPr>
              <a:t>pUveR</a:t>
            </a:r>
            <a:endParaRPr lang="en-US" sz="2400" dirty="0">
              <a:solidFill>
                <a:prstClr val="black"/>
              </a:solidFill>
              <a:latin typeface="Sanskrit 99" pitchFamily="2" charset="0"/>
              <a:cs typeface="Arial" panose="020B0604020202020204" pitchFamily="34" charset="0"/>
            </a:endParaRPr>
          </a:p>
          <a:p>
            <a:pPr algn="ctr" defTabSz="914583">
              <a:defRPr/>
            </a:pPr>
            <a:r>
              <a:rPr lang="en-US" sz="2400" dirty="0" err="1">
                <a:solidFill>
                  <a:prstClr val="black"/>
                </a:solidFill>
                <a:latin typeface="Sanskrit 99" pitchFamily="2" charset="0"/>
                <a:cs typeface="Arial" panose="020B0604020202020204" pitchFamily="34" charset="0"/>
              </a:rPr>
              <a:t>sÃanana</a:t>
            </a:r>
            <a:r>
              <a:rPr lang="en-US" sz="2400" dirty="0">
                <a:solidFill>
                  <a:prstClr val="black"/>
                </a:solidFill>
                <a:latin typeface="Sanskrit 99" pitchFamily="2" charset="0"/>
                <a:cs typeface="Arial" panose="020B0604020202020204" pitchFamily="34" charset="0"/>
              </a:rPr>
              <a:t> %paste.</a:t>
            </a:r>
          </a:p>
          <a:p>
            <a:pPr algn="ctr" defTabSz="914583">
              <a:defRPr/>
            </a:pPr>
            <a:endParaRPr lang="en-US" sz="2400" dirty="0">
              <a:solidFill>
                <a:prstClr val="black"/>
              </a:solidFill>
              <a:latin typeface="Sanskrit 99" pitchFamily="2" charset="0"/>
              <a:cs typeface="Arial" panose="020B0604020202020204" pitchFamily="34" charset="0"/>
            </a:endParaRPr>
          </a:p>
          <a:p>
            <a:pPr algn="ctr" defTabSz="914583">
              <a:defRPr/>
            </a:pPr>
            <a:r>
              <a:rPr lang="en-US" sz="2400" dirty="0" err="1">
                <a:solidFill>
                  <a:prstClr val="black"/>
                </a:solidFill>
                <a:latin typeface="URW Palladio IT" pitchFamily="2" charset="0"/>
                <a:cs typeface="Arial" panose="020B0604020202020204" pitchFamily="34" charset="0"/>
              </a:rPr>
              <a:t>Saìgacchadhvaà</a:t>
            </a:r>
            <a:r>
              <a:rPr lang="en-US" sz="2400" dirty="0">
                <a:solidFill>
                  <a:prstClr val="black"/>
                </a:solidFill>
                <a:latin typeface="URW Palladio IT" pitchFamily="2" charset="0"/>
                <a:cs typeface="Arial" panose="020B0604020202020204" pitchFamily="34" charset="0"/>
              </a:rPr>
              <a:t> </a:t>
            </a:r>
            <a:r>
              <a:rPr lang="en-US" sz="2400" dirty="0" err="1">
                <a:solidFill>
                  <a:prstClr val="black"/>
                </a:solidFill>
                <a:latin typeface="URW Palladio IT" pitchFamily="2" charset="0"/>
                <a:cs typeface="Arial" panose="020B0604020202020204" pitchFamily="34" charset="0"/>
              </a:rPr>
              <a:t>saàvadadhvaà</a:t>
            </a:r>
            <a:endParaRPr lang="en-US" sz="2400" dirty="0">
              <a:solidFill>
                <a:prstClr val="black"/>
              </a:solidFill>
              <a:latin typeface="URW Palladio IT" pitchFamily="2" charset="0"/>
              <a:cs typeface="Arial" panose="020B0604020202020204" pitchFamily="34" charset="0"/>
            </a:endParaRPr>
          </a:p>
          <a:p>
            <a:pPr algn="ctr" defTabSz="914583">
              <a:defRPr/>
            </a:pPr>
            <a:r>
              <a:rPr lang="en-US" sz="2400" dirty="0" err="1">
                <a:solidFill>
                  <a:prstClr val="black"/>
                </a:solidFill>
                <a:latin typeface="URW Palladio IT" pitchFamily="2" charset="0"/>
                <a:cs typeface="Arial" panose="020B0604020202020204" pitchFamily="34" charset="0"/>
              </a:rPr>
              <a:t>saà</a:t>
            </a:r>
            <a:r>
              <a:rPr lang="en-US" sz="2400" dirty="0">
                <a:solidFill>
                  <a:prstClr val="black"/>
                </a:solidFill>
                <a:latin typeface="URW Palladio IT" pitchFamily="2" charset="0"/>
                <a:cs typeface="Arial" panose="020B0604020202020204" pitchFamily="34" charset="0"/>
              </a:rPr>
              <a:t> </a:t>
            </a:r>
            <a:r>
              <a:rPr lang="en-US" sz="2400" dirty="0" err="1">
                <a:solidFill>
                  <a:prstClr val="black"/>
                </a:solidFill>
                <a:latin typeface="URW Palladio IT" pitchFamily="2" charset="0"/>
                <a:cs typeface="Arial" panose="020B0604020202020204" pitchFamily="34" charset="0"/>
              </a:rPr>
              <a:t>vo</a:t>
            </a:r>
            <a:r>
              <a:rPr lang="en-US" sz="2400" dirty="0">
                <a:solidFill>
                  <a:prstClr val="black"/>
                </a:solidFill>
                <a:latin typeface="URW Palladio IT" pitchFamily="2" charset="0"/>
                <a:cs typeface="Arial" panose="020B0604020202020204" pitchFamily="34" charset="0"/>
              </a:rPr>
              <a:t> </a:t>
            </a:r>
            <a:r>
              <a:rPr lang="en-US" sz="2400" dirty="0" err="1">
                <a:solidFill>
                  <a:prstClr val="black"/>
                </a:solidFill>
                <a:latin typeface="URW Palladio IT" pitchFamily="2" charset="0"/>
                <a:cs typeface="Arial" panose="020B0604020202020204" pitchFamily="34" charset="0"/>
              </a:rPr>
              <a:t>manäàsi</a:t>
            </a:r>
            <a:r>
              <a:rPr lang="en-US" sz="2400" dirty="0">
                <a:solidFill>
                  <a:prstClr val="black"/>
                </a:solidFill>
                <a:latin typeface="URW Palladio IT" pitchFamily="2" charset="0"/>
                <a:cs typeface="Arial" panose="020B0604020202020204" pitchFamily="34" charset="0"/>
              </a:rPr>
              <a:t> </a:t>
            </a:r>
            <a:r>
              <a:rPr lang="en-US" sz="2400" dirty="0" err="1">
                <a:solidFill>
                  <a:prstClr val="black"/>
                </a:solidFill>
                <a:latin typeface="URW Palladio IT" pitchFamily="2" charset="0"/>
                <a:cs typeface="Arial" panose="020B0604020202020204" pitchFamily="34" charset="0"/>
              </a:rPr>
              <a:t>jänatäm</a:t>
            </a:r>
            <a:endParaRPr lang="en-US" sz="2400" dirty="0">
              <a:solidFill>
                <a:prstClr val="black"/>
              </a:solidFill>
              <a:latin typeface="URW Palladio IT" pitchFamily="2" charset="0"/>
              <a:cs typeface="Arial" panose="020B0604020202020204" pitchFamily="34" charset="0"/>
            </a:endParaRPr>
          </a:p>
          <a:p>
            <a:pPr algn="ctr" defTabSz="914583">
              <a:defRPr/>
            </a:pPr>
            <a:r>
              <a:rPr lang="en-US" sz="2400" dirty="0" err="1">
                <a:solidFill>
                  <a:prstClr val="black"/>
                </a:solidFill>
                <a:latin typeface="URW Palladio IT" pitchFamily="2" charset="0"/>
                <a:cs typeface="Arial" panose="020B0604020202020204" pitchFamily="34" charset="0"/>
              </a:rPr>
              <a:t>devä</a:t>
            </a:r>
            <a:r>
              <a:rPr lang="en-US" sz="2400" dirty="0">
                <a:solidFill>
                  <a:prstClr val="black"/>
                </a:solidFill>
                <a:latin typeface="URW Palladio IT" pitchFamily="2" charset="0"/>
                <a:cs typeface="Arial" panose="020B0604020202020204" pitchFamily="34" charset="0"/>
              </a:rPr>
              <a:t> </a:t>
            </a:r>
            <a:r>
              <a:rPr lang="en-US" sz="2400" dirty="0" err="1">
                <a:solidFill>
                  <a:prstClr val="black"/>
                </a:solidFill>
                <a:latin typeface="URW Palladio IT" pitchFamily="2" charset="0"/>
                <a:cs typeface="Arial" panose="020B0604020202020204" pitchFamily="34" charset="0"/>
              </a:rPr>
              <a:t>bhägaà</a:t>
            </a:r>
            <a:r>
              <a:rPr lang="en-US" sz="2400" dirty="0">
                <a:solidFill>
                  <a:prstClr val="black"/>
                </a:solidFill>
                <a:latin typeface="URW Palladio IT" pitchFamily="2" charset="0"/>
                <a:cs typeface="Arial" panose="020B0604020202020204" pitchFamily="34" charset="0"/>
              </a:rPr>
              <a:t> </a:t>
            </a:r>
            <a:r>
              <a:rPr lang="en-US" sz="2400" dirty="0" err="1">
                <a:solidFill>
                  <a:prstClr val="black"/>
                </a:solidFill>
                <a:latin typeface="URW Palladio IT" pitchFamily="2" charset="0"/>
                <a:cs typeface="Arial" panose="020B0604020202020204" pitchFamily="34" charset="0"/>
              </a:rPr>
              <a:t>yathä</a:t>
            </a:r>
            <a:r>
              <a:rPr lang="en-US" sz="2400" dirty="0">
                <a:solidFill>
                  <a:prstClr val="black"/>
                </a:solidFill>
                <a:latin typeface="URW Palladio IT" pitchFamily="2" charset="0"/>
                <a:cs typeface="Arial" panose="020B0604020202020204" pitchFamily="34" charset="0"/>
              </a:rPr>
              <a:t> </a:t>
            </a:r>
            <a:r>
              <a:rPr lang="en-US" sz="2400" dirty="0" err="1">
                <a:solidFill>
                  <a:prstClr val="black"/>
                </a:solidFill>
                <a:latin typeface="URW Palladio IT" pitchFamily="2" charset="0"/>
                <a:cs typeface="Arial" panose="020B0604020202020204" pitchFamily="34" charset="0"/>
              </a:rPr>
              <a:t>pürve</a:t>
            </a:r>
            <a:endParaRPr lang="en-US" sz="2400" dirty="0">
              <a:solidFill>
                <a:prstClr val="black"/>
              </a:solidFill>
              <a:latin typeface="URW Palladio IT" pitchFamily="2" charset="0"/>
              <a:cs typeface="Arial" panose="020B0604020202020204" pitchFamily="34" charset="0"/>
            </a:endParaRPr>
          </a:p>
          <a:p>
            <a:pPr algn="ctr" defTabSz="914583">
              <a:defRPr/>
            </a:pPr>
            <a:r>
              <a:rPr lang="en-US" sz="2400" dirty="0" err="1">
                <a:solidFill>
                  <a:prstClr val="black"/>
                </a:solidFill>
                <a:latin typeface="URW Palladio IT" pitchFamily="2" charset="0"/>
                <a:cs typeface="Arial" panose="020B0604020202020204" pitchFamily="34" charset="0"/>
              </a:rPr>
              <a:t>saïjänänä</a:t>
            </a:r>
            <a:r>
              <a:rPr lang="en-US" sz="2400" dirty="0">
                <a:solidFill>
                  <a:prstClr val="black"/>
                </a:solidFill>
                <a:latin typeface="URW Palladio IT" pitchFamily="2" charset="0"/>
                <a:cs typeface="Arial" panose="020B0604020202020204" pitchFamily="34" charset="0"/>
              </a:rPr>
              <a:t> </a:t>
            </a:r>
            <a:r>
              <a:rPr lang="en-US" sz="2400" dirty="0" err="1">
                <a:solidFill>
                  <a:prstClr val="black"/>
                </a:solidFill>
                <a:latin typeface="URW Palladio IT" pitchFamily="2" charset="0"/>
                <a:cs typeface="Arial" panose="020B0604020202020204" pitchFamily="34" charset="0"/>
              </a:rPr>
              <a:t>upäsate</a:t>
            </a:r>
            <a:r>
              <a:rPr lang="en-US" sz="2400" dirty="0">
                <a:solidFill>
                  <a:prstClr val="black"/>
                </a:solidFill>
                <a:latin typeface="URW Palladio IT" pitchFamily="2" charset="0"/>
                <a:cs typeface="Arial" panose="020B0604020202020204" pitchFamily="34" charset="0"/>
              </a:rPr>
              <a:t>||</a:t>
            </a:r>
          </a:p>
          <a:p>
            <a:pPr algn="ctr" defTabSz="914583"/>
            <a:endParaRPr lang="en-US" sz="2400" b="1" dirty="0">
              <a:solidFill>
                <a:prstClr val="black"/>
              </a:solidFill>
              <a:latin typeface="BRH Kannada" pitchFamily="2" charset="0"/>
            </a:endParaRPr>
          </a:p>
          <a:p>
            <a:pPr algn="ctr" defTabSz="914583">
              <a:defRPr/>
            </a:pPr>
            <a:endParaRPr lang="en-US" sz="2400" dirty="0">
              <a:solidFill>
                <a:prstClr val="black"/>
              </a:solidFill>
              <a:latin typeface="URW Palladio IT" pitchFamily="2" charset="0"/>
              <a:cs typeface="Arial" panose="020B0604020202020204" pitchFamily="34" charset="0"/>
            </a:endParaRPr>
          </a:p>
          <a:p>
            <a:pPr algn="ctr" defTabSz="914583">
              <a:defRPr/>
            </a:pPr>
            <a:r>
              <a:rPr lang="en-US" sz="2400" dirty="0">
                <a:solidFill>
                  <a:prstClr val="black"/>
                </a:solidFill>
                <a:latin typeface="URW Palladio IT" pitchFamily="2" charset="0"/>
              </a:rPr>
              <a:t> May we move in harmony, speak in one voice; let our minds be in agreement; just as the ancient Gods shared their portion of sacrifice.</a:t>
            </a:r>
          </a:p>
          <a:p>
            <a:pPr algn="ctr" defTabSz="914583">
              <a:defRPr/>
            </a:pPr>
            <a:endParaRPr lang="en-US" sz="2400" dirty="0">
              <a:solidFill>
                <a:prstClr val="black"/>
              </a:solidFill>
              <a:latin typeface="URW Palladio IT" pitchFamily="2" charset="0"/>
              <a:cs typeface="Arial" panose="020B0604020202020204" pitchFamily="34" charset="0"/>
            </a:endParaRPr>
          </a:p>
          <a:p>
            <a:pPr algn="ctr" defTabSz="914583">
              <a:defRPr/>
            </a:pPr>
            <a:endParaRPr lang="en-US" sz="2400" dirty="0">
              <a:solidFill>
                <a:prstClr val="black"/>
              </a:solidFill>
              <a:latin typeface="Sanskrit 99" pitchFamily="2" charset="0"/>
              <a:cs typeface="Arial" panose="020B0604020202020204" pitchFamily="34" charset="0"/>
            </a:endParaRPr>
          </a:p>
          <a:p>
            <a:pPr algn="ctr" defTabSz="914583">
              <a:defRPr/>
            </a:pPr>
            <a:endParaRPr lang="en-US" sz="2400" dirty="0">
              <a:solidFill>
                <a:prstClr val="black"/>
              </a:solidFill>
              <a:latin typeface="Calibri"/>
              <a:cs typeface="Arial" panose="020B0604020202020204" pitchFamily="34" charset="0"/>
            </a:endParaRPr>
          </a:p>
        </p:txBody>
      </p:sp>
    </p:spTree>
    <p:extLst>
      <p:ext uri="{BB962C8B-B14F-4D97-AF65-F5344CB8AC3E}">
        <p14:creationId xmlns:p14="http://schemas.microsoft.com/office/powerpoint/2010/main" val="26452522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8052" y="5419408"/>
            <a:ext cx="79965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4583"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705" y="15"/>
            <a:ext cx="7774199" cy="1470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61" tIns="45731" rIns="91461" bIns="45731"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914583" eaLnBrk="1" hangingPunct="1"/>
            <a:endParaRPr lang="en-US" sz="6001" dirty="0">
              <a:solidFill>
                <a:prstClr val="black"/>
              </a:solidFill>
              <a:latin typeface="AGaramond Bold" pitchFamily="18" charset="0"/>
            </a:endParaRPr>
          </a:p>
        </p:txBody>
      </p:sp>
      <p:sp>
        <p:nvSpPr>
          <p:cNvPr id="6" name="Subtitle 2"/>
          <p:cNvSpPr txBox="1">
            <a:spLocks/>
          </p:cNvSpPr>
          <p:nvPr/>
        </p:nvSpPr>
        <p:spPr bwMode="auto">
          <a:xfrm>
            <a:off x="1524529" y="1448136"/>
            <a:ext cx="9146117" cy="5411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61" tIns="45731" rIns="91461" bIns="45731"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91" indent="-457291" algn="just" defTabSz="914583">
              <a:buFont typeface="Wingdings" pitchFamily="2" charset="2"/>
              <a:buChar char="§"/>
            </a:pPr>
            <a:endParaRPr lang="en-IN" sz="3201" dirty="0">
              <a:solidFill>
                <a:prstClr val="black"/>
              </a:solidFill>
              <a:latin typeface="Calibri"/>
            </a:endParaRPr>
          </a:p>
        </p:txBody>
      </p:sp>
      <p:sp>
        <p:nvSpPr>
          <p:cNvPr id="2" name="Rectangle 1"/>
          <p:cNvSpPr/>
          <p:nvPr/>
        </p:nvSpPr>
        <p:spPr>
          <a:xfrm>
            <a:off x="1483247" y="15"/>
            <a:ext cx="9146115" cy="584904"/>
          </a:xfrm>
          <a:prstGeom prst="rect">
            <a:avLst/>
          </a:prstGeom>
        </p:spPr>
        <p:txBody>
          <a:bodyPr wrap="square">
            <a:spAutoFit/>
          </a:bodyPr>
          <a:lstStyle/>
          <a:p>
            <a:pPr algn="ctr" defTabSz="914583" fontAlgn="base">
              <a:spcBef>
                <a:spcPct val="0"/>
              </a:spcBef>
              <a:spcAft>
                <a:spcPct val="0"/>
              </a:spcAft>
              <a:defRPr/>
            </a:pPr>
            <a:r>
              <a:rPr lang="en-US" altLang="en-US" sz="3201" b="1" u="sng" dirty="0" err="1">
                <a:solidFill>
                  <a:prstClr val="black"/>
                </a:solidFill>
                <a:latin typeface="Calibri"/>
                <a:cs typeface="Arial" panose="020B0604020202020204" pitchFamily="34" charset="0"/>
              </a:rPr>
              <a:t>Samarasya</a:t>
            </a:r>
            <a:r>
              <a:rPr lang="en-US" altLang="en-US" sz="3201" b="1" u="sng" dirty="0">
                <a:solidFill>
                  <a:prstClr val="black"/>
                </a:solidFill>
                <a:latin typeface="Calibri"/>
                <a:cs typeface="Arial" panose="020B0604020202020204" pitchFamily="34" charset="0"/>
              </a:rPr>
              <a:t> Prayer for Harmony-Rig Veda</a:t>
            </a:r>
            <a:endParaRPr lang="en-US" altLang="en-US" sz="3201" b="1" u="sng" dirty="0">
              <a:solidFill>
                <a:prstClr val="black"/>
              </a:solidFill>
              <a:latin typeface="AGaramond Bold" pitchFamily="18" charset="0"/>
              <a:cs typeface="Arial" panose="020B0604020202020204" pitchFamily="34" charset="0"/>
            </a:endParaRPr>
          </a:p>
        </p:txBody>
      </p:sp>
      <p:sp>
        <p:nvSpPr>
          <p:cNvPr id="3" name="Rectangle 2"/>
          <p:cNvSpPr/>
          <p:nvPr/>
        </p:nvSpPr>
        <p:spPr>
          <a:xfrm>
            <a:off x="1565815" y="1371933"/>
            <a:ext cx="9104831" cy="4402487"/>
          </a:xfrm>
          <a:prstGeom prst="rect">
            <a:avLst/>
          </a:prstGeom>
        </p:spPr>
        <p:txBody>
          <a:bodyPr wrap="square">
            <a:spAutoFit/>
          </a:bodyPr>
          <a:lstStyle/>
          <a:p>
            <a:pPr algn="ctr" defTabSz="914583">
              <a:defRPr/>
            </a:pPr>
            <a:r>
              <a:rPr lang="en-US" sz="2801" dirty="0" err="1">
                <a:solidFill>
                  <a:prstClr val="black"/>
                </a:solidFill>
                <a:latin typeface="Sanskrit 99" pitchFamily="2" charset="0"/>
                <a:cs typeface="Arial" panose="020B0604020202020204" pitchFamily="34" charset="0"/>
              </a:rPr>
              <a:t>smanae</a:t>
            </a:r>
            <a:r>
              <a:rPr lang="en-US" sz="2801" dirty="0">
                <a:solidFill>
                  <a:prstClr val="black"/>
                </a:solidFill>
                <a:latin typeface="Sanskrit 99" pitchFamily="2" charset="0"/>
                <a:cs typeface="Arial" panose="020B0604020202020204" pitchFamily="34" charset="0"/>
              </a:rPr>
              <a:t> </a:t>
            </a:r>
            <a:r>
              <a:rPr lang="en-US" sz="2801" dirty="0" err="1">
                <a:solidFill>
                  <a:prstClr val="black"/>
                </a:solidFill>
                <a:latin typeface="Sanskrit 99" pitchFamily="2" charset="0"/>
                <a:cs typeface="Arial" panose="020B0604020202020204" pitchFamily="34" charset="0"/>
              </a:rPr>
              <a:t>mÙ</a:t>
            </a:r>
            <a:r>
              <a:rPr lang="en-US" sz="2801" dirty="0">
                <a:solidFill>
                  <a:prstClr val="black"/>
                </a:solidFill>
                <a:latin typeface="Sanskrit 99" pitchFamily="2" charset="0"/>
                <a:cs typeface="Arial" panose="020B0604020202020204" pitchFamily="34" charset="0"/>
              </a:rPr>
              <a:t>&gt; </a:t>
            </a:r>
            <a:r>
              <a:rPr lang="en-US" sz="2801" dirty="0" err="1">
                <a:solidFill>
                  <a:prstClr val="black"/>
                </a:solidFill>
                <a:latin typeface="Sanskrit 99" pitchFamily="2" charset="0"/>
                <a:cs typeface="Arial" panose="020B0604020202020204" pitchFamily="34" charset="0"/>
              </a:rPr>
              <a:t>simit</a:t>
            </a:r>
            <a:r>
              <a:rPr lang="en-US" sz="2801" dirty="0">
                <a:solidFill>
                  <a:prstClr val="black"/>
                </a:solidFill>
                <a:latin typeface="Sanskrit 99" pitchFamily="2" charset="0"/>
                <a:cs typeface="Arial" panose="020B0604020202020204" pitchFamily="34" charset="0"/>
              </a:rPr>
              <a:t>&gt; </a:t>
            </a:r>
            <a:r>
              <a:rPr lang="en-US" sz="2801" dirty="0" err="1">
                <a:solidFill>
                  <a:prstClr val="black"/>
                </a:solidFill>
                <a:latin typeface="Sanskrit 99" pitchFamily="2" charset="0"/>
                <a:cs typeface="Arial" panose="020B0604020202020204" pitchFamily="34" charset="0"/>
              </a:rPr>
              <a:t>smanI</a:t>
            </a:r>
            <a:endParaRPr lang="en-US" sz="2801" dirty="0">
              <a:solidFill>
                <a:prstClr val="black"/>
              </a:solidFill>
              <a:latin typeface="Sanskrit 99" pitchFamily="2" charset="0"/>
              <a:cs typeface="Arial" panose="020B0604020202020204" pitchFamily="34" charset="0"/>
            </a:endParaRPr>
          </a:p>
          <a:p>
            <a:pPr algn="ctr" defTabSz="914583">
              <a:defRPr/>
            </a:pPr>
            <a:r>
              <a:rPr lang="en-US" sz="2801" dirty="0" err="1">
                <a:solidFill>
                  <a:prstClr val="black"/>
                </a:solidFill>
                <a:latin typeface="Sanskrit 99" pitchFamily="2" charset="0"/>
                <a:cs typeface="Arial" panose="020B0604020202020204" pitchFamily="34" charset="0"/>
              </a:rPr>
              <a:t>sman</a:t>
            </a:r>
            <a:r>
              <a:rPr lang="en-US" sz="2801" dirty="0">
                <a:solidFill>
                  <a:prstClr val="black"/>
                </a:solidFill>
                <a:latin typeface="Sanskrit 99" pitchFamily="2" charset="0"/>
                <a:cs typeface="Arial" panose="020B0604020202020204" pitchFamily="34" charset="0"/>
              </a:rPr>
              <a:t>&lt; </a:t>
            </a:r>
            <a:r>
              <a:rPr lang="en-US" sz="2801" dirty="0" err="1">
                <a:solidFill>
                  <a:prstClr val="black"/>
                </a:solidFill>
                <a:latin typeface="Sanskrit 99" pitchFamily="2" charset="0"/>
                <a:cs typeface="Arial" panose="020B0604020202020204" pitchFamily="34" charset="0"/>
              </a:rPr>
              <a:t>mn</a:t>
            </a:r>
            <a:r>
              <a:rPr lang="en-US" sz="2801" dirty="0">
                <a:solidFill>
                  <a:prstClr val="black"/>
                </a:solidFill>
                <a:latin typeface="Sanskrit 99" pitchFamily="2" charset="0"/>
                <a:cs typeface="Arial" panose="020B0604020202020204" pitchFamily="34" charset="0"/>
              </a:rPr>
              <a:t>&gt; </a:t>
            </a:r>
            <a:r>
              <a:rPr lang="en-US" sz="2801" dirty="0" err="1">
                <a:solidFill>
                  <a:prstClr val="black"/>
                </a:solidFill>
                <a:latin typeface="Sanskrit 99" pitchFamily="2" charset="0"/>
                <a:cs typeface="Arial" panose="020B0604020202020204" pitchFamily="34" charset="0"/>
              </a:rPr>
              <a:t>shicÄme;am</a:t>
            </a:r>
            <a:r>
              <a:rPr lang="en-US" sz="2801" dirty="0">
                <a:solidFill>
                  <a:prstClr val="black"/>
                </a:solidFill>
                <a:latin typeface="Sanskrit 99" pitchFamily="2" charset="0"/>
                <a:cs typeface="Arial" panose="020B0604020202020204" pitchFamily="34" charset="0"/>
              </a:rPr>
              <a:t>!</a:t>
            </a:r>
          </a:p>
          <a:p>
            <a:pPr algn="ctr" defTabSz="914583">
              <a:defRPr/>
            </a:pPr>
            <a:endParaRPr lang="en-US" sz="2801" dirty="0">
              <a:solidFill>
                <a:prstClr val="black"/>
              </a:solidFill>
              <a:latin typeface="Sanskrit 99" pitchFamily="2" charset="0"/>
              <a:cs typeface="Arial" panose="020B0604020202020204" pitchFamily="34" charset="0"/>
            </a:endParaRPr>
          </a:p>
          <a:p>
            <a:pPr algn="ctr" defTabSz="914583">
              <a:defRPr/>
            </a:pPr>
            <a:endParaRPr lang="en-US" sz="2801" dirty="0">
              <a:solidFill>
                <a:prstClr val="black"/>
              </a:solidFill>
              <a:latin typeface="Calibri"/>
              <a:cs typeface="Arial" panose="020B0604020202020204" pitchFamily="34" charset="0"/>
            </a:endParaRPr>
          </a:p>
          <a:p>
            <a:pPr algn="ctr" defTabSz="914583">
              <a:defRPr/>
            </a:pPr>
            <a:r>
              <a:rPr lang="en-US" sz="2801" dirty="0" err="1">
                <a:solidFill>
                  <a:prstClr val="black"/>
                </a:solidFill>
                <a:latin typeface="URW Palladio IT" pitchFamily="2" charset="0"/>
                <a:cs typeface="Arial" panose="020B0604020202020204" pitchFamily="34" charset="0"/>
              </a:rPr>
              <a:t>Samäno</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mantraù</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samitiù</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samäné</a:t>
            </a:r>
            <a:endParaRPr lang="en-US" sz="2801" dirty="0">
              <a:solidFill>
                <a:prstClr val="black"/>
              </a:solidFill>
              <a:latin typeface="URW Palladio IT" pitchFamily="2" charset="0"/>
              <a:cs typeface="Arial" panose="020B0604020202020204" pitchFamily="34" charset="0"/>
            </a:endParaRPr>
          </a:p>
          <a:p>
            <a:pPr algn="ctr" defTabSz="914583">
              <a:defRPr/>
            </a:pPr>
            <a:r>
              <a:rPr lang="en-US" sz="2801" dirty="0" err="1">
                <a:solidFill>
                  <a:prstClr val="black"/>
                </a:solidFill>
                <a:latin typeface="URW Palladio IT" pitchFamily="2" charset="0"/>
                <a:cs typeface="Arial" panose="020B0604020202020204" pitchFamily="34" charset="0"/>
              </a:rPr>
              <a:t>Samänaà</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manaù</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sahacittameñäm</a:t>
            </a:r>
            <a:endParaRPr lang="en-US" sz="2801" dirty="0">
              <a:solidFill>
                <a:prstClr val="black"/>
              </a:solidFill>
              <a:latin typeface="URW Palladio IT" pitchFamily="2" charset="0"/>
              <a:cs typeface="Arial" panose="020B0604020202020204" pitchFamily="34" charset="0"/>
            </a:endParaRPr>
          </a:p>
          <a:p>
            <a:pPr algn="ctr" defTabSz="914583">
              <a:defRPr/>
            </a:pPr>
            <a:endParaRPr lang="en-US" sz="2801" dirty="0">
              <a:solidFill>
                <a:prstClr val="black"/>
              </a:solidFill>
              <a:latin typeface="URW Palladio IT" pitchFamily="2" charset="0"/>
              <a:cs typeface="Arial" panose="020B0604020202020204" pitchFamily="34" charset="0"/>
            </a:endParaRPr>
          </a:p>
          <a:p>
            <a:pPr algn="ctr" defTabSz="914583">
              <a:defRPr/>
            </a:pPr>
            <a:endParaRPr lang="en-US" sz="2801" dirty="0">
              <a:solidFill>
                <a:prstClr val="black"/>
              </a:solidFill>
              <a:latin typeface="URW Palladio IT" pitchFamily="2" charset="0"/>
              <a:cs typeface="Arial" panose="020B0604020202020204" pitchFamily="34" charset="0"/>
            </a:endParaRPr>
          </a:p>
          <a:p>
            <a:pPr algn="ctr" defTabSz="914583">
              <a:defRPr/>
            </a:pPr>
            <a:r>
              <a:rPr lang="en-US" sz="2801" dirty="0">
                <a:solidFill>
                  <a:prstClr val="black"/>
                </a:solidFill>
                <a:latin typeface="URW Palladio IT" pitchFamily="2" charset="0"/>
                <a:cs typeface="Arial" panose="020B0604020202020204" pitchFamily="34" charset="0"/>
              </a:rPr>
              <a:t>May our purpose be the same; may we all be of one mind.</a:t>
            </a:r>
          </a:p>
        </p:txBody>
      </p:sp>
    </p:spTree>
    <p:extLst>
      <p:ext uri="{BB962C8B-B14F-4D97-AF65-F5344CB8AC3E}">
        <p14:creationId xmlns:p14="http://schemas.microsoft.com/office/powerpoint/2010/main" val="26632694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8052" y="5419408"/>
            <a:ext cx="79965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4583"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705" y="15"/>
            <a:ext cx="7774199" cy="1470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61" tIns="45731" rIns="91461" bIns="45731"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914583" eaLnBrk="1" hangingPunct="1"/>
            <a:endParaRPr lang="en-US" sz="6001" dirty="0">
              <a:solidFill>
                <a:prstClr val="black"/>
              </a:solidFill>
              <a:latin typeface="AGaramond Bold" pitchFamily="18" charset="0"/>
            </a:endParaRPr>
          </a:p>
        </p:txBody>
      </p:sp>
      <p:sp>
        <p:nvSpPr>
          <p:cNvPr id="6" name="Subtitle 2"/>
          <p:cNvSpPr txBox="1">
            <a:spLocks/>
          </p:cNvSpPr>
          <p:nvPr/>
        </p:nvSpPr>
        <p:spPr bwMode="auto">
          <a:xfrm>
            <a:off x="1524529" y="1448136"/>
            <a:ext cx="9146117" cy="5411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61" tIns="45731" rIns="91461" bIns="45731"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91" indent="-457291" algn="just" defTabSz="914583">
              <a:buFont typeface="Wingdings" pitchFamily="2" charset="2"/>
              <a:buChar char="§"/>
            </a:pPr>
            <a:endParaRPr lang="en-IN" sz="3201" dirty="0">
              <a:solidFill>
                <a:prstClr val="black"/>
              </a:solidFill>
              <a:latin typeface="Calibri"/>
            </a:endParaRPr>
          </a:p>
        </p:txBody>
      </p:sp>
      <p:sp>
        <p:nvSpPr>
          <p:cNvPr id="2" name="Rectangle 1"/>
          <p:cNvSpPr/>
          <p:nvPr/>
        </p:nvSpPr>
        <p:spPr>
          <a:xfrm>
            <a:off x="1524544" y="35936"/>
            <a:ext cx="9146115" cy="584904"/>
          </a:xfrm>
          <a:prstGeom prst="rect">
            <a:avLst/>
          </a:prstGeom>
        </p:spPr>
        <p:txBody>
          <a:bodyPr wrap="square">
            <a:spAutoFit/>
          </a:bodyPr>
          <a:lstStyle/>
          <a:p>
            <a:pPr algn="ctr" defTabSz="914583" fontAlgn="base">
              <a:spcBef>
                <a:spcPct val="0"/>
              </a:spcBef>
              <a:spcAft>
                <a:spcPct val="0"/>
              </a:spcAft>
              <a:defRPr/>
            </a:pPr>
            <a:r>
              <a:rPr lang="en-US" altLang="en-US" sz="3201" b="1" u="sng" dirty="0" err="1">
                <a:solidFill>
                  <a:prstClr val="black"/>
                </a:solidFill>
                <a:latin typeface="Calibri"/>
                <a:cs typeface="Arial" panose="020B0604020202020204" pitchFamily="34" charset="0"/>
              </a:rPr>
              <a:t>Samarasya</a:t>
            </a:r>
            <a:r>
              <a:rPr lang="en-US" altLang="en-US" sz="3201" b="1" u="sng" dirty="0">
                <a:solidFill>
                  <a:prstClr val="black"/>
                </a:solidFill>
                <a:latin typeface="Calibri"/>
                <a:cs typeface="Arial" panose="020B0604020202020204" pitchFamily="34" charset="0"/>
              </a:rPr>
              <a:t> Prayer for Harmony-Rig Veda</a:t>
            </a:r>
            <a:endParaRPr lang="en-US" altLang="en-US" sz="3201" b="1" u="sng" dirty="0">
              <a:solidFill>
                <a:prstClr val="black"/>
              </a:solidFill>
              <a:latin typeface="AGaramond Bold" pitchFamily="18" charset="0"/>
              <a:cs typeface="Arial" panose="020B0604020202020204" pitchFamily="34" charset="0"/>
            </a:endParaRPr>
          </a:p>
        </p:txBody>
      </p:sp>
      <p:sp>
        <p:nvSpPr>
          <p:cNvPr id="3" name="Rectangle 2"/>
          <p:cNvSpPr/>
          <p:nvPr/>
        </p:nvSpPr>
        <p:spPr>
          <a:xfrm>
            <a:off x="1524529" y="1125005"/>
            <a:ext cx="9146117" cy="4833503"/>
          </a:xfrm>
          <a:prstGeom prst="rect">
            <a:avLst/>
          </a:prstGeom>
        </p:spPr>
        <p:txBody>
          <a:bodyPr wrap="square">
            <a:spAutoFit/>
          </a:bodyPr>
          <a:lstStyle/>
          <a:p>
            <a:pPr algn="ctr" defTabSz="914583">
              <a:defRPr/>
            </a:pPr>
            <a:r>
              <a:rPr lang="en-US" sz="2801" dirty="0" err="1">
                <a:solidFill>
                  <a:prstClr val="black"/>
                </a:solidFill>
                <a:latin typeface="Sanskrit 99" pitchFamily="2" charset="0"/>
                <a:cs typeface="Arial" panose="020B0604020202020204" pitchFamily="34" charset="0"/>
              </a:rPr>
              <a:t>sman</a:t>
            </a:r>
            <a:r>
              <a:rPr lang="en-US" sz="2801" dirty="0">
                <a:solidFill>
                  <a:prstClr val="black"/>
                </a:solidFill>
                <a:latin typeface="Sanskrit 99" pitchFamily="2" charset="0"/>
                <a:cs typeface="Arial" panose="020B0604020202020204" pitchFamily="34" charset="0"/>
              </a:rPr>
              <a:t>&lt; </a:t>
            </a:r>
            <a:r>
              <a:rPr lang="en-US" sz="2801" dirty="0" err="1">
                <a:solidFill>
                  <a:prstClr val="black"/>
                </a:solidFill>
                <a:latin typeface="Sanskrit 99" pitchFamily="2" charset="0"/>
                <a:cs typeface="Arial" panose="020B0604020202020204" pitchFamily="34" charset="0"/>
              </a:rPr>
              <a:t>mÙmiÉmÙye</a:t>
            </a:r>
            <a:r>
              <a:rPr lang="en-US" sz="2801" dirty="0">
                <a:solidFill>
                  <a:prstClr val="black"/>
                </a:solidFill>
                <a:latin typeface="Sanskrit 99" pitchFamily="2" charset="0"/>
                <a:cs typeface="Arial" panose="020B0604020202020204" pitchFamily="34" charset="0"/>
              </a:rPr>
              <a:t> v&gt;</a:t>
            </a:r>
          </a:p>
          <a:p>
            <a:pPr algn="ctr" defTabSz="914583">
              <a:defRPr/>
            </a:pPr>
            <a:r>
              <a:rPr lang="en-US" sz="2801" dirty="0" err="1">
                <a:solidFill>
                  <a:prstClr val="black"/>
                </a:solidFill>
                <a:latin typeface="Sanskrit 99" pitchFamily="2" charset="0"/>
                <a:cs typeface="Arial" panose="020B0604020202020204" pitchFamily="34" charset="0"/>
              </a:rPr>
              <a:t>smanen</a:t>
            </a:r>
            <a:r>
              <a:rPr lang="en-US" sz="2801" dirty="0">
                <a:solidFill>
                  <a:prstClr val="black"/>
                </a:solidFill>
                <a:latin typeface="Sanskrit 99" pitchFamily="2" charset="0"/>
                <a:cs typeface="Arial" panose="020B0604020202020204" pitchFamily="34" charset="0"/>
              </a:rPr>
              <a:t> </a:t>
            </a:r>
            <a:r>
              <a:rPr lang="en-US" sz="2801" dirty="0" err="1">
                <a:solidFill>
                  <a:prstClr val="black"/>
                </a:solidFill>
                <a:latin typeface="Sanskrit 99" pitchFamily="2" charset="0"/>
                <a:cs typeface="Arial" panose="020B0604020202020204" pitchFamily="34" charset="0"/>
              </a:rPr>
              <a:t>vae</a:t>
            </a:r>
            <a:r>
              <a:rPr lang="en-US" sz="2801" dirty="0">
                <a:solidFill>
                  <a:prstClr val="black"/>
                </a:solidFill>
                <a:latin typeface="Sanskrit 99" pitchFamily="2" charset="0"/>
                <a:cs typeface="Arial" panose="020B0604020202020204" pitchFamily="34" charset="0"/>
              </a:rPr>
              <a:t> </a:t>
            </a:r>
            <a:r>
              <a:rPr lang="en-US" sz="2801" dirty="0" err="1">
                <a:solidFill>
                  <a:prstClr val="black"/>
                </a:solidFill>
                <a:latin typeface="Sanskrit 99" pitchFamily="2" charset="0"/>
                <a:cs typeface="Arial" panose="020B0604020202020204" pitchFamily="34" charset="0"/>
              </a:rPr>
              <a:t>hiv;a</a:t>
            </a:r>
            <a:r>
              <a:rPr lang="en-US" sz="2801" dirty="0">
                <a:solidFill>
                  <a:prstClr val="black"/>
                </a:solidFill>
                <a:latin typeface="Sanskrit 99" pitchFamily="2" charset="0"/>
                <a:cs typeface="Arial" panose="020B0604020202020204" pitchFamily="34" charset="0"/>
              </a:rPr>
              <a:t> </a:t>
            </a:r>
            <a:r>
              <a:rPr lang="en-US" sz="2801" dirty="0" err="1">
                <a:solidFill>
                  <a:prstClr val="black"/>
                </a:solidFill>
                <a:latin typeface="Sanskrit 99" pitchFamily="2" charset="0"/>
                <a:cs typeface="Arial" panose="020B0604020202020204" pitchFamily="34" charset="0"/>
              </a:rPr>
              <a:t>juhaeim</a:t>
            </a:r>
            <a:r>
              <a:rPr lang="en-US" sz="2801" dirty="0">
                <a:solidFill>
                  <a:prstClr val="black"/>
                </a:solidFill>
                <a:latin typeface="Sanskrit 99" pitchFamily="2" charset="0"/>
                <a:cs typeface="Arial" panose="020B0604020202020204" pitchFamily="34" charset="0"/>
              </a:rPr>
              <a:t>.</a:t>
            </a:r>
          </a:p>
          <a:p>
            <a:pPr algn="ctr" defTabSz="914583">
              <a:defRPr/>
            </a:pPr>
            <a:endParaRPr lang="en-US" sz="2801" dirty="0">
              <a:solidFill>
                <a:prstClr val="black"/>
              </a:solidFill>
              <a:latin typeface="Sanskrit 99" pitchFamily="2" charset="0"/>
              <a:cs typeface="Arial" panose="020B0604020202020204" pitchFamily="34" charset="0"/>
            </a:endParaRPr>
          </a:p>
          <a:p>
            <a:pPr algn="ctr" defTabSz="914583">
              <a:defRPr/>
            </a:pPr>
            <a:endParaRPr lang="en-US" sz="2801" dirty="0">
              <a:solidFill>
                <a:prstClr val="black"/>
              </a:solidFill>
              <a:latin typeface="Calibri"/>
              <a:cs typeface="Arial" panose="020B0604020202020204" pitchFamily="34" charset="0"/>
            </a:endParaRPr>
          </a:p>
          <a:p>
            <a:pPr algn="ctr" defTabSz="914583">
              <a:defRPr/>
            </a:pPr>
            <a:r>
              <a:rPr lang="en-US" sz="2801" dirty="0" err="1">
                <a:solidFill>
                  <a:prstClr val="black"/>
                </a:solidFill>
                <a:latin typeface="URW Palladio IT" pitchFamily="2" charset="0"/>
                <a:cs typeface="Arial" panose="020B0604020202020204" pitchFamily="34" charset="0"/>
              </a:rPr>
              <a:t>Samänaà</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mantramabhimantraye</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vaù</a:t>
            </a:r>
            <a:endParaRPr lang="en-US" sz="2801" dirty="0">
              <a:solidFill>
                <a:prstClr val="black"/>
              </a:solidFill>
              <a:latin typeface="URW Palladio IT" pitchFamily="2" charset="0"/>
              <a:cs typeface="Arial" panose="020B0604020202020204" pitchFamily="34" charset="0"/>
            </a:endParaRPr>
          </a:p>
          <a:p>
            <a:pPr algn="ctr" defTabSz="914583">
              <a:defRPr/>
            </a:pPr>
            <a:r>
              <a:rPr lang="en-US" sz="2801" dirty="0" err="1">
                <a:solidFill>
                  <a:prstClr val="black"/>
                </a:solidFill>
                <a:latin typeface="URW Palladio IT" pitchFamily="2" charset="0"/>
                <a:cs typeface="Arial" panose="020B0604020202020204" pitchFamily="34" charset="0"/>
              </a:rPr>
              <a:t>Samänena</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vo</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haviñä</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juhomi</a:t>
            </a:r>
            <a:r>
              <a:rPr lang="en-US" sz="2801" dirty="0">
                <a:solidFill>
                  <a:prstClr val="black"/>
                </a:solidFill>
                <a:latin typeface="URW Palladio IT" pitchFamily="2" charset="0"/>
                <a:cs typeface="Arial" panose="020B0604020202020204" pitchFamily="34" charset="0"/>
              </a:rPr>
              <a:t>||</a:t>
            </a:r>
          </a:p>
          <a:p>
            <a:pPr algn="ctr" defTabSz="914583">
              <a:defRPr/>
            </a:pPr>
            <a:endParaRPr lang="en-US" sz="2801" dirty="0">
              <a:solidFill>
                <a:prstClr val="black"/>
              </a:solidFill>
              <a:latin typeface="URW Palladio IT" pitchFamily="2" charset="0"/>
              <a:cs typeface="Arial" panose="020B0604020202020204" pitchFamily="34" charset="0"/>
            </a:endParaRPr>
          </a:p>
          <a:p>
            <a:pPr algn="ctr" defTabSz="914583">
              <a:defRPr/>
            </a:pPr>
            <a:endParaRPr lang="en-US" sz="2801" dirty="0">
              <a:solidFill>
                <a:prstClr val="black"/>
              </a:solidFill>
              <a:latin typeface="URW Palladio IT" pitchFamily="2" charset="0"/>
              <a:cs typeface="Arial" panose="020B0604020202020204" pitchFamily="34" charset="0"/>
            </a:endParaRPr>
          </a:p>
          <a:p>
            <a:pPr algn="ctr" defTabSz="914583">
              <a:defRPr/>
            </a:pPr>
            <a:endParaRPr lang="en-US" sz="2801" dirty="0">
              <a:solidFill>
                <a:prstClr val="black"/>
              </a:solidFill>
              <a:latin typeface="URW Palladio IT" pitchFamily="2" charset="0"/>
              <a:cs typeface="Arial" panose="020B0604020202020204" pitchFamily="34" charset="0"/>
            </a:endParaRPr>
          </a:p>
          <a:p>
            <a:pPr algn="ctr" defTabSz="914583">
              <a:defRPr/>
            </a:pPr>
            <a:r>
              <a:rPr lang="en-US" sz="2801" dirty="0">
                <a:solidFill>
                  <a:prstClr val="black"/>
                </a:solidFill>
                <a:latin typeface="URW Palladio IT" pitchFamily="2" charset="0"/>
                <a:cs typeface="Arial" panose="020B0604020202020204" pitchFamily="34" charset="0"/>
              </a:rPr>
              <a:t>In order for such unity to form I offer a common prayer.</a:t>
            </a:r>
          </a:p>
          <a:p>
            <a:pPr algn="ctr" defTabSz="914583">
              <a:defRPr/>
            </a:pPr>
            <a:endParaRPr lang="en-US" sz="2801" dirty="0">
              <a:solidFill>
                <a:prstClr val="black"/>
              </a:solidFill>
              <a:latin typeface="Calibri"/>
              <a:cs typeface="Arial" panose="020B0604020202020204" pitchFamily="34" charset="0"/>
            </a:endParaRPr>
          </a:p>
        </p:txBody>
      </p:sp>
    </p:spTree>
    <p:extLst>
      <p:ext uri="{BB962C8B-B14F-4D97-AF65-F5344CB8AC3E}">
        <p14:creationId xmlns:p14="http://schemas.microsoft.com/office/powerpoint/2010/main" val="27171247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8052" y="5419408"/>
            <a:ext cx="79965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4583"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705" y="15"/>
            <a:ext cx="7774199" cy="1470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61" tIns="45731" rIns="91461" bIns="45731"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914583" eaLnBrk="1" hangingPunct="1"/>
            <a:endParaRPr lang="en-US" sz="6001" dirty="0">
              <a:solidFill>
                <a:prstClr val="black"/>
              </a:solidFill>
              <a:latin typeface="AGaramond Bold" pitchFamily="18" charset="0"/>
            </a:endParaRPr>
          </a:p>
        </p:txBody>
      </p:sp>
      <p:sp>
        <p:nvSpPr>
          <p:cNvPr id="6" name="Subtitle 2"/>
          <p:cNvSpPr txBox="1">
            <a:spLocks/>
          </p:cNvSpPr>
          <p:nvPr/>
        </p:nvSpPr>
        <p:spPr bwMode="auto">
          <a:xfrm>
            <a:off x="1524529" y="1448136"/>
            <a:ext cx="9146117" cy="5411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61" tIns="45731" rIns="91461" bIns="45731"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91" indent="-457291" algn="just" defTabSz="914583">
              <a:buFont typeface="Wingdings" pitchFamily="2" charset="2"/>
              <a:buChar char="§"/>
            </a:pPr>
            <a:endParaRPr lang="en-IN" sz="3201" dirty="0">
              <a:solidFill>
                <a:prstClr val="black"/>
              </a:solidFill>
              <a:latin typeface="Calibri"/>
            </a:endParaRPr>
          </a:p>
        </p:txBody>
      </p:sp>
      <p:sp>
        <p:nvSpPr>
          <p:cNvPr id="2" name="Rectangle 1"/>
          <p:cNvSpPr/>
          <p:nvPr/>
        </p:nvSpPr>
        <p:spPr>
          <a:xfrm>
            <a:off x="1524544" y="35936"/>
            <a:ext cx="9146115" cy="584904"/>
          </a:xfrm>
          <a:prstGeom prst="rect">
            <a:avLst/>
          </a:prstGeom>
        </p:spPr>
        <p:txBody>
          <a:bodyPr wrap="square">
            <a:spAutoFit/>
          </a:bodyPr>
          <a:lstStyle/>
          <a:p>
            <a:pPr algn="ctr" defTabSz="914583" fontAlgn="base">
              <a:spcBef>
                <a:spcPct val="0"/>
              </a:spcBef>
              <a:spcAft>
                <a:spcPct val="0"/>
              </a:spcAft>
              <a:defRPr/>
            </a:pPr>
            <a:r>
              <a:rPr lang="en-US" altLang="en-US" sz="3201" b="1" u="sng" dirty="0" err="1">
                <a:solidFill>
                  <a:prstClr val="black"/>
                </a:solidFill>
                <a:latin typeface="Calibri"/>
                <a:cs typeface="Arial" panose="020B0604020202020204" pitchFamily="34" charset="0"/>
              </a:rPr>
              <a:t>Samarasya</a:t>
            </a:r>
            <a:r>
              <a:rPr lang="en-US" altLang="en-US" sz="3201" b="1" u="sng" dirty="0">
                <a:solidFill>
                  <a:prstClr val="black"/>
                </a:solidFill>
                <a:latin typeface="Calibri"/>
                <a:cs typeface="Arial" panose="020B0604020202020204" pitchFamily="34" charset="0"/>
              </a:rPr>
              <a:t> Prayer for Harmony-Rig Veda</a:t>
            </a:r>
            <a:endParaRPr lang="en-US" altLang="en-US" sz="3201" b="1" u="sng" dirty="0">
              <a:solidFill>
                <a:prstClr val="black"/>
              </a:solidFill>
              <a:latin typeface="AGaramond Bold" pitchFamily="18" charset="0"/>
              <a:cs typeface="Arial" panose="020B0604020202020204" pitchFamily="34" charset="0"/>
            </a:endParaRPr>
          </a:p>
        </p:txBody>
      </p:sp>
      <p:sp>
        <p:nvSpPr>
          <p:cNvPr id="3" name="Rectangle 2"/>
          <p:cNvSpPr/>
          <p:nvPr/>
        </p:nvSpPr>
        <p:spPr>
          <a:xfrm>
            <a:off x="1524531" y="1305645"/>
            <a:ext cx="9146115" cy="5695534"/>
          </a:xfrm>
          <a:prstGeom prst="rect">
            <a:avLst/>
          </a:prstGeom>
        </p:spPr>
        <p:txBody>
          <a:bodyPr wrap="square">
            <a:spAutoFit/>
          </a:bodyPr>
          <a:lstStyle/>
          <a:p>
            <a:pPr algn="ctr" defTabSz="914583">
              <a:defRPr/>
            </a:pPr>
            <a:r>
              <a:rPr lang="en-US" sz="2801" dirty="0" err="1">
                <a:solidFill>
                  <a:prstClr val="black"/>
                </a:solidFill>
                <a:latin typeface="Sanskrit 99" pitchFamily="2" charset="0"/>
                <a:cs typeface="Arial" panose="020B0604020202020204" pitchFamily="34" charset="0"/>
              </a:rPr>
              <a:t>smanI</a:t>
            </a:r>
            <a:r>
              <a:rPr lang="en-US" sz="2801" dirty="0">
                <a:solidFill>
                  <a:prstClr val="black"/>
                </a:solidFill>
                <a:latin typeface="Sanskrit 99" pitchFamily="2" charset="0"/>
                <a:cs typeface="Arial" panose="020B0604020202020204" pitchFamily="34" charset="0"/>
              </a:rPr>
              <a:t> v </a:t>
            </a:r>
            <a:r>
              <a:rPr lang="en-US" sz="2801" dirty="0" err="1">
                <a:solidFill>
                  <a:prstClr val="black"/>
                </a:solidFill>
                <a:latin typeface="Sanskrit 99" pitchFamily="2" charset="0"/>
                <a:cs typeface="Arial" panose="020B0604020202020204" pitchFamily="34" charset="0"/>
              </a:rPr>
              <a:t>Aakªit</a:t>
            </a:r>
            <a:r>
              <a:rPr lang="en-US" sz="2801" dirty="0">
                <a:solidFill>
                  <a:prstClr val="black"/>
                </a:solidFill>
                <a:latin typeface="Sanskrit 99" pitchFamily="2" charset="0"/>
                <a:cs typeface="Arial" panose="020B0604020202020204" pitchFamily="34" charset="0"/>
              </a:rPr>
              <a:t>&gt; </a:t>
            </a:r>
            <a:r>
              <a:rPr lang="en-US" sz="2801" dirty="0" err="1">
                <a:solidFill>
                  <a:prstClr val="black"/>
                </a:solidFill>
                <a:latin typeface="Sanskrit 99" pitchFamily="2" charset="0"/>
                <a:cs typeface="Arial" panose="020B0604020202020204" pitchFamily="34" charset="0"/>
              </a:rPr>
              <a:t>smana</a:t>
            </a:r>
            <a:r>
              <a:rPr lang="en-US" sz="2801" dirty="0">
                <a:solidFill>
                  <a:prstClr val="black"/>
                </a:solidFill>
                <a:latin typeface="Sanskrit 99" pitchFamily="2" charset="0"/>
                <a:cs typeface="Arial" panose="020B0604020202020204" pitchFamily="34" charset="0"/>
              </a:rPr>
              <a:t> </a:t>
            </a:r>
            <a:r>
              <a:rPr lang="en-US" sz="2801" dirty="0" err="1">
                <a:solidFill>
                  <a:prstClr val="black"/>
                </a:solidFill>
                <a:latin typeface="Sanskrit 99" pitchFamily="2" charset="0"/>
                <a:cs typeface="Arial" panose="020B0604020202020204" pitchFamily="34" charset="0"/>
              </a:rPr>
              <a:t>ùdyain</a:t>
            </a:r>
            <a:r>
              <a:rPr lang="en-US" sz="2801" dirty="0">
                <a:solidFill>
                  <a:prstClr val="black"/>
                </a:solidFill>
                <a:latin typeface="Sanskrit 99" pitchFamily="2" charset="0"/>
                <a:cs typeface="Arial" panose="020B0604020202020204" pitchFamily="34" charset="0"/>
              </a:rPr>
              <a:t> v&gt;</a:t>
            </a:r>
          </a:p>
          <a:p>
            <a:pPr algn="ctr" defTabSz="914583">
              <a:defRPr/>
            </a:pPr>
            <a:r>
              <a:rPr lang="en-US" sz="2801" dirty="0" err="1">
                <a:solidFill>
                  <a:prstClr val="black"/>
                </a:solidFill>
                <a:latin typeface="Sanskrit 99" pitchFamily="2" charset="0"/>
                <a:cs typeface="Arial" panose="020B0604020202020204" pitchFamily="34" charset="0"/>
              </a:rPr>
              <a:t>smanmStu</a:t>
            </a:r>
            <a:r>
              <a:rPr lang="en-US" sz="2801" dirty="0">
                <a:solidFill>
                  <a:prstClr val="black"/>
                </a:solidFill>
                <a:latin typeface="Sanskrit 99" pitchFamily="2" charset="0"/>
                <a:cs typeface="Arial" panose="020B0604020202020204" pitchFamily="34" charset="0"/>
              </a:rPr>
              <a:t> </a:t>
            </a:r>
            <a:r>
              <a:rPr lang="en-US" sz="2801" dirty="0" err="1">
                <a:solidFill>
                  <a:prstClr val="black"/>
                </a:solidFill>
                <a:latin typeface="Sanskrit 99" pitchFamily="2" charset="0"/>
                <a:cs typeface="Arial" panose="020B0604020202020204" pitchFamily="34" charset="0"/>
              </a:rPr>
              <a:t>vae</a:t>
            </a:r>
            <a:r>
              <a:rPr lang="en-US" sz="2801" dirty="0">
                <a:solidFill>
                  <a:prstClr val="black"/>
                </a:solidFill>
                <a:latin typeface="Sanskrit 99" pitchFamily="2" charset="0"/>
                <a:cs typeface="Arial" panose="020B0604020202020204" pitchFamily="34" charset="0"/>
              </a:rPr>
              <a:t> </a:t>
            </a:r>
            <a:r>
              <a:rPr lang="en-US" sz="2801" dirty="0" err="1">
                <a:solidFill>
                  <a:prstClr val="black"/>
                </a:solidFill>
                <a:latin typeface="Sanskrit 99" pitchFamily="2" charset="0"/>
                <a:cs typeface="Arial" panose="020B0604020202020204" pitchFamily="34" charset="0"/>
              </a:rPr>
              <a:t>mnae</a:t>
            </a:r>
            <a:r>
              <a:rPr lang="en-US" sz="2801" dirty="0">
                <a:solidFill>
                  <a:prstClr val="black"/>
                </a:solidFill>
                <a:latin typeface="Sanskrit 99" pitchFamily="2" charset="0"/>
                <a:cs typeface="Arial" panose="020B0604020202020204" pitchFamily="34" charset="0"/>
              </a:rPr>
              <a:t> </a:t>
            </a:r>
            <a:r>
              <a:rPr lang="en-US" sz="2801" dirty="0" err="1">
                <a:solidFill>
                  <a:prstClr val="black"/>
                </a:solidFill>
                <a:latin typeface="Sanskrit 99" pitchFamily="2" charset="0"/>
                <a:cs typeface="Arial" panose="020B0604020202020204" pitchFamily="34" charset="0"/>
              </a:rPr>
              <a:t>ywa</a:t>
            </a:r>
            <a:r>
              <a:rPr lang="en-US" sz="2801" dirty="0">
                <a:solidFill>
                  <a:prstClr val="black"/>
                </a:solidFill>
                <a:latin typeface="Sanskrit 99" pitchFamily="2" charset="0"/>
                <a:cs typeface="Arial" panose="020B0604020202020204" pitchFamily="34" charset="0"/>
              </a:rPr>
              <a:t> v&gt; </a:t>
            </a:r>
            <a:r>
              <a:rPr lang="en-US" sz="2801" dirty="0" err="1">
                <a:solidFill>
                  <a:prstClr val="black"/>
                </a:solidFill>
                <a:latin typeface="Sanskrit 99" pitchFamily="2" charset="0"/>
                <a:cs typeface="Arial" panose="020B0604020202020204" pitchFamily="34" charset="0"/>
              </a:rPr>
              <a:t>sushasit</a:t>
            </a:r>
            <a:r>
              <a:rPr lang="en-US" sz="2801" dirty="0">
                <a:solidFill>
                  <a:prstClr val="black"/>
                </a:solidFill>
                <a:latin typeface="Sanskrit 99" pitchFamily="2" charset="0"/>
                <a:cs typeface="Arial" panose="020B0604020202020204" pitchFamily="34" charset="0"/>
              </a:rPr>
              <a:t>.</a:t>
            </a:r>
          </a:p>
          <a:p>
            <a:pPr algn="ctr" defTabSz="914583">
              <a:defRPr/>
            </a:pPr>
            <a:endParaRPr lang="en-US" sz="2801" dirty="0">
              <a:solidFill>
                <a:prstClr val="black"/>
              </a:solidFill>
              <a:latin typeface="Sanskrit 99" pitchFamily="2" charset="0"/>
              <a:cs typeface="Arial" panose="020B0604020202020204" pitchFamily="34" charset="0"/>
            </a:endParaRPr>
          </a:p>
          <a:p>
            <a:pPr algn="ctr" defTabSz="914583">
              <a:defRPr/>
            </a:pPr>
            <a:endParaRPr lang="en-US" sz="2801" dirty="0">
              <a:solidFill>
                <a:prstClr val="black"/>
              </a:solidFill>
              <a:latin typeface="URW Palladio IT" pitchFamily="2" charset="0"/>
              <a:cs typeface="Arial" panose="020B0604020202020204" pitchFamily="34" charset="0"/>
            </a:endParaRPr>
          </a:p>
          <a:p>
            <a:pPr algn="ctr" defTabSz="914583">
              <a:defRPr/>
            </a:pPr>
            <a:r>
              <a:rPr lang="en-US" sz="2801" dirty="0" err="1">
                <a:solidFill>
                  <a:prstClr val="black"/>
                </a:solidFill>
                <a:latin typeface="URW Palladio IT" pitchFamily="2" charset="0"/>
                <a:cs typeface="Arial" panose="020B0604020202020204" pitchFamily="34" charset="0"/>
              </a:rPr>
              <a:t>Samäné</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va</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äkütiù</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samänä</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hådayäni</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vaù</a:t>
            </a:r>
            <a:endParaRPr lang="en-US" sz="2801" dirty="0">
              <a:solidFill>
                <a:prstClr val="black"/>
              </a:solidFill>
              <a:latin typeface="URW Palladio IT" pitchFamily="2" charset="0"/>
              <a:cs typeface="Arial" panose="020B0604020202020204" pitchFamily="34" charset="0"/>
            </a:endParaRPr>
          </a:p>
          <a:p>
            <a:pPr algn="ctr" defTabSz="914583">
              <a:defRPr/>
            </a:pPr>
            <a:r>
              <a:rPr lang="en-US" sz="2801" dirty="0" err="1">
                <a:solidFill>
                  <a:prstClr val="black"/>
                </a:solidFill>
                <a:latin typeface="URW Palladio IT" pitchFamily="2" charset="0"/>
                <a:cs typeface="Arial" panose="020B0604020202020204" pitchFamily="34" charset="0"/>
              </a:rPr>
              <a:t>Samänamastu</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vo</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mano</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yathä</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vaù</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susahäsati</a:t>
            </a:r>
            <a:r>
              <a:rPr lang="en-US" sz="2801" dirty="0">
                <a:solidFill>
                  <a:prstClr val="black"/>
                </a:solidFill>
                <a:latin typeface="URW Palladio IT" pitchFamily="2" charset="0"/>
                <a:cs typeface="Arial" panose="020B0604020202020204" pitchFamily="34" charset="0"/>
              </a:rPr>
              <a:t>||</a:t>
            </a:r>
          </a:p>
          <a:p>
            <a:pPr algn="ctr" defTabSz="914583">
              <a:defRPr/>
            </a:pPr>
            <a:endParaRPr lang="en-US" sz="2801" dirty="0">
              <a:solidFill>
                <a:prstClr val="black"/>
              </a:solidFill>
              <a:latin typeface="URW Palladio IT" pitchFamily="2" charset="0"/>
              <a:cs typeface="Arial" panose="020B0604020202020204" pitchFamily="34" charset="0"/>
            </a:endParaRPr>
          </a:p>
          <a:p>
            <a:pPr algn="ctr" defTabSz="914583"/>
            <a:endParaRPr lang="en-US" sz="2801" b="1" dirty="0">
              <a:solidFill>
                <a:prstClr val="black"/>
              </a:solidFill>
              <a:latin typeface="BRH Kannada" pitchFamily="2" charset="0"/>
              <a:cs typeface="Arial" panose="020B0604020202020204" pitchFamily="34" charset="0"/>
            </a:endParaRPr>
          </a:p>
          <a:p>
            <a:pPr algn="ctr" defTabSz="914583"/>
            <a:endParaRPr lang="en-US" sz="2801" dirty="0">
              <a:solidFill>
                <a:prstClr val="black"/>
              </a:solidFill>
              <a:latin typeface="URW Palladio IT" pitchFamily="2" charset="0"/>
              <a:cs typeface="Arial" panose="020B0604020202020204" pitchFamily="34" charset="0"/>
            </a:endParaRPr>
          </a:p>
          <a:p>
            <a:pPr algn="ctr" defTabSz="914583">
              <a:defRPr/>
            </a:pPr>
            <a:r>
              <a:rPr lang="en-US" sz="2801" dirty="0">
                <a:solidFill>
                  <a:prstClr val="black"/>
                </a:solidFill>
                <a:latin typeface="URW Palladio IT" pitchFamily="2" charset="0"/>
                <a:cs typeface="Arial" panose="020B0604020202020204" pitchFamily="34" charset="0"/>
              </a:rPr>
              <a:t>May our intentions and aspirations be alike, so that a common objective unifies us all.</a:t>
            </a:r>
          </a:p>
          <a:p>
            <a:pPr algn="ctr" defTabSz="914583">
              <a:defRPr/>
            </a:pPr>
            <a:endParaRPr lang="en-US" sz="2801" dirty="0">
              <a:solidFill>
                <a:prstClr val="black"/>
              </a:solidFill>
              <a:latin typeface="Sanskrit 99" pitchFamily="2" charset="0"/>
              <a:cs typeface="Arial" panose="020B0604020202020204" pitchFamily="34" charset="0"/>
            </a:endParaRPr>
          </a:p>
          <a:p>
            <a:pPr algn="ctr" defTabSz="914583">
              <a:defRPr/>
            </a:pPr>
            <a:endParaRPr lang="en-US" sz="2801" dirty="0">
              <a:solidFill>
                <a:prstClr val="black"/>
              </a:solidFill>
              <a:latin typeface="Calibri"/>
              <a:cs typeface="Arial" panose="020B0604020202020204" pitchFamily="34" charset="0"/>
            </a:endParaRPr>
          </a:p>
        </p:txBody>
      </p:sp>
    </p:spTree>
    <p:extLst>
      <p:ext uri="{BB962C8B-B14F-4D97-AF65-F5344CB8AC3E}">
        <p14:creationId xmlns:p14="http://schemas.microsoft.com/office/powerpoint/2010/main" val="25574128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8052" y="5419408"/>
            <a:ext cx="79965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4583" fontAlgn="base">
              <a:spcBef>
                <a:spcPct val="0"/>
              </a:spcBef>
              <a:spcAft>
                <a:spcPct val="0"/>
              </a:spcAft>
            </a:pPr>
            <a:endParaRPr lang="en-IN" sz="2400" i="1" dirty="0">
              <a:solidFill>
                <a:srgbClr val="000000"/>
              </a:solidFill>
              <a:latin typeface="Palatino Linotype" pitchFamily="18" charset="0"/>
            </a:endParaRPr>
          </a:p>
        </p:txBody>
      </p:sp>
      <p:sp>
        <p:nvSpPr>
          <p:cNvPr id="5" name="Title 1"/>
          <p:cNvSpPr txBox="1">
            <a:spLocks/>
          </p:cNvSpPr>
          <p:nvPr/>
        </p:nvSpPr>
        <p:spPr bwMode="auto">
          <a:xfrm>
            <a:off x="2286705" y="15"/>
            <a:ext cx="7774199" cy="1470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61" tIns="45731" rIns="91461" bIns="45731"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defTabSz="914583" eaLnBrk="1" hangingPunct="1"/>
            <a:endParaRPr lang="en-US" sz="6001" dirty="0">
              <a:solidFill>
                <a:prstClr val="black"/>
              </a:solidFill>
              <a:latin typeface="AGaramond Bold" pitchFamily="18" charset="0"/>
            </a:endParaRPr>
          </a:p>
        </p:txBody>
      </p:sp>
      <p:sp>
        <p:nvSpPr>
          <p:cNvPr id="6" name="Subtitle 2"/>
          <p:cNvSpPr txBox="1">
            <a:spLocks/>
          </p:cNvSpPr>
          <p:nvPr/>
        </p:nvSpPr>
        <p:spPr bwMode="auto">
          <a:xfrm>
            <a:off x="1524529" y="1448136"/>
            <a:ext cx="9146117" cy="5411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61" tIns="45731" rIns="91461" bIns="45731"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91" indent="-457291" algn="just" defTabSz="914583">
              <a:buFont typeface="Wingdings" pitchFamily="2" charset="2"/>
              <a:buChar char="§"/>
            </a:pPr>
            <a:endParaRPr lang="en-IN" sz="3201" dirty="0">
              <a:solidFill>
                <a:prstClr val="black"/>
              </a:solidFill>
              <a:latin typeface="Calibri"/>
            </a:endParaRPr>
          </a:p>
        </p:txBody>
      </p:sp>
      <p:sp>
        <p:nvSpPr>
          <p:cNvPr id="2" name="Rectangle 1"/>
          <p:cNvSpPr/>
          <p:nvPr/>
        </p:nvSpPr>
        <p:spPr>
          <a:xfrm>
            <a:off x="1524529" y="35936"/>
            <a:ext cx="9146117" cy="584904"/>
          </a:xfrm>
          <a:prstGeom prst="rect">
            <a:avLst/>
          </a:prstGeom>
        </p:spPr>
        <p:txBody>
          <a:bodyPr wrap="square">
            <a:spAutoFit/>
          </a:bodyPr>
          <a:lstStyle/>
          <a:p>
            <a:pPr algn="ctr" defTabSz="914583" fontAlgn="base">
              <a:spcBef>
                <a:spcPct val="0"/>
              </a:spcBef>
              <a:spcAft>
                <a:spcPct val="0"/>
              </a:spcAft>
              <a:defRPr/>
            </a:pPr>
            <a:r>
              <a:rPr lang="en-US" altLang="en-US" sz="3201" b="1" u="sng" dirty="0" err="1">
                <a:solidFill>
                  <a:prstClr val="black"/>
                </a:solidFill>
                <a:latin typeface="Calibri"/>
                <a:cs typeface="Arial" panose="020B0604020202020204" pitchFamily="34" charset="0"/>
              </a:rPr>
              <a:t>Samarasya</a:t>
            </a:r>
            <a:r>
              <a:rPr lang="en-US" altLang="en-US" sz="3201" b="1" u="sng" dirty="0">
                <a:solidFill>
                  <a:prstClr val="black"/>
                </a:solidFill>
                <a:latin typeface="Calibri"/>
                <a:cs typeface="Arial" panose="020B0604020202020204" pitchFamily="34" charset="0"/>
              </a:rPr>
              <a:t> Prayer for Harmony-Rig Veda</a:t>
            </a:r>
            <a:endParaRPr lang="en-US" altLang="en-US" sz="3201" b="1" u="sng" dirty="0">
              <a:solidFill>
                <a:prstClr val="black"/>
              </a:solidFill>
              <a:latin typeface="AGaramond Bold" pitchFamily="18" charset="0"/>
              <a:cs typeface="Arial" panose="020B0604020202020204" pitchFamily="34" charset="0"/>
            </a:endParaRPr>
          </a:p>
        </p:txBody>
      </p:sp>
      <p:sp>
        <p:nvSpPr>
          <p:cNvPr id="3" name="Rectangle 2"/>
          <p:cNvSpPr/>
          <p:nvPr/>
        </p:nvSpPr>
        <p:spPr>
          <a:xfrm>
            <a:off x="1524529" y="1444177"/>
            <a:ext cx="9146117" cy="5695534"/>
          </a:xfrm>
          <a:prstGeom prst="rect">
            <a:avLst/>
          </a:prstGeom>
        </p:spPr>
        <p:txBody>
          <a:bodyPr wrap="square">
            <a:spAutoFit/>
          </a:bodyPr>
          <a:lstStyle/>
          <a:p>
            <a:pPr algn="ctr" defTabSz="914583">
              <a:defRPr/>
            </a:pPr>
            <a:r>
              <a:rPr lang="en-US" sz="2801" dirty="0">
                <a:solidFill>
                  <a:prstClr val="black"/>
                </a:solidFill>
                <a:latin typeface="Sanskrit 99" pitchFamily="2" charset="0"/>
                <a:cs typeface="Arial" panose="020B0604020202020204" pitchFamily="34" charset="0"/>
              </a:rPr>
              <a:t>s&lt;</a:t>
            </a:r>
            <a:r>
              <a:rPr lang="en-US" sz="2801" dirty="0" err="1">
                <a:solidFill>
                  <a:prstClr val="black"/>
                </a:solidFill>
                <a:latin typeface="Sanskrit 99" pitchFamily="2" charset="0"/>
                <a:cs typeface="Arial" panose="020B0604020202020204" pitchFamily="34" charset="0"/>
              </a:rPr>
              <a:t>gCDXv</a:t>
            </a:r>
            <a:r>
              <a:rPr lang="en-US" sz="2801" dirty="0">
                <a:solidFill>
                  <a:prstClr val="black"/>
                </a:solidFill>
                <a:latin typeface="Sanskrit 99" pitchFamily="2" charset="0"/>
                <a:cs typeface="Arial" panose="020B0604020202020204" pitchFamily="34" charset="0"/>
              </a:rPr>
              <a:t>&lt; s&lt;</a:t>
            </a:r>
            <a:r>
              <a:rPr lang="en-US" sz="2801" dirty="0" err="1">
                <a:solidFill>
                  <a:prstClr val="black"/>
                </a:solidFill>
                <a:latin typeface="Sanskrit 99" pitchFamily="2" charset="0"/>
                <a:cs typeface="Arial" panose="020B0604020202020204" pitchFamily="34" charset="0"/>
              </a:rPr>
              <a:t>vdXv</a:t>
            </a:r>
            <a:r>
              <a:rPr lang="en-US" sz="2801" dirty="0">
                <a:solidFill>
                  <a:prstClr val="black"/>
                </a:solidFill>
                <a:latin typeface="Sanskrit 99" pitchFamily="2" charset="0"/>
                <a:cs typeface="Arial" panose="020B0604020202020204" pitchFamily="34" charset="0"/>
              </a:rPr>
              <a:t>&lt;</a:t>
            </a:r>
          </a:p>
          <a:p>
            <a:pPr algn="ctr" defTabSz="914583">
              <a:defRPr/>
            </a:pPr>
            <a:r>
              <a:rPr lang="en-US" sz="2801" dirty="0">
                <a:solidFill>
                  <a:prstClr val="black"/>
                </a:solidFill>
                <a:latin typeface="Sanskrit 99" pitchFamily="2" charset="0"/>
                <a:cs typeface="Arial" panose="020B0604020202020204" pitchFamily="34" charset="0"/>
              </a:rPr>
              <a:t>s&lt; </a:t>
            </a:r>
            <a:r>
              <a:rPr lang="en-US" sz="2801" dirty="0" err="1">
                <a:solidFill>
                  <a:prstClr val="black"/>
                </a:solidFill>
                <a:latin typeface="Sanskrit 99" pitchFamily="2" charset="0"/>
                <a:cs typeface="Arial" panose="020B0604020202020204" pitchFamily="34" charset="0"/>
              </a:rPr>
              <a:t>vae</a:t>
            </a:r>
            <a:r>
              <a:rPr lang="en-US" sz="2801" dirty="0">
                <a:solidFill>
                  <a:prstClr val="black"/>
                </a:solidFill>
                <a:latin typeface="Sanskrit 99" pitchFamily="2" charset="0"/>
                <a:cs typeface="Arial" panose="020B0604020202020204" pitchFamily="34" charset="0"/>
              </a:rPr>
              <a:t> </a:t>
            </a:r>
            <a:r>
              <a:rPr lang="en-US" sz="2801" dirty="0" err="1">
                <a:solidFill>
                  <a:prstClr val="black"/>
                </a:solidFill>
                <a:latin typeface="Sanskrit 99" pitchFamily="2" charset="0"/>
                <a:cs typeface="Arial" panose="020B0604020202020204" pitchFamily="34" charset="0"/>
              </a:rPr>
              <a:t>mna</a:t>
            </a:r>
            <a:r>
              <a:rPr lang="en-US" sz="2801" dirty="0">
                <a:solidFill>
                  <a:prstClr val="black"/>
                </a:solidFill>
                <a:latin typeface="Sanskrit 99" pitchFamily="2" charset="0"/>
                <a:cs typeface="Arial" panose="020B0604020202020204" pitchFamily="34" charset="0"/>
              </a:rPr>
              <a:t>&lt;is </a:t>
            </a:r>
            <a:r>
              <a:rPr lang="en-US" sz="2801" dirty="0" err="1">
                <a:solidFill>
                  <a:prstClr val="black"/>
                </a:solidFill>
                <a:latin typeface="Sanskrit 99" pitchFamily="2" charset="0"/>
                <a:cs typeface="Arial" panose="020B0604020202020204" pitchFamily="34" charset="0"/>
              </a:rPr>
              <a:t>jantam</a:t>
            </a:r>
            <a:r>
              <a:rPr lang="en-US" sz="2801" dirty="0">
                <a:solidFill>
                  <a:prstClr val="black"/>
                </a:solidFill>
                <a:latin typeface="Sanskrit 99" pitchFamily="2" charset="0"/>
                <a:cs typeface="Arial" panose="020B0604020202020204" pitchFamily="34" charset="0"/>
              </a:rPr>
              <a:t>! </a:t>
            </a:r>
            <a:r>
              <a:rPr lang="en-US" sz="2801" dirty="0">
                <a:solidFill>
                  <a:prstClr val="black"/>
                </a:solidFill>
                <a:latin typeface="Calibri"/>
                <a:cs typeface="Arial" panose="020B0604020202020204" pitchFamily="34" charset="0"/>
              </a:rPr>
              <a:t>(3)</a:t>
            </a:r>
          </a:p>
          <a:p>
            <a:pPr algn="ctr" defTabSz="914583">
              <a:defRPr/>
            </a:pPr>
            <a:endParaRPr lang="en-US" sz="2801" dirty="0">
              <a:solidFill>
                <a:prstClr val="black"/>
              </a:solidFill>
              <a:latin typeface="Calibri"/>
              <a:cs typeface="Arial" panose="020B0604020202020204" pitchFamily="34" charset="0"/>
            </a:endParaRPr>
          </a:p>
          <a:p>
            <a:pPr algn="ctr" defTabSz="914583">
              <a:defRPr/>
            </a:pPr>
            <a:endParaRPr lang="en-US" sz="2801" dirty="0">
              <a:solidFill>
                <a:prstClr val="black"/>
              </a:solidFill>
              <a:latin typeface="Sanskrit 99" pitchFamily="2" charset="0"/>
              <a:cs typeface="Arial" panose="020B0604020202020204" pitchFamily="34" charset="0"/>
            </a:endParaRPr>
          </a:p>
          <a:p>
            <a:pPr algn="ctr" defTabSz="914583">
              <a:defRPr/>
            </a:pPr>
            <a:r>
              <a:rPr lang="en-US" sz="2801" dirty="0" err="1">
                <a:solidFill>
                  <a:prstClr val="black"/>
                </a:solidFill>
                <a:latin typeface="URW Palladio IT" pitchFamily="2" charset="0"/>
                <a:cs typeface="Arial" panose="020B0604020202020204" pitchFamily="34" charset="0"/>
              </a:rPr>
              <a:t>Saìgacchadhvaà</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saàvadadhvaà</a:t>
            </a:r>
            <a:endParaRPr lang="en-US" sz="2801" dirty="0">
              <a:solidFill>
                <a:prstClr val="black"/>
              </a:solidFill>
              <a:latin typeface="URW Palladio IT" pitchFamily="2" charset="0"/>
              <a:cs typeface="Arial" panose="020B0604020202020204" pitchFamily="34" charset="0"/>
            </a:endParaRPr>
          </a:p>
          <a:p>
            <a:pPr algn="ctr" defTabSz="914583">
              <a:defRPr/>
            </a:pPr>
            <a:r>
              <a:rPr lang="en-US" sz="2801" dirty="0" err="1">
                <a:solidFill>
                  <a:prstClr val="black"/>
                </a:solidFill>
                <a:latin typeface="URW Palladio IT" pitchFamily="2" charset="0"/>
                <a:cs typeface="Arial" panose="020B0604020202020204" pitchFamily="34" charset="0"/>
              </a:rPr>
              <a:t>saà</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vo</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manäàsi</a:t>
            </a:r>
            <a:r>
              <a:rPr lang="en-US" sz="2801" dirty="0">
                <a:solidFill>
                  <a:prstClr val="black"/>
                </a:solidFill>
                <a:latin typeface="URW Palladio IT" pitchFamily="2" charset="0"/>
                <a:cs typeface="Arial" panose="020B0604020202020204" pitchFamily="34" charset="0"/>
              </a:rPr>
              <a:t> </a:t>
            </a:r>
            <a:r>
              <a:rPr lang="en-US" sz="2801" dirty="0" err="1">
                <a:solidFill>
                  <a:prstClr val="black"/>
                </a:solidFill>
                <a:latin typeface="URW Palladio IT" pitchFamily="2" charset="0"/>
                <a:cs typeface="Arial" panose="020B0604020202020204" pitchFamily="34" charset="0"/>
              </a:rPr>
              <a:t>jänatäm</a:t>
            </a:r>
            <a:r>
              <a:rPr lang="en-US" sz="2801" dirty="0">
                <a:solidFill>
                  <a:prstClr val="black"/>
                </a:solidFill>
                <a:latin typeface="URW Palladio IT" pitchFamily="2" charset="0"/>
                <a:cs typeface="Arial" panose="020B0604020202020204" pitchFamily="34" charset="0"/>
              </a:rPr>
              <a:t> (3)</a:t>
            </a:r>
          </a:p>
          <a:p>
            <a:pPr algn="ctr" defTabSz="914583">
              <a:defRPr/>
            </a:pPr>
            <a:endParaRPr lang="en-US" sz="2801" b="1" dirty="0">
              <a:solidFill>
                <a:prstClr val="black"/>
              </a:solidFill>
              <a:latin typeface="BRH Kannada" pitchFamily="2" charset="0"/>
            </a:endParaRPr>
          </a:p>
          <a:p>
            <a:pPr algn="ctr" defTabSz="914583">
              <a:defRPr/>
            </a:pPr>
            <a:endParaRPr lang="en-US" sz="2801" dirty="0">
              <a:solidFill>
                <a:prstClr val="black"/>
              </a:solidFill>
              <a:latin typeface="URW Palladio IT" pitchFamily="2" charset="0"/>
              <a:cs typeface="Arial" panose="020B0604020202020204" pitchFamily="34" charset="0"/>
            </a:endParaRPr>
          </a:p>
          <a:p>
            <a:pPr algn="ctr" defTabSz="914583">
              <a:defRPr/>
            </a:pPr>
            <a:r>
              <a:rPr lang="en-US" sz="2801" dirty="0">
                <a:solidFill>
                  <a:prstClr val="black"/>
                </a:solidFill>
                <a:latin typeface="URW Palladio IT" pitchFamily="2" charset="0"/>
              </a:rPr>
              <a:t>May we move in harmony, speak in one voice; let our minds be in agreement</a:t>
            </a:r>
            <a:endParaRPr lang="en-US" sz="2801" dirty="0">
              <a:solidFill>
                <a:prstClr val="black"/>
              </a:solidFill>
              <a:latin typeface="URW Palladio IT" pitchFamily="2" charset="0"/>
              <a:cs typeface="Arial" panose="020B0604020202020204" pitchFamily="34" charset="0"/>
            </a:endParaRPr>
          </a:p>
          <a:p>
            <a:pPr algn="ctr" defTabSz="914583">
              <a:defRPr/>
            </a:pPr>
            <a:endParaRPr lang="en-US" sz="2801" dirty="0">
              <a:solidFill>
                <a:prstClr val="black"/>
              </a:solidFill>
              <a:latin typeface="URW Palladio IT" pitchFamily="2" charset="0"/>
              <a:cs typeface="Arial" panose="020B0604020202020204" pitchFamily="34" charset="0"/>
            </a:endParaRPr>
          </a:p>
          <a:p>
            <a:pPr algn="ctr" defTabSz="914583">
              <a:defRPr/>
            </a:pPr>
            <a:endParaRPr lang="en-US" sz="2801" dirty="0">
              <a:solidFill>
                <a:prstClr val="black"/>
              </a:solidFill>
              <a:latin typeface="Sanskrit 99" pitchFamily="2" charset="0"/>
              <a:cs typeface="Arial" panose="020B0604020202020204" pitchFamily="34" charset="0"/>
            </a:endParaRPr>
          </a:p>
          <a:p>
            <a:pPr algn="ctr" defTabSz="914583">
              <a:defRPr/>
            </a:pPr>
            <a:endParaRPr lang="en-US" sz="2801" dirty="0">
              <a:solidFill>
                <a:prstClr val="black"/>
              </a:solidFill>
              <a:latin typeface="Calibri"/>
              <a:cs typeface="Arial" panose="020B0604020202020204" pitchFamily="34" charset="0"/>
            </a:endParaRPr>
          </a:p>
        </p:txBody>
      </p:sp>
    </p:spTree>
    <p:extLst>
      <p:ext uri="{BB962C8B-B14F-4D97-AF65-F5344CB8AC3E}">
        <p14:creationId xmlns:p14="http://schemas.microsoft.com/office/powerpoint/2010/main" val="13676848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C:\Documents and Settings\Yoga-Spirituality\Desktop\Maha014.jpg"/>
          <p:cNvPicPr>
            <a:picLocks noChangeAspect="1" noChangeArrowheads="1"/>
          </p:cNvPicPr>
          <p:nvPr/>
        </p:nvPicPr>
        <p:blipFill>
          <a:blip r:embed="rId2">
            <a:lum bright="20000"/>
          </a:blip>
          <a:srcRect/>
          <a:stretch>
            <a:fillRect/>
          </a:stretch>
        </p:blipFill>
        <p:spPr bwMode="auto">
          <a:xfrm>
            <a:off x="354" y="116"/>
            <a:ext cx="12194469" cy="6829222"/>
          </a:xfrm>
          <a:prstGeom prst="rect">
            <a:avLst/>
          </a:prstGeom>
          <a:noFill/>
          <a:ln w="9525">
            <a:noFill/>
            <a:miter lim="800000"/>
            <a:headEnd/>
            <a:tailEnd/>
          </a:ln>
        </p:spPr>
      </p:pic>
      <p:sp>
        <p:nvSpPr>
          <p:cNvPr id="19459" name="Title 1"/>
          <p:cNvSpPr>
            <a:spLocks noGrp="1"/>
          </p:cNvSpPr>
          <p:nvPr>
            <p:ph type="ctrTitle"/>
          </p:nvPr>
        </p:nvSpPr>
        <p:spPr>
          <a:xfrm>
            <a:off x="354" y="116"/>
            <a:ext cx="12194469" cy="6829222"/>
          </a:xfrm>
        </p:spPr>
        <p:txBody>
          <a:bodyPr/>
          <a:lstStyle/>
          <a:p>
            <a:pPr eaLnBrk="1" hangingPunct="1">
              <a:lnSpc>
                <a:spcPct val="150000"/>
              </a:lnSpc>
            </a:pPr>
            <a:r>
              <a:rPr lang="en-IN" sz="4268" b="1" dirty="0" err="1">
                <a:solidFill>
                  <a:schemeClr val="tx1">
                    <a:lumMod val="95000"/>
                    <a:lumOff val="5000"/>
                  </a:schemeClr>
                </a:solidFill>
              </a:rPr>
              <a:t>श्रीमद्गोस्वामी-तुलसीदासजी</a:t>
            </a:r>
            <a:r>
              <a:rPr lang="en-IN" sz="4268" b="1" dirty="0">
                <a:solidFill>
                  <a:schemeClr val="tx1">
                    <a:lumMod val="95000"/>
                    <a:lumOff val="5000"/>
                  </a:schemeClr>
                </a:solidFill>
              </a:rPr>
              <a:t> </a:t>
            </a:r>
            <a:r>
              <a:rPr lang="en-IN" sz="4268" b="1" dirty="0" err="1">
                <a:solidFill>
                  <a:schemeClr val="tx1">
                    <a:lumMod val="95000"/>
                    <a:lumOff val="5000"/>
                  </a:schemeClr>
                </a:solidFill>
              </a:rPr>
              <a:t>विरचित</a:t>
            </a:r>
            <a:r>
              <a:rPr lang="en-IN" sz="4268" b="1" dirty="0">
                <a:solidFill>
                  <a:schemeClr val="tx1">
                    <a:lumMod val="95000"/>
                    <a:lumOff val="5000"/>
                  </a:schemeClr>
                </a:solidFill>
              </a:rPr>
              <a:t/>
            </a:r>
            <a:br>
              <a:rPr lang="en-IN" sz="4268" b="1" dirty="0">
                <a:solidFill>
                  <a:schemeClr val="tx1">
                    <a:lumMod val="95000"/>
                    <a:lumOff val="5000"/>
                  </a:schemeClr>
                </a:solidFill>
              </a:rPr>
            </a:br>
            <a:r>
              <a:rPr lang="en-IN" sz="4268" b="1" dirty="0">
                <a:solidFill>
                  <a:schemeClr val="tx1">
                    <a:lumMod val="95000"/>
                    <a:lumOff val="5000"/>
                  </a:schemeClr>
                </a:solidFill>
              </a:rPr>
              <a:t/>
            </a:r>
            <a:br>
              <a:rPr lang="en-IN" sz="4268" b="1" dirty="0">
                <a:solidFill>
                  <a:schemeClr val="tx1">
                    <a:lumMod val="95000"/>
                    <a:lumOff val="5000"/>
                  </a:schemeClr>
                </a:solidFill>
              </a:rPr>
            </a:br>
            <a:r>
              <a:rPr lang="en-IN" sz="4268" b="1" dirty="0">
                <a:solidFill>
                  <a:schemeClr val="tx1">
                    <a:lumMod val="95000"/>
                    <a:lumOff val="5000"/>
                  </a:schemeClr>
                </a:solidFill>
              </a:rPr>
              <a:t/>
            </a:r>
            <a:br>
              <a:rPr lang="en-IN" sz="4268" b="1" dirty="0">
                <a:solidFill>
                  <a:schemeClr val="tx1">
                    <a:lumMod val="95000"/>
                    <a:lumOff val="5000"/>
                  </a:schemeClr>
                </a:solidFill>
              </a:rPr>
            </a:br>
            <a:r>
              <a:rPr lang="en-IN" sz="4268" b="1" dirty="0">
                <a:solidFill>
                  <a:schemeClr val="tx1">
                    <a:lumMod val="95000"/>
                    <a:lumOff val="5000"/>
                  </a:schemeClr>
                </a:solidFill>
              </a:rPr>
              <a:t>॥</a:t>
            </a:r>
            <a:r>
              <a:rPr lang="en-IN" sz="4268" b="1" dirty="0" err="1">
                <a:solidFill>
                  <a:schemeClr val="tx1">
                    <a:lumMod val="95000"/>
                    <a:lumOff val="5000"/>
                  </a:schemeClr>
                </a:solidFill>
              </a:rPr>
              <a:t>श्रीहनुमान</a:t>
            </a:r>
            <a:r>
              <a:rPr lang="en-IN" sz="4268" b="1" dirty="0">
                <a:solidFill>
                  <a:schemeClr val="tx1">
                    <a:lumMod val="95000"/>
                    <a:lumOff val="5000"/>
                  </a:schemeClr>
                </a:solidFill>
              </a:rPr>
              <a:t> </a:t>
            </a:r>
            <a:r>
              <a:rPr lang="en-IN" sz="4268" b="1" dirty="0" err="1">
                <a:solidFill>
                  <a:schemeClr val="tx1">
                    <a:lumMod val="95000"/>
                    <a:lumOff val="5000"/>
                  </a:schemeClr>
                </a:solidFill>
              </a:rPr>
              <a:t>चालीसा</a:t>
            </a:r>
            <a:r>
              <a:rPr lang="en-IN" sz="4268" b="1" dirty="0">
                <a:solidFill>
                  <a:schemeClr val="tx1">
                    <a:lumMod val="95000"/>
                    <a:lumOff val="5000"/>
                  </a:schemeClr>
                </a:solidFill>
              </a:rPr>
              <a:t>॥</a:t>
            </a:r>
            <a:br>
              <a:rPr lang="en-IN" sz="4268" b="1" dirty="0">
                <a:solidFill>
                  <a:schemeClr val="tx1">
                    <a:lumMod val="95000"/>
                    <a:lumOff val="5000"/>
                  </a:schemeClr>
                </a:solidFill>
              </a:rPr>
            </a:br>
            <a:r>
              <a:rPr lang="en-US" sz="4268" b="1" dirty="0">
                <a:solidFill>
                  <a:schemeClr val="tx1">
                    <a:lumMod val="95000"/>
                    <a:lumOff val="5000"/>
                  </a:schemeClr>
                </a:solidFill>
                <a:latin typeface="URW Palladio IT" pitchFamily="2" charset="0"/>
              </a:rPr>
              <a:t>|| </a:t>
            </a:r>
            <a:r>
              <a:rPr lang="en-US" sz="4268" b="1" dirty="0" err="1">
                <a:solidFill>
                  <a:schemeClr val="tx1">
                    <a:lumMod val="95000"/>
                    <a:lumOff val="5000"/>
                  </a:schemeClr>
                </a:solidFill>
                <a:latin typeface="URW Palladio IT" pitchFamily="2" charset="0"/>
              </a:rPr>
              <a:t>Çré</a:t>
            </a:r>
            <a:r>
              <a:rPr lang="en-US" sz="4268" b="1" dirty="0">
                <a:solidFill>
                  <a:schemeClr val="tx1">
                    <a:lumMod val="95000"/>
                    <a:lumOff val="5000"/>
                  </a:schemeClr>
                </a:solidFill>
                <a:latin typeface="URW Palladio IT" pitchFamily="2" charset="0"/>
              </a:rPr>
              <a:t> </a:t>
            </a:r>
            <a:r>
              <a:rPr lang="en-US" sz="4268" b="1" dirty="0" err="1">
                <a:solidFill>
                  <a:schemeClr val="tx1">
                    <a:lumMod val="95000"/>
                    <a:lumOff val="5000"/>
                  </a:schemeClr>
                </a:solidFill>
                <a:latin typeface="URW Palladio IT" pitchFamily="2" charset="0"/>
              </a:rPr>
              <a:t>Hanumäna</a:t>
            </a:r>
            <a:r>
              <a:rPr lang="en-US" sz="4268" b="1" dirty="0">
                <a:solidFill>
                  <a:schemeClr val="tx1">
                    <a:lumMod val="95000"/>
                    <a:lumOff val="5000"/>
                  </a:schemeClr>
                </a:solidFill>
                <a:latin typeface="URW Palladio IT" pitchFamily="2" charset="0"/>
              </a:rPr>
              <a:t> </a:t>
            </a:r>
            <a:r>
              <a:rPr lang="en-US" sz="4268" b="1" dirty="0" err="1">
                <a:solidFill>
                  <a:schemeClr val="tx1">
                    <a:lumMod val="95000"/>
                    <a:lumOff val="5000"/>
                  </a:schemeClr>
                </a:solidFill>
                <a:latin typeface="URW Palladio IT" pitchFamily="2" charset="0"/>
              </a:rPr>
              <a:t>Cälésä</a:t>
            </a:r>
            <a:r>
              <a:rPr lang="en-US" sz="4268" b="1" dirty="0">
                <a:solidFill>
                  <a:schemeClr val="tx1">
                    <a:lumMod val="95000"/>
                    <a:lumOff val="5000"/>
                  </a:schemeClr>
                </a:solidFill>
                <a:latin typeface="URW Palladio IT" pitchFamily="2" charset="0"/>
              </a:rPr>
              <a:t> || </a:t>
            </a:r>
            <a:br>
              <a:rPr lang="en-US" sz="4268" b="1" dirty="0">
                <a:solidFill>
                  <a:schemeClr val="tx1">
                    <a:lumMod val="95000"/>
                    <a:lumOff val="5000"/>
                  </a:schemeClr>
                </a:solidFill>
                <a:latin typeface="URW Palladio IT" pitchFamily="2" charset="0"/>
              </a:rPr>
            </a:br>
            <a:r>
              <a:rPr lang="en-US" sz="4268" b="1" dirty="0">
                <a:solidFill>
                  <a:schemeClr val="tx1">
                    <a:lumMod val="95000"/>
                    <a:lumOff val="5000"/>
                  </a:schemeClr>
                </a:solidFill>
              </a:rPr>
              <a:t> ॥ </a:t>
            </a:r>
            <a:r>
              <a:rPr lang="en-US" sz="4268" b="1" dirty="0" err="1">
                <a:solidFill>
                  <a:schemeClr val="tx1">
                    <a:lumMod val="95000"/>
                    <a:lumOff val="5000"/>
                  </a:schemeClr>
                </a:solidFill>
              </a:rPr>
              <a:t>ಶ್ರೀ</a:t>
            </a:r>
            <a:r>
              <a:rPr lang="en-US" sz="4268" b="1" dirty="0">
                <a:solidFill>
                  <a:schemeClr val="tx1">
                    <a:lumMod val="95000"/>
                    <a:lumOff val="5000"/>
                  </a:schemeClr>
                </a:solidFill>
              </a:rPr>
              <a:t> </a:t>
            </a:r>
            <a:r>
              <a:rPr lang="en-US" sz="4268" b="1" dirty="0" err="1">
                <a:solidFill>
                  <a:schemeClr val="tx1">
                    <a:lumMod val="95000"/>
                    <a:lumOff val="5000"/>
                  </a:schemeClr>
                </a:solidFill>
              </a:rPr>
              <a:t>ಹನುಮಾ</a:t>
            </a:r>
            <a:r>
              <a:rPr lang="kn-IN" sz="4268" b="1" dirty="0">
                <a:solidFill>
                  <a:schemeClr val="tx1">
                    <a:lumMod val="95000"/>
                    <a:lumOff val="5000"/>
                  </a:schemeClr>
                </a:solidFill>
                <a:ea typeface="Tunga" pitchFamily="2"/>
              </a:rPr>
              <a:t>ನ್</a:t>
            </a:r>
            <a:r>
              <a:rPr lang="en-US" sz="4268" b="1" dirty="0">
                <a:solidFill>
                  <a:schemeClr val="tx1">
                    <a:lumMod val="95000"/>
                    <a:lumOff val="5000"/>
                  </a:schemeClr>
                </a:solidFill>
              </a:rPr>
              <a:t> </a:t>
            </a:r>
            <a:r>
              <a:rPr lang="en-US" sz="4268" b="1" dirty="0" err="1">
                <a:solidFill>
                  <a:schemeClr val="tx1">
                    <a:lumMod val="95000"/>
                    <a:lumOff val="5000"/>
                  </a:schemeClr>
                </a:solidFill>
              </a:rPr>
              <a:t>ಚಾಲೀಸಾ</a:t>
            </a:r>
            <a:r>
              <a:rPr lang="en-US" sz="4268" b="1" dirty="0">
                <a:solidFill>
                  <a:schemeClr val="tx1">
                    <a:lumMod val="95000"/>
                    <a:lumOff val="5000"/>
                  </a:schemeClr>
                </a:solidFill>
              </a:rPr>
              <a:t> ॥</a:t>
            </a:r>
            <a:r>
              <a:rPr lang="en-US" sz="4268" dirty="0">
                <a:solidFill>
                  <a:schemeClr val="tx1">
                    <a:lumMod val="95000"/>
                    <a:lumOff val="5000"/>
                  </a:schemeClr>
                </a:solidFill>
              </a:rPr>
              <a:t/>
            </a:r>
            <a:br>
              <a:rPr lang="en-US" sz="4268" dirty="0">
                <a:solidFill>
                  <a:schemeClr val="tx1">
                    <a:lumMod val="95000"/>
                    <a:lumOff val="5000"/>
                  </a:schemeClr>
                </a:solidFill>
              </a:rPr>
            </a:br>
            <a:endParaRPr lang="en-US" sz="4268" dirty="0">
              <a:solidFill>
                <a:schemeClr val="tx1">
                  <a:lumMod val="95000"/>
                  <a:lumOff val="5000"/>
                </a:schemeClr>
              </a:solidFill>
            </a:endParaRPr>
          </a:p>
        </p:txBody>
      </p:sp>
    </p:spTree>
    <p:extLst>
      <p:ext uri="{BB962C8B-B14F-4D97-AF65-F5344CB8AC3E}">
        <p14:creationId xmlns:p14="http://schemas.microsoft.com/office/powerpoint/2010/main" val="40910071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p:cNvSpPr>
            <a:spLocks noGrp="1"/>
          </p:cNvSpPr>
          <p:nvPr>
            <p:ph idx="1"/>
          </p:nvPr>
        </p:nvSpPr>
        <p:spPr>
          <a:xfrm>
            <a:off x="1981955" y="2743856"/>
            <a:ext cx="8231266" cy="1067016"/>
          </a:xfrm>
        </p:spPr>
        <p:txBody>
          <a:bodyPr/>
          <a:lstStyle/>
          <a:p>
            <a:pPr algn="ctr" eaLnBrk="1" hangingPunct="1">
              <a:buFont typeface="Arial" charset="0"/>
              <a:buNone/>
            </a:pPr>
            <a:r>
              <a:rPr lang="en-IN" sz="5401" b="1">
                <a:latin typeface="Aparajita" pitchFamily="34" charset="0"/>
                <a:ea typeface="Aparajita" pitchFamily="34" charset="0"/>
                <a:cs typeface="Aparajita" pitchFamily="34" charset="0"/>
              </a:rPr>
              <a:t>॥ दोहा ॥ </a:t>
            </a:r>
            <a:r>
              <a:rPr lang="en-IN" sz="5401" b="1"/>
              <a:t>- </a:t>
            </a:r>
            <a:r>
              <a:rPr lang="en-US" sz="5401" b="1">
                <a:latin typeface="URW Palladio IT" pitchFamily="2" charset="0"/>
              </a:rPr>
              <a:t>DOHÄ - </a:t>
            </a:r>
            <a:r>
              <a:rPr lang="kn-IN" sz="5401" b="1">
                <a:ea typeface="Tunga" pitchFamily="2"/>
              </a:rPr>
              <a:t>ದೋಹಾ</a:t>
            </a:r>
            <a:endParaRPr lang="en-US" sz="5401" b="1">
              <a:latin typeface="URW Palladio IT" pitchFamily="2" charset="0"/>
            </a:endParaRPr>
          </a:p>
          <a:p>
            <a:pPr algn="ctr" eaLnBrk="1" hangingPunct="1"/>
            <a:endParaRPr lang="en-US" sz="5401"/>
          </a:p>
        </p:txBody>
      </p:sp>
    </p:spTree>
    <p:extLst>
      <p:ext uri="{BB962C8B-B14F-4D97-AF65-F5344CB8AC3E}">
        <p14:creationId xmlns:p14="http://schemas.microsoft.com/office/powerpoint/2010/main" val="429237557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ChangeArrowheads="1"/>
          </p:cNvSpPr>
          <p:nvPr/>
        </p:nvSpPr>
        <p:spPr bwMode="auto">
          <a:xfrm>
            <a:off x="1524662" y="-76114"/>
            <a:ext cx="9145853" cy="6757106"/>
          </a:xfrm>
          <a:prstGeom prst="rect">
            <a:avLst/>
          </a:prstGeom>
          <a:noFill/>
          <a:ln w="9525">
            <a:noFill/>
            <a:miter lim="800000"/>
            <a:headEnd/>
            <a:tailEnd/>
          </a:ln>
        </p:spPr>
        <p:txBody>
          <a:bodyPr wrap="square">
            <a:spAutoFit/>
          </a:bodyPr>
          <a:lstStyle/>
          <a:p>
            <a:pPr algn="just" defTabSz="914522"/>
            <a:endParaRPr lang="en-IN" sz="700" b="1" dirty="0">
              <a:solidFill>
                <a:prstClr val="black"/>
              </a:solidFill>
              <a:latin typeface="Aparajita" pitchFamily="34" charset="0"/>
            </a:endParaRPr>
          </a:p>
          <a:p>
            <a:pPr algn="just" defTabSz="914522"/>
            <a:endParaRPr lang="en-IN" sz="10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श्रीगुरु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चरन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सरोज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रज</a:t>
            </a:r>
            <a:r>
              <a:rPr lang="en-IN" sz="4001" b="1" dirty="0">
                <a:solidFill>
                  <a:prstClr val="black"/>
                </a:solidFill>
                <a:latin typeface="Aparajita" pitchFamily="34" charset="0"/>
              </a:rPr>
              <a:t> </a:t>
            </a:r>
          </a:p>
          <a:p>
            <a:pPr algn="ctr" defTabSz="914522"/>
            <a:r>
              <a:rPr lang="en-IN" sz="4001" b="1" dirty="0" err="1">
                <a:solidFill>
                  <a:prstClr val="black"/>
                </a:solidFill>
                <a:latin typeface="Aparajita" pitchFamily="34" charset="0"/>
              </a:rPr>
              <a:t>निज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मुकुरु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सुधारि</a:t>
            </a:r>
            <a:r>
              <a:rPr lang="en-IN" sz="4001" b="1" dirty="0">
                <a:solidFill>
                  <a:prstClr val="black"/>
                </a:solidFill>
                <a:latin typeface="Aparajita" pitchFamily="34" charset="0"/>
              </a:rPr>
              <a:t> ।</a:t>
            </a:r>
          </a:p>
          <a:p>
            <a:pPr algn="ctr" defTabSz="914522"/>
            <a:r>
              <a:rPr lang="en-IN" sz="4001" b="1" dirty="0">
                <a:solidFill>
                  <a:prstClr val="black"/>
                </a:solidFill>
                <a:latin typeface="Aparajita" pitchFamily="34" charset="0"/>
              </a:rPr>
              <a:t/>
            </a:r>
            <a:br>
              <a:rPr lang="en-IN" sz="4001" b="1" dirty="0">
                <a:solidFill>
                  <a:prstClr val="black"/>
                </a:solidFill>
                <a:latin typeface="Aparajita" pitchFamily="34" charset="0"/>
              </a:rPr>
            </a:br>
            <a:r>
              <a:rPr lang="en-US" sz="3601" b="1" dirty="0" err="1">
                <a:solidFill>
                  <a:prstClr val="black"/>
                </a:solidFill>
                <a:latin typeface="URW Palladio IT" pitchFamily="2" charset="0"/>
              </a:rPr>
              <a:t>Çréguru</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Carana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Saroja</a:t>
            </a:r>
            <a:r>
              <a:rPr lang="en-US" sz="3601" b="1" dirty="0">
                <a:solidFill>
                  <a:prstClr val="black"/>
                </a:solidFill>
                <a:latin typeface="URW Palladio IT" pitchFamily="2" charset="0"/>
              </a:rPr>
              <a:t> Raja </a:t>
            </a:r>
          </a:p>
          <a:p>
            <a:pPr algn="ctr" defTabSz="914522"/>
            <a:r>
              <a:rPr lang="en-US" sz="3601" b="1" dirty="0" err="1">
                <a:solidFill>
                  <a:prstClr val="black"/>
                </a:solidFill>
                <a:latin typeface="URW Palladio IT" pitchFamily="2" charset="0"/>
              </a:rPr>
              <a:t>Nija</a:t>
            </a:r>
            <a:r>
              <a:rPr lang="en-US" sz="3601" b="1" dirty="0">
                <a:solidFill>
                  <a:prstClr val="black"/>
                </a:solidFill>
                <a:latin typeface="URW Palladio IT" pitchFamily="2" charset="0"/>
              </a:rPr>
              <a:t> Manu </a:t>
            </a:r>
            <a:r>
              <a:rPr lang="en-US" sz="3601" b="1" dirty="0" err="1">
                <a:solidFill>
                  <a:prstClr val="black"/>
                </a:solidFill>
                <a:latin typeface="URW Palladio IT" pitchFamily="2" charset="0"/>
              </a:rPr>
              <a:t>Mukuru</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Sudhäri</a:t>
            </a:r>
            <a:r>
              <a:rPr lang="en-US" sz="3601" b="1" dirty="0">
                <a:solidFill>
                  <a:prstClr val="black"/>
                </a:solidFill>
                <a:latin typeface="URW Palladio IT" pitchFamily="2" charset="0"/>
              </a:rPr>
              <a:t> |</a:t>
            </a:r>
          </a:p>
          <a:p>
            <a:pPr algn="ctr" defTabSz="914522"/>
            <a:r>
              <a:rPr lang="en-US" sz="4001" b="1" dirty="0">
                <a:solidFill>
                  <a:prstClr val="black"/>
                </a:solidFill>
                <a:latin typeface="URW Palladio IT" pitchFamily="2" charset="0"/>
              </a:rPr>
              <a:t> </a:t>
            </a:r>
          </a:p>
          <a:p>
            <a:pPr algn="ctr" defTabSz="914522"/>
            <a:r>
              <a:rPr lang="en-US" sz="4001" b="1" dirty="0" err="1">
                <a:solidFill>
                  <a:prstClr val="black"/>
                </a:solidFill>
                <a:latin typeface="Calibri" pitchFamily="34" charset="0"/>
              </a:rPr>
              <a:t>ಶ್ರೀ</a:t>
            </a:r>
            <a:r>
              <a:rPr lang="en-US" sz="4001" b="1" dirty="0">
                <a:solidFill>
                  <a:prstClr val="black"/>
                </a:solidFill>
                <a:latin typeface="Calibri" pitchFamily="34" charset="0"/>
              </a:rPr>
              <a:t> </a:t>
            </a:r>
            <a:r>
              <a:rPr lang="en-US" sz="4001" b="1" dirty="0" err="1">
                <a:solidFill>
                  <a:prstClr val="black"/>
                </a:solidFill>
                <a:latin typeface="Calibri" pitchFamily="34" charset="0"/>
              </a:rPr>
              <a:t>ಗುರು</a:t>
            </a:r>
            <a:r>
              <a:rPr lang="en-US" sz="4001" b="1" dirty="0">
                <a:solidFill>
                  <a:prstClr val="black"/>
                </a:solidFill>
                <a:latin typeface="Calibri" pitchFamily="34" charset="0"/>
              </a:rPr>
              <a:t> </a:t>
            </a:r>
            <a:r>
              <a:rPr lang="en-US" sz="4001" b="1" dirty="0" err="1">
                <a:solidFill>
                  <a:prstClr val="black"/>
                </a:solidFill>
                <a:latin typeface="Calibri" pitchFamily="34" charset="0"/>
              </a:rPr>
              <a:t>ಚರನ</a:t>
            </a:r>
            <a:r>
              <a:rPr lang="en-US" sz="4001" b="1" dirty="0">
                <a:solidFill>
                  <a:prstClr val="black"/>
                </a:solidFill>
                <a:latin typeface="Calibri" pitchFamily="34" charset="0"/>
              </a:rPr>
              <a:t> </a:t>
            </a:r>
            <a:r>
              <a:rPr lang="en-US" sz="4001" b="1" dirty="0" err="1">
                <a:solidFill>
                  <a:prstClr val="black"/>
                </a:solidFill>
                <a:latin typeface="Calibri" pitchFamily="34" charset="0"/>
              </a:rPr>
              <a:t>ಸರೋಜ</a:t>
            </a:r>
            <a:r>
              <a:rPr lang="en-US" sz="4001" b="1" dirty="0">
                <a:solidFill>
                  <a:prstClr val="black"/>
                </a:solidFill>
                <a:latin typeface="Calibri" pitchFamily="34" charset="0"/>
              </a:rPr>
              <a:t> </a:t>
            </a:r>
            <a:r>
              <a:rPr lang="en-US" sz="4001" b="1" dirty="0" err="1">
                <a:solidFill>
                  <a:prstClr val="black"/>
                </a:solidFill>
                <a:latin typeface="Calibri" pitchFamily="34" charset="0"/>
              </a:rPr>
              <a:t>ರಜ</a:t>
            </a:r>
            <a:r>
              <a:rPr lang="en-US" sz="4001" b="1" dirty="0">
                <a:solidFill>
                  <a:prstClr val="black"/>
                </a:solidFill>
                <a:latin typeface="Calibri" pitchFamily="34" charset="0"/>
              </a:rPr>
              <a:t> </a:t>
            </a:r>
          </a:p>
          <a:p>
            <a:pPr algn="ctr" defTabSz="914522"/>
            <a:r>
              <a:rPr lang="en-US" sz="4001" b="1" dirty="0" err="1">
                <a:solidFill>
                  <a:prstClr val="black"/>
                </a:solidFill>
                <a:latin typeface="Calibri" pitchFamily="34" charset="0"/>
              </a:rPr>
              <a:t>ನಿಜ</a:t>
            </a:r>
            <a:r>
              <a:rPr lang="en-US" sz="4001" b="1" dirty="0">
                <a:solidFill>
                  <a:prstClr val="black"/>
                </a:solidFill>
                <a:latin typeface="Calibri" pitchFamily="34" charset="0"/>
              </a:rPr>
              <a:t> </a:t>
            </a:r>
            <a:r>
              <a:rPr lang="en-US" sz="4001" b="1" dirty="0" err="1">
                <a:solidFill>
                  <a:prstClr val="black"/>
                </a:solidFill>
                <a:latin typeface="Calibri" pitchFamily="34" charset="0"/>
              </a:rPr>
              <a:t>ಮನು</a:t>
            </a:r>
            <a:r>
              <a:rPr lang="en-US" sz="4001" b="1" dirty="0">
                <a:solidFill>
                  <a:prstClr val="black"/>
                </a:solidFill>
                <a:latin typeface="Calibri" pitchFamily="34" charset="0"/>
              </a:rPr>
              <a:t> </a:t>
            </a:r>
            <a:r>
              <a:rPr lang="kn-IN" sz="4001" b="1" dirty="0">
                <a:solidFill>
                  <a:prstClr val="black"/>
                </a:solidFill>
                <a:latin typeface="Calibri" pitchFamily="34" charset="0"/>
                <a:ea typeface="Tunga" pitchFamily="2"/>
                <a:cs typeface="Tunga" pitchFamily="2"/>
              </a:rPr>
              <a:t>ಮುಕುರು </a:t>
            </a:r>
            <a:r>
              <a:rPr lang="en-US" sz="4001" b="1" dirty="0" err="1">
                <a:solidFill>
                  <a:prstClr val="black"/>
                </a:solidFill>
                <a:latin typeface="Calibri" pitchFamily="34" charset="0"/>
              </a:rPr>
              <a:t>ಸುಧಾರಿ</a:t>
            </a:r>
            <a:r>
              <a:rPr lang="en-US" sz="4001" b="1" dirty="0">
                <a:solidFill>
                  <a:prstClr val="black"/>
                </a:solidFill>
                <a:latin typeface="Calibri" pitchFamily="34" charset="0"/>
              </a:rPr>
              <a:t> ।</a:t>
            </a:r>
          </a:p>
          <a:p>
            <a:pPr algn="ctr" defTabSz="914522"/>
            <a:endParaRPr lang="en-IN" sz="800" b="1" dirty="0">
              <a:solidFill>
                <a:prstClr val="black"/>
              </a:solidFill>
              <a:latin typeface="Palatino Linotype" pitchFamily="18" charset="0"/>
            </a:endParaRPr>
          </a:p>
          <a:p>
            <a:pPr algn="ctr" defTabSz="914522"/>
            <a:endParaRPr lang="en-US" sz="3201" b="1" dirty="0">
              <a:solidFill>
                <a:prstClr val="black"/>
              </a:solidFill>
              <a:latin typeface="Palatino Linotype" pitchFamily="18" charset="0"/>
            </a:endParaRPr>
          </a:p>
          <a:p>
            <a:pPr algn="ctr" defTabSz="914522"/>
            <a:r>
              <a:rPr lang="en-US" sz="3201" b="1" dirty="0">
                <a:solidFill>
                  <a:prstClr val="black"/>
                </a:solidFill>
                <a:latin typeface="Palatino Linotype" pitchFamily="18" charset="0"/>
              </a:rPr>
              <a:t>With the dust of Guru's Lotus feet, I  </a:t>
            </a:r>
          </a:p>
          <a:p>
            <a:pPr algn="ctr" defTabSz="914522"/>
            <a:r>
              <a:rPr lang="en-US" sz="3201" b="1" dirty="0">
                <a:solidFill>
                  <a:prstClr val="black"/>
                </a:solidFill>
                <a:latin typeface="Palatino Linotype" pitchFamily="18" charset="0"/>
              </a:rPr>
              <a:t>clean the  mirror of my mind</a:t>
            </a:r>
            <a:endParaRPr lang="en-IN" sz="3201" b="1" dirty="0">
              <a:solidFill>
                <a:prstClr val="black"/>
              </a:solidFill>
              <a:latin typeface="Palatino Linotype" pitchFamily="18" charset="0"/>
            </a:endParaRPr>
          </a:p>
        </p:txBody>
      </p:sp>
    </p:spTree>
    <p:extLst>
      <p:ext uri="{BB962C8B-B14F-4D97-AF65-F5344CB8AC3E}">
        <p14:creationId xmlns:p14="http://schemas.microsoft.com/office/powerpoint/2010/main" val="37292421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ChangeArrowheads="1"/>
          </p:cNvSpPr>
          <p:nvPr/>
        </p:nvSpPr>
        <p:spPr bwMode="auto">
          <a:xfrm>
            <a:off x="1524662" y="113"/>
            <a:ext cx="9145853" cy="6941900"/>
          </a:xfrm>
          <a:prstGeom prst="rect">
            <a:avLst/>
          </a:prstGeom>
          <a:noFill/>
          <a:ln w="9525">
            <a:noFill/>
            <a:miter lim="800000"/>
            <a:headEnd/>
            <a:tailEnd/>
          </a:ln>
        </p:spPr>
        <p:txBody>
          <a:bodyPr>
            <a:spAutoFit/>
          </a:bodyPr>
          <a:lstStyle/>
          <a:p>
            <a:pPr algn="ctr" defTabSz="914522"/>
            <a:endParaRPr lang="en-IN" sz="700" dirty="0">
              <a:solidFill>
                <a:prstClr val="black"/>
              </a:solidFill>
              <a:latin typeface="Aparajita" pitchFamily="34" charset="0"/>
            </a:endParaRPr>
          </a:p>
          <a:p>
            <a:pPr algn="ctr" defTabSz="914522"/>
            <a:endParaRPr lang="en-IN" sz="10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बरनउँ</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रघुबर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बिमल</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जसु</a:t>
            </a:r>
            <a:r>
              <a:rPr lang="en-IN" sz="4001" b="1" dirty="0">
                <a:solidFill>
                  <a:prstClr val="black"/>
                </a:solidFill>
                <a:latin typeface="Aparajita" pitchFamily="34" charset="0"/>
              </a:rPr>
              <a:t> </a:t>
            </a:r>
          </a:p>
          <a:p>
            <a:pPr algn="ctr" defTabSz="914522"/>
            <a:r>
              <a:rPr lang="en-IN" sz="4001" b="1" dirty="0" err="1">
                <a:solidFill>
                  <a:prstClr val="black"/>
                </a:solidFill>
                <a:latin typeface="Aparajita" pitchFamily="34" charset="0"/>
              </a:rPr>
              <a:t>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दायकु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फल</a:t>
            </a:r>
            <a:r>
              <a:rPr lang="en-IN" sz="4001" b="1" dirty="0">
                <a:solidFill>
                  <a:prstClr val="black"/>
                </a:solidFill>
                <a:latin typeface="Aparajita" pitchFamily="34" charset="0"/>
              </a:rPr>
              <a:t> </a:t>
            </a:r>
            <a:r>
              <a:rPr lang="en-IN" sz="4001" b="1" dirty="0" err="1">
                <a:solidFill>
                  <a:prstClr val="black"/>
                </a:solidFill>
                <a:latin typeface="Aparajita" pitchFamily="34" charset="0"/>
              </a:rPr>
              <a:t>चारि</a:t>
            </a:r>
            <a:r>
              <a:rPr lang="en-IN" sz="4001" b="1" dirty="0">
                <a:solidFill>
                  <a:prstClr val="black"/>
                </a:solidFill>
                <a:latin typeface="Aparajita" pitchFamily="34" charset="0"/>
              </a:rPr>
              <a:t> ॥</a:t>
            </a:r>
          </a:p>
          <a:p>
            <a:pPr algn="ctr" defTabSz="914522"/>
            <a:endParaRPr lang="en-US" sz="40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Baranaüð</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Raghubara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Bimala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Jasu</a:t>
            </a:r>
            <a:r>
              <a:rPr lang="en-US" sz="3601" b="1" dirty="0">
                <a:solidFill>
                  <a:prstClr val="black"/>
                </a:solidFill>
                <a:latin typeface="URW Palladio IT" pitchFamily="2" charset="0"/>
              </a:rPr>
              <a:t> </a:t>
            </a:r>
          </a:p>
          <a:p>
            <a:pPr algn="ctr" defTabSz="914522"/>
            <a:r>
              <a:rPr lang="en-US" sz="3601" b="1" dirty="0">
                <a:solidFill>
                  <a:prstClr val="black"/>
                </a:solidFill>
                <a:latin typeface="URW Palladio IT" pitchFamily="2" charset="0"/>
              </a:rPr>
              <a:t>Jo </a:t>
            </a:r>
            <a:r>
              <a:rPr lang="en-US" sz="3601" b="1" dirty="0" err="1">
                <a:solidFill>
                  <a:prstClr val="black"/>
                </a:solidFill>
                <a:latin typeface="URW Palladio IT" pitchFamily="2" charset="0"/>
              </a:rPr>
              <a:t>Däyaku</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Phala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Cäri</a:t>
            </a:r>
            <a:r>
              <a:rPr lang="en-US" sz="3601" b="1" dirty="0">
                <a:solidFill>
                  <a:prstClr val="black"/>
                </a:solidFill>
                <a:latin typeface="URW Palladio IT" pitchFamily="2" charset="0"/>
              </a:rPr>
              <a:t> || - D1</a:t>
            </a:r>
            <a:r>
              <a:rPr lang="en-US" sz="4001" b="1" dirty="0">
                <a:solidFill>
                  <a:prstClr val="black"/>
                </a:solidFill>
                <a:latin typeface="URW Palladio IT" pitchFamily="2" charset="0"/>
              </a:rPr>
              <a:t> </a:t>
            </a:r>
          </a:p>
          <a:p>
            <a:pPr algn="ctr" defTabSz="914522"/>
            <a:endParaRPr lang="en-US" sz="4001" b="1" dirty="0">
              <a:solidFill>
                <a:prstClr val="black"/>
              </a:solidFill>
              <a:latin typeface="URW Palladio IT" pitchFamily="2" charset="0"/>
            </a:endParaRPr>
          </a:p>
          <a:p>
            <a:pPr algn="ctr" defTabSz="914522"/>
            <a:r>
              <a:rPr lang="en-US" sz="4001" b="1" dirty="0" err="1">
                <a:solidFill>
                  <a:prstClr val="black"/>
                </a:solidFill>
                <a:latin typeface="Calibri" pitchFamily="34" charset="0"/>
              </a:rPr>
              <a:t>ಬರನಊ</a:t>
            </a:r>
            <a:r>
              <a:rPr lang="en-US" sz="4001" b="1" dirty="0">
                <a:solidFill>
                  <a:prstClr val="black"/>
                </a:solidFill>
                <a:latin typeface="Calibri" pitchFamily="34" charset="0"/>
              </a:rPr>
              <a:t> </a:t>
            </a:r>
            <a:r>
              <a:rPr lang="en-US" sz="4001" b="1" dirty="0" err="1">
                <a:solidFill>
                  <a:prstClr val="black"/>
                </a:solidFill>
                <a:latin typeface="Calibri" pitchFamily="34" charset="0"/>
              </a:rPr>
              <a:t>ರಘುಬರ</a:t>
            </a:r>
            <a:r>
              <a:rPr lang="en-US" sz="4001" b="1" dirty="0">
                <a:solidFill>
                  <a:prstClr val="black"/>
                </a:solidFill>
                <a:latin typeface="Calibri" pitchFamily="34" charset="0"/>
              </a:rPr>
              <a:t> </a:t>
            </a:r>
            <a:r>
              <a:rPr lang="en-US" sz="4001" b="1" dirty="0" err="1">
                <a:solidFill>
                  <a:prstClr val="black"/>
                </a:solidFill>
                <a:latin typeface="Calibri" pitchFamily="34" charset="0"/>
              </a:rPr>
              <a:t>ಬಿಮಲ</a:t>
            </a:r>
            <a:r>
              <a:rPr lang="en-US" sz="4001" b="1" dirty="0">
                <a:solidFill>
                  <a:prstClr val="black"/>
                </a:solidFill>
                <a:latin typeface="Calibri" pitchFamily="34" charset="0"/>
              </a:rPr>
              <a:t> </a:t>
            </a:r>
            <a:r>
              <a:rPr lang="en-US" sz="4001" b="1" dirty="0" err="1">
                <a:solidFill>
                  <a:prstClr val="black"/>
                </a:solidFill>
                <a:latin typeface="Calibri" pitchFamily="34" charset="0"/>
              </a:rPr>
              <a:t>ಜಸು</a:t>
            </a:r>
            <a:endParaRPr lang="en-US" sz="4001" b="1" dirty="0">
              <a:solidFill>
                <a:prstClr val="black"/>
              </a:solidFill>
              <a:latin typeface="Calibri" pitchFamily="34" charset="0"/>
            </a:endParaRPr>
          </a:p>
          <a:p>
            <a:pPr algn="ctr" defTabSz="914522"/>
            <a:r>
              <a:rPr lang="en-US" sz="4001" b="1" dirty="0" err="1">
                <a:solidFill>
                  <a:prstClr val="black"/>
                </a:solidFill>
                <a:latin typeface="Calibri" pitchFamily="34" charset="0"/>
              </a:rPr>
              <a:t>ಜೋ</a:t>
            </a:r>
            <a:r>
              <a:rPr lang="en-US" sz="4001" b="1" dirty="0">
                <a:solidFill>
                  <a:prstClr val="black"/>
                </a:solidFill>
                <a:latin typeface="Calibri" pitchFamily="34" charset="0"/>
              </a:rPr>
              <a:t> </a:t>
            </a:r>
            <a:r>
              <a:rPr lang="en-US" sz="4001" b="1" dirty="0" err="1">
                <a:solidFill>
                  <a:prstClr val="black"/>
                </a:solidFill>
                <a:latin typeface="Calibri" pitchFamily="34" charset="0"/>
              </a:rPr>
              <a:t>ದಾಯಕು</a:t>
            </a:r>
            <a:r>
              <a:rPr lang="en-US" sz="4001" b="1" dirty="0">
                <a:solidFill>
                  <a:prstClr val="black"/>
                </a:solidFill>
                <a:latin typeface="Calibri" pitchFamily="34" charset="0"/>
              </a:rPr>
              <a:t> </a:t>
            </a:r>
            <a:r>
              <a:rPr lang="en-US" sz="4001" b="1" dirty="0" err="1">
                <a:solidFill>
                  <a:prstClr val="black"/>
                </a:solidFill>
                <a:latin typeface="Calibri" pitchFamily="34" charset="0"/>
              </a:rPr>
              <a:t>ಫಲ</a:t>
            </a:r>
            <a:r>
              <a:rPr lang="en-US" sz="4001" b="1" dirty="0">
                <a:solidFill>
                  <a:prstClr val="black"/>
                </a:solidFill>
                <a:latin typeface="Calibri" pitchFamily="34" charset="0"/>
              </a:rPr>
              <a:t> </a:t>
            </a:r>
            <a:r>
              <a:rPr lang="en-US" sz="4001" b="1" dirty="0" err="1">
                <a:solidFill>
                  <a:prstClr val="black"/>
                </a:solidFill>
                <a:latin typeface="Calibri" pitchFamily="34" charset="0"/>
              </a:rPr>
              <a:t>ಚಾರಿ</a:t>
            </a:r>
            <a:r>
              <a:rPr lang="en-US" sz="4001" b="1" dirty="0">
                <a:solidFill>
                  <a:prstClr val="black"/>
                </a:solidFill>
                <a:latin typeface="Calibri" pitchFamily="34" charset="0"/>
              </a:rPr>
              <a:t> ॥</a:t>
            </a:r>
            <a:endParaRPr lang="en-US" sz="3601" b="1" dirty="0">
              <a:solidFill>
                <a:prstClr val="black"/>
              </a:solidFill>
              <a:latin typeface="URW Palladio IT" pitchFamily="2" charset="0"/>
            </a:endParaRPr>
          </a:p>
          <a:p>
            <a:pPr algn="ctr" defTabSz="914522"/>
            <a:endParaRPr lang="en-US" sz="2801" b="1" dirty="0">
              <a:solidFill>
                <a:prstClr val="black"/>
              </a:solidFill>
              <a:latin typeface="Palatino Linotype" pitchFamily="18" charset="0"/>
            </a:endParaRPr>
          </a:p>
          <a:p>
            <a:pPr algn="ctr" defTabSz="914522"/>
            <a:r>
              <a:rPr lang="en-US" sz="2801" b="1" dirty="0">
                <a:solidFill>
                  <a:prstClr val="black"/>
                </a:solidFill>
                <a:latin typeface="Palatino Linotype" pitchFamily="18" charset="0"/>
              </a:rPr>
              <a:t>And then narrate the sacred glory of Sri Ram Chandra, The Supreme among the </a:t>
            </a:r>
            <a:r>
              <a:rPr lang="en-US" sz="2801" b="1" dirty="0" err="1">
                <a:solidFill>
                  <a:prstClr val="black"/>
                </a:solidFill>
                <a:latin typeface="Palatino Linotype" pitchFamily="18" charset="0"/>
              </a:rPr>
              <a:t>Raghu</a:t>
            </a:r>
            <a:r>
              <a:rPr lang="en-US" sz="2801" b="1" dirty="0">
                <a:solidFill>
                  <a:prstClr val="black"/>
                </a:solidFill>
                <a:latin typeface="Palatino Linotype" pitchFamily="18" charset="0"/>
              </a:rPr>
              <a:t> 	dynasty. The giver of the four attainments of life</a:t>
            </a:r>
            <a:r>
              <a:rPr lang="en-IN" sz="2801" b="1" dirty="0">
                <a:solidFill>
                  <a:prstClr val="black"/>
                </a:solidFill>
                <a:latin typeface="Palatino Linotype" pitchFamily="18" charset="0"/>
              </a:rPr>
              <a:t>.</a:t>
            </a:r>
            <a:r>
              <a:rPr lang="en-US" sz="2801" b="1" dirty="0">
                <a:solidFill>
                  <a:prstClr val="black"/>
                </a:solidFill>
                <a:latin typeface="Palatino Linotype" pitchFamily="18" charset="0"/>
              </a:rPr>
              <a:t>		</a:t>
            </a:r>
            <a:endParaRPr lang="en-IN" sz="2801" b="1" dirty="0">
              <a:solidFill>
                <a:prstClr val="black"/>
              </a:solidFill>
              <a:latin typeface="Palatino Linotype" pitchFamily="18" charset="0"/>
            </a:endParaRPr>
          </a:p>
        </p:txBody>
      </p:sp>
    </p:spTree>
    <p:extLst>
      <p:ext uri="{BB962C8B-B14F-4D97-AF65-F5344CB8AC3E}">
        <p14:creationId xmlns:p14="http://schemas.microsoft.com/office/powerpoint/2010/main" val="35381081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noChangeArrowheads="1"/>
          </p:cNvSpPr>
          <p:nvPr/>
        </p:nvSpPr>
        <p:spPr bwMode="auto">
          <a:xfrm>
            <a:off x="1524662" y="114"/>
            <a:ext cx="9145853" cy="7049494"/>
          </a:xfrm>
          <a:prstGeom prst="rect">
            <a:avLst/>
          </a:prstGeom>
          <a:noFill/>
          <a:ln w="9525">
            <a:noFill/>
            <a:miter lim="800000"/>
            <a:headEnd/>
            <a:tailEnd/>
          </a:ln>
        </p:spPr>
        <p:txBody>
          <a:bodyPr wrap="square">
            <a:spAutoFit/>
          </a:bodyPr>
          <a:lstStyle/>
          <a:p>
            <a:pPr algn="ctr" defTabSz="914522"/>
            <a:endParaRPr lang="en-IN" sz="2400" b="1" dirty="0">
              <a:solidFill>
                <a:prstClr val="black"/>
              </a:solidFill>
              <a:latin typeface="Calibri" pitchFamily="34" charset="0"/>
            </a:endParaRPr>
          </a:p>
          <a:p>
            <a:pPr algn="ctr" defTabSz="914522"/>
            <a:r>
              <a:rPr lang="en-IN" sz="4001" b="1" dirty="0" err="1">
                <a:solidFill>
                  <a:prstClr val="black"/>
                </a:solidFill>
                <a:latin typeface="Aparajita" pitchFamily="34" charset="0"/>
              </a:rPr>
              <a:t>बुद्धिहीन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जानिके</a:t>
            </a:r>
            <a:r>
              <a:rPr lang="en-IN" sz="4001" b="1" dirty="0">
                <a:solidFill>
                  <a:prstClr val="black"/>
                </a:solidFill>
                <a:latin typeface="Aparajita" pitchFamily="34" charset="0"/>
              </a:rPr>
              <a:t> </a:t>
            </a:r>
          </a:p>
          <a:p>
            <a:pPr algn="ctr" defTabSz="914522"/>
            <a:r>
              <a:rPr lang="en-IN" sz="4001" b="1" dirty="0" err="1">
                <a:solidFill>
                  <a:prstClr val="black"/>
                </a:solidFill>
                <a:latin typeface="Aparajita" pitchFamily="34" charset="0"/>
              </a:rPr>
              <a:t>सुमिरौं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पवनकुमार</a:t>
            </a:r>
            <a:r>
              <a:rPr lang="en-IN" sz="4001" b="1" dirty="0">
                <a:solidFill>
                  <a:prstClr val="black"/>
                </a:solidFill>
                <a:latin typeface="Aparajita" pitchFamily="34" charset="0"/>
              </a:rPr>
              <a:t> ।</a:t>
            </a:r>
          </a:p>
          <a:p>
            <a:pPr algn="ctr" defTabSz="914522"/>
            <a:r>
              <a:rPr lang="en-IN" sz="4801" b="1" dirty="0">
                <a:solidFill>
                  <a:prstClr val="black"/>
                </a:solidFill>
                <a:latin typeface="Aparajita" pitchFamily="34" charset="0"/>
              </a:rPr>
              <a:t/>
            </a:r>
            <a:br>
              <a:rPr lang="en-IN" sz="4801" b="1" dirty="0">
                <a:solidFill>
                  <a:prstClr val="black"/>
                </a:solidFill>
                <a:latin typeface="Aparajita" pitchFamily="34" charset="0"/>
              </a:rPr>
            </a:br>
            <a:r>
              <a:rPr lang="en-US" sz="4001" b="1" dirty="0" err="1">
                <a:solidFill>
                  <a:prstClr val="black"/>
                </a:solidFill>
                <a:latin typeface="URW Palladio IT" pitchFamily="2" charset="0"/>
              </a:rPr>
              <a:t>Buddhihéna</a:t>
            </a:r>
            <a:r>
              <a:rPr lang="en-US" sz="4001" b="1" dirty="0">
                <a:solidFill>
                  <a:prstClr val="black"/>
                </a:solidFill>
                <a:latin typeface="URW Palladio IT" pitchFamily="2" charset="0"/>
              </a:rPr>
              <a:t> </a:t>
            </a:r>
            <a:r>
              <a:rPr lang="en-US" sz="4001" b="1" dirty="0" err="1">
                <a:solidFill>
                  <a:prstClr val="black"/>
                </a:solidFill>
                <a:latin typeface="URW Palladio IT" pitchFamily="2" charset="0"/>
              </a:rPr>
              <a:t>Tanu</a:t>
            </a:r>
            <a:r>
              <a:rPr lang="en-US" sz="4001" b="1" dirty="0">
                <a:solidFill>
                  <a:prstClr val="black"/>
                </a:solidFill>
                <a:latin typeface="URW Palladio IT" pitchFamily="2" charset="0"/>
              </a:rPr>
              <a:t> </a:t>
            </a:r>
            <a:r>
              <a:rPr lang="en-US" sz="4001" b="1" dirty="0" err="1">
                <a:solidFill>
                  <a:prstClr val="black"/>
                </a:solidFill>
                <a:latin typeface="URW Palladio IT" pitchFamily="2" charset="0"/>
              </a:rPr>
              <a:t>Jänike</a:t>
            </a:r>
            <a:r>
              <a:rPr lang="en-US" sz="4001" b="1" dirty="0">
                <a:solidFill>
                  <a:prstClr val="black"/>
                </a:solidFill>
                <a:latin typeface="URW Palladio IT" pitchFamily="2" charset="0"/>
              </a:rPr>
              <a:t> </a:t>
            </a:r>
          </a:p>
          <a:p>
            <a:pPr algn="ctr" defTabSz="914522"/>
            <a:r>
              <a:rPr lang="en-US" sz="4001" b="1" dirty="0" err="1">
                <a:solidFill>
                  <a:prstClr val="black"/>
                </a:solidFill>
                <a:latin typeface="URW Palladio IT" pitchFamily="2" charset="0"/>
              </a:rPr>
              <a:t>Sumirauà</a:t>
            </a:r>
            <a:r>
              <a:rPr lang="en-US" sz="4001" b="1" dirty="0">
                <a:solidFill>
                  <a:prstClr val="black"/>
                </a:solidFill>
                <a:latin typeface="URW Palladio IT" pitchFamily="2" charset="0"/>
              </a:rPr>
              <a:t> </a:t>
            </a:r>
            <a:r>
              <a:rPr lang="en-US" sz="4001" b="1" dirty="0" err="1">
                <a:solidFill>
                  <a:prstClr val="black"/>
                </a:solidFill>
                <a:latin typeface="URW Palladio IT" pitchFamily="2" charset="0"/>
              </a:rPr>
              <a:t>Pavanakumära</a:t>
            </a:r>
            <a:r>
              <a:rPr lang="en-US" sz="4001" b="1" dirty="0">
                <a:solidFill>
                  <a:prstClr val="black"/>
                </a:solidFill>
                <a:latin typeface="URW Palladio IT" pitchFamily="2" charset="0"/>
              </a:rPr>
              <a:t> | </a:t>
            </a:r>
          </a:p>
          <a:p>
            <a:pPr algn="ctr" defTabSz="914522"/>
            <a:endParaRPr lang="en-US" sz="4001" b="1" dirty="0">
              <a:solidFill>
                <a:prstClr val="black"/>
              </a:solidFill>
              <a:latin typeface="URW Palladio IT" pitchFamily="2" charset="0"/>
            </a:endParaRPr>
          </a:p>
          <a:p>
            <a:pPr algn="ctr" defTabSz="914522"/>
            <a:r>
              <a:rPr lang="en-US" sz="4001" b="1" dirty="0" err="1">
                <a:solidFill>
                  <a:prstClr val="black"/>
                </a:solidFill>
                <a:latin typeface="Calibri" pitchFamily="34" charset="0"/>
              </a:rPr>
              <a:t>ಬುದ್ಧಿಹೀನ</a:t>
            </a:r>
            <a:r>
              <a:rPr lang="en-US" sz="4001" b="1" dirty="0">
                <a:solidFill>
                  <a:prstClr val="black"/>
                </a:solidFill>
                <a:latin typeface="Calibri" pitchFamily="34" charset="0"/>
              </a:rPr>
              <a:t> </a:t>
            </a:r>
            <a:r>
              <a:rPr lang="en-US" sz="4001" b="1" dirty="0" err="1">
                <a:solidFill>
                  <a:prstClr val="black"/>
                </a:solidFill>
                <a:latin typeface="Calibri" pitchFamily="34" charset="0"/>
              </a:rPr>
              <a:t>ತನು</a:t>
            </a:r>
            <a:r>
              <a:rPr lang="en-US" sz="4001" b="1" dirty="0">
                <a:solidFill>
                  <a:prstClr val="black"/>
                </a:solidFill>
                <a:latin typeface="Calibri" pitchFamily="34" charset="0"/>
              </a:rPr>
              <a:t> </a:t>
            </a:r>
            <a:r>
              <a:rPr lang="en-US" sz="4001" b="1" dirty="0" err="1">
                <a:solidFill>
                  <a:prstClr val="black"/>
                </a:solidFill>
                <a:latin typeface="Calibri" pitchFamily="34" charset="0"/>
              </a:rPr>
              <a:t>ಜಾನಿ</a:t>
            </a:r>
            <a:r>
              <a:rPr lang="en-US" sz="4001" b="1" dirty="0">
                <a:solidFill>
                  <a:prstClr val="black"/>
                </a:solidFill>
                <a:latin typeface="Calibri" pitchFamily="34" charset="0"/>
              </a:rPr>
              <a:t> </a:t>
            </a:r>
            <a:r>
              <a:rPr lang="en-US" sz="4001" b="1" dirty="0" err="1">
                <a:solidFill>
                  <a:prstClr val="black"/>
                </a:solidFill>
                <a:latin typeface="Calibri" pitchFamily="34" charset="0"/>
              </a:rPr>
              <a:t>ಕೇ</a:t>
            </a:r>
            <a:r>
              <a:rPr lang="en-US" sz="4001" b="1" dirty="0">
                <a:solidFill>
                  <a:prstClr val="black"/>
                </a:solidFill>
                <a:latin typeface="Calibri" pitchFamily="34" charset="0"/>
              </a:rPr>
              <a:t> </a:t>
            </a:r>
          </a:p>
          <a:p>
            <a:pPr algn="ctr" defTabSz="914522"/>
            <a:r>
              <a:rPr lang="en-US" sz="4001" b="1" dirty="0" err="1">
                <a:solidFill>
                  <a:prstClr val="black"/>
                </a:solidFill>
                <a:latin typeface="Calibri" pitchFamily="34" charset="0"/>
              </a:rPr>
              <a:t>ಸುಮಿರೌ</a:t>
            </a:r>
            <a:r>
              <a:rPr lang="en-US" sz="4001" b="1" dirty="0">
                <a:solidFill>
                  <a:prstClr val="black"/>
                </a:solidFill>
                <a:latin typeface="Calibri" pitchFamily="34" charset="0"/>
              </a:rPr>
              <a:t> </a:t>
            </a:r>
            <a:r>
              <a:rPr lang="en-US" sz="4001" b="1" dirty="0" err="1">
                <a:solidFill>
                  <a:prstClr val="black"/>
                </a:solidFill>
                <a:latin typeface="Calibri" pitchFamily="34" charset="0"/>
              </a:rPr>
              <a:t>ಪವನ</a:t>
            </a:r>
            <a:r>
              <a:rPr lang="en-US" sz="4001" b="1" dirty="0">
                <a:solidFill>
                  <a:prstClr val="black"/>
                </a:solidFill>
                <a:latin typeface="Calibri" pitchFamily="34" charset="0"/>
              </a:rPr>
              <a:t> </a:t>
            </a:r>
            <a:r>
              <a:rPr lang="en-US" sz="4001" b="1" dirty="0" err="1">
                <a:solidFill>
                  <a:prstClr val="black"/>
                </a:solidFill>
                <a:latin typeface="Calibri" pitchFamily="34" charset="0"/>
              </a:rPr>
              <a:t>ಕುಮಾರ</a:t>
            </a:r>
            <a:r>
              <a:rPr lang="en-US" sz="4001" b="1" dirty="0">
                <a:solidFill>
                  <a:prstClr val="black"/>
                </a:solidFill>
                <a:latin typeface="Calibri" pitchFamily="34" charset="0"/>
              </a:rPr>
              <a:t> ।</a:t>
            </a:r>
          </a:p>
          <a:p>
            <a:pPr algn="ctr" defTabSz="914522"/>
            <a:endParaRPr lang="en-US" sz="4401" b="1" dirty="0">
              <a:solidFill>
                <a:prstClr val="black"/>
              </a:solidFill>
              <a:latin typeface="URW Palladio IT" pitchFamily="2" charset="0"/>
            </a:endParaRPr>
          </a:p>
          <a:p>
            <a:pPr algn="ctr" defTabSz="914522"/>
            <a:r>
              <a:rPr lang="en-US" sz="2801" b="1" dirty="0">
                <a:solidFill>
                  <a:prstClr val="black"/>
                </a:solidFill>
                <a:latin typeface="Palatino Linotype" pitchFamily="18" charset="0"/>
              </a:rPr>
              <a:t>Knowing myself to be ignorant, I urge you, 	O  Hanuman, The son of </a:t>
            </a:r>
            <a:r>
              <a:rPr lang="en-US" sz="2801" b="1" dirty="0" err="1">
                <a:solidFill>
                  <a:prstClr val="black"/>
                </a:solidFill>
                <a:latin typeface="Palatino Linotype" pitchFamily="18" charset="0"/>
              </a:rPr>
              <a:t>Pavan</a:t>
            </a:r>
            <a:r>
              <a:rPr lang="en-US" sz="2801" b="1" dirty="0">
                <a:solidFill>
                  <a:prstClr val="black"/>
                </a:solidFill>
                <a:latin typeface="Palatino Linotype" pitchFamily="18" charset="0"/>
              </a:rPr>
              <a:t>(</a:t>
            </a:r>
            <a:r>
              <a:rPr lang="en-IN" sz="2801" b="1" dirty="0">
                <a:solidFill>
                  <a:prstClr val="black"/>
                </a:solidFill>
                <a:latin typeface="Palatino Linotype" pitchFamily="18" charset="0"/>
              </a:rPr>
              <a:t>Wind</a:t>
            </a:r>
            <a:r>
              <a:rPr lang="en-US" sz="2801" b="1" dirty="0">
                <a:solidFill>
                  <a:prstClr val="black"/>
                </a:solidFill>
                <a:latin typeface="Palatino Linotype" pitchFamily="18" charset="0"/>
              </a:rPr>
              <a:t>) !</a:t>
            </a:r>
          </a:p>
        </p:txBody>
      </p:sp>
    </p:spTree>
    <p:extLst>
      <p:ext uri="{BB962C8B-B14F-4D97-AF65-F5344CB8AC3E}">
        <p14:creationId xmlns:p14="http://schemas.microsoft.com/office/powerpoint/2010/main" val="313662496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ChangeArrowheads="1"/>
          </p:cNvSpPr>
          <p:nvPr/>
        </p:nvSpPr>
        <p:spPr bwMode="auto">
          <a:xfrm>
            <a:off x="1524662" y="97"/>
            <a:ext cx="9145853" cy="6310702"/>
          </a:xfrm>
          <a:prstGeom prst="rect">
            <a:avLst/>
          </a:prstGeom>
          <a:noFill/>
          <a:ln w="9525">
            <a:noFill/>
            <a:miter lim="800000"/>
            <a:headEnd/>
            <a:tailEnd/>
          </a:ln>
        </p:spPr>
        <p:txBody>
          <a:bodyPr wrap="square">
            <a:spAutoFit/>
          </a:bodyPr>
          <a:lstStyle/>
          <a:p>
            <a:pPr defTabSz="914522"/>
            <a:endParaRPr lang="en-IN" sz="2400" b="1" dirty="0">
              <a:solidFill>
                <a:prstClr val="black"/>
              </a:solidFill>
              <a:latin typeface="Calibri" pitchFamily="34" charset="0"/>
            </a:endParaRPr>
          </a:p>
          <a:p>
            <a:pPr algn="ctr" defTabSz="914522"/>
            <a:r>
              <a:rPr lang="en-IN" sz="4001" b="1" dirty="0" err="1">
                <a:solidFill>
                  <a:prstClr val="black"/>
                </a:solidFill>
                <a:latin typeface="Aparajita" pitchFamily="34" charset="0"/>
              </a:rPr>
              <a:t>बल</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बुधि</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बिद्या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मोहिं</a:t>
            </a:r>
            <a:r>
              <a:rPr lang="en-IN" sz="4001" b="1" dirty="0">
                <a:solidFill>
                  <a:prstClr val="black"/>
                </a:solidFill>
                <a:latin typeface="Aparajita" pitchFamily="34" charset="0"/>
              </a:rPr>
              <a:t> </a:t>
            </a:r>
          </a:p>
          <a:p>
            <a:pPr algn="ctr" defTabSz="914522"/>
            <a:r>
              <a:rPr lang="en-IN" sz="4001" b="1" dirty="0" err="1">
                <a:solidFill>
                  <a:prstClr val="black"/>
                </a:solidFill>
                <a:latin typeface="Aparajita" pitchFamily="34" charset="0"/>
              </a:rPr>
              <a:t>हरहु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कलेस</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बिकार</a:t>
            </a:r>
            <a:r>
              <a:rPr lang="en-IN" sz="4001" b="1" dirty="0">
                <a:solidFill>
                  <a:prstClr val="black"/>
                </a:solidFill>
                <a:latin typeface="Aparajita" pitchFamily="34" charset="0"/>
              </a:rPr>
              <a:t> ॥ </a:t>
            </a:r>
          </a:p>
          <a:p>
            <a:pPr algn="ctr" defTabSz="914522"/>
            <a:endParaRPr lang="en-IN" sz="4001" b="1" dirty="0">
              <a:solidFill>
                <a:prstClr val="black"/>
              </a:solidFill>
              <a:latin typeface="Palatino Linotype" pitchFamily="18" charset="0"/>
            </a:endParaRPr>
          </a:p>
          <a:p>
            <a:pPr algn="ctr" defTabSz="914522"/>
            <a:r>
              <a:rPr lang="en-US" sz="3201" b="1" dirty="0" err="1">
                <a:solidFill>
                  <a:prstClr val="black"/>
                </a:solidFill>
                <a:latin typeface="URW Palladio IT" pitchFamily="2" charset="0"/>
              </a:rPr>
              <a:t>Bala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Budhi</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Bidyä</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Dehu</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Mohià</a:t>
            </a:r>
            <a:r>
              <a:rPr lang="en-US" sz="3201" b="1" dirty="0">
                <a:solidFill>
                  <a:prstClr val="black"/>
                </a:solidFill>
                <a:latin typeface="URW Palladio IT" pitchFamily="2" charset="0"/>
              </a:rPr>
              <a:t> </a:t>
            </a:r>
          </a:p>
          <a:p>
            <a:pPr algn="ctr" defTabSz="914522"/>
            <a:r>
              <a:rPr lang="en-US" sz="3201" b="1" dirty="0" err="1">
                <a:solidFill>
                  <a:prstClr val="black"/>
                </a:solidFill>
                <a:latin typeface="URW Palladio IT" pitchFamily="2" charset="0"/>
              </a:rPr>
              <a:t>Harahu</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Kalesa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Bikära</a:t>
            </a:r>
            <a:r>
              <a:rPr lang="en-US" sz="3201" b="1" dirty="0">
                <a:solidFill>
                  <a:prstClr val="black"/>
                </a:solidFill>
                <a:latin typeface="URW Palladio IT" pitchFamily="2" charset="0"/>
              </a:rPr>
              <a:t> || - D2</a:t>
            </a:r>
          </a:p>
          <a:p>
            <a:pPr algn="ctr" defTabSz="914522"/>
            <a:endParaRPr lang="en-US" sz="2400" b="1" dirty="0">
              <a:solidFill>
                <a:prstClr val="black"/>
              </a:solidFill>
              <a:latin typeface="URW Palladio IT" pitchFamily="2" charset="0"/>
            </a:endParaRPr>
          </a:p>
          <a:p>
            <a:pPr algn="ctr" defTabSz="914522"/>
            <a:r>
              <a:rPr lang="en-US" sz="4001" b="1" dirty="0" err="1">
                <a:solidFill>
                  <a:prstClr val="black"/>
                </a:solidFill>
                <a:latin typeface="Calibri" pitchFamily="34" charset="0"/>
              </a:rPr>
              <a:t>ಬಲ</a:t>
            </a:r>
            <a:r>
              <a:rPr lang="en-US" sz="4001" b="1" dirty="0">
                <a:solidFill>
                  <a:prstClr val="black"/>
                </a:solidFill>
                <a:latin typeface="Calibri" pitchFamily="34" charset="0"/>
              </a:rPr>
              <a:t> </a:t>
            </a:r>
            <a:r>
              <a:rPr lang="en-US" sz="4001" b="1" dirty="0" err="1">
                <a:solidFill>
                  <a:prstClr val="black"/>
                </a:solidFill>
                <a:latin typeface="Calibri" pitchFamily="34" charset="0"/>
              </a:rPr>
              <a:t>ಬು</a:t>
            </a:r>
            <a:r>
              <a:rPr lang="kn-IN" sz="4001" b="1" dirty="0">
                <a:solidFill>
                  <a:prstClr val="black"/>
                </a:solidFill>
                <a:latin typeface="Calibri" pitchFamily="34" charset="0"/>
                <a:ea typeface="Tunga" pitchFamily="2"/>
                <a:cs typeface="Tunga" pitchFamily="2"/>
              </a:rPr>
              <a:t>ಧಿ</a:t>
            </a:r>
            <a:r>
              <a:rPr lang="en-US" sz="4001" b="1" dirty="0">
                <a:solidFill>
                  <a:prstClr val="black"/>
                </a:solidFill>
                <a:latin typeface="Calibri" pitchFamily="34" charset="0"/>
              </a:rPr>
              <a:t> </a:t>
            </a:r>
            <a:r>
              <a:rPr lang="kn-IN" sz="4001" b="1" dirty="0">
                <a:solidFill>
                  <a:prstClr val="black"/>
                </a:solidFill>
                <a:latin typeface="Calibri" pitchFamily="34" charset="0"/>
                <a:ea typeface="Tunga" pitchFamily="2"/>
                <a:cs typeface="Tunga" pitchFamily="2"/>
              </a:rPr>
              <a:t>ಬಿ</a:t>
            </a:r>
            <a:r>
              <a:rPr lang="en-US" sz="4001" b="1" dirty="0" err="1">
                <a:solidFill>
                  <a:prstClr val="black"/>
                </a:solidFill>
                <a:latin typeface="Calibri" pitchFamily="34" charset="0"/>
              </a:rPr>
              <a:t>ದ್ಯಾ</a:t>
            </a:r>
            <a:r>
              <a:rPr lang="en-US" sz="4001" b="1" dirty="0">
                <a:solidFill>
                  <a:prstClr val="black"/>
                </a:solidFill>
                <a:latin typeface="Calibri" pitchFamily="34" charset="0"/>
              </a:rPr>
              <a:t> </a:t>
            </a:r>
            <a:r>
              <a:rPr lang="en-US" sz="4001" b="1" dirty="0" err="1">
                <a:solidFill>
                  <a:prstClr val="black"/>
                </a:solidFill>
                <a:latin typeface="Calibri" pitchFamily="34" charset="0"/>
              </a:rPr>
              <a:t>ದೇಹು</a:t>
            </a:r>
            <a:r>
              <a:rPr lang="en-US" sz="4001" b="1" dirty="0">
                <a:solidFill>
                  <a:prstClr val="black"/>
                </a:solidFill>
                <a:latin typeface="Calibri" pitchFamily="34" charset="0"/>
              </a:rPr>
              <a:t> </a:t>
            </a:r>
            <a:r>
              <a:rPr lang="en-US" sz="4001" b="1" dirty="0" err="1">
                <a:solidFill>
                  <a:prstClr val="black"/>
                </a:solidFill>
                <a:latin typeface="Calibri" pitchFamily="34" charset="0"/>
              </a:rPr>
              <a:t>ಮೋಹಿ</a:t>
            </a:r>
            <a:r>
              <a:rPr lang="en-US" sz="4001" b="1" dirty="0">
                <a:solidFill>
                  <a:prstClr val="black"/>
                </a:solidFill>
                <a:latin typeface="Calibri" pitchFamily="34" charset="0"/>
              </a:rPr>
              <a:t> </a:t>
            </a:r>
          </a:p>
          <a:p>
            <a:pPr algn="ctr" defTabSz="914522"/>
            <a:r>
              <a:rPr lang="en-US" sz="4001" b="1" dirty="0" err="1">
                <a:solidFill>
                  <a:prstClr val="black"/>
                </a:solidFill>
                <a:latin typeface="Calibri" pitchFamily="34" charset="0"/>
              </a:rPr>
              <a:t>ಹರಹು</a:t>
            </a:r>
            <a:r>
              <a:rPr lang="en-US" sz="4001" b="1" dirty="0">
                <a:solidFill>
                  <a:prstClr val="black"/>
                </a:solidFill>
                <a:latin typeface="Calibri" pitchFamily="34" charset="0"/>
              </a:rPr>
              <a:t> </a:t>
            </a:r>
            <a:r>
              <a:rPr lang="kn-IN" sz="4001" b="1" dirty="0">
                <a:solidFill>
                  <a:prstClr val="black"/>
                </a:solidFill>
                <a:latin typeface="Calibri" pitchFamily="34" charset="0"/>
                <a:ea typeface="Tunga" pitchFamily="2"/>
                <a:cs typeface="Tunga" pitchFamily="2"/>
              </a:rPr>
              <a:t>ಕಲೇಸ ಬಿ</a:t>
            </a:r>
            <a:r>
              <a:rPr lang="en-US" sz="4001" b="1" dirty="0" err="1">
                <a:solidFill>
                  <a:prstClr val="black"/>
                </a:solidFill>
                <a:latin typeface="Calibri" pitchFamily="34" charset="0"/>
              </a:rPr>
              <a:t>ಕಾರ</a:t>
            </a:r>
            <a:r>
              <a:rPr lang="en-US" sz="4001" b="1" dirty="0">
                <a:solidFill>
                  <a:prstClr val="black"/>
                </a:solidFill>
                <a:latin typeface="Calibri" pitchFamily="34" charset="0"/>
              </a:rPr>
              <a:t> ॥</a:t>
            </a:r>
          </a:p>
          <a:p>
            <a:pPr algn="ctr" defTabSz="914522"/>
            <a:endParaRPr lang="en-IN" sz="3601" b="1" dirty="0">
              <a:solidFill>
                <a:prstClr val="black"/>
              </a:solidFill>
              <a:latin typeface="Palatino Linotype" pitchFamily="18" charset="0"/>
            </a:endParaRPr>
          </a:p>
          <a:p>
            <a:pPr algn="ctr" defTabSz="914522"/>
            <a:r>
              <a:rPr lang="en-US" sz="2801" b="1" dirty="0">
                <a:solidFill>
                  <a:prstClr val="black"/>
                </a:solidFill>
                <a:latin typeface="Palatino Linotype" pitchFamily="18" charset="0"/>
              </a:rPr>
              <a:t>O Lord! kindly bestow on me strength, 	wisdom 	and knowledge, removing all my miseries and blemishes.</a:t>
            </a:r>
            <a:endParaRPr lang="en-US" sz="3201" b="1" dirty="0">
              <a:solidFill>
                <a:prstClr val="black"/>
              </a:solidFill>
              <a:latin typeface="Palatino Linotype" pitchFamily="18" charset="0"/>
            </a:endParaRPr>
          </a:p>
        </p:txBody>
      </p:sp>
    </p:spTree>
    <p:extLst>
      <p:ext uri="{BB962C8B-B14F-4D97-AF65-F5344CB8AC3E}">
        <p14:creationId xmlns:p14="http://schemas.microsoft.com/office/powerpoint/2010/main" val="163638751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p:cNvSpPr>
            <a:spLocks noGrp="1"/>
          </p:cNvSpPr>
          <p:nvPr>
            <p:ph idx="1"/>
          </p:nvPr>
        </p:nvSpPr>
        <p:spPr>
          <a:xfrm>
            <a:off x="1829524" y="2820071"/>
            <a:ext cx="8231266" cy="1371879"/>
          </a:xfrm>
        </p:spPr>
        <p:txBody>
          <a:bodyPr/>
          <a:lstStyle/>
          <a:p>
            <a:pPr algn="ctr" eaLnBrk="1" hangingPunct="1">
              <a:buFont typeface="Arial" charset="0"/>
              <a:buNone/>
            </a:pPr>
            <a:r>
              <a:rPr lang="en-IN" sz="7200" b="1">
                <a:latin typeface="Aparajita" pitchFamily="34" charset="0"/>
                <a:ea typeface="Aparajita" pitchFamily="34" charset="0"/>
                <a:cs typeface="Aparajita" pitchFamily="34" charset="0"/>
              </a:rPr>
              <a:t>॥चौपाई॥ </a:t>
            </a:r>
            <a:r>
              <a:rPr lang="en-IN" sz="6600" b="1"/>
              <a:t>- </a:t>
            </a:r>
            <a:r>
              <a:rPr lang="en-IN" sz="5401" b="1">
                <a:latin typeface="URW Palladio IT" pitchFamily="2" charset="0"/>
              </a:rPr>
              <a:t>CHAUP</a:t>
            </a:r>
            <a:r>
              <a:rPr lang="en-US" sz="5401" b="1">
                <a:latin typeface="URW Palladio IT" pitchFamily="2" charset="0"/>
              </a:rPr>
              <a:t>ÄÉ</a:t>
            </a:r>
          </a:p>
          <a:p>
            <a:pPr eaLnBrk="1" hangingPunct="1"/>
            <a:endParaRPr lang="en-US" smtClean="0"/>
          </a:p>
        </p:txBody>
      </p:sp>
    </p:spTree>
    <p:extLst>
      <p:ext uri="{BB962C8B-B14F-4D97-AF65-F5344CB8AC3E}">
        <p14:creationId xmlns:p14="http://schemas.microsoft.com/office/powerpoint/2010/main" val="243599570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ChangeArrowheads="1"/>
          </p:cNvSpPr>
          <p:nvPr/>
        </p:nvSpPr>
        <p:spPr bwMode="auto">
          <a:xfrm>
            <a:off x="1524662" y="228747"/>
            <a:ext cx="9145853" cy="6125780"/>
          </a:xfrm>
          <a:prstGeom prst="rect">
            <a:avLst/>
          </a:prstGeom>
          <a:noFill/>
          <a:ln w="9525">
            <a:noFill/>
            <a:miter lim="800000"/>
            <a:headEnd/>
            <a:tailEnd/>
          </a:ln>
        </p:spPr>
        <p:txBody>
          <a:bodyPr wrap="square">
            <a:spAutoFit/>
          </a:bodyPr>
          <a:lstStyle/>
          <a:p>
            <a:pPr algn="ctr" defTabSz="914522"/>
            <a:r>
              <a:rPr lang="en-IN" sz="4001" b="1" dirty="0" err="1">
                <a:solidFill>
                  <a:prstClr val="black"/>
                </a:solidFill>
                <a:latin typeface="Aparajita" pitchFamily="34" charset="0"/>
              </a:rPr>
              <a:t>जय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हनुमान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ज्ञान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गुन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सागर</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जय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कपीस</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लोक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उजागर</a:t>
            </a:r>
            <a:r>
              <a:rPr lang="en-IN" sz="4001" b="1" dirty="0">
                <a:solidFill>
                  <a:prstClr val="black"/>
                </a:solidFill>
                <a:latin typeface="Aparajita" pitchFamily="34" charset="0"/>
              </a:rPr>
              <a:t> ॥१॥</a:t>
            </a:r>
          </a:p>
          <a:p>
            <a:pPr algn="ctr" defTabSz="914522"/>
            <a:endParaRPr lang="en-IN" sz="4001" b="1" dirty="0">
              <a:solidFill>
                <a:prstClr val="black"/>
              </a:solidFill>
              <a:latin typeface="Aparajita" pitchFamily="34" charset="0"/>
            </a:endParaRPr>
          </a:p>
          <a:p>
            <a:pPr algn="ctr" defTabSz="914522"/>
            <a:r>
              <a:rPr lang="en-US" sz="3601" b="1" dirty="0">
                <a:solidFill>
                  <a:prstClr val="black"/>
                </a:solidFill>
                <a:latin typeface="URW Palladio IT" pitchFamily="2" charset="0"/>
              </a:rPr>
              <a:t>Jaya </a:t>
            </a:r>
            <a:r>
              <a:rPr lang="en-US" sz="3601" b="1" dirty="0" err="1">
                <a:solidFill>
                  <a:prstClr val="black"/>
                </a:solidFill>
                <a:latin typeface="URW Palladio IT" pitchFamily="2" charset="0"/>
              </a:rPr>
              <a:t>Hanumäna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Jïäna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Guna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Sägara</a:t>
            </a:r>
            <a:r>
              <a:rPr lang="en-US" sz="3601" b="1" dirty="0">
                <a:solidFill>
                  <a:prstClr val="black"/>
                </a:solidFill>
                <a:latin typeface="URW Palladio IT" pitchFamily="2" charset="0"/>
              </a:rPr>
              <a:t> | </a:t>
            </a:r>
          </a:p>
          <a:p>
            <a:pPr algn="ctr" defTabSz="914522"/>
            <a:r>
              <a:rPr lang="en-US" sz="3601" b="1" dirty="0">
                <a:solidFill>
                  <a:prstClr val="black"/>
                </a:solidFill>
                <a:latin typeface="URW Palladio IT" pitchFamily="2" charset="0"/>
              </a:rPr>
              <a:t>Jaya </a:t>
            </a:r>
            <a:r>
              <a:rPr lang="en-US" sz="3601" b="1" dirty="0" err="1">
                <a:solidFill>
                  <a:prstClr val="black"/>
                </a:solidFill>
                <a:latin typeface="URW Palladio IT" pitchFamily="2" charset="0"/>
              </a:rPr>
              <a:t>Kapésa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Tihuð</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Loka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Ujägara</a:t>
            </a:r>
            <a:r>
              <a:rPr lang="en-US" sz="3601" b="1" dirty="0">
                <a:solidFill>
                  <a:prstClr val="black"/>
                </a:solidFill>
                <a:latin typeface="URW Palladio IT" pitchFamily="2" charset="0"/>
              </a:rPr>
              <a:t> </a:t>
            </a:r>
            <a:r>
              <a:rPr lang="en-US" sz="2400" b="1" dirty="0">
                <a:solidFill>
                  <a:prstClr val="black"/>
                </a:solidFill>
                <a:latin typeface="URW Palladio IT" pitchFamily="2" charset="0"/>
              </a:rPr>
              <a:t>|| - 1</a:t>
            </a:r>
          </a:p>
          <a:p>
            <a:pPr algn="ctr" defTabSz="914522"/>
            <a:endParaRPr lang="en-US" sz="2400"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ಜಯ</a:t>
            </a:r>
            <a:r>
              <a:rPr lang="en-US" sz="3601" b="1" dirty="0">
                <a:solidFill>
                  <a:prstClr val="black"/>
                </a:solidFill>
                <a:latin typeface="Calibri" pitchFamily="34" charset="0"/>
              </a:rPr>
              <a:t> </a:t>
            </a:r>
            <a:r>
              <a:rPr lang="en-US" sz="3601" b="1" dirty="0" err="1">
                <a:solidFill>
                  <a:prstClr val="black"/>
                </a:solidFill>
                <a:latin typeface="Calibri" pitchFamily="34" charset="0"/>
              </a:rPr>
              <a:t>ಹನುಮಾನ</a:t>
            </a:r>
            <a:r>
              <a:rPr lang="en-US" sz="3601" b="1" dirty="0">
                <a:solidFill>
                  <a:prstClr val="black"/>
                </a:solidFill>
                <a:latin typeface="Calibri" pitchFamily="34" charset="0"/>
              </a:rPr>
              <a:t> </a:t>
            </a:r>
            <a:r>
              <a:rPr lang="en-US" sz="3601" b="1" dirty="0" err="1">
                <a:solidFill>
                  <a:prstClr val="black"/>
                </a:solidFill>
                <a:latin typeface="Calibri" pitchFamily="34" charset="0"/>
              </a:rPr>
              <a:t>ಜ್ಞಾನ</a:t>
            </a:r>
            <a:r>
              <a:rPr lang="en-US" sz="3601" b="1" dirty="0">
                <a:solidFill>
                  <a:prstClr val="black"/>
                </a:solidFill>
                <a:latin typeface="Calibri" pitchFamily="34" charset="0"/>
              </a:rPr>
              <a:t> </a:t>
            </a:r>
            <a:r>
              <a:rPr lang="en-US" sz="3601" b="1" dirty="0" err="1">
                <a:solidFill>
                  <a:prstClr val="black"/>
                </a:solidFill>
                <a:latin typeface="Calibri" pitchFamily="34" charset="0"/>
              </a:rPr>
              <a:t>ಗು</a:t>
            </a:r>
            <a:r>
              <a:rPr lang="en-US" sz="3601" b="1" dirty="0" err="1">
                <a:solidFill>
                  <a:srgbClr val="000000"/>
                </a:solidFill>
                <a:latin typeface="Calibri" pitchFamily="34" charset="0"/>
              </a:rPr>
              <a:t>ನ</a:t>
            </a:r>
            <a:r>
              <a:rPr lang="en-US" sz="3601" b="1" dirty="0">
                <a:solidFill>
                  <a:prstClr val="black"/>
                </a:solidFill>
                <a:latin typeface="Calibri" pitchFamily="34" charset="0"/>
              </a:rPr>
              <a:t> </a:t>
            </a:r>
            <a:r>
              <a:rPr lang="en-US" sz="3601" b="1" dirty="0" err="1">
                <a:solidFill>
                  <a:prstClr val="black"/>
                </a:solidFill>
                <a:latin typeface="Calibri" pitchFamily="34" charset="0"/>
              </a:rPr>
              <a:t>ಸಾಗರ</a:t>
            </a:r>
            <a:r>
              <a:rPr lang="en-US" sz="3601" b="1" dirty="0">
                <a:solidFill>
                  <a:prstClr val="black"/>
                </a:solidFill>
                <a:latin typeface="Calibri" pitchFamily="34" charset="0"/>
              </a:rPr>
              <a:t> । </a:t>
            </a:r>
          </a:p>
          <a:p>
            <a:pPr algn="ctr" defTabSz="914522"/>
            <a:r>
              <a:rPr lang="en-US" sz="3601" b="1" dirty="0" err="1">
                <a:solidFill>
                  <a:prstClr val="black"/>
                </a:solidFill>
                <a:latin typeface="Calibri" pitchFamily="34" charset="0"/>
              </a:rPr>
              <a:t>ಜಯ</a:t>
            </a:r>
            <a:r>
              <a:rPr lang="en-US" sz="3601" b="1" dirty="0">
                <a:solidFill>
                  <a:prstClr val="black"/>
                </a:solidFill>
                <a:latin typeface="Calibri" pitchFamily="34" charset="0"/>
              </a:rPr>
              <a:t> </a:t>
            </a:r>
            <a:r>
              <a:rPr lang="en-US" sz="3601" b="1" dirty="0" err="1">
                <a:solidFill>
                  <a:prstClr val="black"/>
                </a:solidFill>
                <a:latin typeface="Calibri" pitchFamily="34" charset="0"/>
              </a:rPr>
              <a:t>ಕಪೀ</a:t>
            </a:r>
            <a:r>
              <a:rPr lang="kn-IN" sz="3601" b="1" dirty="0">
                <a:solidFill>
                  <a:prstClr val="black"/>
                </a:solidFill>
                <a:latin typeface="Calibri" pitchFamily="34" charset="0"/>
                <a:ea typeface="Tunga" pitchFamily="2"/>
                <a:cs typeface="Tunga" pitchFamily="2"/>
              </a:rPr>
              <a:t>ಸ</a:t>
            </a:r>
            <a:r>
              <a:rPr lang="en-US" sz="3601" b="1" dirty="0">
                <a:solidFill>
                  <a:prstClr val="black"/>
                </a:solidFill>
                <a:latin typeface="Calibri" pitchFamily="34" charset="0"/>
              </a:rPr>
              <a:t> </a:t>
            </a:r>
            <a:r>
              <a:rPr lang="en-US" sz="3601" b="1" dirty="0" err="1">
                <a:solidFill>
                  <a:prstClr val="black"/>
                </a:solidFill>
                <a:latin typeface="Calibri" pitchFamily="34" charset="0"/>
              </a:rPr>
              <a:t>ತಿಹು</a:t>
            </a:r>
            <a:r>
              <a:rPr lang="en-US" sz="3601" b="1" dirty="0">
                <a:solidFill>
                  <a:prstClr val="black"/>
                </a:solidFill>
                <a:latin typeface="Calibri" pitchFamily="34" charset="0"/>
              </a:rPr>
              <a:t> </a:t>
            </a:r>
            <a:r>
              <a:rPr lang="en-US" sz="3601" b="1" dirty="0" err="1">
                <a:solidFill>
                  <a:prstClr val="black"/>
                </a:solidFill>
                <a:latin typeface="Calibri" pitchFamily="34" charset="0"/>
              </a:rPr>
              <a:t>ಲೋಕ</a:t>
            </a:r>
            <a:r>
              <a:rPr lang="en-US" sz="3601" b="1" dirty="0">
                <a:solidFill>
                  <a:prstClr val="black"/>
                </a:solidFill>
                <a:latin typeface="Calibri" pitchFamily="34" charset="0"/>
              </a:rPr>
              <a:t> </a:t>
            </a:r>
            <a:r>
              <a:rPr lang="en-US" sz="3601" b="1" dirty="0" err="1">
                <a:solidFill>
                  <a:prstClr val="black"/>
                </a:solidFill>
                <a:latin typeface="Calibri" pitchFamily="34" charset="0"/>
              </a:rPr>
              <a:t>ಉಜಾಗರ</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೧</a:t>
            </a:r>
            <a:r>
              <a:rPr lang="en-US" sz="3601" b="1" dirty="0">
                <a:solidFill>
                  <a:prstClr val="black"/>
                </a:solidFill>
                <a:latin typeface="Calibri" pitchFamily="34" charset="0"/>
              </a:rPr>
              <a:t>॥</a:t>
            </a:r>
            <a:r>
              <a:rPr lang="en-US" sz="3601" b="1" dirty="0">
                <a:solidFill>
                  <a:prstClr val="black"/>
                </a:solidFill>
                <a:latin typeface="URW Palladio IT" pitchFamily="2" charset="0"/>
              </a:rPr>
              <a:t> </a:t>
            </a:r>
          </a:p>
          <a:p>
            <a:pPr algn="ctr" defTabSz="914522"/>
            <a:endParaRPr lang="en-US" sz="3201" b="1" dirty="0">
              <a:solidFill>
                <a:prstClr val="black"/>
              </a:solidFill>
              <a:latin typeface="URW Palladio IT" pitchFamily="2" charset="0"/>
            </a:endParaRPr>
          </a:p>
          <a:p>
            <a:pPr algn="ctr" defTabSz="914522"/>
            <a:r>
              <a:rPr lang="en-US" sz="2400" b="1" dirty="0">
                <a:solidFill>
                  <a:prstClr val="black"/>
                </a:solidFill>
                <a:latin typeface="Palatino Linotype" pitchFamily="18" charset="0"/>
              </a:rPr>
              <a:t>Victory of Thee, O Hanuman, Ocean of wisdom and virtue, victory to the Lord of monkeys who is well known in all the three worlds</a:t>
            </a:r>
            <a:endParaRPr lang="en-IN" sz="2000" b="1" dirty="0">
              <a:solidFill>
                <a:prstClr val="black"/>
              </a:solidFill>
              <a:latin typeface="Palatino Linotype" pitchFamily="18" charset="0"/>
            </a:endParaRPr>
          </a:p>
        </p:txBody>
      </p:sp>
    </p:spTree>
    <p:extLst>
      <p:ext uri="{BB962C8B-B14F-4D97-AF65-F5344CB8AC3E}">
        <p14:creationId xmlns:p14="http://schemas.microsoft.com/office/powerpoint/2010/main" val="139491870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
          <p:cNvSpPr>
            <a:spLocks noChangeArrowheads="1"/>
          </p:cNvSpPr>
          <p:nvPr/>
        </p:nvSpPr>
        <p:spPr bwMode="auto">
          <a:xfrm>
            <a:off x="1524662" y="99"/>
            <a:ext cx="9145853" cy="6587444"/>
          </a:xfrm>
          <a:prstGeom prst="rect">
            <a:avLst/>
          </a:prstGeom>
          <a:noFill/>
          <a:ln w="9525">
            <a:noFill/>
            <a:miter lim="800000"/>
            <a:headEnd/>
            <a:tailEnd/>
          </a:ln>
        </p:spPr>
        <p:txBody>
          <a:bodyPr>
            <a:spAutoFit/>
          </a:bodyPr>
          <a:lstStyle/>
          <a:p>
            <a:pPr algn="ctr" defTabSz="914522"/>
            <a:endParaRPr lang="en-IN" sz="12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राम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अतुलित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बल</a:t>
            </a:r>
            <a:r>
              <a:rPr lang="en-IN" sz="4001" b="1" dirty="0">
                <a:solidFill>
                  <a:prstClr val="black"/>
                </a:solidFill>
                <a:latin typeface="Aparajita" pitchFamily="34" charset="0"/>
              </a:rPr>
              <a:t> </a:t>
            </a:r>
            <a:r>
              <a:rPr lang="en-IN" sz="4001" b="1" dirty="0" err="1">
                <a:solidFill>
                  <a:prstClr val="black"/>
                </a:solidFill>
                <a:latin typeface="Aparajita" pitchFamily="34" charset="0"/>
              </a:rPr>
              <a:t>धामा</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अञ्जनि-पुत्र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पवनसुत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नामा</a:t>
            </a:r>
            <a:r>
              <a:rPr lang="en-IN" sz="4001" b="1" dirty="0">
                <a:solidFill>
                  <a:prstClr val="black"/>
                </a:solidFill>
                <a:latin typeface="Aparajita" pitchFamily="34" charset="0"/>
              </a:rPr>
              <a:t> ॥२॥</a:t>
            </a:r>
          </a:p>
          <a:p>
            <a:pPr algn="ctr" defTabSz="914522"/>
            <a:endParaRPr lang="en-IN" sz="54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Räma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Düta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Atulita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Bala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Dhämä</a:t>
            </a:r>
            <a:r>
              <a:rPr lang="en-US" sz="3601" b="1" dirty="0">
                <a:solidFill>
                  <a:prstClr val="black"/>
                </a:solidFill>
                <a:latin typeface="URW Palladio IT" pitchFamily="2" charset="0"/>
              </a:rPr>
              <a:t> | </a:t>
            </a:r>
          </a:p>
          <a:p>
            <a:pPr algn="ctr" defTabSz="914522"/>
            <a:r>
              <a:rPr lang="en-US" sz="3601" b="1" dirty="0" err="1">
                <a:solidFill>
                  <a:prstClr val="black"/>
                </a:solidFill>
                <a:latin typeface="URW Palladio IT" pitchFamily="2" charset="0"/>
              </a:rPr>
              <a:t>Aïjaniputra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Pavanasuta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Nämä</a:t>
            </a:r>
            <a:r>
              <a:rPr lang="en-US" sz="3601" b="1" dirty="0">
                <a:solidFill>
                  <a:prstClr val="black"/>
                </a:solidFill>
                <a:latin typeface="URW Palladio IT" pitchFamily="2" charset="0"/>
              </a:rPr>
              <a:t> || - 2</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ರಾಮ</a:t>
            </a:r>
            <a:r>
              <a:rPr lang="en-US" sz="3601" b="1" dirty="0">
                <a:solidFill>
                  <a:prstClr val="black"/>
                </a:solidFill>
                <a:latin typeface="Calibri" pitchFamily="34" charset="0"/>
              </a:rPr>
              <a:t> </a:t>
            </a:r>
            <a:r>
              <a:rPr lang="en-US" sz="3601" b="1" dirty="0" err="1">
                <a:solidFill>
                  <a:prstClr val="black"/>
                </a:solidFill>
                <a:latin typeface="Calibri" pitchFamily="34" charset="0"/>
              </a:rPr>
              <a:t>ದೂತ</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ಅತುಲಿತ </a:t>
            </a:r>
            <a:r>
              <a:rPr lang="en-US" sz="3601" b="1" dirty="0" err="1">
                <a:solidFill>
                  <a:prstClr val="black"/>
                </a:solidFill>
                <a:latin typeface="Calibri" pitchFamily="34" charset="0"/>
              </a:rPr>
              <a:t>ಬಲ</a:t>
            </a:r>
            <a:r>
              <a:rPr lang="en-US" sz="3601" b="1" dirty="0">
                <a:solidFill>
                  <a:prstClr val="black"/>
                </a:solidFill>
                <a:latin typeface="Calibri" pitchFamily="34" charset="0"/>
              </a:rPr>
              <a:t> </a:t>
            </a:r>
            <a:r>
              <a:rPr lang="en-US" sz="3601" b="1" dirty="0" err="1">
                <a:solidFill>
                  <a:prstClr val="black"/>
                </a:solidFill>
                <a:latin typeface="Calibri" pitchFamily="34" charset="0"/>
              </a:rPr>
              <a:t>ಧಾಮಾ</a:t>
            </a:r>
            <a:r>
              <a:rPr lang="en-US" sz="3601" b="1" dirty="0">
                <a:solidFill>
                  <a:prstClr val="black"/>
                </a:solidFill>
                <a:latin typeface="Calibri" pitchFamily="34" charset="0"/>
              </a:rPr>
              <a:t> । </a:t>
            </a:r>
          </a:p>
          <a:p>
            <a:pPr algn="ctr" defTabSz="914522"/>
            <a:r>
              <a:rPr lang="en-US" sz="3601" b="1" dirty="0" err="1">
                <a:solidFill>
                  <a:prstClr val="black"/>
                </a:solidFill>
                <a:latin typeface="Calibri" pitchFamily="34" charset="0"/>
              </a:rPr>
              <a:t>ಅಂಜನಿ</a:t>
            </a:r>
            <a:r>
              <a:rPr lang="en-US" sz="3601" b="1" dirty="0">
                <a:solidFill>
                  <a:prstClr val="black"/>
                </a:solidFill>
                <a:latin typeface="Calibri" pitchFamily="34" charset="0"/>
              </a:rPr>
              <a:t> </a:t>
            </a:r>
            <a:r>
              <a:rPr lang="en-US" sz="3601" b="1" dirty="0" err="1">
                <a:solidFill>
                  <a:prstClr val="black"/>
                </a:solidFill>
                <a:latin typeface="Calibri" pitchFamily="34" charset="0"/>
              </a:rPr>
              <a:t>ಪುತ್ರ</a:t>
            </a:r>
            <a:r>
              <a:rPr lang="en-US" sz="3601" b="1" dirty="0">
                <a:solidFill>
                  <a:prstClr val="black"/>
                </a:solidFill>
                <a:latin typeface="Calibri" pitchFamily="34" charset="0"/>
              </a:rPr>
              <a:t> </a:t>
            </a:r>
            <a:r>
              <a:rPr lang="en-US" sz="3601" b="1" dirty="0" err="1">
                <a:solidFill>
                  <a:prstClr val="black"/>
                </a:solidFill>
                <a:latin typeface="Calibri" pitchFamily="34" charset="0"/>
              </a:rPr>
              <a:t>ಪವನ</a:t>
            </a:r>
            <a:r>
              <a:rPr lang="en-US" sz="3601" b="1" dirty="0">
                <a:solidFill>
                  <a:prstClr val="black"/>
                </a:solidFill>
                <a:latin typeface="Calibri" pitchFamily="34" charset="0"/>
              </a:rPr>
              <a:t> </a:t>
            </a:r>
            <a:r>
              <a:rPr lang="en-US" sz="3601" b="1" dirty="0" err="1">
                <a:solidFill>
                  <a:prstClr val="black"/>
                </a:solidFill>
                <a:latin typeface="Calibri" pitchFamily="34" charset="0"/>
              </a:rPr>
              <a:t>ಸುತ</a:t>
            </a:r>
            <a:r>
              <a:rPr lang="en-US" sz="3601" b="1" dirty="0">
                <a:solidFill>
                  <a:prstClr val="black"/>
                </a:solidFill>
                <a:latin typeface="Calibri" pitchFamily="34" charset="0"/>
              </a:rPr>
              <a:t> </a:t>
            </a:r>
            <a:r>
              <a:rPr lang="en-US" sz="3601" b="1" dirty="0" err="1">
                <a:solidFill>
                  <a:prstClr val="black"/>
                </a:solidFill>
                <a:latin typeface="Calibri" pitchFamily="34" charset="0"/>
              </a:rPr>
              <a:t>ನಾಮಾ</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೨</a:t>
            </a:r>
            <a:r>
              <a:rPr lang="en-US" sz="3601" b="1" dirty="0">
                <a:solidFill>
                  <a:prstClr val="black"/>
                </a:solidFill>
                <a:latin typeface="Calibri" pitchFamily="34" charset="0"/>
              </a:rPr>
              <a:t>॥</a:t>
            </a:r>
          </a:p>
          <a:p>
            <a:pPr algn="ctr" defTabSz="914522"/>
            <a:endParaRPr lang="en-US" sz="2400" b="1" dirty="0">
              <a:solidFill>
                <a:prstClr val="black"/>
              </a:solidFill>
              <a:latin typeface="Palatino Linotype" pitchFamily="18" charset="0"/>
            </a:endParaRPr>
          </a:p>
          <a:p>
            <a:pPr algn="ctr" defTabSz="914522"/>
            <a:r>
              <a:rPr lang="en-US" sz="2400" b="1" dirty="0">
                <a:solidFill>
                  <a:prstClr val="black"/>
                </a:solidFill>
                <a:latin typeface="Palatino Linotype" pitchFamily="18" charset="0"/>
              </a:rPr>
              <a:t>You, the Divine messenger of Ram and </a:t>
            </a:r>
            <a:r>
              <a:rPr lang="en-IN" sz="2400" b="1" dirty="0">
                <a:solidFill>
                  <a:prstClr val="black"/>
                </a:solidFill>
                <a:latin typeface="Palatino Linotype" pitchFamily="18" charset="0"/>
              </a:rPr>
              <a:t>abode of matchless power</a:t>
            </a:r>
            <a:r>
              <a:rPr lang="en-US" sz="2400" b="1" dirty="0">
                <a:solidFill>
                  <a:prstClr val="black"/>
                </a:solidFill>
                <a:latin typeface="Palatino Linotype" pitchFamily="18" charset="0"/>
              </a:rPr>
              <a:t>, are also known as </a:t>
            </a:r>
            <a:r>
              <a:rPr lang="en-US" sz="2400" b="1" dirty="0" err="1">
                <a:solidFill>
                  <a:prstClr val="black"/>
                </a:solidFill>
                <a:latin typeface="Palatino Linotype" pitchFamily="18" charset="0"/>
              </a:rPr>
              <a:t>Anjaniputra</a:t>
            </a:r>
            <a:r>
              <a:rPr lang="en-US" sz="2400" b="1" dirty="0">
                <a:solidFill>
                  <a:prstClr val="black"/>
                </a:solidFill>
                <a:latin typeface="Palatino Linotype" pitchFamily="18" charset="0"/>
              </a:rPr>
              <a:t> (</a:t>
            </a:r>
            <a:r>
              <a:rPr lang="en-IN" sz="2400" b="1" dirty="0" err="1">
                <a:solidFill>
                  <a:prstClr val="black"/>
                </a:solidFill>
                <a:latin typeface="Palatino Linotype" pitchFamily="18" charset="0"/>
              </a:rPr>
              <a:t>Anjani's</a:t>
            </a:r>
            <a:r>
              <a:rPr lang="en-IN" sz="2400" b="1" dirty="0">
                <a:solidFill>
                  <a:prstClr val="black"/>
                </a:solidFill>
                <a:latin typeface="Palatino Linotype" pitchFamily="18" charset="0"/>
              </a:rPr>
              <a:t> son</a:t>
            </a:r>
            <a:r>
              <a:rPr lang="en-US" sz="2400" b="1" dirty="0">
                <a:solidFill>
                  <a:prstClr val="black"/>
                </a:solidFill>
                <a:latin typeface="Palatino Linotype" pitchFamily="18" charset="0"/>
              </a:rPr>
              <a:t>) and known as the son of the wind – </a:t>
            </a:r>
            <a:r>
              <a:rPr lang="en-US" sz="2400" b="1" dirty="0" err="1">
                <a:solidFill>
                  <a:prstClr val="black"/>
                </a:solidFill>
                <a:latin typeface="Palatino Linotype" pitchFamily="18" charset="0"/>
              </a:rPr>
              <a:t>Pavanputra</a:t>
            </a:r>
            <a:r>
              <a:rPr lang="en-US" sz="2400" b="1" dirty="0">
                <a:solidFill>
                  <a:prstClr val="black"/>
                </a:solidFill>
                <a:latin typeface="Palatino Linotype" pitchFamily="18" charset="0"/>
              </a:rPr>
              <a:t> (</a:t>
            </a:r>
            <a:r>
              <a:rPr lang="en-IN" sz="2400" b="1" dirty="0">
                <a:solidFill>
                  <a:prstClr val="black"/>
                </a:solidFill>
                <a:latin typeface="Palatino Linotype" pitchFamily="18" charset="0"/>
              </a:rPr>
              <a:t>Son of the Wind</a:t>
            </a:r>
            <a:r>
              <a:rPr lang="en-US" sz="2400" b="1" dirty="0">
                <a:solidFill>
                  <a:prstClr val="black"/>
                </a:solidFill>
                <a:latin typeface="Palatino Linotype" pitchFamily="18" charset="0"/>
              </a:rPr>
              <a:t>).</a:t>
            </a:r>
            <a:endParaRPr lang="en-IN" sz="2400" b="1" dirty="0">
              <a:solidFill>
                <a:prstClr val="black"/>
              </a:solidFill>
              <a:latin typeface="Palatino Linotype" pitchFamily="18" charset="0"/>
            </a:endParaRPr>
          </a:p>
        </p:txBody>
      </p:sp>
    </p:spTree>
    <p:extLst>
      <p:ext uri="{BB962C8B-B14F-4D97-AF65-F5344CB8AC3E}">
        <p14:creationId xmlns:p14="http://schemas.microsoft.com/office/powerpoint/2010/main" val="391260681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
          <p:cNvSpPr>
            <a:spLocks noChangeArrowheads="1"/>
          </p:cNvSpPr>
          <p:nvPr/>
        </p:nvSpPr>
        <p:spPr bwMode="auto">
          <a:xfrm>
            <a:off x="1524662" y="115"/>
            <a:ext cx="9145853" cy="6556795"/>
          </a:xfrm>
          <a:prstGeom prst="rect">
            <a:avLst/>
          </a:prstGeom>
          <a:noFill/>
          <a:ln w="9525">
            <a:noFill/>
            <a:miter lim="800000"/>
            <a:headEnd/>
            <a:tailEnd/>
          </a:ln>
        </p:spPr>
        <p:txBody>
          <a:bodyPr wrap="square">
            <a:spAutoFit/>
          </a:bodyPr>
          <a:lstStyle/>
          <a:p>
            <a:pPr algn="ctr" defTabSz="914522"/>
            <a:endParaRPr lang="en-IN" sz="1200" dirty="0">
              <a:solidFill>
                <a:prstClr val="black"/>
              </a:solidFill>
              <a:latin typeface="Calibri" pitchFamily="34" charset="0"/>
            </a:endParaRPr>
          </a:p>
          <a:p>
            <a:pPr algn="ctr" defTabSz="914522"/>
            <a:r>
              <a:rPr lang="en-IN" sz="4001" b="1" dirty="0" err="1">
                <a:solidFill>
                  <a:prstClr val="black"/>
                </a:solidFill>
                <a:latin typeface="Aparajita" pitchFamily="34" charset="0"/>
              </a:rPr>
              <a:t>महाबीर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बिक्रम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बजरङ्गी</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कुमति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निवार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सुमति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सङ्गी</a:t>
            </a:r>
            <a:r>
              <a:rPr lang="en-IN" sz="4001" b="1" dirty="0">
                <a:solidFill>
                  <a:prstClr val="black"/>
                </a:solidFill>
                <a:latin typeface="Aparajita" pitchFamily="34" charset="0"/>
              </a:rPr>
              <a:t> ॥३॥</a:t>
            </a:r>
          </a:p>
          <a:p>
            <a:pPr algn="ctr" defTabSz="914522"/>
            <a:endParaRPr lang="en-IN" sz="40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Mahäbéra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Bikrama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Bajaraìgé</a:t>
            </a:r>
            <a:r>
              <a:rPr lang="en-US" sz="3601" b="1" dirty="0">
                <a:solidFill>
                  <a:prstClr val="black"/>
                </a:solidFill>
                <a:latin typeface="URW Palladio IT" pitchFamily="2" charset="0"/>
              </a:rPr>
              <a:t> | </a:t>
            </a:r>
          </a:p>
          <a:p>
            <a:pPr algn="ctr" defTabSz="914522"/>
            <a:r>
              <a:rPr lang="en-US" sz="3601" b="1" dirty="0" err="1">
                <a:solidFill>
                  <a:prstClr val="black"/>
                </a:solidFill>
                <a:latin typeface="URW Palladio IT" pitchFamily="2" charset="0"/>
              </a:rPr>
              <a:t>Kumati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Nivära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Sumati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Saìgé</a:t>
            </a:r>
            <a:r>
              <a:rPr lang="en-US" sz="3601" b="1" dirty="0">
                <a:solidFill>
                  <a:prstClr val="black"/>
                </a:solidFill>
                <a:latin typeface="URW Palladio IT" pitchFamily="2" charset="0"/>
              </a:rPr>
              <a:t> || - 3</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ಮಹಾಬೀರ</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ಬಿಕ್ರಮ </a:t>
            </a:r>
            <a:r>
              <a:rPr lang="en-US" sz="3601" b="1" dirty="0" err="1">
                <a:solidFill>
                  <a:prstClr val="black"/>
                </a:solidFill>
                <a:latin typeface="Calibri" pitchFamily="34" charset="0"/>
              </a:rPr>
              <a:t>ಬಜರಂಗೀ</a:t>
            </a:r>
            <a:r>
              <a:rPr lang="en-US" sz="3601" b="1" dirty="0">
                <a:solidFill>
                  <a:prstClr val="black"/>
                </a:solidFill>
                <a:latin typeface="Calibri" pitchFamily="34" charset="0"/>
              </a:rPr>
              <a:t> । </a:t>
            </a:r>
          </a:p>
          <a:p>
            <a:pPr algn="ctr" defTabSz="914522"/>
            <a:r>
              <a:rPr lang="en-US" sz="3601" b="1" dirty="0" err="1">
                <a:solidFill>
                  <a:prstClr val="black"/>
                </a:solidFill>
                <a:latin typeface="Calibri" pitchFamily="34" charset="0"/>
              </a:rPr>
              <a:t>ಕುಮತಿ</a:t>
            </a:r>
            <a:r>
              <a:rPr lang="en-US" sz="3601" b="1" dirty="0">
                <a:solidFill>
                  <a:prstClr val="black"/>
                </a:solidFill>
                <a:latin typeface="Calibri" pitchFamily="34" charset="0"/>
              </a:rPr>
              <a:t> </a:t>
            </a:r>
            <a:r>
              <a:rPr lang="en-US" sz="3601" b="1" dirty="0" err="1">
                <a:solidFill>
                  <a:prstClr val="black"/>
                </a:solidFill>
                <a:latin typeface="Calibri" pitchFamily="34" charset="0"/>
              </a:rPr>
              <a:t>ನಿವಾರ</a:t>
            </a:r>
            <a:r>
              <a:rPr lang="en-US" sz="3601" b="1" dirty="0">
                <a:solidFill>
                  <a:prstClr val="black"/>
                </a:solidFill>
                <a:latin typeface="Calibri" pitchFamily="34" charset="0"/>
              </a:rPr>
              <a:t> </a:t>
            </a:r>
            <a:r>
              <a:rPr lang="en-US" sz="3601" b="1" dirty="0" err="1">
                <a:solidFill>
                  <a:prstClr val="black"/>
                </a:solidFill>
                <a:latin typeface="Calibri" pitchFamily="34" charset="0"/>
              </a:rPr>
              <a:t>ಸುಮತಿ</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ಸಂಗೀ</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೩</a:t>
            </a:r>
            <a:r>
              <a:rPr lang="en-US" sz="3601" b="1" dirty="0">
                <a:solidFill>
                  <a:prstClr val="black"/>
                </a:solidFill>
                <a:latin typeface="Calibri" pitchFamily="34" charset="0"/>
              </a:rPr>
              <a:t>॥</a:t>
            </a:r>
          </a:p>
          <a:p>
            <a:pPr algn="ctr" defTabSz="914522"/>
            <a:endParaRPr lang="en-US" sz="3601"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Oh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You are valiant and brave, with a 	body like lightening. You are the dispeller of darkness of evil thoughts and companion of 	good sense and wisdom.</a:t>
            </a:r>
            <a:endParaRPr lang="en-IN" sz="1800" dirty="0">
              <a:solidFill>
                <a:prstClr val="black"/>
              </a:solidFill>
              <a:latin typeface="Palatino Linotype" pitchFamily="18" charset="0"/>
            </a:endParaRPr>
          </a:p>
        </p:txBody>
      </p:sp>
    </p:spTree>
    <p:extLst>
      <p:ext uri="{BB962C8B-B14F-4D97-AF65-F5344CB8AC3E}">
        <p14:creationId xmlns:p14="http://schemas.microsoft.com/office/powerpoint/2010/main" val="334790952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p:cNvSpPr>
            <a:spLocks noChangeArrowheads="1"/>
          </p:cNvSpPr>
          <p:nvPr/>
        </p:nvSpPr>
        <p:spPr bwMode="auto">
          <a:xfrm>
            <a:off x="1524662" y="116"/>
            <a:ext cx="9145853" cy="6556795"/>
          </a:xfrm>
          <a:prstGeom prst="rect">
            <a:avLst/>
          </a:prstGeom>
          <a:noFill/>
          <a:ln w="9525">
            <a:noFill/>
            <a:miter lim="800000"/>
            <a:headEnd/>
            <a:tailEnd/>
          </a:ln>
        </p:spPr>
        <p:txBody>
          <a:bodyPr wrap="square">
            <a:spAutoFit/>
          </a:bodyPr>
          <a:lstStyle/>
          <a:p>
            <a:pPr algn="ctr" defTabSz="914522"/>
            <a:endParaRPr lang="en-IN" sz="1200" dirty="0">
              <a:solidFill>
                <a:prstClr val="black"/>
              </a:solidFill>
              <a:latin typeface="Calibri" pitchFamily="34" charset="0"/>
            </a:endParaRPr>
          </a:p>
          <a:p>
            <a:pPr algn="ctr" defTabSz="914522"/>
            <a:r>
              <a:rPr lang="en-IN" sz="4001" b="1" dirty="0" err="1">
                <a:solidFill>
                  <a:prstClr val="black"/>
                </a:solidFill>
                <a:latin typeface="Aparajita" pitchFamily="34" charset="0"/>
              </a:rPr>
              <a:t>कञ्चन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बरन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बिराज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सुबेसा</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कानन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कुण्डल</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कुञ्चित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केसा</a:t>
            </a:r>
            <a:r>
              <a:rPr lang="en-IN" sz="4001" b="1" dirty="0">
                <a:solidFill>
                  <a:prstClr val="black"/>
                </a:solidFill>
                <a:latin typeface="Aparajita" pitchFamily="34" charset="0"/>
              </a:rPr>
              <a:t> ॥४॥</a:t>
            </a:r>
          </a:p>
          <a:p>
            <a:pPr algn="ctr" defTabSz="914522"/>
            <a:endParaRPr lang="en-IN" sz="40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Kaïcana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Barana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Biräja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Subesä</a:t>
            </a:r>
            <a:r>
              <a:rPr lang="en-US" sz="3601" b="1" dirty="0">
                <a:solidFill>
                  <a:prstClr val="black"/>
                </a:solidFill>
                <a:latin typeface="URW Palladio IT" pitchFamily="2" charset="0"/>
              </a:rPr>
              <a:t> |</a:t>
            </a:r>
          </a:p>
          <a:p>
            <a:pPr algn="ctr" defTabSz="914522"/>
            <a:r>
              <a:rPr lang="en-US" sz="3601" b="1" dirty="0" err="1">
                <a:solidFill>
                  <a:prstClr val="black"/>
                </a:solidFill>
                <a:latin typeface="URW Palladio IT" pitchFamily="2" charset="0"/>
              </a:rPr>
              <a:t>Känana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Kuëòala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Kuïcita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Kesä</a:t>
            </a:r>
            <a:r>
              <a:rPr lang="en-US" sz="3601" b="1" dirty="0">
                <a:solidFill>
                  <a:prstClr val="black"/>
                </a:solidFill>
                <a:latin typeface="URW Palladio IT" pitchFamily="2" charset="0"/>
              </a:rPr>
              <a:t> || - 4</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ಕಂಚನ</a:t>
            </a:r>
            <a:r>
              <a:rPr lang="en-US" sz="3601" b="1" dirty="0">
                <a:solidFill>
                  <a:prstClr val="black"/>
                </a:solidFill>
                <a:latin typeface="Calibri" pitchFamily="34" charset="0"/>
              </a:rPr>
              <a:t> </a:t>
            </a:r>
            <a:r>
              <a:rPr lang="en-US" sz="3601" b="1" dirty="0" err="1">
                <a:solidFill>
                  <a:prstClr val="black"/>
                </a:solidFill>
                <a:latin typeface="Calibri" pitchFamily="34" charset="0"/>
              </a:rPr>
              <a:t>ಬರನ</a:t>
            </a:r>
            <a:r>
              <a:rPr lang="en-US" sz="3601" b="1" dirty="0">
                <a:solidFill>
                  <a:prstClr val="black"/>
                </a:solidFill>
                <a:latin typeface="Calibri" pitchFamily="34" charset="0"/>
              </a:rPr>
              <a:t> </a:t>
            </a:r>
            <a:r>
              <a:rPr lang="en-US" sz="3601" b="1" dirty="0" err="1">
                <a:solidFill>
                  <a:prstClr val="black"/>
                </a:solidFill>
                <a:latin typeface="Calibri" pitchFamily="34" charset="0"/>
              </a:rPr>
              <a:t>ಬಿರಾಜ</a:t>
            </a:r>
            <a:r>
              <a:rPr lang="en-US" sz="3601" b="1" dirty="0">
                <a:solidFill>
                  <a:prstClr val="black"/>
                </a:solidFill>
                <a:latin typeface="Calibri" pitchFamily="34" charset="0"/>
              </a:rPr>
              <a:t> </a:t>
            </a:r>
            <a:r>
              <a:rPr lang="en-US" sz="3601" b="1" dirty="0" err="1">
                <a:solidFill>
                  <a:prstClr val="black"/>
                </a:solidFill>
                <a:latin typeface="Calibri" pitchFamily="34" charset="0"/>
              </a:rPr>
              <a:t>ಸುಬೇಸಾ</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ಕಾನನ</a:t>
            </a:r>
            <a:r>
              <a:rPr lang="en-US" sz="3601" b="1" dirty="0">
                <a:solidFill>
                  <a:prstClr val="black"/>
                </a:solidFill>
                <a:latin typeface="Calibri" pitchFamily="34" charset="0"/>
              </a:rPr>
              <a:t> </a:t>
            </a:r>
            <a:r>
              <a:rPr lang="en-US" sz="3601" b="1" dirty="0" err="1">
                <a:solidFill>
                  <a:prstClr val="black"/>
                </a:solidFill>
                <a:latin typeface="Calibri" pitchFamily="34" charset="0"/>
              </a:rPr>
              <a:t>ಕುಂಡಲ</a:t>
            </a:r>
            <a:r>
              <a:rPr lang="en-US" sz="3601" b="1" dirty="0">
                <a:solidFill>
                  <a:prstClr val="black"/>
                </a:solidFill>
                <a:latin typeface="Calibri" pitchFamily="34" charset="0"/>
              </a:rPr>
              <a:t> </a:t>
            </a:r>
            <a:r>
              <a:rPr lang="en-US" sz="3601" b="1" dirty="0" err="1">
                <a:solidFill>
                  <a:prstClr val="black"/>
                </a:solidFill>
                <a:latin typeface="Calibri" pitchFamily="34" charset="0"/>
              </a:rPr>
              <a:t>ಕುಂಚಿತ</a:t>
            </a:r>
            <a:r>
              <a:rPr lang="en-US" sz="3601" b="1" dirty="0">
                <a:solidFill>
                  <a:prstClr val="black"/>
                </a:solidFill>
                <a:latin typeface="Calibri" pitchFamily="34" charset="0"/>
              </a:rPr>
              <a:t> </a:t>
            </a:r>
            <a:r>
              <a:rPr lang="en-US" sz="3601" b="1" dirty="0" err="1">
                <a:solidFill>
                  <a:prstClr val="black"/>
                </a:solidFill>
                <a:latin typeface="Calibri" pitchFamily="34" charset="0"/>
              </a:rPr>
              <a:t>ಕೇಸಾ</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೪</a:t>
            </a:r>
            <a:r>
              <a:rPr lang="en-US" sz="3601" b="1" dirty="0">
                <a:solidFill>
                  <a:prstClr val="black"/>
                </a:solidFill>
                <a:latin typeface="Calibri" pitchFamily="34" charset="0"/>
              </a:rPr>
              <a:t>॥</a:t>
            </a:r>
          </a:p>
          <a:p>
            <a:pPr algn="ctr" defTabSz="914522"/>
            <a:endParaRPr lang="en-US" sz="3601" dirty="0">
              <a:solidFill>
                <a:prstClr val="black"/>
              </a:solidFill>
              <a:latin typeface="Calibri" pitchFamily="34" charset="0"/>
            </a:endParaRPr>
          </a:p>
          <a:p>
            <a:pPr algn="ctr" defTabSz="914522"/>
            <a:r>
              <a:rPr lang="en-US" sz="2400" b="1" dirty="0" err="1">
                <a:solidFill>
                  <a:prstClr val="black"/>
                </a:solidFill>
                <a:latin typeface="Palatino Linotype" pitchFamily="18" charset="0"/>
              </a:rPr>
              <a:t>Shri</a:t>
            </a:r>
            <a:r>
              <a:rPr lang="en-US" sz="2400" b="1" dirty="0">
                <a:solidFill>
                  <a:prstClr val="black"/>
                </a:solidFill>
                <a:latin typeface="Palatino Linotype" pitchFamily="18" charset="0"/>
              </a:rPr>
              <a:t> </a:t>
            </a:r>
            <a:r>
              <a:rPr lang="en-US" sz="2400" b="1" dirty="0" err="1">
                <a:solidFill>
                  <a:prstClr val="black"/>
                </a:solidFill>
                <a:latin typeface="Palatino Linotype" pitchFamily="18" charset="0"/>
              </a:rPr>
              <a:t>Hanumanji's</a:t>
            </a:r>
            <a:r>
              <a:rPr lang="en-US" sz="2400" b="1" dirty="0">
                <a:solidFill>
                  <a:prstClr val="black"/>
                </a:solidFill>
                <a:latin typeface="Palatino Linotype" pitchFamily="18" charset="0"/>
              </a:rPr>
              <a:t> physique is golden </a:t>
            </a:r>
            <a:r>
              <a:rPr lang="en-US" sz="2400" b="1" dirty="0" err="1">
                <a:solidFill>
                  <a:prstClr val="black"/>
                </a:solidFill>
                <a:latin typeface="Palatino Linotype" pitchFamily="18" charset="0"/>
              </a:rPr>
              <a:t>coloured</a:t>
            </a:r>
            <a:r>
              <a:rPr lang="en-US" sz="2400" b="1" dirty="0">
                <a:solidFill>
                  <a:prstClr val="black"/>
                </a:solidFill>
                <a:latin typeface="Palatino Linotype" pitchFamily="18" charset="0"/>
              </a:rPr>
              <a:t>. His dress is pretty, wearing '</a:t>
            </a:r>
            <a:r>
              <a:rPr lang="en-US" sz="2400" b="1" dirty="0" err="1">
                <a:solidFill>
                  <a:prstClr val="black"/>
                </a:solidFill>
                <a:latin typeface="Palatino Linotype" pitchFamily="18" charset="0"/>
              </a:rPr>
              <a:t>Kundals</a:t>
            </a:r>
            <a:r>
              <a:rPr lang="en-US" sz="2400" b="1" dirty="0">
                <a:solidFill>
                  <a:prstClr val="black"/>
                </a:solidFill>
                <a:latin typeface="Palatino Linotype" pitchFamily="18" charset="0"/>
              </a:rPr>
              <a:t>' ear-rings and his hairs are long and curly.</a:t>
            </a:r>
            <a:endParaRPr lang="en-IN" sz="1800" dirty="0">
              <a:solidFill>
                <a:prstClr val="black"/>
              </a:solidFill>
              <a:latin typeface="Palatino Linotype" pitchFamily="18" charset="0"/>
            </a:endParaRPr>
          </a:p>
        </p:txBody>
      </p:sp>
    </p:spTree>
    <p:extLst>
      <p:ext uri="{BB962C8B-B14F-4D97-AF65-F5344CB8AC3E}">
        <p14:creationId xmlns:p14="http://schemas.microsoft.com/office/powerpoint/2010/main" val="203574848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noChangeArrowheads="1"/>
          </p:cNvSpPr>
          <p:nvPr/>
        </p:nvSpPr>
        <p:spPr bwMode="auto">
          <a:xfrm>
            <a:off x="1524663" y="99"/>
            <a:ext cx="8993421" cy="6279796"/>
          </a:xfrm>
          <a:prstGeom prst="rect">
            <a:avLst/>
          </a:prstGeom>
          <a:noFill/>
          <a:ln w="9525">
            <a:noFill/>
            <a:miter lim="800000"/>
            <a:headEnd/>
            <a:tailEnd/>
          </a:ln>
        </p:spPr>
        <p:txBody>
          <a:bodyPr wrap="square">
            <a:spAutoFit/>
          </a:bodyPr>
          <a:lstStyle/>
          <a:p>
            <a:pPr algn="ctr" defTabSz="914522"/>
            <a:endParaRPr lang="en-IN" sz="1800" b="1" dirty="0">
              <a:solidFill>
                <a:prstClr val="black"/>
              </a:solidFill>
              <a:latin typeface="Palatino Linotype" pitchFamily="18" charset="0"/>
            </a:endParaRPr>
          </a:p>
          <a:p>
            <a:pPr algn="ctr" defTabSz="914522"/>
            <a:r>
              <a:rPr lang="en-IN" sz="4001" b="1" dirty="0" err="1">
                <a:solidFill>
                  <a:prstClr val="black"/>
                </a:solidFill>
                <a:latin typeface="Aparajita" pitchFamily="34" charset="0"/>
              </a:rPr>
              <a:t>हाथ</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बज्र</a:t>
            </a:r>
            <a:r>
              <a:rPr lang="en-IN" sz="4001" b="1" dirty="0">
                <a:solidFill>
                  <a:prstClr val="black"/>
                </a:solidFill>
                <a:latin typeface="Aparajita" pitchFamily="34" charset="0"/>
              </a:rPr>
              <a:t> औ </a:t>
            </a:r>
            <a:r>
              <a:rPr lang="en-IN" sz="4001" b="1" dirty="0" err="1">
                <a:solidFill>
                  <a:prstClr val="black"/>
                </a:solidFill>
                <a:latin typeface="Aparajita" pitchFamily="34" charset="0"/>
              </a:rPr>
              <a:t>ध्वजा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बिराजै</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काँधे</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जनेउ</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साजै</a:t>
            </a:r>
            <a:r>
              <a:rPr lang="en-IN" sz="4001" b="1" dirty="0">
                <a:solidFill>
                  <a:prstClr val="black"/>
                </a:solidFill>
                <a:latin typeface="Aparajita" pitchFamily="34" charset="0"/>
              </a:rPr>
              <a:t> ॥५॥</a:t>
            </a:r>
          </a:p>
          <a:p>
            <a:pPr algn="ctr" defTabSz="914522"/>
            <a:endParaRPr lang="en-IN" sz="40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Hätha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Bajra</a:t>
            </a:r>
            <a:r>
              <a:rPr lang="en-US" sz="3601" b="1" dirty="0">
                <a:solidFill>
                  <a:prstClr val="black"/>
                </a:solidFill>
                <a:latin typeface="URW Palladio IT" pitchFamily="2" charset="0"/>
              </a:rPr>
              <a:t> Au </a:t>
            </a:r>
            <a:r>
              <a:rPr lang="en-US" sz="3601" b="1" dirty="0" err="1">
                <a:solidFill>
                  <a:prstClr val="black"/>
                </a:solidFill>
                <a:latin typeface="URW Palladio IT" pitchFamily="2" charset="0"/>
              </a:rPr>
              <a:t>Dhvajä</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Biräjai</a:t>
            </a:r>
            <a:r>
              <a:rPr lang="en-US" sz="3601" b="1" dirty="0">
                <a:solidFill>
                  <a:prstClr val="black"/>
                </a:solidFill>
                <a:latin typeface="URW Palladio IT" pitchFamily="2" charset="0"/>
              </a:rPr>
              <a:t> | </a:t>
            </a:r>
          </a:p>
          <a:p>
            <a:pPr algn="ctr" defTabSz="914522"/>
            <a:r>
              <a:rPr lang="en-US" sz="3601" b="1" dirty="0" err="1">
                <a:solidFill>
                  <a:prstClr val="black"/>
                </a:solidFill>
                <a:latin typeface="URW Palladio IT" pitchFamily="2" charset="0"/>
              </a:rPr>
              <a:t>Käðdhe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Müðja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Janeü</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Säjai</a:t>
            </a:r>
            <a:r>
              <a:rPr lang="en-US" sz="3601" b="1" dirty="0">
                <a:solidFill>
                  <a:prstClr val="black"/>
                </a:solidFill>
                <a:latin typeface="URW Palladio IT" pitchFamily="2" charset="0"/>
              </a:rPr>
              <a:t> || - 5 </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ಹಾಥ</a:t>
            </a:r>
            <a:r>
              <a:rPr lang="en-US" sz="3601" b="1" dirty="0">
                <a:solidFill>
                  <a:prstClr val="black"/>
                </a:solidFill>
                <a:latin typeface="Calibri" pitchFamily="34" charset="0"/>
              </a:rPr>
              <a:t> </a:t>
            </a:r>
            <a:r>
              <a:rPr lang="en-US" sz="3601" b="1" dirty="0" err="1">
                <a:solidFill>
                  <a:prstClr val="black"/>
                </a:solidFill>
                <a:latin typeface="Calibri" pitchFamily="34" charset="0"/>
              </a:rPr>
              <a:t>ಬಜ್ರ</a:t>
            </a:r>
            <a:r>
              <a:rPr lang="en-US" sz="3601" b="1" dirty="0">
                <a:solidFill>
                  <a:prstClr val="black"/>
                </a:solidFill>
                <a:latin typeface="Calibri" pitchFamily="34" charset="0"/>
              </a:rPr>
              <a:t> ಔ </a:t>
            </a:r>
            <a:r>
              <a:rPr lang="kn-IN" sz="3601" b="1" dirty="0">
                <a:solidFill>
                  <a:prstClr val="black"/>
                </a:solidFill>
                <a:latin typeface="Calibri" pitchFamily="34" charset="0"/>
                <a:ea typeface="Tunga" pitchFamily="2"/>
                <a:cs typeface="Tunga" pitchFamily="2"/>
              </a:rPr>
              <a:t>ಧ್ವಜಾ </a:t>
            </a:r>
            <a:r>
              <a:rPr lang="en-US" sz="3601" b="1" dirty="0" err="1">
                <a:solidFill>
                  <a:prstClr val="black"/>
                </a:solidFill>
                <a:latin typeface="Calibri" pitchFamily="34" charset="0"/>
              </a:rPr>
              <a:t>ಬಿರಾಜೇ</a:t>
            </a:r>
            <a:r>
              <a:rPr lang="en-US" sz="3601" b="1" dirty="0">
                <a:solidFill>
                  <a:prstClr val="black"/>
                </a:solidFill>
                <a:latin typeface="Calibri" pitchFamily="34" charset="0"/>
              </a:rPr>
              <a:t> । </a:t>
            </a:r>
          </a:p>
          <a:p>
            <a:pPr algn="ctr" defTabSz="914522"/>
            <a:r>
              <a:rPr lang="en-US" sz="3601" b="1" dirty="0" err="1">
                <a:solidFill>
                  <a:prstClr val="black"/>
                </a:solidFill>
                <a:latin typeface="Calibri" pitchFamily="34" charset="0"/>
              </a:rPr>
              <a:t>ಕಾಂಧೇ</a:t>
            </a:r>
            <a:r>
              <a:rPr lang="en-US" sz="3601" b="1" dirty="0">
                <a:solidFill>
                  <a:prstClr val="black"/>
                </a:solidFill>
                <a:latin typeface="Calibri" pitchFamily="34" charset="0"/>
              </a:rPr>
              <a:t> </a:t>
            </a:r>
            <a:r>
              <a:rPr lang="en-US" sz="3601" b="1" dirty="0" err="1">
                <a:solidFill>
                  <a:prstClr val="black"/>
                </a:solidFill>
                <a:latin typeface="Calibri" pitchFamily="34" charset="0"/>
              </a:rPr>
              <a:t>ಮೂಂಜ</a:t>
            </a:r>
            <a:r>
              <a:rPr lang="en-US" sz="3601" b="1" dirty="0">
                <a:solidFill>
                  <a:prstClr val="black"/>
                </a:solidFill>
                <a:latin typeface="Calibri" pitchFamily="34" charset="0"/>
              </a:rPr>
              <a:t> </a:t>
            </a:r>
            <a:r>
              <a:rPr lang="en-US" sz="3601" b="1" dirty="0" err="1">
                <a:solidFill>
                  <a:prstClr val="black"/>
                </a:solidFill>
                <a:latin typeface="Calibri" pitchFamily="34" charset="0"/>
              </a:rPr>
              <a:t>ಜನೇಊ</a:t>
            </a:r>
            <a:r>
              <a:rPr lang="en-US" sz="3601" b="1" dirty="0">
                <a:solidFill>
                  <a:prstClr val="black"/>
                </a:solidFill>
                <a:latin typeface="Calibri" pitchFamily="34" charset="0"/>
              </a:rPr>
              <a:t> </a:t>
            </a:r>
            <a:r>
              <a:rPr lang="en-US" sz="3601" b="1" dirty="0" err="1">
                <a:solidFill>
                  <a:prstClr val="black"/>
                </a:solidFill>
                <a:latin typeface="Calibri" pitchFamily="34" charset="0"/>
              </a:rPr>
              <a:t>ಸಾಜೇ</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೫</a:t>
            </a:r>
            <a:r>
              <a:rPr lang="en-US" sz="3601" b="1" dirty="0">
                <a:solidFill>
                  <a:prstClr val="black"/>
                </a:solidFill>
                <a:latin typeface="Calibri" pitchFamily="34" charset="0"/>
              </a:rPr>
              <a:t>॥</a:t>
            </a:r>
          </a:p>
          <a:p>
            <a:pPr algn="ctr" defTabSz="914522"/>
            <a:endParaRPr lang="en-US" sz="3601" b="1" dirty="0">
              <a:solidFill>
                <a:prstClr val="black"/>
              </a:solidFill>
              <a:latin typeface="Calibri" pitchFamily="34" charset="0"/>
            </a:endParaRPr>
          </a:p>
          <a:p>
            <a:pPr algn="ctr" defTabSz="914522"/>
            <a:r>
              <a:rPr lang="en-US" sz="2400" b="1" dirty="0" err="1">
                <a:solidFill>
                  <a:prstClr val="black"/>
                </a:solidFill>
                <a:latin typeface="Palatino Linotype" pitchFamily="18" charset="0"/>
              </a:rPr>
              <a:t>Shri</a:t>
            </a:r>
            <a:r>
              <a:rPr lang="en-US" sz="2400" b="1" dirty="0">
                <a:solidFill>
                  <a:prstClr val="black"/>
                </a:solidFill>
                <a:latin typeface="Palatino Linotype" pitchFamily="18" charset="0"/>
              </a:rPr>
              <a:t>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is holding in one hand a lighting bolt and in the other a banner with sacred thread across his shoulder.</a:t>
            </a:r>
            <a:endParaRPr lang="en-IN" sz="2801" b="1" dirty="0">
              <a:solidFill>
                <a:prstClr val="black"/>
              </a:solidFill>
              <a:latin typeface="Aparajita" pitchFamily="34" charset="0"/>
            </a:endParaRPr>
          </a:p>
        </p:txBody>
      </p:sp>
    </p:spTree>
    <p:extLst>
      <p:ext uri="{BB962C8B-B14F-4D97-AF65-F5344CB8AC3E}">
        <p14:creationId xmlns:p14="http://schemas.microsoft.com/office/powerpoint/2010/main" val="257956861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
          <p:cNvSpPr>
            <a:spLocks noChangeArrowheads="1"/>
          </p:cNvSpPr>
          <p:nvPr/>
        </p:nvSpPr>
        <p:spPr bwMode="auto">
          <a:xfrm>
            <a:off x="1524662" y="99"/>
            <a:ext cx="9145853" cy="6649128"/>
          </a:xfrm>
          <a:prstGeom prst="rect">
            <a:avLst/>
          </a:prstGeom>
          <a:noFill/>
          <a:ln w="9525">
            <a:noFill/>
            <a:miter lim="800000"/>
            <a:headEnd/>
            <a:tailEnd/>
          </a:ln>
        </p:spPr>
        <p:txBody>
          <a:bodyPr wrap="square">
            <a:spAutoFit/>
          </a:bodyPr>
          <a:lstStyle/>
          <a:p>
            <a:pPr algn="just" defTabSz="914522"/>
            <a:endParaRPr lang="en-IN" sz="1800" b="1" dirty="0">
              <a:solidFill>
                <a:prstClr val="black"/>
              </a:solidFill>
              <a:latin typeface="Palatino Linotype" pitchFamily="18" charset="0"/>
            </a:endParaRPr>
          </a:p>
          <a:p>
            <a:pPr algn="ctr" defTabSz="914522"/>
            <a:r>
              <a:rPr lang="en-IN" sz="4001" b="1" dirty="0" err="1">
                <a:solidFill>
                  <a:prstClr val="black"/>
                </a:solidFill>
                <a:latin typeface="Aparajita" pitchFamily="34" charset="0"/>
              </a:rPr>
              <a:t>सङ्कर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सुवन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केसरीनन्दन</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तेज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प्रताप</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जग</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बन्दन</a:t>
            </a:r>
            <a:r>
              <a:rPr lang="en-IN" sz="4001" b="1" dirty="0">
                <a:solidFill>
                  <a:prstClr val="black"/>
                </a:solidFill>
                <a:latin typeface="Aparajita" pitchFamily="34" charset="0"/>
              </a:rPr>
              <a:t> ॥६॥</a:t>
            </a:r>
          </a:p>
          <a:p>
            <a:pPr algn="ctr" defTabSz="914522"/>
            <a:endParaRPr lang="en-IN" sz="40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Saìkara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Suvana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Kesarénandana</a:t>
            </a:r>
            <a:r>
              <a:rPr lang="en-US" sz="3601" b="1" dirty="0">
                <a:solidFill>
                  <a:prstClr val="black"/>
                </a:solidFill>
                <a:latin typeface="URW Palladio IT" pitchFamily="2" charset="0"/>
              </a:rPr>
              <a:t> | </a:t>
            </a:r>
          </a:p>
          <a:p>
            <a:pPr algn="ctr" defTabSz="914522"/>
            <a:r>
              <a:rPr lang="en-US" sz="3601" b="1" dirty="0" err="1">
                <a:solidFill>
                  <a:prstClr val="black"/>
                </a:solidFill>
                <a:latin typeface="URW Palladio IT" pitchFamily="2" charset="0"/>
              </a:rPr>
              <a:t>Teja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Pratäpa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Mahä</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Jaga</a:t>
            </a:r>
            <a:r>
              <a:rPr lang="en-US" sz="3601" b="1" dirty="0">
                <a:solidFill>
                  <a:prstClr val="black"/>
                </a:solidFill>
                <a:latin typeface="URW Palladio IT" pitchFamily="2" charset="0"/>
              </a:rPr>
              <a:t> Bandana || - 6 </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ಸಂಕರ</a:t>
            </a:r>
            <a:r>
              <a:rPr lang="en-US" sz="3601" b="1" dirty="0">
                <a:solidFill>
                  <a:prstClr val="black"/>
                </a:solidFill>
                <a:latin typeface="Calibri" pitchFamily="34" charset="0"/>
              </a:rPr>
              <a:t> </a:t>
            </a:r>
            <a:r>
              <a:rPr lang="en-US" sz="3601" b="1" dirty="0" err="1">
                <a:solidFill>
                  <a:prstClr val="black"/>
                </a:solidFill>
                <a:latin typeface="Calibri" pitchFamily="34" charset="0"/>
              </a:rPr>
              <a:t>ಸುವನ</a:t>
            </a:r>
            <a:r>
              <a:rPr lang="en-US" sz="3601" b="1" dirty="0">
                <a:solidFill>
                  <a:prstClr val="black"/>
                </a:solidFill>
                <a:latin typeface="Calibri" pitchFamily="34" charset="0"/>
              </a:rPr>
              <a:t> </a:t>
            </a:r>
            <a:r>
              <a:rPr lang="en-US" sz="3601" b="1" dirty="0" err="1">
                <a:solidFill>
                  <a:prstClr val="black"/>
                </a:solidFill>
                <a:latin typeface="Calibri" pitchFamily="34" charset="0"/>
              </a:rPr>
              <a:t>ಕೇಸರೀ</a:t>
            </a:r>
            <a:r>
              <a:rPr lang="en-US" sz="3601" b="1" dirty="0">
                <a:solidFill>
                  <a:prstClr val="black"/>
                </a:solidFill>
                <a:latin typeface="Calibri" pitchFamily="34" charset="0"/>
              </a:rPr>
              <a:t> </a:t>
            </a:r>
            <a:r>
              <a:rPr lang="en-US" sz="3601" b="1" dirty="0" err="1">
                <a:solidFill>
                  <a:prstClr val="black"/>
                </a:solidFill>
                <a:latin typeface="Calibri" pitchFamily="34" charset="0"/>
              </a:rPr>
              <a:t>ನಂದನ</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ತೇಜ</a:t>
            </a:r>
            <a:r>
              <a:rPr lang="en-US" sz="3601" b="1" dirty="0">
                <a:solidFill>
                  <a:prstClr val="black"/>
                </a:solidFill>
                <a:latin typeface="Calibri" pitchFamily="34" charset="0"/>
              </a:rPr>
              <a:t> </a:t>
            </a:r>
            <a:r>
              <a:rPr lang="en-US" sz="3601" b="1" dirty="0" err="1">
                <a:solidFill>
                  <a:prstClr val="black"/>
                </a:solidFill>
                <a:latin typeface="Calibri" pitchFamily="34" charset="0"/>
              </a:rPr>
              <a:t>ಪ್ರತಾಪ</a:t>
            </a:r>
            <a:r>
              <a:rPr lang="en-US" sz="3601" b="1" dirty="0">
                <a:solidFill>
                  <a:prstClr val="black"/>
                </a:solidFill>
                <a:latin typeface="Calibri" pitchFamily="34" charset="0"/>
              </a:rPr>
              <a:t> </a:t>
            </a:r>
            <a:r>
              <a:rPr lang="en-US" sz="3601" b="1" dirty="0" err="1">
                <a:solidFill>
                  <a:prstClr val="black"/>
                </a:solidFill>
                <a:latin typeface="Calibri" pitchFamily="34" charset="0"/>
              </a:rPr>
              <a:t>ಮಹಾ</a:t>
            </a:r>
            <a:r>
              <a:rPr lang="en-US" sz="3601" b="1" dirty="0">
                <a:solidFill>
                  <a:prstClr val="black"/>
                </a:solidFill>
                <a:latin typeface="Calibri" pitchFamily="34" charset="0"/>
              </a:rPr>
              <a:t> </a:t>
            </a:r>
            <a:r>
              <a:rPr lang="en-US" sz="3601" b="1" dirty="0" err="1">
                <a:solidFill>
                  <a:prstClr val="black"/>
                </a:solidFill>
                <a:latin typeface="Calibri" pitchFamily="34" charset="0"/>
              </a:rPr>
              <a:t>ಜಗ</a:t>
            </a:r>
            <a:r>
              <a:rPr lang="en-US" sz="3601" b="1" dirty="0">
                <a:solidFill>
                  <a:prstClr val="black"/>
                </a:solidFill>
                <a:latin typeface="Calibri" pitchFamily="34" charset="0"/>
              </a:rPr>
              <a:t> </a:t>
            </a:r>
            <a:r>
              <a:rPr lang="en-US" sz="3601" b="1" dirty="0" err="1">
                <a:solidFill>
                  <a:prstClr val="black"/>
                </a:solidFill>
                <a:latin typeface="Calibri" pitchFamily="34" charset="0"/>
              </a:rPr>
              <a:t>ಬಂದನ</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೬</a:t>
            </a:r>
            <a:r>
              <a:rPr lang="en-US" sz="3601" b="1" dirty="0">
                <a:solidFill>
                  <a:prstClr val="black"/>
                </a:solidFill>
                <a:latin typeface="Calibri" pitchFamily="34" charset="0"/>
              </a:rPr>
              <a:t>॥</a:t>
            </a:r>
          </a:p>
          <a:p>
            <a:pPr algn="ctr" defTabSz="914522"/>
            <a:endParaRPr lang="en-US" sz="3601" dirty="0">
              <a:solidFill>
                <a:prstClr val="black"/>
              </a:solidFill>
              <a:latin typeface="Calibri" pitchFamily="34" charset="0"/>
            </a:endParaRPr>
          </a:p>
          <a:p>
            <a:pPr algn="ctr" defTabSz="914522"/>
            <a:r>
              <a:rPr lang="en-US" sz="2400" b="1" dirty="0">
                <a:solidFill>
                  <a:prstClr val="black"/>
                </a:solidFill>
                <a:latin typeface="Palatino Linotype" pitchFamily="18" charset="0"/>
              </a:rPr>
              <a:t>Oh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You are the emanation of 'SHIVA' and you delight </a:t>
            </a:r>
            <a:r>
              <a:rPr lang="en-US" sz="2400" b="1" dirty="0" err="1">
                <a:solidFill>
                  <a:prstClr val="black"/>
                </a:solidFill>
                <a:latin typeface="Palatino Linotype" pitchFamily="18" charset="0"/>
              </a:rPr>
              <a:t>Shri</a:t>
            </a:r>
            <a:r>
              <a:rPr lang="en-US" sz="2400" b="1" dirty="0">
                <a:solidFill>
                  <a:prstClr val="black"/>
                </a:solidFill>
                <a:latin typeface="Palatino Linotype" pitchFamily="18" charset="0"/>
              </a:rPr>
              <a:t> </a:t>
            </a:r>
            <a:r>
              <a:rPr lang="en-IN" sz="2400" b="1" dirty="0" err="1">
                <a:solidFill>
                  <a:prstClr val="black"/>
                </a:solidFill>
                <a:latin typeface="Palatino Linotype" pitchFamily="18" charset="0"/>
              </a:rPr>
              <a:t>Kesari</a:t>
            </a:r>
            <a:r>
              <a:rPr lang="en-US" sz="2400" b="1" dirty="0">
                <a:solidFill>
                  <a:prstClr val="black"/>
                </a:solidFill>
                <a:latin typeface="Palatino Linotype" pitchFamily="18" charset="0"/>
              </a:rPr>
              <a:t>. Being ever effulgent, </a:t>
            </a:r>
            <a:r>
              <a:rPr lang="en-IN" sz="2400" b="1" dirty="0">
                <a:solidFill>
                  <a:prstClr val="black"/>
                </a:solidFill>
                <a:latin typeface="Palatino Linotype" pitchFamily="18" charset="0"/>
              </a:rPr>
              <a:t>your glory is revered throughout  the world. </a:t>
            </a:r>
            <a:endParaRPr lang="en-IN" sz="3201" b="1" dirty="0">
              <a:solidFill>
                <a:prstClr val="black"/>
              </a:solidFill>
              <a:latin typeface="Palatino Linotype" pitchFamily="18" charset="0"/>
            </a:endParaRPr>
          </a:p>
        </p:txBody>
      </p:sp>
    </p:spTree>
    <p:extLst>
      <p:ext uri="{BB962C8B-B14F-4D97-AF65-F5344CB8AC3E}">
        <p14:creationId xmlns:p14="http://schemas.microsoft.com/office/powerpoint/2010/main" val="258708602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ChangeArrowheads="1"/>
          </p:cNvSpPr>
          <p:nvPr/>
        </p:nvSpPr>
        <p:spPr bwMode="auto">
          <a:xfrm>
            <a:off x="1524662" y="99"/>
            <a:ext cx="9145853" cy="6279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914522"/>
            <a:endParaRPr lang="en-US" sz="1800" dirty="0">
              <a:solidFill>
                <a:prstClr val="black"/>
              </a:solidFill>
              <a:latin typeface="Calibri" pitchFamily="34" charset="0"/>
            </a:endParaRPr>
          </a:p>
          <a:p>
            <a:pPr algn="ctr" defTabSz="914522"/>
            <a:r>
              <a:rPr lang="en-IN" sz="4001" b="1" dirty="0" err="1">
                <a:solidFill>
                  <a:prstClr val="black"/>
                </a:solidFill>
                <a:latin typeface="Aparajita" pitchFamily="34" charset="0"/>
              </a:rPr>
              <a:t>बिद्यावान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गुनी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अति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चातुर</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राम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करिबे</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आतुर</a:t>
            </a:r>
            <a:r>
              <a:rPr lang="en-IN" sz="4001" b="1" dirty="0">
                <a:solidFill>
                  <a:prstClr val="black"/>
                </a:solidFill>
                <a:latin typeface="Aparajita" pitchFamily="34" charset="0"/>
              </a:rPr>
              <a:t> ॥७॥</a:t>
            </a:r>
          </a:p>
          <a:p>
            <a:pPr algn="ctr" defTabSz="914522"/>
            <a:endParaRPr lang="en-IN" sz="40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Vidyäväna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Guné</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Ati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Cätura</a:t>
            </a:r>
            <a:r>
              <a:rPr lang="en-US" sz="3601" b="1" dirty="0">
                <a:solidFill>
                  <a:prstClr val="black"/>
                </a:solidFill>
                <a:latin typeface="URW Palladio IT" pitchFamily="2" charset="0"/>
              </a:rPr>
              <a:t> | </a:t>
            </a:r>
          </a:p>
          <a:p>
            <a:pPr algn="ctr" defTabSz="914522"/>
            <a:r>
              <a:rPr lang="en-US" sz="3601" b="1" dirty="0" err="1">
                <a:solidFill>
                  <a:prstClr val="black"/>
                </a:solidFill>
                <a:latin typeface="URW Palladio IT" pitchFamily="2" charset="0"/>
              </a:rPr>
              <a:t>Räma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Käja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Karibe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Ko</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Ätura</a:t>
            </a:r>
            <a:r>
              <a:rPr lang="en-US" sz="3601" b="1" dirty="0">
                <a:solidFill>
                  <a:prstClr val="black"/>
                </a:solidFill>
                <a:latin typeface="URW Palladio IT" pitchFamily="2" charset="0"/>
              </a:rPr>
              <a:t> || - 7</a:t>
            </a:r>
          </a:p>
          <a:p>
            <a:pPr algn="ctr" defTabSz="914522"/>
            <a:endParaRPr lang="en-US" sz="3601" b="1" dirty="0">
              <a:solidFill>
                <a:prstClr val="black"/>
              </a:solidFill>
              <a:latin typeface="URW Palladio IT" pitchFamily="2" charset="0"/>
            </a:endParaRPr>
          </a:p>
          <a:p>
            <a:pPr algn="ctr" defTabSz="914522"/>
            <a:r>
              <a:rPr lang="kn-IN" sz="3601" b="1" dirty="0">
                <a:solidFill>
                  <a:prstClr val="black"/>
                </a:solidFill>
                <a:latin typeface="Calibri" pitchFamily="34" charset="0"/>
                <a:ea typeface="Tunga" pitchFamily="2"/>
                <a:cs typeface="Tunga" pitchFamily="2"/>
              </a:rPr>
              <a:t>ಬಿ</a:t>
            </a:r>
            <a:r>
              <a:rPr lang="en-US" sz="3601" b="1" dirty="0" err="1">
                <a:solidFill>
                  <a:prstClr val="black"/>
                </a:solidFill>
                <a:latin typeface="Calibri" pitchFamily="34" charset="0"/>
              </a:rPr>
              <a:t>ದ್ಯಾವಾನ</a:t>
            </a:r>
            <a:r>
              <a:rPr lang="en-US" sz="3601" b="1" dirty="0">
                <a:solidFill>
                  <a:prstClr val="black"/>
                </a:solidFill>
                <a:latin typeface="Calibri" pitchFamily="34" charset="0"/>
              </a:rPr>
              <a:t> </a:t>
            </a:r>
            <a:r>
              <a:rPr lang="en-US" sz="3601" b="1" dirty="0" err="1">
                <a:solidFill>
                  <a:prstClr val="black"/>
                </a:solidFill>
                <a:latin typeface="Calibri" pitchFamily="34" charset="0"/>
              </a:rPr>
              <a:t>ಗು</a:t>
            </a:r>
            <a:r>
              <a:rPr lang="en-US" sz="3601" b="1" dirty="0" err="1">
                <a:solidFill>
                  <a:srgbClr val="000000"/>
                </a:solidFill>
                <a:latin typeface="BRH Kannada" pitchFamily="2" charset="0"/>
              </a:rPr>
              <a:t>¤Ã</a:t>
            </a:r>
            <a:r>
              <a:rPr lang="en-US" sz="3601" b="1" dirty="0">
                <a:solidFill>
                  <a:prstClr val="black"/>
                </a:solidFill>
                <a:latin typeface="Calibri" pitchFamily="34" charset="0"/>
              </a:rPr>
              <a:t> </a:t>
            </a:r>
            <a:r>
              <a:rPr lang="en-US" sz="3601" b="1" dirty="0" err="1">
                <a:solidFill>
                  <a:prstClr val="black"/>
                </a:solidFill>
                <a:latin typeface="Calibri" pitchFamily="34" charset="0"/>
              </a:rPr>
              <a:t>ಅತಿ</a:t>
            </a:r>
            <a:r>
              <a:rPr lang="en-US" sz="3601" b="1" dirty="0">
                <a:solidFill>
                  <a:prstClr val="black"/>
                </a:solidFill>
                <a:latin typeface="Calibri" pitchFamily="34" charset="0"/>
              </a:rPr>
              <a:t> </a:t>
            </a:r>
            <a:r>
              <a:rPr lang="en-US" sz="3601" b="1" dirty="0" err="1">
                <a:solidFill>
                  <a:prstClr val="black"/>
                </a:solidFill>
                <a:latin typeface="Calibri" pitchFamily="34" charset="0"/>
              </a:rPr>
              <a:t>ಚಾತುರ</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ರಾಮ</a:t>
            </a:r>
            <a:r>
              <a:rPr lang="en-US" sz="3601" b="1" dirty="0">
                <a:solidFill>
                  <a:prstClr val="black"/>
                </a:solidFill>
                <a:latin typeface="Calibri" pitchFamily="34" charset="0"/>
              </a:rPr>
              <a:t> </a:t>
            </a:r>
            <a:r>
              <a:rPr lang="en-US" sz="3601" b="1" dirty="0" err="1">
                <a:solidFill>
                  <a:prstClr val="black"/>
                </a:solidFill>
                <a:latin typeface="Calibri" pitchFamily="34" charset="0"/>
              </a:rPr>
              <a:t>ಕಾಜ</a:t>
            </a:r>
            <a:r>
              <a:rPr lang="en-US" sz="3601" b="1" dirty="0">
                <a:solidFill>
                  <a:prstClr val="black"/>
                </a:solidFill>
                <a:latin typeface="Calibri" pitchFamily="34" charset="0"/>
              </a:rPr>
              <a:t> </a:t>
            </a:r>
            <a:r>
              <a:rPr lang="en-US" sz="3601" b="1" dirty="0" err="1">
                <a:solidFill>
                  <a:prstClr val="black"/>
                </a:solidFill>
                <a:latin typeface="Calibri" pitchFamily="34" charset="0"/>
              </a:rPr>
              <a:t>ಕರಿಬೇ</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ಆತುರ</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೭</a:t>
            </a:r>
            <a:r>
              <a:rPr lang="en-US" sz="3601" b="1" dirty="0">
                <a:solidFill>
                  <a:prstClr val="black"/>
                </a:solidFill>
                <a:latin typeface="Calibri" pitchFamily="34" charset="0"/>
              </a:rPr>
              <a:t>॥</a:t>
            </a:r>
          </a:p>
          <a:p>
            <a:pPr algn="ctr" defTabSz="914522"/>
            <a:endParaRPr lang="en-US" sz="3601"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Oh! </a:t>
            </a:r>
            <a:r>
              <a:rPr lang="en-US" sz="2400" b="1" dirty="0" err="1">
                <a:solidFill>
                  <a:prstClr val="black"/>
                </a:solidFill>
                <a:latin typeface="Palatino Linotype" pitchFamily="18" charset="0"/>
              </a:rPr>
              <a:t>Shri</a:t>
            </a:r>
            <a:r>
              <a:rPr lang="en-US" sz="2400" b="1" dirty="0">
                <a:solidFill>
                  <a:prstClr val="black"/>
                </a:solidFill>
                <a:latin typeface="Palatino Linotype" pitchFamily="18" charset="0"/>
              </a:rPr>
              <a:t>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You are the repository learning, virtuous, very wise and highly keen to do the work of </a:t>
            </a:r>
            <a:r>
              <a:rPr lang="en-US" sz="2400" b="1" dirty="0" err="1">
                <a:solidFill>
                  <a:prstClr val="black"/>
                </a:solidFill>
                <a:latin typeface="Palatino Linotype" pitchFamily="18" charset="0"/>
              </a:rPr>
              <a:t>Shri</a:t>
            </a:r>
            <a:r>
              <a:rPr lang="en-US" sz="2400" b="1" dirty="0">
                <a:solidFill>
                  <a:prstClr val="black"/>
                </a:solidFill>
                <a:latin typeface="Palatino Linotype" pitchFamily="18" charset="0"/>
              </a:rPr>
              <a:t> Ram.</a:t>
            </a:r>
            <a:endParaRPr lang="en-US" sz="1800" dirty="0">
              <a:solidFill>
                <a:prstClr val="black"/>
              </a:solidFill>
              <a:latin typeface="Calibri" pitchFamily="34" charset="0"/>
            </a:endParaRPr>
          </a:p>
        </p:txBody>
      </p:sp>
    </p:spTree>
    <p:extLst>
      <p:ext uri="{BB962C8B-B14F-4D97-AF65-F5344CB8AC3E}">
        <p14:creationId xmlns:p14="http://schemas.microsoft.com/office/powerpoint/2010/main" val="40948874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
          <p:cNvSpPr>
            <a:spLocks noChangeArrowheads="1"/>
          </p:cNvSpPr>
          <p:nvPr/>
        </p:nvSpPr>
        <p:spPr bwMode="auto">
          <a:xfrm>
            <a:off x="1524662" y="115"/>
            <a:ext cx="9145853" cy="6926127"/>
          </a:xfrm>
          <a:prstGeom prst="rect">
            <a:avLst/>
          </a:prstGeom>
          <a:noFill/>
          <a:ln w="9525">
            <a:noFill/>
            <a:miter lim="800000"/>
            <a:headEnd/>
            <a:tailEnd/>
          </a:ln>
        </p:spPr>
        <p:txBody>
          <a:bodyPr wrap="square">
            <a:spAutoFit/>
          </a:bodyPr>
          <a:lstStyle/>
          <a:p>
            <a:pPr algn="ctr" defTabSz="914522"/>
            <a:endParaRPr lang="en-US" sz="1600" dirty="0">
              <a:solidFill>
                <a:prstClr val="black"/>
              </a:solidFill>
              <a:latin typeface="Calibri" pitchFamily="34" charset="0"/>
            </a:endParaRPr>
          </a:p>
          <a:p>
            <a:pPr algn="ctr" defTabSz="914522"/>
            <a:r>
              <a:rPr lang="en-IN" sz="4001" b="1" dirty="0" err="1">
                <a:solidFill>
                  <a:prstClr val="black"/>
                </a:solidFill>
                <a:latin typeface="Aparajita" pitchFamily="34" charset="0"/>
              </a:rPr>
              <a:t>प्रभु</a:t>
            </a:r>
            <a:r>
              <a:rPr lang="en-IN" sz="4001" b="1" dirty="0">
                <a:solidFill>
                  <a:prstClr val="black"/>
                </a:solidFill>
                <a:latin typeface="Aparajita" pitchFamily="34" charset="0"/>
              </a:rPr>
              <a:t> </a:t>
            </a:r>
            <a:r>
              <a:rPr lang="en-IN" sz="4001" b="1" dirty="0" err="1">
                <a:solidFill>
                  <a:prstClr val="black"/>
                </a:solidFill>
                <a:latin typeface="Aparajita" pitchFamily="34" charset="0"/>
              </a:rPr>
              <a:t>चरित्र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सुनिबे</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रसिया</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राम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लखन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बसिया</a:t>
            </a:r>
            <a:r>
              <a:rPr lang="en-IN" sz="4001" b="1" dirty="0">
                <a:solidFill>
                  <a:prstClr val="black"/>
                </a:solidFill>
                <a:latin typeface="Aparajita" pitchFamily="34" charset="0"/>
              </a:rPr>
              <a:t> ॥८॥</a:t>
            </a:r>
          </a:p>
          <a:p>
            <a:pPr algn="ctr" defTabSz="914522"/>
            <a:endParaRPr lang="en-IN" sz="40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Prabhu</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Caritra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Sunibe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Ko</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Rasiyä</a:t>
            </a:r>
            <a:r>
              <a:rPr lang="en-US" sz="3601" b="1" dirty="0">
                <a:solidFill>
                  <a:prstClr val="black"/>
                </a:solidFill>
                <a:latin typeface="URW Palladio IT" pitchFamily="2" charset="0"/>
              </a:rPr>
              <a:t> | </a:t>
            </a:r>
          </a:p>
          <a:p>
            <a:pPr algn="ctr" defTabSz="914522"/>
            <a:r>
              <a:rPr lang="en-US" sz="3601" b="1" dirty="0" err="1">
                <a:solidFill>
                  <a:prstClr val="black"/>
                </a:solidFill>
                <a:latin typeface="URW Palladio IT" pitchFamily="2" charset="0"/>
              </a:rPr>
              <a:t>Räma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Lakhana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Sétä</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Mana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Basiyä</a:t>
            </a:r>
            <a:r>
              <a:rPr lang="en-US" sz="3601" b="1" dirty="0">
                <a:solidFill>
                  <a:prstClr val="black"/>
                </a:solidFill>
                <a:latin typeface="URW Palladio IT" pitchFamily="2" charset="0"/>
              </a:rPr>
              <a:t> || - 8</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ಪ್ರಭು</a:t>
            </a:r>
            <a:r>
              <a:rPr lang="en-US" sz="3601" b="1" dirty="0">
                <a:solidFill>
                  <a:prstClr val="black"/>
                </a:solidFill>
                <a:latin typeface="Calibri" pitchFamily="34" charset="0"/>
              </a:rPr>
              <a:t> </a:t>
            </a:r>
            <a:r>
              <a:rPr lang="en-US" sz="3601" b="1" dirty="0" err="1">
                <a:solidFill>
                  <a:prstClr val="black"/>
                </a:solidFill>
                <a:latin typeface="Calibri" pitchFamily="34" charset="0"/>
              </a:rPr>
              <a:t>ಚರಿತ್ರ</a:t>
            </a:r>
            <a:r>
              <a:rPr lang="en-US" sz="3601" b="1" dirty="0">
                <a:solidFill>
                  <a:prstClr val="black"/>
                </a:solidFill>
                <a:latin typeface="Calibri" pitchFamily="34" charset="0"/>
              </a:rPr>
              <a:t> </a:t>
            </a:r>
            <a:r>
              <a:rPr lang="en-US" sz="3601" b="1" dirty="0" err="1">
                <a:solidFill>
                  <a:prstClr val="black"/>
                </a:solidFill>
                <a:latin typeface="Calibri" pitchFamily="34" charset="0"/>
              </a:rPr>
              <a:t>ಸುನಿಬೇ</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ರಸಿಯಾ</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ರಾಮ</a:t>
            </a:r>
            <a:r>
              <a:rPr lang="en-US" sz="3601" b="1" dirty="0">
                <a:solidFill>
                  <a:prstClr val="black"/>
                </a:solidFill>
                <a:latin typeface="Calibri" pitchFamily="34" charset="0"/>
              </a:rPr>
              <a:t> </a:t>
            </a:r>
            <a:r>
              <a:rPr lang="en-US" sz="3601" b="1" dirty="0" err="1">
                <a:solidFill>
                  <a:prstClr val="black"/>
                </a:solidFill>
                <a:latin typeface="Calibri" pitchFamily="34" charset="0"/>
              </a:rPr>
              <a:t>ಲಖ</a:t>
            </a:r>
            <a:r>
              <a:rPr lang="kn-IN" sz="3601" b="1" dirty="0">
                <a:solidFill>
                  <a:prstClr val="black"/>
                </a:solidFill>
                <a:latin typeface="Calibri" pitchFamily="34" charset="0"/>
                <a:ea typeface="Tunga" pitchFamily="2"/>
                <a:cs typeface="Tunga" pitchFamily="2"/>
              </a:rPr>
              <a:t>ನ </a:t>
            </a:r>
            <a:r>
              <a:rPr lang="en-US" sz="3601" b="1" dirty="0" err="1">
                <a:solidFill>
                  <a:prstClr val="black"/>
                </a:solidFill>
                <a:latin typeface="Calibri" pitchFamily="34" charset="0"/>
              </a:rPr>
              <a:t>ಸೀತಾ</a:t>
            </a:r>
            <a:r>
              <a:rPr lang="en-US" sz="3601" b="1" dirty="0">
                <a:solidFill>
                  <a:prstClr val="black"/>
                </a:solidFill>
                <a:latin typeface="Calibri" pitchFamily="34" charset="0"/>
              </a:rPr>
              <a:t> </a:t>
            </a:r>
            <a:r>
              <a:rPr lang="en-US" sz="3601" b="1" dirty="0" err="1">
                <a:solidFill>
                  <a:prstClr val="black"/>
                </a:solidFill>
                <a:latin typeface="Calibri" pitchFamily="34" charset="0"/>
              </a:rPr>
              <a:t>ಮನ</a:t>
            </a:r>
            <a:r>
              <a:rPr lang="en-US" sz="3601" b="1" dirty="0">
                <a:solidFill>
                  <a:prstClr val="black"/>
                </a:solidFill>
                <a:latin typeface="Calibri" pitchFamily="34" charset="0"/>
              </a:rPr>
              <a:t> </a:t>
            </a:r>
            <a:r>
              <a:rPr lang="en-US" sz="3601" b="1" dirty="0" err="1">
                <a:solidFill>
                  <a:prstClr val="black"/>
                </a:solidFill>
                <a:latin typeface="Calibri" pitchFamily="34" charset="0"/>
              </a:rPr>
              <a:t>ಬಸಿಯಾ</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೮</a:t>
            </a:r>
            <a:r>
              <a:rPr lang="en-US" sz="3601" b="1" dirty="0">
                <a:solidFill>
                  <a:prstClr val="black"/>
                </a:solidFill>
                <a:latin typeface="Calibri" pitchFamily="34" charset="0"/>
              </a:rPr>
              <a:t>॥</a:t>
            </a:r>
          </a:p>
          <a:p>
            <a:pPr algn="ctr" defTabSz="914522"/>
            <a:endParaRPr lang="en-US" sz="3601"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You are intensely greedy for listening to the 	narration of Lord Ram's life-story and revel on its 	enjoyment. You ever dwell in the hearts of </a:t>
            </a:r>
            <a:r>
              <a:rPr lang="en-US" sz="2400" b="1" dirty="0" err="1">
                <a:solidFill>
                  <a:prstClr val="black"/>
                </a:solidFill>
                <a:latin typeface="Palatino Linotype" pitchFamily="18" charset="0"/>
              </a:rPr>
              <a:t>Shri</a:t>
            </a:r>
            <a:r>
              <a:rPr lang="en-US" sz="2400" b="1" dirty="0">
                <a:solidFill>
                  <a:prstClr val="black"/>
                </a:solidFill>
                <a:latin typeface="Palatino Linotype" pitchFamily="18" charset="0"/>
              </a:rPr>
              <a:t> Ram-</a:t>
            </a:r>
            <a:r>
              <a:rPr lang="en-US" sz="2400" b="1" dirty="0" err="1">
                <a:solidFill>
                  <a:prstClr val="black"/>
                </a:solidFill>
                <a:latin typeface="Palatino Linotype" pitchFamily="18" charset="0"/>
              </a:rPr>
              <a:t>Sita</a:t>
            </a:r>
            <a:r>
              <a:rPr lang="en-US" sz="2400" b="1" dirty="0">
                <a:solidFill>
                  <a:prstClr val="black"/>
                </a:solidFill>
                <a:latin typeface="Palatino Linotype" pitchFamily="18" charset="0"/>
              </a:rPr>
              <a:t> and </a:t>
            </a:r>
            <a:r>
              <a:rPr lang="en-US" sz="2400" b="1" dirty="0" err="1">
                <a:solidFill>
                  <a:prstClr val="black"/>
                </a:solidFill>
                <a:latin typeface="Palatino Linotype" pitchFamily="18" charset="0"/>
              </a:rPr>
              <a:t>Shri</a:t>
            </a:r>
            <a:r>
              <a:rPr lang="en-US" sz="2400" b="1" dirty="0">
                <a:solidFill>
                  <a:prstClr val="black"/>
                </a:solidFill>
                <a:latin typeface="Palatino Linotype" pitchFamily="18" charset="0"/>
              </a:rPr>
              <a:t> </a:t>
            </a:r>
            <a:r>
              <a:rPr lang="en-US" sz="2400" b="1" dirty="0" err="1">
                <a:solidFill>
                  <a:prstClr val="black"/>
                </a:solidFill>
                <a:latin typeface="Palatino Linotype" pitchFamily="18" charset="0"/>
              </a:rPr>
              <a:t>Lakshman</a:t>
            </a:r>
            <a:r>
              <a:rPr lang="en-US" sz="2400" b="1" dirty="0">
                <a:solidFill>
                  <a:prstClr val="black"/>
                </a:solidFill>
                <a:latin typeface="Palatino Linotype" pitchFamily="18" charset="0"/>
              </a:rPr>
              <a:t>.</a:t>
            </a:r>
            <a:r>
              <a:rPr lang="en-US" sz="2000" b="1" dirty="0">
                <a:solidFill>
                  <a:prstClr val="black"/>
                </a:solidFill>
                <a:latin typeface="Calibri" pitchFamily="34" charset="0"/>
              </a:rPr>
              <a:t/>
            </a:r>
            <a:br>
              <a:rPr lang="en-US" sz="2000" b="1" dirty="0">
                <a:solidFill>
                  <a:prstClr val="black"/>
                </a:solidFill>
                <a:latin typeface="Calibri" pitchFamily="34" charset="0"/>
              </a:rPr>
            </a:br>
            <a:endParaRPr lang="en-US" sz="2000" b="1" dirty="0">
              <a:solidFill>
                <a:prstClr val="black"/>
              </a:solidFill>
              <a:latin typeface="Calibri" pitchFamily="34" charset="0"/>
            </a:endParaRPr>
          </a:p>
        </p:txBody>
      </p:sp>
    </p:spTree>
    <p:extLst>
      <p:ext uri="{BB962C8B-B14F-4D97-AF65-F5344CB8AC3E}">
        <p14:creationId xmlns:p14="http://schemas.microsoft.com/office/powerpoint/2010/main" val="261935446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1524662" y="102"/>
            <a:ext cx="9145853" cy="862031"/>
          </a:xfrm>
          <a:prstGeom prst="rect">
            <a:avLst/>
          </a:prstGeom>
          <a:noFill/>
          <a:ln w="9525">
            <a:noFill/>
            <a:miter lim="800000"/>
            <a:headEnd/>
            <a:tailEnd/>
          </a:ln>
        </p:spPr>
        <p:txBody>
          <a:bodyPr>
            <a:spAutoFit/>
          </a:bodyPr>
          <a:lstStyle/>
          <a:p>
            <a:pPr algn="ctr" defTabSz="914522"/>
            <a:r>
              <a:rPr lang="en-IN" sz="2501" b="1">
                <a:solidFill>
                  <a:srgbClr val="FFFFFF"/>
                </a:solidFill>
                <a:latin typeface="Aparajita" pitchFamily="34" charset="0"/>
              </a:rPr>
              <a:t>॥ इति श्रीमद्गोस्वामीतुलसीदासजी अवधी भाषायां विरचितं श्रीहनुमान चालीसा ॥</a:t>
            </a:r>
            <a:endParaRPr lang="en-US" sz="2501" b="1">
              <a:solidFill>
                <a:srgbClr val="FFFFFF"/>
              </a:solidFill>
              <a:latin typeface="Aparajita" pitchFamily="34" charset="0"/>
            </a:endParaRPr>
          </a:p>
        </p:txBody>
      </p:sp>
      <p:sp>
        <p:nvSpPr>
          <p:cNvPr id="34819" name="Rectangle 1"/>
          <p:cNvSpPr>
            <a:spLocks noChangeArrowheads="1"/>
          </p:cNvSpPr>
          <p:nvPr/>
        </p:nvSpPr>
        <p:spPr bwMode="auto">
          <a:xfrm>
            <a:off x="1577061" y="4741352"/>
            <a:ext cx="9145853" cy="2247410"/>
          </a:xfrm>
          <a:prstGeom prst="rect">
            <a:avLst/>
          </a:prstGeom>
          <a:noFill/>
          <a:ln w="9525">
            <a:noFill/>
            <a:miter lim="800000"/>
            <a:headEnd/>
            <a:tailEnd/>
          </a:ln>
        </p:spPr>
        <p:txBody>
          <a:bodyPr>
            <a:spAutoFit/>
          </a:bodyPr>
          <a:lstStyle/>
          <a:p>
            <a:pPr defTabSz="914522"/>
            <a:r>
              <a:rPr lang="en-US" sz="2801" b="1" dirty="0">
                <a:solidFill>
                  <a:srgbClr val="000000"/>
                </a:solidFill>
                <a:latin typeface="Calibri"/>
              </a:rPr>
              <a:t>	</a:t>
            </a:r>
          </a:p>
          <a:p>
            <a:pPr algn="ctr" defTabSz="914522"/>
            <a:r>
              <a:rPr lang="hi-IN" sz="2801" b="1" dirty="0">
                <a:solidFill>
                  <a:srgbClr val="000000"/>
                </a:solidFill>
                <a:latin typeface="Calibri"/>
              </a:rPr>
              <a:t>राम लक्ष्मण जानकी</a:t>
            </a:r>
            <a:r>
              <a:rPr lang="en-US" sz="2801" b="1" dirty="0">
                <a:solidFill>
                  <a:srgbClr val="000000"/>
                </a:solidFill>
                <a:latin typeface="Calibri"/>
              </a:rPr>
              <a:t>		</a:t>
            </a:r>
            <a:r>
              <a:rPr lang="en-US" sz="2801" dirty="0" err="1">
                <a:solidFill>
                  <a:srgbClr val="000000"/>
                </a:solidFill>
                <a:latin typeface="URW Palladio IT" pitchFamily="2" charset="0"/>
              </a:rPr>
              <a:t>Räma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La</a:t>
            </a:r>
            <a:r>
              <a:rPr lang="en-US" altLang="zh-CN" sz="2801" dirty="0" err="1">
                <a:solidFill>
                  <a:srgbClr val="000000"/>
                </a:solidFill>
                <a:latin typeface="URW Palladio IT" pitchFamily="2" charset="0"/>
                <a:ea typeface="宋体" panose="02010600030101010101" pitchFamily="2" charset="-122"/>
                <a:sym typeface="URW Palladio IT" pitchFamily="2" charset="0"/>
              </a:rPr>
              <a:t>kñ</a:t>
            </a:r>
            <a:r>
              <a:rPr lang="en-US" sz="2801" dirty="0" err="1">
                <a:solidFill>
                  <a:srgbClr val="000000"/>
                </a:solidFill>
                <a:latin typeface="URW Palladio IT" pitchFamily="2" charset="0"/>
              </a:rPr>
              <a:t>hmaëa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Jänaké</a:t>
            </a:r>
            <a:endParaRPr lang="en-US" sz="2801" dirty="0">
              <a:solidFill>
                <a:srgbClr val="000000"/>
              </a:solidFill>
              <a:latin typeface="URW Palladio IT" pitchFamily="2" charset="0"/>
            </a:endParaRPr>
          </a:p>
          <a:p>
            <a:pPr algn="ctr" defTabSz="914522"/>
            <a:r>
              <a:rPr lang="hi-IN" sz="2801" b="1" dirty="0">
                <a:solidFill>
                  <a:srgbClr val="000000"/>
                </a:solidFill>
                <a:latin typeface="Calibri"/>
              </a:rPr>
              <a:t>जय बोलो हनुमान की</a:t>
            </a:r>
            <a:r>
              <a:rPr lang="en-US" sz="2801" b="1" dirty="0">
                <a:solidFill>
                  <a:srgbClr val="000000"/>
                </a:solidFill>
                <a:latin typeface="Calibri"/>
              </a:rPr>
              <a:t>	</a:t>
            </a:r>
            <a:r>
              <a:rPr lang="en-US" sz="2801" dirty="0">
                <a:solidFill>
                  <a:srgbClr val="000000"/>
                </a:solidFill>
                <a:latin typeface="URW Palladio IT" pitchFamily="2" charset="0"/>
              </a:rPr>
              <a:t> Jaya Bolo </a:t>
            </a:r>
            <a:r>
              <a:rPr lang="en-US" sz="2801" dirty="0" err="1">
                <a:solidFill>
                  <a:srgbClr val="000000"/>
                </a:solidFill>
                <a:latin typeface="URW Palladio IT" pitchFamily="2" charset="0"/>
              </a:rPr>
              <a:t>Hanumäna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Ké</a:t>
            </a:r>
            <a:endParaRPr lang="en-CA" sz="2801" b="1" dirty="0">
              <a:solidFill>
                <a:srgbClr val="000000"/>
              </a:solidFill>
              <a:latin typeface="Calibri"/>
            </a:endParaRPr>
          </a:p>
          <a:p>
            <a:pPr algn="ctr" defTabSz="914522"/>
            <a:r>
              <a:rPr lang="kn-IN" sz="2801" b="1" dirty="0">
                <a:solidFill>
                  <a:srgbClr val="000000"/>
                </a:solidFill>
                <a:latin typeface="Calibri"/>
              </a:rPr>
              <a:t>ರಾಮ ಲಕ್ಷ್ಮಣ ಜಾನಕೀ</a:t>
            </a:r>
          </a:p>
          <a:p>
            <a:pPr algn="ctr" defTabSz="914522"/>
            <a:r>
              <a:rPr lang="kn-IN" sz="2801" b="1" dirty="0">
                <a:solidFill>
                  <a:srgbClr val="000000"/>
                </a:solidFill>
                <a:latin typeface="Calibri"/>
              </a:rPr>
              <a:t>ಜೈ ಬೋಲೋ ಹನುಮಾನ್ ಕೀ</a:t>
            </a:r>
            <a:endParaRPr lang="en-IN" sz="2801" b="1" dirty="0">
              <a:solidFill>
                <a:srgbClr val="000000"/>
              </a:solidFill>
              <a:latin typeface="Calibri"/>
            </a:endParaRPr>
          </a:p>
        </p:txBody>
      </p:sp>
      <p:pic>
        <p:nvPicPr>
          <p:cNvPr id="34820" name="Picture 2" descr="G:\Rama\1136sitaramlakshmanhanuman.jpg"/>
          <p:cNvPicPr>
            <a:picLocks noChangeAspect="1" noChangeArrowheads="1"/>
          </p:cNvPicPr>
          <p:nvPr/>
        </p:nvPicPr>
        <p:blipFill>
          <a:blip r:embed="rId2"/>
          <a:srcRect/>
          <a:stretch>
            <a:fillRect/>
          </a:stretch>
        </p:blipFill>
        <p:spPr bwMode="auto">
          <a:xfrm>
            <a:off x="3163294" y="9628"/>
            <a:ext cx="5868589" cy="5173123"/>
          </a:xfrm>
          <a:prstGeom prst="rect">
            <a:avLst/>
          </a:prstGeom>
          <a:noFill/>
          <a:ln w="9525">
            <a:noFill/>
            <a:miter lim="800000"/>
            <a:headEnd/>
            <a:tailEnd/>
          </a:ln>
        </p:spPr>
      </p:pic>
    </p:spTree>
    <p:extLst>
      <p:ext uri="{BB962C8B-B14F-4D97-AF65-F5344CB8AC3E}">
        <p14:creationId xmlns:p14="http://schemas.microsoft.com/office/powerpoint/2010/main" val="1624909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ChangeArrowheads="1"/>
          </p:cNvSpPr>
          <p:nvPr/>
        </p:nvSpPr>
        <p:spPr bwMode="auto">
          <a:xfrm>
            <a:off x="1524662" y="152552"/>
            <a:ext cx="9145853" cy="6372129"/>
          </a:xfrm>
          <a:prstGeom prst="rect">
            <a:avLst/>
          </a:prstGeom>
          <a:noFill/>
          <a:ln w="9525">
            <a:noFill/>
            <a:miter lim="800000"/>
            <a:headEnd/>
            <a:tailEnd/>
          </a:ln>
        </p:spPr>
        <p:txBody>
          <a:bodyPr wrap="square">
            <a:spAutoFit/>
          </a:bodyPr>
          <a:lstStyle/>
          <a:p>
            <a:pPr algn="ctr" defTabSz="914522"/>
            <a:r>
              <a:rPr lang="en-IN" sz="4001" b="1" dirty="0" err="1">
                <a:solidFill>
                  <a:prstClr val="black"/>
                </a:solidFill>
                <a:latin typeface="Aparajita" pitchFamily="34" charset="0"/>
              </a:rPr>
              <a:t>सूक्ष्म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रूप</a:t>
            </a:r>
            <a:r>
              <a:rPr lang="en-IN" sz="4001" b="1" dirty="0">
                <a:solidFill>
                  <a:prstClr val="black"/>
                </a:solidFill>
                <a:latin typeface="Aparajita" pitchFamily="34" charset="0"/>
              </a:rPr>
              <a:t> </a:t>
            </a:r>
            <a:r>
              <a:rPr lang="en-IN" sz="4001" b="1" dirty="0" err="1">
                <a:solidFill>
                  <a:prstClr val="black"/>
                </a:solidFill>
                <a:latin typeface="Aparajita" pitchFamily="34" charset="0"/>
              </a:rPr>
              <a:t>धरि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सियहिं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दिखावा</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बिकट</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रूप</a:t>
            </a:r>
            <a:r>
              <a:rPr lang="en-IN" sz="4001" b="1" dirty="0">
                <a:solidFill>
                  <a:prstClr val="black"/>
                </a:solidFill>
                <a:latin typeface="Aparajita" pitchFamily="34" charset="0"/>
              </a:rPr>
              <a:t> </a:t>
            </a:r>
            <a:r>
              <a:rPr lang="en-IN" sz="4001" b="1" dirty="0" err="1">
                <a:solidFill>
                  <a:prstClr val="black"/>
                </a:solidFill>
                <a:latin typeface="Aparajita" pitchFamily="34" charset="0"/>
              </a:rPr>
              <a:t>धरि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लङ्क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जरावा</a:t>
            </a:r>
            <a:r>
              <a:rPr lang="en-IN" sz="4001" b="1" dirty="0">
                <a:solidFill>
                  <a:prstClr val="black"/>
                </a:solidFill>
                <a:latin typeface="Aparajita" pitchFamily="34" charset="0"/>
              </a:rPr>
              <a:t> ॥९॥</a:t>
            </a:r>
          </a:p>
          <a:p>
            <a:pPr algn="ctr" defTabSz="914522"/>
            <a:endParaRPr lang="en-IN" sz="40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Sükñma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Rüpa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Dhari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Siyahià</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Dikhävä</a:t>
            </a:r>
            <a:r>
              <a:rPr lang="en-US" sz="3601" b="1" dirty="0">
                <a:solidFill>
                  <a:prstClr val="black"/>
                </a:solidFill>
                <a:latin typeface="URW Palladio IT" pitchFamily="2" charset="0"/>
              </a:rPr>
              <a:t>| </a:t>
            </a:r>
          </a:p>
          <a:p>
            <a:pPr algn="ctr" defTabSz="914522"/>
            <a:r>
              <a:rPr lang="en-US" sz="3601" b="1" dirty="0" err="1">
                <a:solidFill>
                  <a:prstClr val="black"/>
                </a:solidFill>
                <a:latin typeface="URW Palladio IT" pitchFamily="2" charset="0"/>
              </a:rPr>
              <a:t>Bikaöa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Rüpa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Dhari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Laìka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Jarävä</a:t>
            </a:r>
            <a:r>
              <a:rPr lang="en-US" sz="3601" b="1" dirty="0">
                <a:solidFill>
                  <a:prstClr val="black"/>
                </a:solidFill>
                <a:latin typeface="URW Palladio IT" pitchFamily="2" charset="0"/>
              </a:rPr>
              <a:t> || - 9</a:t>
            </a:r>
          </a:p>
          <a:p>
            <a:pPr algn="ctr" defTabSz="914522"/>
            <a:endParaRPr lang="en-US" sz="3601" b="1" dirty="0">
              <a:solidFill>
                <a:prstClr val="black"/>
              </a:solidFill>
              <a:latin typeface="URW Palladio IT" pitchFamily="2" charset="0"/>
            </a:endParaRPr>
          </a:p>
          <a:p>
            <a:pPr algn="ctr" defTabSz="914522"/>
            <a:r>
              <a:rPr lang="kn-IN" sz="3601" b="1" dirty="0">
                <a:solidFill>
                  <a:prstClr val="black"/>
                </a:solidFill>
                <a:latin typeface="Calibri" pitchFamily="34" charset="0"/>
                <a:ea typeface="Tunga" pitchFamily="2"/>
                <a:cs typeface="Tunga" pitchFamily="2"/>
              </a:rPr>
              <a:t>ಸೂಕ್ಷ್ಮ ರೂಪ </a:t>
            </a:r>
            <a:r>
              <a:rPr lang="en-US" sz="3601" b="1" dirty="0" err="1">
                <a:solidFill>
                  <a:prstClr val="black"/>
                </a:solidFill>
                <a:latin typeface="Calibri" pitchFamily="34" charset="0"/>
              </a:rPr>
              <a:t>ಧರಿ</a:t>
            </a:r>
            <a:r>
              <a:rPr lang="en-US" sz="3601" b="1" dirty="0">
                <a:solidFill>
                  <a:prstClr val="black"/>
                </a:solidFill>
                <a:latin typeface="Calibri" pitchFamily="34" charset="0"/>
              </a:rPr>
              <a:t> </a:t>
            </a:r>
            <a:r>
              <a:rPr lang="en-US" sz="3601" b="1" dirty="0" err="1">
                <a:solidFill>
                  <a:prstClr val="black"/>
                </a:solidFill>
                <a:latin typeface="Calibri" pitchFamily="34" charset="0"/>
              </a:rPr>
              <a:t>ಸಿಯ</a:t>
            </a:r>
            <a:r>
              <a:rPr lang="kn-IN" sz="3601" b="1" dirty="0">
                <a:solidFill>
                  <a:prstClr val="black"/>
                </a:solidFill>
                <a:latin typeface="Calibri" pitchFamily="34" charset="0"/>
                <a:ea typeface="Tunga" pitchFamily="2"/>
                <a:cs typeface="Tunga" pitchFamily="2"/>
              </a:rPr>
              <a:t>ಹಿಂ </a:t>
            </a:r>
            <a:r>
              <a:rPr lang="en-US" sz="3601" b="1" dirty="0" err="1">
                <a:solidFill>
                  <a:prstClr val="black"/>
                </a:solidFill>
                <a:latin typeface="Calibri" pitchFamily="34" charset="0"/>
              </a:rPr>
              <a:t>ದಿಖಾವಾ</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ಬಿಕಟ</a:t>
            </a:r>
            <a:r>
              <a:rPr lang="en-US" sz="3601" b="1" dirty="0">
                <a:solidFill>
                  <a:prstClr val="black"/>
                </a:solidFill>
                <a:latin typeface="Calibri" pitchFamily="34" charset="0"/>
              </a:rPr>
              <a:t> </a:t>
            </a:r>
            <a:r>
              <a:rPr lang="en-US" sz="3601" b="1" dirty="0" err="1">
                <a:solidFill>
                  <a:prstClr val="black"/>
                </a:solidFill>
                <a:latin typeface="Calibri" pitchFamily="34" charset="0"/>
              </a:rPr>
              <a:t>ರೂಪ</a:t>
            </a:r>
            <a:r>
              <a:rPr lang="en-US" sz="3601" b="1" dirty="0">
                <a:solidFill>
                  <a:prstClr val="black"/>
                </a:solidFill>
                <a:latin typeface="Calibri" pitchFamily="34" charset="0"/>
              </a:rPr>
              <a:t> </a:t>
            </a:r>
            <a:r>
              <a:rPr lang="en-US" sz="3601" b="1" dirty="0" err="1">
                <a:solidFill>
                  <a:prstClr val="black"/>
                </a:solidFill>
                <a:latin typeface="Calibri" pitchFamily="34" charset="0"/>
              </a:rPr>
              <a:t>ಧರಿ</a:t>
            </a:r>
            <a:r>
              <a:rPr lang="en-US" sz="3601" b="1" dirty="0">
                <a:solidFill>
                  <a:prstClr val="black"/>
                </a:solidFill>
                <a:latin typeface="Calibri" pitchFamily="34" charset="0"/>
              </a:rPr>
              <a:t> </a:t>
            </a:r>
            <a:r>
              <a:rPr lang="en-US" sz="3601" b="1" dirty="0" err="1">
                <a:solidFill>
                  <a:prstClr val="black"/>
                </a:solidFill>
                <a:latin typeface="Calibri" pitchFamily="34" charset="0"/>
              </a:rPr>
              <a:t>ಲಂಕ</a:t>
            </a:r>
            <a:r>
              <a:rPr lang="en-US" sz="3601" b="1" dirty="0">
                <a:solidFill>
                  <a:prstClr val="black"/>
                </a:solidFill>
                <a:latin typeface="Calibri" pitchFamily="34" charset="0"/>
              </a:rPr>
              <a:t> </a:t>
            </a:r>
            <a:r>
              <a:rPr lang="en-US" sz="3601" b="1" dirty="0" err="1">
                <a:solidFill>
                  <a:prstClr val="black"/>
                </a:solidFill>
                <a:latin typeface="Calibri" pitchFamily="34" charset="0"/>
              </a:rPr>
              <a:t>ಜರಾವಾ</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೯</a:t>
            </a:r>
            <a:r>
              <a:rPr lang="en-US" sz="3601" b="1" dirty="0">
                <a:solidFill>
                  <a:prstClr val="black"/>
                </a:solidFill>
                <a:latin typeface="Calibri" pitchFamily="34" charset="0"/>
              </a:rPr>
              <a:t>॥</a:t>
            </a:r>
          </a:p>
          <a:p>
            <a:pPr algn="ctr" defTabSz="914522"/>
            <a:endParaRPr lang="en-US" sz="3601"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You appeared before </a:t>
            </a:r>
            <a:r>
              <a:rPr lang="en-US" sz="2400" b="1" dirty="0" err="1">
                <a:solidFill>
                  <a:prstClr val="black"/>
                </a:solidFill>
                <a:latin typeface="Palatino Linotype" pitchFamily="18" charset="0"/>
              </a:rPr>
              <a:t>Sita</a:t>
            </a:r>
            <a:r>
              <a:rPr lang="en-US" sz="2400" b="1" dirty="0">
                <a:solidFill>
                  <a:prstClr val="black"/>
                </a:solidFill>
                <a:latin typeface="Palatino Linotype" pitchFamily="18" charset="0"/>
              </a:rPr>
              <a:t> in a diminutive form and spoke to her, while you assumed an awesome form and struck terror by setting Lanka on fire.</a:t>
            </a:r>
            <a:endParaRPr lang="en-US" sz="3201" b="1" dirty="0">
              <a:solidFill>
                <a:prstClr val="black"/>
              </a:solidFill>
              <a:latin typeface="Palatino Linotype" pitchFamily="18" charset="0"/>
            </a:endParaRPr>
          </a:p>
        </p:txBody>
      </p:sp>
    </p:spTree>
    <p:extLst>
      <p:ext uri="{BB962C8B-B14F-4D97-AF65-F5344CB8AC3E}">
        <p14:creationId xmlns:p14="http://schemas.microsoft.com/office/powerpoint/2010/main" val="107102590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
          <p:cNvSpPr>
            <a:spLocks noChangeArrowheads="1"/>
          </p:cNvSpPr>
          <p:nvPr/>
        </p:nvSpPr>
        <p:spPr bwMode="auto">
          <a:xfrm>
            <a:off x="1524662" y="228769"/>
            <a:ext cx="9145853" cy="6218241"/>
          </a:xfrm>
          <a:prstGeom prst="rect">
            <a:avLst/>
          </a:prstGeom>
          <a:noFill/>
          <a:ln w="9525">
            <a:noFill/>
            <a:miter lim="800000"/>
            <a:headEnd/>
            <a:tailEnd/>
          </a:ln>
        </p:spPr>
        <p:txBody>
          <a:bodyPr>
            <a:spAutoFit/>
          </a:bodyPr>
          <a:lstStyle/>
          <a:p>
            <a:pPr algn="ctr" defTabSz="914522"/>
            <a:endParaRPr lang="en-IN" sz="14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भीम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रूप</a:t>
            </a:r>
            <a:r>
              <a:rPr lang="en-IN" sz="4001" b="1" dirty="0">
                <a:solidFill>
                  <a:prstClr val="black"/>
                </a:solidFill>
                <a:latin typeface="Aparajita" pitchFamily="34" charset="0"/>
              </a:rPr>
              <a:t> </a:t>
            </a:r>
            <a:r>
              <a:rPr lang="en-IN" sz="4001" b="1" dirty="0" err="1">
                <a:solidFill>
                  <a:prstClr val="black"/>
                </a:solidFill>
                <a:latin typeface="Aparajita" pitchFamily="34" charset="0"/>
              </a:rPr>
              <a:t>धरि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असुर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सँहारे</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रामचन्द्र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सँवारे</a:t>
            </a:r>
            <a:r>
              <a:rPr lang="en-IN" sz="4001" b="1" dirty="0">
                <a:solidFill>
                  <a:prstClr val="black"/>
                </a:solidFill>
                <a:latin typeface="Aparajita" pitchFamily="34" charset="0"/>
              </a:rPr>
              <a:t> ॥१०॥</a:t>
            </a:r>
          </a:p>
          <a:p>
            <a:pPr algn="ctr" defTabSz="914522"/>
            <a:endParaRPr lang="en-IN" sz="40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Bhéma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Rüpa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Dhari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Asura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Saðhäre</a:t>
            </a:r>
            <a:r>
              <a:rPr lang="en-US" sz="3601" b="1" dirty="0">
                <a:solidFill>
                  <a:prstClr val="black"/>
                </a:solidFill>
                <a:latin typeface="URW Palladio IT" pitchFamily="2" charset="0"/>
              </a:rPr>
              <a:t> | </a:t>
            </a:r>
          </a:p>
          <a:p>
            <a:pPr algn="ctr" defTabSz="914522"/>
            <a:r>
              <a:rPr lang="en-US" sz="3601" b="1" dirty="0" err="1">
                <a:solidFill>
                  <a:prstClr val="black"/>
                </a:solidFill>
                <a:latin typeface="URW Palladio IT" pitchFamily="2" charset="0"/>
              </a:rPr>
              <a:t>Rämacandra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Käja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Saðväre</a:t>
            </a:r>
            <a:r>
              <a:rPr lang="en-US" sz="3601" b="1" dirty="0">
                <a:solidFill>
                  <a:prstClr val="black"/>
                </a:solidFill>
                <a:latin typeface="URW Palladio IT" pitchFamily="2" charset="0"/>
              </a:rPr>
              <a:t> || - 10</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ಭೀಮ</a:t>
            </a:r>
            <a:r>
              <a:rPr lang="en-US" sz="3601" b="1" dirty="0">
                <a:solidFill>
                  <a:prstClr val="black"/>
                </a:solidFill>
                <a:latin typeface="Calibri" pitchFamily="34" charset="0"/>
              </a:rPr>
              <a:t> </a:t>
            </a:r>
            <a:r>
              <a:rPr lang="en-US" sz="3601" b="1" dirty="0" err="1">
                <a:solidFill>
                  <a:prstClr val="black"/>
                </a:solidFill>
                <a:latin typeface="Calibri" pitchFamily="34" charset="0"/>
              </a:rPr>
              <a:t>ರೂಪ</a:t>
            </a:r>
            <a:r>
              <a:rPr lang="en-US" sz="3601" b="1" dirty="0">
                <a:solidFill>
                  <a:prstClr val="black"/>
                </a:solidFill>
                <a:latin typeface="Calibri" pitchFamily="34" charset="0"/>
              </a:rPr>
              <a:t> </a:t>
            </a:r>
            <a:r>
              <a:rPr lang="en-US" sz="3601" b="1" dirty="0" err="1">
                <a:solidFill>
                  <a:prstClr val="black"/>
                </a:solidFill>
                <a:latin typeface="Calibri" pitchFamily="34" charset="0"/>
              </a:rPr>
              <a:t>ಧರಿ</a:t>
            </a:r>
            <a:r>
              <a:rPr lang="en-US" sz="3601" b="1" dirty="0">
                <a:solidFill>
                  <a:prstClr val="black"/>
                </a:solidFill>
                <a:latin typeface="Calibri" pitchFamily="34" charset="0"/>
              </a:rPr>
              <a:t> </a:t>
            </a:r>
            <a:r>
              <a:rPr lang="en-US" sz="3601" b="1" dirty="0" err="1">
                <a:solidFill>
                  <a:prstClr val="black"/>
                </a:solidFill>
                <a:latin typeface="Calibri" pitchFamily="34" charset="0"/>
              </a:rPr>
              <a:t>ಅಸುರ</a:t>
            </a:r>
            <a:r>
              <a:rPr lang="en-US" sz="3601" b="1" dirty="0">
                <a:solidFill>
                  <a:prstClr val="black"/>
                </a:solidFill>
                <a:latin typeface="Calibri" pitchFamily="34" charset="0"/>
              </a:rPr>
              <a:t> </a:t>
            </a:r>
            <a:r>
              <a:rPr lang="en-US" sz="3601" b="1" dirty="0" err="1">
                <a:solidFill>
                  <a:prstClr val="black"/>
                </a:solidFill>
                <a:latin typeface="Calibri" pitchFamily="34" charset="0"/>
              </a:rPr>
              <a:t>ಸಂಹಾರೇ</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ರಾಮಚಂದ್ರ</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ಕಾಜ</a:t>
            </a:r>
            <a:r>
              <a:rPr lang="en-US" sz="3601" b="1" dirty="0">
                <a:solidFill>
                  <a:prstClr val="black"/>
                </a:solidFill>
                <a:latin typeface="Calibri" pitchFamily="34" charset="0"/>
              </a:rPr>
              <a:t> </a:t>
            </a:r>
            <a:r>
              <a:rPr lang="en-US" sz="3601" b="1" dirty="0" err="1">
                <a:solidFill>
                  <a:prstClr val="black"/>
                </a:solidFill>
                <a:latin typeface="Calibri" pitchFamily="34" charset="0"/>
              </a:rPr>
              <a:t>ಸಂವಾರೇ</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೧೦</a:t>
            </a:r>
            <a:r>
              <a:rPr lang="en-US" sz="3601" b="1" dirty="0">
                <a:solidFill>
                  <a:prstClr val="black"/>
                </a:solidFill>
                <a:latin typeface="Calibri" pitchFamily="34" charset="0"/>
              </a:rPr>
              <a:t>॥</a:t>
            </a:r>
          </a:p>
          <a:p>
            <a:pPr algn="ctr" defTabSz="914522"/>
            <a:endParaRPr lang="en-US" sz="3601"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He, with his terrible form, killed demons in Lanka and performed all acts of </a:t>
            </a:r>
            <a:r>
              <a:rPr lang="en-US" sz="2400" b="1" dirty="0" err="1">
                <a:solidFill>
                  <a:prstClr val="black"/>
                </a:solidFill>
                <a:latin typeface="Palatino Linotype" pitchFamily="18" charset="0"/>
              </a:rPr>
              <a:t>Shri</a:t>
            </a:r>
            <a:r>
              <a:rPr lang="en-US" sz="2400" b="1" dirty="0">
                <a:solidFill>
                  <a:prstClr val="black"/>
                </a:solidFill>
                <a:latin typeface="Palatino Linotype" pitchFamily="18" charset="0"/>
              </a:rPr>
              <a:t> 	Ram.</a:t>
            </a:r>
          </a:p>
        </p:txBody>
      </p:sp>
    </p:spTree>
    <p:extLst>
      <p:ext uri="{BB962C8B-B14F-4D97-AF65-F5344CB8AC3E}">
        <p14:creationId xmlns:p14="http://schemas.microsoft.com/office/powerpoint/2010/main" val="404526811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
          <p:cNvSpPr>
            <a:spLocks noChangeArrowheads="1"/>
          </p:cNvSpPr>
          <p:nvPr/>
        </p:nvSpPr>
        <p:spPr bwMode="auto">
          <a:xfrm>
            <a:off x="1524662" y="152531"/>
            <a:ext cx="9145853" cy="6587573"/>
          </a:xfrm>
          <a:prstGeom prst="rect">
            <a:avLst/>
          </a:prstGeom>
          <a:noFill/>
          <a:ln w="9525">
            <a:noFill/>
            <a:miter lim="800000"/>
            <a:headEnd/>
            <a:tailEnd/>
          </a:ln>
        </p:spPr>
        <p:txBody>
          <a:bodyPr>
            <a:spAutoFit/>
          </a:bodyPr>
          <a:lstStyle/>
          <a:p>
            <a:pPr algn="ctr" defTabSz="914522"/>
            <a:endParaRPr lang="en-IN" sz="14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लाय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सञ्जीवन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लखन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जियाये</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श्रीरघुबीर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हरषि</a:t>
            </a:r>
            <a:r>
              <a:rPr lang="en-IN" sz="4001" b="1" dirty="0">
                <a:solidFill>
                  <a:prstClr val="black"/>
                </a:solidFill>
                <a:latin typeface="Aparajita" pitchFamily="34" charset="0"/>
              </a:rPr>
              <a:t> </a:t>
            </a:r>
            <a:r>
              <a:rPr lang="en-IN" sz="4001" b="1" dirty="0" err="1">
                <a:solidFill>
                  <a:prstClr val="black"/>
                </a:solidFill>
                <a:latin typeface="Aparajita" pitchFamily="34" charset="0"/>
              </a:rPr>
              <a:t>उर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लाये</a:t>
            </a:r>
            <a:r>
              <a:rPr lang="en-IN" sz="4001" b="1" dirty="0">
                <a:solidFill>
                  <a:prstClr val="black"/>
                </a:solidFill>
                <a:latin typeface="Aparajita" pitchFamily="34" charset="0"/>
              </a:rPr>
              <a:t> ॥११॥</a:t>
            </a:r>
          </a:p>
          <a:p>
            <a:pPr algn="ctr" defTabSz="914522"/>
            <a:endParaRPr lang="en-IN" sz="40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Läya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Sajévana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Lakhana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Jiyäye</a:t>
            </a:r>
            <a:r>
              <a:rPr lang="en-US" sz="3601" b="1" dirty="0">
                <a:solidFill>
                  <a:prstClr val="black"/>
                </a:solidFill>
                <a:latin typeface="URW Palladio IT" pitchFamily="2" charset="0"/>
              </a:rPr>
              <a:t> | </a:t>
            </a:r>
          </a:p>
          <a:p>
            <a:pPr algn="ctr" defTabSz="914522"/>
            <a:r>
              <a:rPr lang="en-US" sz="3601" b="1" dirty="0" err="1">
                <a:solidFill>
                  <a:prstClr val="black"/>
                </a:solidFill>
                <a:latin typeface="URW Palladio IT" pitchFamily="2" charset="0"/>
              </a:rPr>
              <a:t>Çréraghubéra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Harañi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Ura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Läye</a:t>
            </a:r>
            <a:r>
              <a:rPr lang="en-US" sz="3601" b="1" dirty="0">
                <a:solidFill>
                  <a:prstClr val="black"/>
                </a:solidFill>
                <a:latin typeface="URW Palladio IT" pitchFamily="2" charset="0"/>
              </a:rPr>
              <a:t> || - 11</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ಲಾಯ</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ಸಂಜೀವನ </a:t>
            </a:r>
            <a:r>
              <a:rPr lang="en-US" sz="3601" b="1" dirty="0" err="1">
                <a:solidFill>
                  <a:prstClr val="black"/>
                </a:solidFill>
                <a:latin typeface="Calibri" pitchFamily="34" charset="0"/>
              </a:rPr>
              <a:t>ಲಖ</a:t>
            </a:r>
            <a:r>
              <a:rPr lang="kn-IN" sz="3601" b="1" dirty="0">
                <a:solidFill>
                  <a:prstClr val="black"/>
                </a:solidFill>
                <a:latin typeface="Calibri" pitchFamily="34" charset="0"/>
                <a:ea typeface="Tunga" pitchFamily="2"/>
                <a:cs typeface="Tunga" pitchFamily="2"/>
              </a:rPr>
              <a:t>ನ </a:t>
            </a:r>
            <a:r>
              <a:rPr lang="en-US" sz="3601" b="1" dirty="0" err="1">
                <a:solidFill>
                  <a:prstClr val="black"/>
                </a:solidFill>
                <a:latin typeface="Calibri" pitchFamily="34" charset="0"/>
              </a:rPr>
              <a:t>ಜಿಯಾಯೇ</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ಶ್ರೀ</a:t>
            </a:r>
            <a:r>
              <a:rPr lang="en-US" sz="3601" b="1" dirty="0">
                <a:solidFill>
                  <a:prstClr val="black"/>
                </a:solidFill>
                <a:latin typeface="Calibri" pitchFamily="34" charset="0"/>
              </a:rPr>
              <a:t> </a:t>
            </a:r>
            <a:r>
              <a:rPr lang="en-US" sz="3601" b="1" dirty="0" err="1">
                <a:solidFill>
                  <a:prstClr val="black"/>
                </a:solidFill>
                <a:latin typeface="Calibri" pitchFamily="34" charset="0"/>
              </a:rPr>
              <a:t>ರಘುಬೀರ</a:t>
            </a:r>
            <a:r>
              <a:rPr lang="en-US" sz="3601" b="1" dirty="0">
                <a:solidFill>
                  <a:prstClr val="black"/>
                </a:solidFill>
                <a:latin typeface="Calibri" pitchFamily="34" charset="0"/>
              </a:rPr>
              <a:t> </a:t>
            </a:r>
            <a:r>
              <a:rPr lang="en-US" sz="3601" b="1" dirty="0" err="1">
                <a:solidFill>
                  <a:prstClr val="black"/>
                </a:solidFill>
                <a:latin typeface="Calibri" pitchFamily="34" charset="0"/>
              </a:rPr>
              <a:t>ಹರ</a:t>
            </a:r>
            <a:r>
              <a:rPr lang="kn-IN" sz="3601" b="1" dirty="0">
                <a:solidFill>
                  <a:prstClr val="black"/>
                </a:solidFill>
                <a:latin typeface="Calibri" pitchFamily="34" charset="0"/>
                <a:ea typeface="Tunga" pitchFamily="2"/>
                <a:cs typeface="Tunga" pitchFamily="2"/>
              </a:rPr>
              <a:t>ಷಿ</a:t>
            </a:r>
            <a:r>
              <a:rPr lang="en-US" sz="3601" b="1" dirty="0">
                <a:solidFill>
                  <a:prstClr val="black"/>
                </a:solidFill>
                <a:latin typeface="Calibri" pitchFamily="34" charset="0"/>
              </a:rPr>
              <a:t> </a:t>
            </a:r>
            <a:r>
              <a:rPr lang="en-US" sz="3601" b="1" dirty="0" err="1">
                <a:solidFill>
                  <a:prstClr val="black"/>
                </a:solidFill>
                <a:latin typeface="Calibri" pitchFamily="34" charset="0"/>
              </a:rPr>
              <a:t>ಉರ</a:t>
            </a:r>
            <a:r>
              <a:rPr lang="en-US" sz="3601" b="1" dirty="0">
                <a:solidFill>
                  <a:prstClr val="black"/>
                </a:solidFill>
                <a:latin typeface="Calibri" pitchFamily="34" charset="0"/>
              </a:rPr>
              <a:t> </a:t>
            </a:r>
            <a:r>
              <a:rPr lang="en-US" sz="3601" b="1" dirty="0" err="1">
                <a:solidFill>
                  <a:prstClr val="black"/>
                </a:solidFill>
                <a:latin typeface="Calibri" pitchFamily="34" charset="0"/>
              </a:rPr>
              <a:t>ಲಾಯೇ</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೧೧</a:t>
            </a:r>
            <a:r>
              <a:rPr lang="en-US" sz="3601" b="1" dirty="0">
                <a:solidFill>
                  <a:prstClr val="black"/>
                </a:solidFill>
                <a:latin typeface="Calibri" pitchFamily="34" charset="0"/>
              </a:rPr>
              <a:t>॥</a:t>
            </a:r>
          </a:p>
          <a:p>
            <a:pPr algn="ctr" defTabSz="914522"/>
            <a:endParaRPr lang="en-US" sz="3601"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When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made </a:t>
            </a:r>
            <a:r>
              <a:rPr lang="en-US" sz="2400" b="1" dirty="0" err="1">
                <a:solidFill>
                  <a:prstClr val="black"/>
                </a:solidFill>
                <a:latin typeface="Palatino Linotype" pitchFamily="18" charset="0"/>
              </a:rPr>
              <a:t>Lakshman</a:t>
            </a:r>
            <a:r>
              <a:rPr lang="en-US" sz="2400" b="1" dirty="0">
                <a:solidFill>
                  <a:prstClr val="black"/>
                </a:solidFill>
                <a:latin typeface="Palatino Linotype" pitchFamily="18" charset="0"/>
              </a:rPr>
              <a:t> alive after bringing '</a:t>
            </a:r>
            <a:r>
              <a:rPr lang="en-US" sz="2400" b="1" dirty="0" err="1">
                <a:solidFill>
                  <a:prstClr val="black"/>
                </a:solidFill>
                <a:latin typeface="Palatino Linotype" pitchFamily="18" charset="0"/>
              </a:rPr>
              <a:t>Sanjivni</a:t>
            </a:r>
            <a:r>
              <a:rPr lang="en-US" sz="2400" b="1" dirty="0">
                <a:solidFill>
                  <a:prstClr val="black"/>
                </a:solidFill>
                <a:latin typeface="Palatino Linotype" pitchFamily="18" charset="0"/>
              </a:rPr>
              <a:t> herb' </a:t>
            </a:r>
            <a:r>
              <a:rPr lang="en-US" sz="2400" b="1" dirty="0" err="1">
                <a:solidFill>
                  <a:prstClr val="black"/>
                </a:solidFill>
                <a:latin typeface="Palatino Linotype" pitchFamily="18" charset="0"/>
              </a:rPr>
              <a:t>Shri</a:t>
            </a:r>
            <a:r>
              <a:rPr lang="en-US" sz="2400" b="1" dirty="0">
                <a:solidFill>
                  <a:prstClr val="black"/>
                </a:solidFill>
                <a:latin typeface="Palatino Linotype" pitchFamily="18" charset="0"/>
              </a:rPr>
              <a:t> Ram took him in 	his deep embrace, his heart full of joy.</a:t>
            </a:r>
          </a:p>
        </p:txBody>
      </p:sp>
    </p:spTree>
    <p:extLst>
      <p:ext uri="{BB962C8B-B14F-4D97-AF65-F5344CB8AC3E}">
        <p14:creationId xmlns:p14="http://schemas.microsoft.com/office/powerpoint/2010/main" val="10081278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
          <p:cNvSpPr>
            <a:spLocks noChangeArrowheads="1"/>
          </p:cNvSpPr>
          <p:nvPr/>
        </p:nvSpPr>
        <p:spPr bwMode="auto">
          <a:xfrm>
            <a:off x="1600878" y="112"/>
            <a:ext cx="9069636" cy="7480253"/>
          </a:xfrm>
          <a:prstGeom prst="rect">
            <a:avLst/>
          </a:prstGeom>
          <a:noFill/>
          <a:ln w="9525">
            <a:noFill/>
            <a:miter lim="800000"/>
            <a:headEnd/>
            <a:tailEnd/>
          </a:ln>
        </p:spPr>
        <p:txBody>
          <a:bodyPr wrap="square">
            <a:spAutoFit/>
          </a:bodyPr>
          <a:lstStyle/>
          <a:p>
            <a:pPr algn="ctr" defTabSz="914522"/>
            <a:endParaRPr lang="en-IN" sz="4001"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रघुपति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कीह्नी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बहुत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बड़ाई</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तुम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प्रिय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भरतहि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भाई</a:t>
            </a:r>
            <a:r>
              <a:rPr lang="en-IN" sz="4001" b="1" dirty="0">
                <a:solidFill>
                  <a:prstClr val="black"/>
                </a:solidFill>
                <a:latin typeface="Aparajita" pitchFamily="34" charset="0"/>
              </a:rPr>
              <a:t> ॥१२॥</a:t>
            </a:r>
          </a:p>
          <a:p>
            <a:pPr algn="ctr" defTabSz="914522"/>
            <a:endParaRPr lang="en-IN" sz="4001" b="1" dirty="0">
              <a:solidFill>
                <a:prstClr val="black"/>
              </a:solidFill>
              <a:latin typeface="Aparajita" pitchFamily="34" charset="0"/>
            </a:endParaRPr>
          </a:p>
          <a:p>
            <a:pPr algn="ctr" defTabSz="914522"/>
            <a:r>
              <a:rPr lang="en-US" sz="3201" b="1" dirty="0" err="1">
                <a:solidFill>
                  <a:prstClr val="black"/>
                </a:solidFill>
                <a:latin typeface="Aparajita" pitchFamily="34" charset="0"/>
              </a:rPr>
              <a:t>Raghupati</a:t>
            </a:r>
            <a:r>
              <a:rPr lang="en-US" sz="3201" b="1" dirty="0">
                <a:solidFill>
                  <a:prstClr val="black"/>
                </a:solidFill>
                <a:latin typeface="Aparajita" pitchFamily="34" charset="0"/>
              </a:rPr>
              <a:t> </a:t>
            </a:r>
            <a:r>
              <a:rPr lang="en-US" sz="3201" b="1" dirty="0" err="1">
                <a:solidFill>
                  <a:prstClr val="black"/>
                </a:solidFill>
                <a:latin typeface="Aparajita" pitchFamily="34" charset="0"/>
              </a:rPr>
              <a:t>Kénhé</a:t>
            </a:r>
            <a:r>
              <a:rPr lang="en-US" sz="3201" b="1" dirty="0">
                <a:solidFill>
                  <a:prstClr val="black"/>
                </a:solidFill>
                <a:latin typeface="Aparajita" pitchFamily="34" charset="0"/>
              </a:rPr>
              <a:t> </a:t>
            </a:r>
            <a:r>
              <a:rPr lang="en-US" sz="3201" b="1" dirty="0" err="1">
                <a:solidFill>
                  <a:prstClr val="black"/>
                </a:solidFill>
                <a:latin typeface="Aparajita" pitchFamily="34" charset="0"/>
              </a:rPr>
              <a:t>Bahuta</a:t>
            </a:r>
            <a:r>
              <a:rPr lang="en-US" sz="3201" b="1" dirty="0">
                <a:solidFill>
                  <a:prstClr val="black"/>
                </a:solidFill>
                <a:latin typeface="Aparajita" pitchFamily="34" charset="0"/>
              </a:rPr>
              <a:t> </a:t>
            </a:r>
            <a:r>
              <a:rPr lang="en-US" sz="3201" b="1" dirty="0" err="1">
                <a:solidFill>
                  <a:prstClr val="black"/>
                </a:solidFill>
                <a:latin typeface="Aparajita" pitchFamily="34" charset="0"/>
              </a:rPr>
              <a:t>Baòäé</a:t>
            </a:r>
            <a:r>
              <a:rPr lang="en-US" sz="3201" b="1" dirty="0">
                <a:solidFill>
                  <a:prstClr val="black"/>
                </a:solidFill>
                <a:latin typeface="Aparajita" pitchFamily="34" charset="0"/>
              </a:rPr>
              <a:t> | </a:t>
            </a:r>
          </a:p>
          <a:p>
            <a:pPr algn="ctr" defTabSz="914522"/>
            <a:r>
              <a:rPr lang="en-US" sz="3201" b="1" dirty="0" err="1">
                <a:solidFill>
                  <a:prstClr val="black"/>
                </a:solidFill>
                <a:latin typeface="Aparajita" pitchFamily="34" charset="0"/>
              </a:rPr>
              <a:t>Tum</a:t>
            </a:r>
            <a:r>
              <a:rPr lang="en-US" sz="3201" b="1" dirty="0">
                <a:solidFill>
                  <a:prstClr val="black"/>
                </a:solidFill>
                <a:latin typeface="Aparajita" pitchFamily="34" charset="0"/>
              </a:rPr>
              <a:t> Mama Priya </a:t>
            </a:r>
            <a:r>
              <a:rPr lang="en-US" sz="3201" b="1" dirty="0" err="1">
                <a:solidFill>
                  <a:prstClr val="black"/>
                </a:solidFill>
                <a:latin typeface="Aparajita" pitchFamily="34" charset="0"/>
              </a:rPr>
              <a:t>Bharatahi</a:t>
            </a:r>
            <a:r>
              <a:rPr lang="en-US" sz="3201" b="1" dirty="0">
                <a:solidFill>
                  <a:prstClr val="black"/>
                </a:solidFill>
                <a:latin typeface="Aparajita" pitchFamily="34" charset="0"/>
              </a:rPr>
              <a:t> Sama </a:t>
            </a:r>
            <a:r>
              <a:rPr lang="en-US" sz="3201" b="1" dirty="0" err="1">
                <a:solidFill>
                  <a:prstClr val="black"/>
                </a:solidFill>
                <a:latin typeface="Aparajita" pitchFamily="34" charset="0"/>
              </a:rPr>
              <a:t>Bhäé</a:t>
            </a:r>
            <a:r>
              <a:rPr lang="en-US" sz="3201" b="1" dirty="0">
                <a:solidFill>
                  <a:prstClr val="black"/>
                </a:solidFill>
                <a:latin typeface="Aparajita" pitchFamily="34" charset="0"/>
              </a:rPr>
              <a:t>||-12</a:t>
            </a:r>
          </a:p>
          <a:p>
            <a:pPr algn="ctr" defTabSz="914522"/>
            <a:r>
              <a:rPr lang="en-US" sz="3201" b="1" dirty="0">
                <a:solidFill>
                  <a:prstClr val="black"/>
                </a:solidFill>
                <a:latin typeface="Aparajita" pitchFamily="34" charset="0"/>
              </a:rPr>
              <a:t>	</a:t>
            </a:r>
          </a:p>
          <a:p>
            <a:pPr algn="ctr" defTabSz="914522"/>
            <a:r>
              <a:rPr lang="en-US" sz="3201" b="1" dirty="0" err="1">
                <a:solidFill>
                  <a:prstClr val="black"/>
                </a:solidFill>
                <a:latin typeface="Aparajita" pitchFamily="34" charset="0"/>
              </a:rPr>
              <a:t>ರಘುಪತಿ</a:t>
            </a:r>
            <a:r>
              <a:rPr lang="en-US" sz="3201" b="1" dirty="0">
                <a:solidFill>
                  <a:prstClr val="black"/>
                </a:solidFill>
                <a:latin typeface="Aparajita" pitchFamily="34" charset="0"/>
              </a:rPr>
              <a:t> </a:t>
            </a:r>
            <a:r>
              <a:rPr lang="en-US" sz="3201" b="1" dirty="0" err="1">
                <a:solidFill>
                  <a:prstClr val="black"/>
                </a:solidFill>
                <a:latin typeface="Aparajita" pitchFamily="34" charset="0"/>
              </a:rPr>
              <a:t>ಕೀಂಹೀ</a:t>
            </a:r>
            <a:r>
              <a:rPr lang="en-US" sz="3201" b="1" dirty="0">
                <a:solidFill>
                  <a:prstClr val="black"/>
                </a:solidFill>
                <a:latin typeface="Aparajita" pitchFamily="34" charset="0"/>
              </a:rPr>
              <a:t> </a:t>
            </a:r>
            <a:r>
              <a:rPr lang="en-US" sz="3201" b="1" dirty="0" err="1">
                <a:solidFill>
                  <a:prstClr val="black"/>
                </a:solidFill>
                <a:latin typeface="Aparajita" pitchFamily="34" charset="0"/>
              </a:rPr>
              <a:t>ಬಹುತ</a:t>
            </a:r>
            <a:r>
              <a:rPr lang="en-US" sz="3201" b="1" dirty="0">
                <a:solidFill>
                  <a:prstClr val="black"/>
                </a:solidFill>
                <a:latin typeface="Aparajita" pitchFamily="34" charset="0"/>
              </a:rPr>
              <a:t> </a:t>
            </a:r>
            <a:r>
              <a:rPr lang="en-US" sz="3201" b="1" dirty="0" err="1">
                <a:solidFill>
                  <a:prstClr val="black"/>
                </a:solidFill>
                <a:latin typeface="Aparajita" pitchFamily="34" charset="0"/>
              </a:rPr>
              <a:t>ಬಡಾಈ</a:t>
            </a:r>
            <a:r>
              <a:rPr lang="en-US" sz="3201" b="1" dirty="0">
                <a:solidFill>
                  <a:prstClr val="black"/>
                </a:solidFill>
                <a:latin typeface="Aparajita" pitchFamily="34" charset="0"/>
              </a:rPr>
              <a:t> ।</a:t>
            </a:r>
          </a:p>
          <a:p>
            <a:pPr algn="ctr" defTabSz="914522"/>
            <a:r>
              <a:rPr lang="en-US" sz="3201" b="1" dirty="0" err="1">
                <a:solidFill>
                  <a:prstClr val="black"/>
                </a:solidFill>
                <a:latin typeface="Aparajita" pitchFamily="34" charset="0"/>
              </a:rPr>
              <a:t>ತುಮ</a:t>
            </a:r>
            <a:r>
              <a:rPr lang="en-US" sz="3201" b="1" dirty="0">
                <a:solidFill>
                  <a:prstClr val="black"/>
                </a:solidFill>
                <a:latin typeface="Aparajita" pitchFamily="34" charset="0"/>
              </a:rPr>
              <a:t> </a:t>
            </a:r>
            <a:r>
              <a:rPr lang="en-US" sz="3201" b="1" dirty="0" err="1">
                <a:solidFill>
                  <a:prstClr val="black"/>
                </a:solidFill>
                <a:latin typeface="Aparajita" pitchFamily="34" charset="0"/>
              </a:rPr>
              <a:t>ಮಮ</a:t>
            </a:r>
            <a:r>
              <a:rPr lang="en-US" sz="3201" b="1" dirty="0">
                <a:solidFill>
                  <a:prstClr val="black"/>
                </a:solidFill>
                <a:latin typeface="Aparajita" pitchFamily="34" charset="0"/>
              </a:rPr>
              <a:t> </a:t>
            </a:r>
            <a:r>
              <a:rPr lang="en-US" sz="3201" b="1" dirty="0" err="1">
                <a:solidFill>
                  <a:prstClr val="black"/>
                </a:solidFill>
                <a:latin typeface="Aparajita" pitchFamily="34" charset="0"/>
              </a:rPr>
              <a:t>ಪ್ರಿಯ</a:t>
            </a:r>
            <a:r>
              <a:rPr lang="en-US" sz="3201" b="1" dirty="0">
                <a:solidFill>
                  <a:prstClr val="black"/>
                </a:solidFill>
                <a:latin typeface="Aparajita" pitchFamily="34" charset="0"/>
              </a:rPr>
              <a:t> </a:t>
            </a:r>
            <a:r>
              <a:rPr lang="en-US" sz="3201" b="1" dirty="0" err="1">
                <a:solidFill>
                  <a:prstClr val="black"/>
                </a:solidFill>
                <a:latin typeface="Aparajita" pitchFamily="34" charset="0"/>
              </a:rPr>
              <a:t>ಭರತಹಿ</a:t>
            </a:r>
            <a:r>
              <a:rPr lang="en-US" sz="3201" b="1" dirty="0">
                <a:solidFill>
                  <a:prstClr val="black"/>
                </a:solidFill>
                <a:latin typeface="Aparajita" pitchFamily="34" charset="0"/>
              </a:rPr>
              <a:t> </a:t>
            </a:r>
            <a:r>
              <a:rPr lang="en-US" sz="3201" b="1" dirty="0" err="1">
                <a:solidFill>
                  <a:prstClr val="black"/>
                </a:solidFill>
                <a:latin typeface="Aparajita" pitchFamily="34" charset="0"/>
              </a:rPr>
              <a:t>ಸಮ</a:t>
            </a:r>
            <a:r>
              <a:rPr lang="en-US" sz="3201" b="1" dirty="0">
                <a:solidFill>
                  <a:prstClr val="black"/>
                </a:solidFill>
                <a:latin typeface="Aparajita" pitchFamily="34" charset="0"/>
              </a:rPr>
              <a:t> </a:t>
            </a:r>
            <a:r>
              <a:rPr lang="en-US" sz="3201" b="1" dirty="0" err="1">
                <a:solidFill>
                  <a:prstClr val="black"/>
                </a:solidFill>
                <a:latin typeface="Aparajita" pitchFamily="34" charset="0"/>
              </a:rPr>
              <a:t>ಭಾಈ</a:t>
            </a:r>
            <a:r>
              <a:rPr lang="en-US" sz="3201" b="1" dirty="0">
                <a:solidFill>
                  <a:prstClr val="black"/>
                </a:solidFill>
                <a:latin typeface="Aparajita" pitchFamily="34" charset="0"/>
              </a:rPr>
              <a:t> ॥</a:t>
            </a:r>
            <a:r>
              <a:rPr lang="kn-IN" sz="3201" b="1" dirty="0">
                <a:solidFill>
                  <a:prstClr val="black"/>
                </a:solidFill>
                <a:latin typeface="Aparajita" pitchFamily="34" charset="0"/>
              </a:rPr>
              <a:t>೧೨</a:t>
            </a:r>
            <a:r>
              <a:rPr lang="en-US" sz="3201" b="1" dirty="0">
                <a:solidFill>
                  <a:prstClr val="black"/>
                </a:solidFill>
                <a:latin typeface="Aparajita" pitchFamily="34" charset="0"/>
              </a:rPr>
              <a:t>॥</a:t>
            </a:r>
          </a:p>
          <a:p>
            <a:pPr algn="ctr" defTabSz="914522"/>
            <a:r>
              <a:rPr lang="en-US" sz="4001" b="1" dirty="0">
                <a:solidFill>
                  <a:prstClr val="black"/>
                </a:solidFill>
                <a:latin typeface="Aparajita" pitchFamily="34" charset="0"/>
              </a:rPr>
              <a:t>	</a:t>
            </a:r>
          </a:p>
          <a:p>
            <a:pPr algn="ctr" defTabSz="914522"/>
            <a:r>
              <a:rPr lang="en-US" sz="2400" b="1" dirty="0">
                <a:solidFill>
                  <a:prstClr val="black"/>
                </a:solidFill>
                <a:latin typeface="Aparajita" pitchFamily="34" charset="0"/>
              </a:rPr>
              <a:t>Shri Ram enthusiastically extolled </a:t>
            </a:r>
            <a:r>
              <a:rPr lang="en-US" sz="2400" b="1" dirty="0" err="1">
                <a:solidFill>
                  <a:prstClr val="black"/>
                </a:solidFill>
                <a:latin typeface="Aparajita" pitchFamily="34" charset="0"/>
              </a:rPr>
              <a:t>Hanumanji's</a:t>
            </a:r>
            <a:r>
              <a:rPr lang="en-US" sz="2400" b="1" dirty="0">
                <a:solidFill>
                  <a:prstClr val="black"/>
                </a:solidFill>
                <a:latin typeface="Aparajita" pitchFamily="34" charset="0"/>
              </a:rPr>
              <a:t> excellence and remarked, "you are as dear to me as 	my own brother Bharat”</a:t>
            </a:r>
          </a:p>
          <a:p>
            <a:pPr algn="ctr" defTabSz="914522"/>
            <a:r>
              <a:rPr lang="en-US" sz="2400" b="1" dirty="0">
                <a:solidFill>
                  <a:prstClr val="black"/>
                </a:solidFill>
                <a:latin typeface="Palatino Linotype" pitchFamily="18" charset="0"/>
              </a:rPr>
              <a:t>		</a:t>
            </a:r>
            <a:r>
              <a:rPr lang="en-US" sz="2400" b="1" dirty="0">
                <a:solidFill>
                  <a:prstClr val="black"/>
                </a:solidFill>
                <a:latin typeface="Calibri" pitchFamily="34" charset="0"/>
              </a:rPr>
              <a:t/>
            </a:r>
            <a:br>
              <a:rPr lang="en-US" sz="2400" b="1" dirty="0">
                <a:solidFill>
                  <a:prstClr val="black"/>
                </a:solidFill>
                <a:latin typeface="Calibri" pitchFamily="34" charset="0"/>
              </a:rPr>
            </a:br>
            <a:endParaRPr lang="en-US" sz="2400" b="1" dirty="0">
              <a:solidFill>
                <a:prstClr val="black"/>
              </a:solidFill>
              <a:latin typeface="Calibri" pitchFamily="34" charset="0"/>
            </a:endParaRPr>
          </a:p>
        </p:txBody>
      </p:sp>
    </p:spTree>
    <p:extLst>
      <p:ext uri="{BB962C8B-B14F-4D97-AF65-F5344CB8AC3E}">
        <p14:creationId xmlns:p14="http://schemas.microsoft.com/office/powerpoint/2010/main" val="117922727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
          <p:cNvSpPr>
            <a:spLocks noChangeArrowheads="1"/>
          </p:cNvSpPr>
          <p:nvPr/>
        </p:nvSpPr>
        <p:spPr bwMode="auto">
          <a:xfrm>
            <a:off x="1524662" y="114"/>
            <a:ext cx="9145853" cy="6556923"/>
          </a:xfrm>
          <a:prstGeom prst="rect">
            <a:avLst/>
          </a:prstGeom>
          <a:noFill/>
          <a:ln w="9525">
            <a:noFill/>
            <a:miter lim="800000"/>
            <a:headEnd/>
            <a:tailEnd/>
          </a:ln>
        </p:spPr>
        <p:txBody>
          <a:bodyPr wrap="square">
            <a:spAutoFit/>
          </a:bodyPr>
          <a:lstStyle/>
          <a:p>
            <a:pPr algn="ctr" defTabSz="914522"/>
            <a:r>
              <a:rPr lang="en-IN" sz="4001" b="1" dirty="0" err="1">
                <a:solidFill>
                  <a:prstClr val="black"/>
                </a:solidFill>
                <a:latin typeface="Aparajita" pitchFamily="34" charset="0"/>
              </a:rPr>
              <a:t>सहस</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बदन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तुह्मरो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जस</a:t>
            </a:r>
            <a:r>
              <a:rPr lang="en-IN" sz="4001" b="1" dirty="0">
                <a:solidFill>
                  <a:prstClr val="black"/>
                </a:solidFill>
                <a:latin typeface="Aparajita" pitchFamily="34" charset="0"/>
              </a:rPr>
              <a:t> </a:t>
            </a:r>
            <a:r>
              <a:rPr lang="en-IN" sz="4001" b="1" dirty="0" err="1">
                <a:solidFill>
                  <a:prstClr val="black"/>
                </a:solidFill>
                <a:latin typeface="Aparajita" pitchFamily="34" charset="0"/>
              </a:rPr>
              <a:t>गावैं</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अस</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श्रीपति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कण्ठ</a:t>
            </a:r>
            <a:r>
              <a:rPr lang="en-IN" sz="4001" b="1" dirty="0">
                <a:solidFill>
                  <a:prstClr val="black"/>
                </a:solidFill>
                <a:latin typeface="Aparajita" pitchFamily="34" charset="0"/>
              </a:rPr>
              <a:t> </a:t>
            </a:r>
            <a:r>
              <a:rPr lang="en-IN" sz="4001" b="1" dirty="0" err="1">
                <a:solidFill>
                  <a:prstClr val="black"/>
                </a:solidFill>
                <a:latin typeface="Aparajita" pitchFamily="34" charset="0"/>
              </a:rPr>
              <a:t>लगावैं</a:t>
            </a:r>
            <a:r>
              <a:rPr lang="en-IN" sz="4001" b="1" dirty="0">
                <a:solidFill>
                  <a:prstClr val="black"/>
                </a:solidFill>
                <a:latin typeface="Aparajita" pitchFamily="34" charset="0"/>
              </a:rPr>
              <a:t> ॥१३॥</a:t>
            </a:r>
          </a:p>
          <a:p>
            <a:pPr algn="ctr" defTabSz="914522"/>
            <a:endParaRPr lang="en-IN" sz="40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Sahasa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Badana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Tumharo</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Jasa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Gävaià</a:t>
            </a:r>
            <a:r>
              <a:rPr lang="en-US" sz="3601" b="1" dirty="0">
                <a:solidFill>
                  <a:prstClr val="black"/>
                </a:solidFill>
                <a:latin typeface="URW Palladio IT" pitchFamily="2" charset="0"/>
              </a:rPr>
              <a:t> | </a:t>
            </a:r>
          </a:p>
          <a:p>
            <a:pPr algn="ctr" defTabSz="914522"/>
            <a:r>
              <a:rPr lang="en-US" sz="3601" b="1" dirty="0">
                <a:solidFill>
                  <a:prstClr val="black"/>
                </a:solidFill>
                <a:latin typeface="URW Palladio IT" pitchFamily="2" charset="0"/>
              </a:rPr>
              <a:t>Asa </a:t>
            </a:r>
            <a:r>
              <a:rPr lang="en-US" sz="3601" b="1" dirty="0" err="1">
                <a:solidFill>
                  <a:prstClr val="black"/>
                </a:solidFill>
                <a:latin typeface="URW Palladio IT" pitchFamily="2" charset="0"/>
              </a:rPr>
              <a:t>Kahi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Çrépati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Kaëöha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Lagävaià</a:t>
            </a:r>
            <a:r>
              <a:rPr lang="en-US" sz="3601" b="1" dirty="0">
                <a:solidFill>
                  <a:prstClr val="black"/>
                </a:solidFill>
                <a:latin typeface="URW Palladio IT" pitchFamily="2" charset="0"/>
              </a:rPr>
              <a:t> || - 13</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ಸಹಸ</a:t>
            </a:r>
            <a:r>
              <a:rPr lang="en-US" sz="3601" b="1" dirty="0">
                <a:solidFill>
                  <a:prstClr val="black"/>
                </a:solidFill>
                <a:latin typeface="Calibri" pitchFamily="34" charset="0"/>
              </a:rPr>
              <a:t> </a:t>
            </a:r>
            <a:r>
              <a:rPr lang="en-US" sz="3601" b="1" dirty="0" err="1">
                <a:solidFill>
                  <a:prstClr val="black"/>
                </a:solidFill>
                <a:latin typeface="Calibri" pitchFamily="34" charset="0"/>
              </a:rPr>
              <a:t>ಬದನ</a:t>
            </a:r>
            <a:r>
              <a:rPr lang="en-US" sz="3601" b="1" dirty="0">
                <a:solidFill>
                  <a:prstClr val="black"/>
                </a:solidFill>
                <a:latin typeface="Calibri" pitchFamily="34" charset="0"/>
              </a:rPr>
              <a:t> </a:t>
            </a:r>
            <a:r>
              <a:rPr lang="en-US" sz="3601" b="1" dirty="0" err="1">
                <a:solidFill>
                  <a:prstClr val="black"/>
                </a:solidFill>
                <a:latin typeface="Calibri" pitchFamily="34" charset="0"/>
              </a:rPr>
              <a:t>ತುಮ್ಹರೋ</a:t>
            </a:r>
            <a:r>
              <a:rPr lang="en-US" sz="3601" b="1" dirty="0">
                <a:solidFill>
                  <a:prstClr val="black"/>
                </a:solidFill>
                <a:latin typeface="Calibri" pitchFamily="34" charset="0"/>
              </a:rPr>
              <a:t> </a:t>
            </a:r>
            <a:r>
              <a:rPr lang="en-US" sz="3601" b="1" dirty="0" err="1">
                <a:solidFill>
                  <a:prstClr val="black"/>
                </a:solidFill>
                <a:latin typeface="Calibri" pitchFamily="34" charset="0"/>
              </a:rPr>
              <a:t>ಜಸ</a:t>
            </a:r>
            <a:r>
              <a:rPr lang="en-US" sz="3601" b="1" dirty="0">
                <a:solidFill>
                  <a:prstClr val="black"/>
                </a:solidFill>
                <a:latin typeface="Calibri" pitchFamily="34" charset="0"/>
              </a:rPr>
              <a:t> </a:t>
            </a:r>
            <a:r>
              <a:rPr lang="en-US" sz="3601" b="1" dirty="0" err="1">
                <a:solidFill>
                  <a:prstClr val="black"/>
                </a:solidFill>
                <a:latin typeface="Calibri" pitchFamily="34" charset="0"/>
              </a:rPr>
              <a:t>ಗಾವೈ</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ಅಸ</a:t>
            </a:r>
            <a:r>
              <a:rPr lang="en-US" sz="3601" b="1" dirty="0">
                <a:solidFill>
                  <a:prstClr val="black"/>
                </a:solidFill>
                <a:latin typeface="Calibri" pitchFamily="34" charset="0"/>
              </a:rPr>
              <a:t> </a:t>
            </a:r>
            <a:r>
              <a:rPr lang="en-US" sz="3601" b="1" dirty="0" err="1">
                <a:solidFill>
                  <a:prstClr val="black"/>
                </a:solidFill>
                <a:latin typeface="Calibri" pitchFamily="34" charset="0"/>
              </a:rPr>
              <a:t>ಕಹಿ</a:t>
            </a:r>
            <a:r>
              <a:rPr lang="en-US" sz="3601" b="1" dirty="0">
                <a:solidFill>
                  <a:prstClr val="black"/>
                </a:solidFill>
                <a:latin typeface="Calibri" pitchFamily="34" charset="0"/>
              </a:rPr>
              <a:t> </a:t>
            </a:r>
            <a:r>
              <a:rPr lang="en-US" sz="3601" b="1" dirty="0" err="1">
                <a:solidFill>
                  <a:prstClr val="black"/>
                </a:solidFill>
                <a:latin typeface="Calibri" pitchFamily="34" charset="0"/>
              </a:rPr>
              <a:t>ಶ್ರೀಪತಿ</a:t>
            </a:r>
            <a:r>
              <a:rPr lang="en-US" sz="3601" b="1" dirty="0">
                <a:solidFill>
                  <a:prstClr val="black"/>
                </a:solidFill>
                <a:latin typeface="Calibri" pitchFamily="34" charset="0"/>
              </a:rPr>
              <a:t> </a:t>
            </a:r>
            <a:r>
              <a:rPr lang="en-US" sz="3601" b="1" dirty="0" err="1">
                <a:solidFill>
                  <a:prstClr val="black"/>
                </a:solidFill>
                <a:latin typeface="Calibri" pitchFamily="34" charset="0"/>
              </a:rPr>
              <a:t>ಕಂಠ</a:t>
            </a:r>
            <a:r>
              <a:rPr lang="en-US" sz="3601" b="1" dirty="0">
                <a:solidFill>
                  <a:prstClr val="black"/>
                </a:solidFill>
                <a:latin typeface="Calibri" pitchFamily="34" charset="0"/>
              </a:rPr>
              <a:t> </a:t>
            </a:r>
            <a:r>
              <a:rPr lang="en-US" sz="3601" b="1" dirty="0" err="1">
                <a:solidFill>
                  <a:prstClr val="black"/>
                </a:solidFill>
                <a:latin typeface="Calibri" pitchFamily="34" charset="0"/>
              </a:rPr>
              <a:t>ಲಗಾವೈ</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೧೩</a:t>
            </a:r>
            <a:r>
              <a:rPr lang="en-US" sz="3601" b="1" dirty="0">
                <a:solidFill>
                  <a:prstClr val="black"/>
                </a:solidFill>
                <a:latin typeface="Calibri" pitchFamily="34" charset="0"/>
              </a:rPr>
              <a:t>॥</a:t>
            </a:r>
          </a:p>
          <a:p>
            <a:pPr algn="ctr" defTabSz="914522"/>
            <a:endParaRPr lang="en-US" sz="3601" b="1" dirty="0">
              <a:solidFill>
                <a:prstClr val="black"/>
              </a:solidFill>
              <a:latin typeface="Palatino Linotype" pitchFamily="18" charset="0"/>
            </a:endParaRPr>
          </a:p>
          <a:p>
            <a:pPr algn="ctr" defTabSz="914522"/>
            <a:r>
              <a:rPr lang="en-US" sz="2400" b="1" dirty="0">
                <a:solidFill>
                  <a:prstClr val="black"/>
                </a:solidFill>
                <a:latin typeface="Palatino Linotype" pitchFamily="18" charset="0"/>
              </a:rPr>
              <a:t>Shri Ram embraced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saying: "Let the thousand - tongued </a:t>
            </a:r>
            <a:r>
              <a:rPr lang="en-US" sz="2400" b="1" dirty="0" err="1">
                <a:solidFill>
                  <a:prstClr val="black"/>
                </a:solidFill>
                <a:latin typeface="Palatino Linotype" pitchFamily="18" charset="0"/>
              </a:rPr>
              <a:t>sheshnaag</a:t>
            </a:r>
            <a:r>
              <a:rPr lang="en-US" sz="2400" b="1" dirty="0">
                <a:solidFill>
                  <a:prstClr val="black"/>
                </a:solidFill>
                <a:latin typeface="Palatino Linotype" pitchFamily="18" charset="0"/>
              </a:rPr>
              <a:t> sing your glories”</a:t>
            </a:r>
          </a:p>
          <a:p>
            <a:pPr algn="ctr" defTabSz="914522"/>
            <a:r>
              <a:rPr lang="en-US" sz="3601" b="1" dirty="0">
                <a:solidFill>
                  <a:prstClr val="black"/>
                </a:solidFill>
                <a:latin typeface="Palatino Linotype" pitchFamily="18" charset="0"/>
              </a:rPr>
              <a:t>	</a:t>
            </a:r>
          </a:p>
        </p:txBody>
      </p:sp>
    </p:spTree>
    <p:extLst>
      <p:ext uri="{BB962C8B-B14F-4D97-AF65-F5344CB8AC3E}">
        <p14:creationId xmlns:p14="http://schemas.microsoft.com/office/powerpoint/2010/main" val="426477747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p:cNvSpPr>
            <a:spLocks noChangeArrowheads="1"/>
          </p:cNvSpPr>
          <p:nvPr/>
        </p:nvSpPr>
        <p:spPr bwMode="auto">
          <a:xfrm>
            <a:off x="1753309" y="114"/>
            <a:ext cx="8612344" cy="7049366"/>
          </a:xfrm>
          <a:prstGeom prst="rect">
            <a:avLst/>
          </a:prstGeom>
          <a:noFill/>
          <a:ln w="9525">
            <a:noFill/>
            <a:miter lim="800000"/>
            <a:headEnd/>
            <a:tailEnd/>
          </a:ln>
        </p:spPr>
        <p:txBody>
          <a:bodyPr>
            <a:spAutoFit/>
          </a:bodyPr>
          <a:lstStyle/>
          <a:p>
            <a:pPr algn="ctr" defTabSz="914522"/>
            <a:endParaRPr lang="en-IN" sz="16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सनकादिक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ब्रह्मादि</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मुनीसा</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नारद</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सारद</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सहित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अहीसा</a:t>
            </a:r>
            <a:r>
              <a:rPr lang="en-IN" sz="4001" b="1" dirty="0">
                <a:solidFill>
                  <a:prstClr val="black"/>
                </a:solidFill>
                <a:latin typeface="Aparajita" pitchFamily="34" charset="0"/>
              </a:rPr>
              <a:t> ॥१४॥</a:t>
            </a:r>
          </a:p>
          <a:p>
            <a:pPr algn="ctr" defTabSz="914522"/>
            <a:endParaRPr lang="en-IN" sz="40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Sanakädika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Brahmädi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Munésä</a:t>
            </a:r>
            <a:r>
              <a:rPr lang="en-US" sz="3601" b="1" dirty="0">
                <a:solidFill>
                  <a:prstClr val="black"/>
                </a:solidFill>
                <a:latin typeface="URW Palladio IT" pitchFamily="2" charset="0"/>
              </a:rPr>
              <a:t> | </a:t>
            </a:r>
          </a:p>
          <a:p>
            <a:pPr algn="ctr" defTabSz="914522"/>
            <a:r>
              <a:rPr lang="en-US" sz="3601" b="1" dirty="0" err="1">
                <a:solidFill>
                  <a:prstClr val="black"/>
                </a:solidFill>
                <a:latin typeface="URW Palladio IT" pitchFamily="2" charset="0"/>
              </a:rPr>
              <a:t>Närada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Särada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Sahita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Ahésä</a:t>
            </a:r>
            <a:r>
              <a:rPr lang="en-US" sz="3601" b="1" dirty="0">
                <a:solidFill>
                  <a:prstClr val="black"/>
                </a:solidFill>
                <a:latin typeface="URW Palladio IT" pitchFamily="2" charset="0"/>
              </a:rPr>
              <a:t> || - 14</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ಸನ</a:t>
            </a:r>
            <a:r>
              <a:rPr lang="kn-IN" sz="3601" b="1" dirty="0">
                <a:solidFill>
                  <a:prstClr val="black"/>
                </a:solidFill>
                <a:latin typeface="Calibri" pitchFamily="34" charset="0"/>
                <a:ea typeface="Tunga" pitchFamily="2"/>
                <a:cs typeface="Tunga" pitchFamily="2"/>
              </a:rPr>
              <a:t>ಕಾ</a:t>
            </a:r>
            <a:r>
              <a:rPr lang="en-US" sz="3601" b="1" dirty="0" err="1">
                <a:solidFill>
                  <a:prstClr val="black"/>
                </a:solidFill>
                <a:latin typeface="Calibri" pitchFamily="34" charset="0"/>
              </a:rPr>
              <a:t>ದಿಕ</a:t>
            </a:r>
            <a:r>
              <a:rPr lang="en-US" sz="3601" b="1" dirty="0">
                <a:solidFill>
                  <a:prstClr val="black"/>
                </a:solidFill>
                <a:latin typeface="Calibri" pitchFamily="34" charset="0"/>
              </a:rPr>
              <a:t> </a:t>
            </a:r>
            <a:r>
              <a:rPr lang="en-US" sz="3601" b="1" dirty="0" err="1">
                <a:solidFill>
                  <a:prstClr val="black"/>
                </a:solidFill>
                <a:latin typeface="Calibri" pitchFamily="34" charset="0"/>
              </a:rPr>
              <a:t>ಬ್ರಹ್ಮಾದಿ</a:t>
            </a:r>
            <a:r>
              <a:rPr lang="en-US" sz="3601" b="1" dirty="0">
                <a:solidFill>
                  <a:prstClr val="black"/>
                </a:solidFill>
                <a:latin typeface="Calibri" pitchFamily="34" charset="0"/>
              </a:rPr>
              <a:t> </a:t>
            </a:r>
            <a:r>
              <a:rPr lang="en-US" sz="3601" b="1" dirty="0" err="1">
                <a:solidFill>
                  <a:prstClr val="black"/>
                </a:solidFill>
                <a:latin typeface="Calibri" pitchFamily="34" charset="0"/>
              </a:rPr>
              <a:t>ಮು</a:t>
            </a:r>
            <a:r>
              <a:rPr lang="kn-IN" sz="3601" b="1" dirty="0">
                <a:solidFill>
                  <a:prstClr val="black"/>
                </a:solidFill>
                <a:latin typeface="Calibri" pitchFamily="34" charset="0"/>
                <a:ea typeface="Tunga" pitchFamily="2"/>
                <a:cs typeface="Tunga" pitchFamily="2"/>
              </a:rPr>
              <a:t>ನೀ</a:t>
            </a:r>
            <a:r>
              <a:rPr lang="en-US" sz="3601" b="1" dirty="0" err="1">
                <a:solidFill>
                  <a:prstClr val="black"/>
                </a:solidFill>
                <a:latin typeface="Calibri" pitchFamily="34" charset="0"/>
              </a:rPr>
              <a:t>ಸಾ</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ನಾರದ</a:t>
            </a:r>
            <a:r>
              <a:rPr lang="en-US" sz="3601" b="1" dirty="0">
                <a:solidFill>
                  <a:prstClr val="black"/>
                </a:solidFill>
                <a:latin typeface="Calibri" pitchFamily="34" charset="0"/>
              </a:rPr>
              <a:t> </a:t>
            </a:r>
            <a:r>
              <a:rPr lang="en-US" sz="3601" b="1" dirty="0" err="1">
                <a:solidFill>
                  <a:prstClr val="black"/>
                </a:solidFill>
                <a:latin typeface="Calibri" pitchFamily="34" charset="0"/>
              </a:rPr>
              <a:t>ಸಾರದ</a:t>
            </a:r>
            <a:r>
              <a:rPr lang="en-US" sz="3601" b="1" dirty="0">
                <a:solidFill>
                  <a:prstClr val="black"/>
                </a:solidFill>
                <a:latin typeface="Calibri" pitchFamily="34" charset="0"/>
              </a:rPr>
              <a:t> </a:t>
            </a:r>
            <a:r>
              <a:rPr lang="en-US" sz="3601" b="1" dirty="0" err="1">
                <a:solidFill>
                  <a:prstClr val="black"/>
                </a:solidFill>
                <a:latin typeface="Calibri" pitchFamily="34" charset="0"/>
              </a:rPr>
              <a:t>ಸಹಿತ</a:t>
            </a:r>
            <a:r>
              <a:rPr lang="en-US" sz="3601" b="1" dirty="0">
                <a:solidFill>
                  <a:prstClr val="black"/>
                </a:solidFill>
                <a:latin typeface="Calibri" pitchFamily="34" charset="0"/>
              </a:rPr>
              <a:t> </a:t>
            </a:r>
            <a:r>
              <a:rPr lang="en-US" sz="3601" b="1" dirty="0" err="1">
                <a:solidFill>
                  <a:prstClr val="black"/>
                </a:solidFill>
                <a:latin typeface="Calibri" pitchFamily="34" charset="0"/>
              </a:rPr>
              <a:t>ಅಹೀಸಾ</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೧೪</a:t>
            </a:r>
            <a:r>
              <a:rPr lang="en-US" sz="3601" b="1" dirty="0">
                <a:solidFill>
                  <a:prstClr val="black"/>
                </a:solidFill>
                <a:latin typeface="Calibri" pitchFamily="34" charset="0"/>
              </a:rPr>
              <a:t>॥</a:t>
            </a:r>
          </a:p>
          <a:p>
            <a:pPr algn="ctr" defTabSz="914522"/>
            <a:endParaRPr lang="en-US" sz="3601" b="1" dirty="0">
              <a:solidFill>
                <a:prstClr val="black"/>
              </a:solidFill>
              <a:latin typeface="Calibri" pitchFamily="34" charset="0"/>
            </a:endParaRPr>
          </a:p>
          <a:p>
            <a:pPr algn="ctr" defTabSz="914522"/>
            <a:r>
              <a:rPr lang="en-US" sz="2400" b="1" dirty="0" err="1">
                <a:solidFill>
                  <a:prstClr val="black"/>
                </a:solidFill>
                <a:latin typeface="Palatino Linotype" pitchFamily="18" charset="0"/>
              </a:rPr>
              <a:t>Sanak</a:t>
            </a:r>
            <a:r>
              <a:rPr lang="en-US" sz="2400" b="1" dirty="0">
                <a:solidFill>
                  <a:prstClr val="black"/>
                </a:solidFill>
                <a:latin typeface="Palatino Linotype" pitchFamily="18" charset="0"/>
              </a:rPr>
              <a:t> and the sages, saints. Lord Brahma, the great hermits </a:t>
            </a:r>
            <a:r>
              <a:rPr lang="en-US" sz="2400" b="1" dirty="0" err="1">
                <a:solidFill>
                  <a:prstClr val="black"/>
                </a:solidFill>
                <a:latin typeface="Palatino Linotype" pitchFamily="18" charset="0"/>
              </a:rPr>
              <a:t>Narad</a:t>
            </a:r>
            <a:r>
              <a:rPr lang="en-US" sz="2400" b="1" dirty="0">
                <a:solidFill>
                  <a:prstClr val="black"/>
                </a:solidFill>
                <a:latin typeface="Palatino Linotype" pitchFamily="18" charset="0"/>
              </a:rPr>
              <a:t> and Goddess </a:t>
            </a:r>
            <a:r>
              <a:rPr lang="en-US" sz="2400" b="1" dirty="0" err="1">
                <a:solidFill>
                  <a:prstClr val="black"/>
                </a:solidFill>
                <a:latin typeface="Palatino Linotype" pitchFamily="18" charset="0"/>
              </a:rPr>
              <a:t>Saraswati</a:t>
            </a:r>
            <a:r>
              <a:rPr lang="en-US" sz="2400" b="1" dirty="0">
                <a:solidFill>
                  <a:prstClr val="black"/>
                </a:solidFill>
                <a:latin typeface="Palatino Linotype" pitchFamily="18" charset="0"/>
              </a:rPr>
              <a:t> along with </a:t>
            </a:r>
            <a:r>
              <a:rPr lang="en-US" sz="2400" b="1" dirty="0" err="1">
                <a:solidFill>
                  <a:prstClr val="black"/>
                </a:solidFill>
                <a:latin typeface="Palatino Linotype" pitchFamily="18" charset="0"/>
              </a:rPr>
              <a:t>Sheshnag</a:t>
            </a:r>
            <a:r>
              <a:rPr lang="en-US" sz="2400" b="1" dirty="0">
                <a:solidFill>
                  <a:prstClr val="black"/>
                </a:solidFill>
                <a:latin typeface="Palatino Linotype" pitchFamily="18" charset="0"/>
              </a:rPr>
              <a:t> the cosmic serpent, fail to sing the glories of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exactly</a:t>
            </a:r>
          </a:p>
          <a:p>
            <a:pPr algn="ctr" defTabSz="914522"/>
            <a:r>
              <a:rPr lang="en-US" sz="2801" b="1" dirty="0">
                <a:solidFill>
                  <a:prstClr val="black"/>
                </a:solidFill>
                <a:latin typeface="Palatino Linotype" pitchFamily="18" charset="0"/>
              </a:rPr>
              <a:t>		</a:t>
            </a:r>
            <a:endParaRPr lang="en-US" sz="2400" b="1" dirty="0">
              <a:solidFill>
                <a:prstClr val="black"/>
              </a:solidFill>
              <a:latin typeface="Palatino Linotype" pitchFamily="18" charset="0"/>
            </a:endParaRPr>
          </a:p>
        </p:txBody>
      </p:sp>
    </p:spTree>
    <p:extLst>
      <p:ext uri="{BB962C8B-B14F-4D97-AF65-F5344CB8AC3E}">
        <p14:creationId xmlns:p14="http://schemas.microsoft.com/office/powerpoint/2010/main" val="389770972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ChangeArrowheads="1"/>
          </p:cNvSpPr>
          <p:nvPr/>
        </p:nvSpPr>
        <p:spPr bwMode="auto">
          <a:xfrm>
            <a:off x="1524662" y="-152329"/>
            <a:ext cx="9145853" cy="7295587"/>
          </a:xfrm>
          <a:prstGeom prst="rect">
            <a:avLst/>
          </a:prstGeom>
          <a:noFill/>
          <a:ln w="9525">
            <a:noFill/>
            <a:miter lim="800000"/>
            <a:headEnd/>
            <a:tailEnd/>
          </a:ln>
        </p:spPr>
        <p:txBody>
          <a:bodyPr wrap="square">
            <a:spAutoFit/>
          </a:bodyPr>
          <a:lstStyle/>
          <a:p>
            <a:pPr algn="ctr" defTabSz="914522"/>
            <a:endParaRPr lang="en-IN" sz="4001"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जम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कुबेर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दिगपाल</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ते</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कबि</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कोबिद</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ते</a:t>
            </a:r>
            <a:r>
              <a:rPr lang="en-IN" sz="4001" b="1" dirty="0">
                <a:solidFill>
                  <a:prstClr val="black"/>
                </a:solidFill>
                <a:latin typeface="Aparajita" pitchFamily="34" charset="0"/>
              </a:rPr>
              <a:t> ॥१५॥</a:t>
            </a:r>
          </a:p>
          <a:p>
            <a:pPr algn="ctr" defTabSz="914522"/>
            <a:endParaRPr lang="en-IN" sz="4001" b="1" dirty="0">
              <a:solidFill>
                <a:prstClr val="black"/>
              </a:solidFill>
              <a:latin typeface="Aparajita" pitchFamily="34" charset="0"/>
            </a:endParaRPr>
          </a:p>
          <a:p>
            <a:pPr algn="ctr" defTabSz="914522"/>
            <a:r>
              <a:rPr lang="en-US" sz="3601" b="1" dirty="0">
                <a:solidFill>
                  <a:prstClr val="black"/>
                </a:solidFill>
                <a:latin typeface="URW Palladio IT" pitchFamily="2" charset="0"/>
              </a:rPr>
              <a:t>Jama </a:t>
            </a:r>
            <a:r>
              <a:rPr lang="en-US" sz="3601" b="1" dirty="0" err="1">
                <a:solidFill>
                  <a:prstClr val="black"/>
                </a:solidFill>
                <a:latin typeface="URW Palladio IT" pitchFamily="2" charset="0"/>
              </a:rPr>
              <a:t>Kubera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Digapäla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Jahäð</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Te</a:t>
            </a:r>
            <a:r>
              <a:rPr lang="en-US" sz="3601" b="1" dirty="0">
                <a:solidFill>
                  <a:prstClr val="black"/>
                </a:solidFill>
                <a:latin typeface="URW Palladio IT" pitchFamily="2" charset="0"/>
              </a:rPr>
              <a:t> | </a:t>
            </a:r>
          </a:p>
          <a:p>
            <a:pPr algn="ctr" defTabSz="914522"/>
            <a:r>
              <a:rPr lang="en-US" sz="3601" b="1" dirty="0" err="1">
                <a:solidFill>
                  <a:prstClr val="black"/>
                </a:solidFill>
                <a:latin typeface="URW Palladio IT" pitchFamily="2" charset="0"/>
              </a:rPr>
              <a:t>Kabi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Kobida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Kahi</a:t>
            </a:r>
            <a:r>
              <a:rPr lang="en-US" sz="3601" b="1" dirty="0">
                <a:solidFill>
                  <a:prstClr val="black"/>
                </a:solidFill>
                <a:latin typeface="URW Palladio IT" pitchFamily="2" charset="0"/>
              </a:rPr>
              <a:t> Sake </a:t>
            </a:r>
            <a:r>
              <a:rPr lang="en-US" sz="3601" b="1" dirty="0" err="1">
                <a:solidFill>
                  <a:prstClr val="black"/>
                </a:solidFill>
                <a:latin typeface="URW Palladio IT" pitchFamily="2" charset="0"/>
              </a:rPr>
              <a:t>Kahäð</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Te</a:t>
            </a:r>
            <a:r>
              <a:rPr lang="en-US" sz="3601" b="1" dirty="0">
                <a:solidFill>
                  <a:prstClr val="black"/>
                </a:solidFill>
                <a:latin typeface="URW Palladio IT" pitchFamily="2" charset="0"/>
              </a:rPr>
              <a:t> || - 15</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ಜಮ</a:t>
            </a:r>
            <a:r>
              <a:rPr lang="en-US" sz="3601" b="1" dirty="0">
                <a:solidFill>
                  <a:prstClr val="black"/>
                </a:solidFill>
                <a:latin typeface="Calibri" pitchFamily="34" charset="0"/>
              </a:rPr>
              <a:t> </a:t>
            </a:r>
            <a:r>
              <a:rPr lang="en-US" sz="3601" b="1" dirty="0" err="1">
                <a:solidFill>
                  <a:prstClr val="black"/>
                </a:solidFill>
                <a:latin typeface="Calibri" pitchFamily="34" charset="0"/>
              </a:rPr>
              <a:t>ಕುಬೇರ</a:t>
            </a:r>
            <a:r>
              <a:rPr lang="en-US" sz="3601" b="1" dirty="0">
                <a:solidFill>
                  <a:prstClr val="black"/>
                </a:solidFill>
                <a:latin typeface="Calibri" pitchFamily="34" charset="0"/>
              </a:rPr>
              <a:t> </a:t>
            </a:r>
            <a:r>
              <a:rPr lang="en-US" sz="3601" b="1" dirty="0" err="1">
                <a:solidFill>
                  <a:prstClr val="black"/>
                </a:solidFill>
                <a:latin typeface="Calibri" pitchFamily="34" charset="0"/>
              </a:rPr>
              <a:t>ದಿಗಪಾಲ</a:t>
            </a:r>
            <a:r>
              <a:rPr lang="en-US" sz="3601" b="1" dirty="0">
                <a:solidFill>
                  <a:prstClr val="black"/>
                </a:solidFill>
                <a:latin typeface="Calibri" pitchFamily="34" charset="0"/>
              </a:rPr>
              <a:t> </a:t>
            </a:r>
            <a:r>
              <a:rPr lang="en-US" sz="3601" b="1" dirty="0" err="1">
                <a:solidFill>
                  <a:prstClr val="black"/>
                </a:solidFill>
                <a:latin typeface="Calibri" pitchFamily="34" charset="0"/>
              </a:rPr>
              <a:t>ಜಹಾ</a:t>
            </a:r>
            <a:r>
              <a:rPr lang="en-US" sz="3601" b="1" dirty="0">
                <a:solidFill>
                  <a:prstClr val="black"/>
                </a:solidFill>
                <a:latin typeface="Calibri" pitchFamily="34" charset="0"/>
              </a:rPr>
              <a:t> </a:t>
            </a:r>
            <a:r>
              <a:rPr lang="en-US" sz="3601" b="1" dirty="0" err="1">
                <a:solidFill>
                  <a:prstClr val="black"/>
                </a:solidFill>
                <a:latin typeface="Calibri" pitchFamily="34" charset="0"/>
              </a:rPr>
              <a:t>ತೇ</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ಕಬಿ</a:t>
            </a:r>
            <a:r>
              <a:rPr lang="en-US" sz="3601" b="1" dirty="0">
                <a:solidFill>
                  <a:prstClr val="black"/>
                </a:solidFill>
                <a:latin typeface="Calibri" pitchFamily="34" charset="0"/>
              </a:rPr>
              <a:t> </a:t>
            </a:r>
            <a:r>
              <a:rPr lang="en-US" sz="3601" b="1" dirty="0" err="1">
                <a:solidFill>
                  <a:prstClr val="black"/>
                </a:solidFill>
                <a:latin typeface="Calibri" pitchFamily="34" charset="0"/>
              </a:rPr>
              <a:t>ಕೋಬಿದ</a:t>
            </a:r>
            <a:r>
              <a:rPr lang="en-US" sz="3601" b="1" dirty="0">
                <a:solidFill>
                  <a:prstClr val="black"/>
                </a:solidFill>
                <a:latin typeface="Calibri" pitchFamily="34" charset="0"/>
              </a:rPr>
              <a:t> </a:t>
            </a:r>
            <a:r>
              <a:rPr lang="en-US" sz="3601" b="1" dirty="0" err="1">
                <a:solidFill>
                  <a:prstClr val="black"/>
                </a:solidFill>
                <a:latin typeface="Calibri" pitchFamily="34" charset="0"/>
              </a:rPr>
              <a:t>ಕಹಿ</a:t>
            </a:r>
            <a:r>
              <a:rPr lang="en-US" sz="3601" b="1" dirty="0">
                <a:solidFill>
                  <a:prstClr val="black"/>
                </a:solidFill>
                <a:latin typeface="Calibri" pitchFamily="34" charset="0"/>
              </a:rPr>
              <a:t> </a:t>
            </a:r>
            <a:r>
              <a:rPr lang="en-US" sz="3601" b="1" dirty="0" err="1">
                <a:solidFill>
                  <a:prstClr val="black"/>
                </a:solidFill>
                <a:latin typeface="Calibri" pitchFamily="34" charset="0"/>
              </a:rPr>
              <a:t>ಸಕೇ</a:t>
            </a:r>
            <a:r>
              <a:rPr lang="en-US" sz="3601" b="1" dirty="0">
                <a:solidFill>
                  <a:prstClr val="black"/>
                </a:solidFill>
                <a:latin typeface="Calibri" pitchFamily="34" charset="0"/>
              </a:rPr>
              <a:t> </a:t>
            </a:r>
            <a:r>
              <a:rPr lang="en-US" sz="3601" b="1" dirty="0" err="1">
                <a:solidFill>
                  <a:prstClr val="black"/>
                </a:solidFill>
                <a:latin typeface="Calibri" pitchFamily="34" charset="0"/>
              </a:rPr>
              <a:t>ಕಹಾ</a:t>
            </a:r>
            <a:r>
              <a:rPr lang="en-US" sz="3601" b="1" dirty="0">
                <a:solidFill>
                  <a:prstClr val="black"/>
                </a:solidFill>
                <a:latin typeface="Calibri" pitchFamily="34" charset="0"/>
              </a:rPr>
              <a:t> </a:t>
            </a:r>
            <a:r>
              <a:rPr lang="en-US" sz="3601" b="1" dirty="0" err="1">
                <a:solidFill>
                  <a:prstClr val="black"/>
                </a:solidFill>
                <a:latin typeface="Calibri" pitchFamily="34" charset="0"/>
              </a:rPr>
              <a:t>ತೇ</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೧೫</a:t>
            </a:r>
            <a:r>
              <a:rPr lang="en-US" sz="3601" b="1" dirty="0">
                <a:solidFill>
                  <a:prstClr val="black"/>
                </a:solidFill>
                <a:latin typeface="Calibri" pitchFamily="34" charset="0"/>
              </a:rPr>
              <a:t>॥</a:t>
            </a:r>
          </a:p>
          <a:p>
            <a:pPr algn="ctr" defTabSz="914522"/>
            <a:endParaRPr lang="en-US" sz="2400"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What to talk of denizens of the poets and scholars </a:t>
            </a:r>
            <a:r>
              <a:rPr lang="en-US" sz="2400" b="1" dirty="0" err="1">
                <a:solidFill>
                  <a:prstClr val="black"/>
                </a:solidFill>
                <a:latin typeface="Palatino Linotype" pitchFamily="18" charset="0"/>
              </a:rPr>
              <a:t>etc</a:t>
            </a:r>
            <a:r>
              <a:rPr lang="en-US" sz="2400" b="1" dirty="0">
                <a:solidFill>
                  <a:prstClr val="black"/>
                </a:solidFill>
                <a:latin typeface="Palatino Linotype" pitchFamily="18" charset="0"/>
              </a:rPr>
              <a:t>, even Gods like </a:t>
            </a:r>
            <a:r>
              <a:rPr lang="en-US" sz="2400" b="1" dirty="0" err="1">
                <a:solidFill>
                  <a:prstClr val="black"/>
                </a:solidFill>
                <a:latin typeface="Palatino Linotype" pitchFamily="18" charset="0"/>
              </a:rPr>
              <a:t>Yamraj</a:t>
            </a:r>
            <a:r>
              <a:rPr lang="en-US" sz="2400" b="1" dirty="0">
                <a:solidFill>
                  <a:prstClr val="black"/>
                </a:solidFill>
                <a:latin typeface="Palatino Linotype" pitchFamily="18" charset="0"/>
              </a:rPr>
              <a:t>, </a:t>
            </a:r>
            <a:r>
              <a:rPr lang="en-US" sz="2400" b="1" dirty="0" err="1">
                <a:solidFill>
                  <a:prstClr val="black"/>
                </a:solidFill>
                <a:latin typeface="Palatino Linotype" pitchFamily="18" charset="0"/>
              </a:rPr>
              <a:t>Kuber</a:t>
            </a:r>
            <a:r>
              <a:rPr lang="en-US" sz="2400" b="1" dirty="0">
                <a:solidFill>
                  <a:prstClr val="black"/>
                </a:solidFill>
                <a:latin typeface="Palatino Linotype" pitchFamily="18" charset="0"/>
              </a:rPr>
              <a:t>, and </a:t>
            </a:r>
            <a:r>
              <a:rPr lang="en-US" sz="2400" b="1" dirty="0" err="1">
                <a:solidFill>
                  <a:prstClr val="black"/>
                </a:solidFill>
                <a:latin typeface="Palatino Linotype" pitchFamily="18" charset="0"/>
              </a:rPr>
              <a:t>Digpal</a:t>
            </a:r>
            <a:r>
              <a:rPr lang="en-US" sz="2400" b="1" dirty="0">
                <a:solidFill>
                  <a:prstClr val="black"/>
                </a:solidFill>
                <a:latin typeface="Palatino Linotype" pitchFamily="18" charset="0"/>
              </a:rPr>
              <a:t> fail to narrate Hanuman's greatness in total.</a:t>
            </a:r>
          </a:p>
          <a:p>
            <a:pPr algn="ctr" defTabSz="914522"/>
            <a:r>
              <a:rPr lang="en-US" sz="3201" b="1" dirty="0">
                <a:solidFill>
                  <a:prstClr val="black"/>
                </a:solidFill>
                <a:latin typeface="Palatino Linotype" pitchFamily="18" charset="0"/>
              </a:rPr>
              <a:t>		</a:t>
            </a:r>
          </a:p>
        </p:txBody>
      </p:sp>
    </p:spTree>
    <p:extLst>
      <p:ext uri="{BB962C8B-B14F-4D97-AF65-F5344CB8AC3E}">
        <p14:creationId xmlns:p14="http://schemas.microsoft.com/office/powerpoint/2010/main" val="271248682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
          <p:cNvSpPr>
            <a:spLocks noChangeArrowheads="1"/>
          </p:cNvSpPr>
          <p:nvPr/>
        </p:nvSpPr>
        <p:spPr bwMode="auto">
          <a:xfrm>
            <a:off x="1677092" y="101"/>
            <a:ext cx="8764775" cy="6772367"/>
          </a:xfrm>
          <a:prstGeom prst="rect">
            <a:avLst/>
          </a:prstGeom>
          <a:noFill/>
          <a:ln w="9525">
            <a:noFill/>
            <a:miter lim="800000"/>
            <a:headEnd/>
            <a:tailEnd/>
          </a:ln>
        </p:spPr>
        <p:txBody>
          <a:bodyPr>
            <a:spAutoFit/>
          </a:bodyPr>
          <a:lstStyle/>
          <a:p>
            <a:pPr algn="ctr" defTabSz="914522"/>
            <a:endParaRPr lang="en-IN" sz="14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तुम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उपकार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सुग्रीवहिं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कीह्ना</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राम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मिलाय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पद</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दीह्ना</a:t>
            </a:r>
            <a:r>
              <a:rPr lang="en-IN" sz="4001" b="1" dirty="0">
                <a:solidFill>
                  <a:prstClr val="black"/>
                </a:solidFill>
                <a:latin typeface="Aparajita" pitchFamily="34" charset="0"/>
              </a:rPr>
              <a:t> ॥१६॥</a:t>
            </a:r>
          </a:p>
          <a:p>
            <a:pPr algn="ctr" defTabSz="914522"/>
            <a:endParaRPr lang="en-IN" sz="3601" b="1" dirty="0">
              <a:solidFill>
                <a:prstClr val="black"/>
              </a:solidFill>
              <a:latin typeface="Aparajita" pitchFamily="34" charset="0"/>
            </a:endParaRPr>
          </a:p>
          <a:p>
            <a:pPr algn="ctr" defTabSz="914522"/>
            <a:r>
              <a:rPr lang="en-US" sz="3201" b="1" dirty="0" err="1">
                <a:solidFill>
                  <a:prstClr val="black"/>
                </a:solidFill>
                <a:latin typeface="URW Palladio IT" pitchFamily="2" charset="0"/>
              </a:rPr>
              <a:t>Tuma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Upakära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Sugrévahià</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Kénhä</a:t>
            </a:r>
            <a:r>
              <a:rPr lang="en-US" sz="3201" b="1" dirty="0">
                <a:solidFill>
                  <a:prstClr val="black"/>
                </a:solidFill>
                <a:latin typeface="URW Palladio IT" pitchFamily="2" charset="0"/>
              </a:rPr>
              <a:t> | </a:t>
            </a:r>
          </a:p>
          <a:p>
            <a:pPr algn="ctr" defTabSz="914522"/>
            <a:r>
              <a:rPr lang="en-US" sz="3201" b="1" dirty="0" err="1">
                <a:solidFill>
                  <a:prstClr val="black"/>
                </a:solidFill>
                <a:latin typeface="URW Palladio IT" pitchFamily="2" charset="0"/>
              </a:rPr>
              <a:t>Räma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Miläya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Räja</a:t>
            </a:r>
            <a:r>
              <a:rPr lang="en-US" sz="3201" b="1" dirty="0">
                <a:solidFill>
                  <a:prstClr val="black"/>
                </a:solidFill>
                <a:latin typeface="URW Palladio IT" pitchFamily="2" charset="0"/>
              </a:rPr>
              <a:t> Pada </a:t>
            </a:r>
            <a:r>
              <a:rPr lang="en-US" sz="3201" b="1" dirty="0" err="1">
                <a:solidFill>
                  <a:prstClr val="black"/>
                </a:solidFill>
                <a:latin typeface="URW Palladio IT" pitchFamily="2" charset="0"/>
              </a:rPr>
              <a:t>Dénhä</a:t>
            </a:r>
            <a:r>
              <a:rPr lang="en-US" sz="3201" b="1" dirty="0">
                <a:solidFill>
                  <a:prstClr val="black"/>
                </a:solidFill>
                <a:latin typeface="URW Palladio IT" pitchFamily="2" charset="0"/>
              </a:rPr>
              <a:t> || - 16</a:t>
            </a:r>
          </a:p>
          <a:p>
            <a:pPr algn="ctr" defTabSz="914522"/>
            <a:endParaRPr lang="en-US" sz="3201" b="1" dirty="0">
              <a:solidFill>
                <a:prstClr val="black"/>
              </a:solidFill>
              <a:latin typeface="URW Palladio IT" pitchFamily="2" charset="0"/>
            </a:endParaRPr>
          </a:p>
          <a:p>
            <a:pPr algn="ctr" defTabSz="914522"/>
            <a:r>
              <a:rPr lang="en-US" sz="3201" b="1" dirty="0" err="1">
                <a:solidFill>
                  <a:prstClr val="black"/>
                </a:solidFill>
                <a:latin typeface="Calibri" pitchFamily="34" charset="0"/>
              </a:rPr>
              <a:t>ತುಮ</a:t>
            </a:r>
            <a:r>
              <a:rPr lang="en-US" sz="3201" b="1" dirty="0">
                <a:solidFill>
                  <a:prstClr val="black"/>
                </a:solidFill>
                <a:latin typeface="Calibri" pitchFamily="34" charset="0"/>
              </a:rPr>
              <a:t> </a:t>
            </a:r>
            <a:r>
              <a:rPr lang="en-US" sz="3201" b="1" dirty="0" err="1">
                <a:solidFill>
                  <a:prstClr val="black"/>
                </a:solidFill>
                <a:latin typeface="Calibri" pitchFamily="34" charset="0"/>
              </a:rPr>
              <a:t>ಉಪಕಾರ</a:t>
            </a:r>
            <a:r>
              <a:rPr lang="en-US" sz="3201" b="1" dirty="0">
                <a:solidFill>
                  <a:prstClr val="black"/>
                </a:solidFill>
                <a:latin typeface="Calibri" pitchFamily="34" charset="0"/>
              </a:rPr>
              <a:t> </a:t>
            </a:r>
            <a:r>
              <a:rPr lang="en-US" sz="3201" b="1" dirty="0" err="1">
                <a:solidFill>
                  <a:prstClr val="black"/>
                </a:solidFill>
                <a:latin typeface="Calibri" pitchFamily="34" charset="0"/>
              </a:rPr>
              <a:t>ಸುಗ್ರೀವಹಿ</a:t>
            </a:r>
            <a:r>
              <a:rPr lang="en-US" sz="3201" b="1" dirty="0">
                <a:solidFill>
                  <a:prstClr val="black"/>
                </a:solidFill>
                <a:latin typeface="Calibri" pitchFamily="34" charset="0"/>
              </a:rPr>
              <a:t> </a:t>
            </a:r>
            <a:r>
              <a:rPr lang="en-US" sz="3201" b="1" dirty="0" err="1">
                <a:solidFill>
                  <a:prstClr val="black"/>
                </a:solidFill>
                <a:latin typeface="Calibri" pitchFamily="34" charset="0"/>
              </a:rPr>
              <a:t>ಕೀಂಹಾ</a:t>
            </a:r>
            <a:r>
              <a:rPr lang="en-US" sz="3201" b="1" dirty="0">
                <a:solidFill>
                  <a:prstClr val="black"/>
                </a:solidFill>
                <a:latin typeface="Calibri" pitchFamily="34" charset="0"/>
              </a:rPr>
              <a:t> ।</a:t>
            </a:r>
          </a:p>
          <a:p>
            <a:pPr algn="ctr" defTabSz="914522"/>
            <a:r>
              <a:rPr lang="en-US" sz="3201" b="1" dirty="0" err="1">
                <a:solidFill>
                  <a:prstClr val="black"/>
                </a:solidFill>
                <a:latin typeface="Calibri" pitchFamily="34" charset="0"/>
              </a:rPr>
              <a:t>ರಾಮ</a:t>
            </a:r>
            <a:r>
              <a:rPr lang="en-US" sz="3201" b="1" dirty="0">
                <a:solidFill>
                  <a:prstClr val="black"/>
                </a:solidFill>
                <a:latin typeface="Calibri" pitchFamily="34" charset="0"/>
              </a:rPr>
              <a:t> </a:t>
            </a:r>
            <a:r>
              <a:rPr lang="en-US" sz="3201" b="1" dirty="0" err="1">
                <a:solidFill>
                  <a:prstClr val="black"/>
                </a:solidFill>
                <a:latin typeface="Calibri" pitchFamily="34" charset="0"/>
              </a:rPr>
              <a:t>ಮಿಲಾಯ</a:t>
            </a:r>
            <a:r>
              <a:rPr lang="en-US" sz="3201" b="1" dirty="0">
                <a:solidFill>
                  <a:prstClr val="black"/>
                </a:solidFill>
                <a:latin typeface="Calibri" pitchFamily="34" charset="0"/>
              </a:rPr>
              <a:t> </a:t>
            </a:r>
            <a:r>
              <a:rPr lang="en-US" sz="3201" b="1" dirty="0" err="1">
                <a:solidFill>
                  <a:prstClr val="black"/>
                </a:solidFill>
                <a:latin typeface="Calibri" pitchFamily="34" charset="0"/>
              </a:rPr>
              <a:t>ರಾಜ</a:t>
            </a:r>
            <a:r>
              <a:rPr lang="en-US" sz="3201" b="1" dirty="0">
                <a:solidFill>
                  <a:prstClr val="black"/>
                </a:solidFill>
                <a:latin typeface="Calibri" pitchFamily="34" charset="0"/>
              </a:rPr>
              <a:t> </a:t>
            </a:r>
            <a:r>
              <a:rPr lang="en-US" sz="3201" b="1" dirty="0" err="1">
                <a:solidFill>
                  <a:prstClr val="black"/>
                </a:solidFill>
                <a:latin typeface="Calibri" pitchFamily="34" charset="0"/>
              </a:rPr>
              <a:t>ಪದ</a:t>
            </a:r>
            <a:r>
              <a:rPr lang="en-US" sz="3201" b="1" dirty="0">
                <a:solidFill>
                  <a:prstClr val="black"/>
                </a:solidFill>
                <a:latin typeface="Calibri" pitchFamily="34" charset="0"/>
              </a:rPr>
              <a:t> </a:t>
            </a:r>
            <a:r>
              <a:rPr lang="en-US" sz="3201" b="1" dirty="0" err="1">
                <a:solidFill>
                  <a:prstClr val="black"/>
                </a:solidFill>
                <a:latin typeface="Calibri" pitchFamily="34" charset="0"/>
              </a:rPr>
              <a:t>ದೀಂಹಾ</a:t>
            </a:r>
            <a:r>
              <a:rPr lang="en-US" sz="3201" b="1" dirty="0">
                <a:solidFill>
                  <a:prstClr val="black"/>
                </a:solidFill>
                <a:latin typeface="Calibri" pitchFamily="34" charset="0"/>
              </a:rPr>
              <a:t> ॥</a:t>
            </a:r>
            <a:r>
              <a:rPr lang="kn-IN" sz="3201" b="1" dirty="0">
                <a:solidFill>
                  <a:prstClr val="black"/>
                </a:solidFill>
                <a:latin typeface="Calibri" pitchFamily="34" charset="0"/>
                <a:ea typeface="Tunga" pitchFamily="2"/>
                <a:cs typeface="Tunga" pitchFamily="2"/>
              </a:rPr>
              <a:t>೧೬</a:t>
            </a:r>
            <a:r>
              <a:rPr lang="en-US" sz="3201" b="1" dirty="0">
                <a:solidFill>
                  <a:prstClr val="black"/>
                </a:solidFill>
                <a:latin typeface="Calibri" pitchFamily="34" charset="0"/>
              </a:rPr>
              <a:t>॥</a:t>
            </a:r>
          </a:p>
          <a:p>
            <a:pPr algn="ctr" defTabSz="914522"/>
            <a:endParaRPr lang="en-US" sz="4001" b="1" dirty="0">
              <a:solidFill>
                <a:prstClr val="black"/>
              </a:solidFill>
              <a:latin typeface="Calibri" pitchFamily="34" charset="0"/>
            </a:endParaRPr>
          </a:p>
          <a:p>
            <a:pPr algn="ctr" defTabSz="914522"/>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You rendered a great service for Sugriva, It were you who united him with SHRI RAM and installed him on the Royal Throne.</a:t>
            </a:r>
          </a:p>
          <a:p>
            <a:pPr algn="ctr" defTabSz="914522"/>
            <a:r>
              <a:rPr lang="en-US" sz="3201" b="1" dirty="0">
                <a:solidFill>
                  <a:prstClr val="black"/>
                </a:solidFill>
                <a:latin typeface="Palatino Linotype" pitchFamily="18" charset="0"/>
              </a:rPr>
              <a:t>		</a:t>
            </a:r>
            <a:endParaRPr lang="en-US" sz="3201" dirty="0">
              <a:solidFill>
                <a:prstClr val="black"/>
              </a:solidFill>
              <a:latin typeface="Calibri" pitchFamily="34" charset="0"/>
            </a:endParaRPr>
          </a:p>
        </p:txBody>
      </p:sp>
    </p:spTree>
    <p:extLst>
      <p:ext uri="{BB962C8B-B14F-4D97-AF65-F5344CB8AC3E}">
        <p14:creationId xmlns:p14="http://schemas.microsoft.com/office/powerpoint/2010/main" val="300349455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1524662" y="102"/>
            <a:ext cx="9145853" cy="862031"/>
          </a:xfrm>
          <a:prstGeom prst="rect">
            <a:avLst/>
          </a:prstGeom>
          <a:noFill/>
          <a:ln w="9525">
            <a:noFill/>
            <a:miter lim="800000"/>
            <a:headEnd/>
            <a:tailEnd/>
          </a:ln>
        </p:spPr>
        <p:txBody>
          <a:bodyPr>
            <a:spAutoFit/>
          </a:bodyPr>
          <a:lstStyle/>
          <a:p>
            <a:pPr algn="ctr" defTabSz="914522"/>
            <a:r>
              <a:rPr lang="en-IN" sz="2501" b="1">
                <a:solidFill>
                  <a:srgbClr val="FFFFFF"/>
                </a:solidFill>
                <a:latin typeface="Aparajita" pitchFamily="34" charset="0"/>
              </a:rPr>
              <a:t>॥ इति श्रीमद्गोस्वामीतुलसीदासजी अवधी भाषायां विरचितं श्रीहनुमान चालीसा ॥</a:t>
            </a:r>
            <a:endParaRPr lang="en-US" sz="2501" b="1">
              <a:solidFill>
                <a:srgbClr val="FFFFFF"/>
              </a:solidFill>
              <a:latin typeface="Aparajita" pitchFamily="34" charset="0"/>
            </a:endParaRPr>
          </a:p>
        </p:txBody>
      </p:sp>
      <p:sp>
        <p:nvSpPr>
          <p:cNvPr id="44035" name="Rectangle 1"/>
          <p:cNvSpPr>
            <a:spLocks noChangeArrowheads="1"/>
          </p:cNvSpPr>
          <p:nvPr/>
        </p:nvSpPr>
        <p:spPr bwMode="auto">
          <a:xfrm>
            <a:off x="1524662" y="4649241"/>
            <a:ext cx="9145853" cy="2678426"/>
          </a:xfrm>
          <a:prstGeom prst="rect">
            <a:avLst/>
          </a:prstGeom>
          <a:noFill/>
          <a:ln w="9525">
            <a:noFill/>
            <a:miter lim="800000"/>
            <a:headEnd/>
            <a:tailEnd/>
          </a:ln>
        </p:spPr>
        <p:txBody>
          <a:bodyPr>
            <a:spAutoFit/>
          </a:bodyPr>
          <a:lstStyle/>
          <a:p>
            <a:pPr defTabSz="914522"/>
            <a:r>
              <a:rPr lang="en-US" sz="2801" b="1" dirty="0">
                <a:solidFill>
                  <a:srgbClr val="000000"/>
                </a:solidFill>
                <a:latin typeface="Calibri"/>
              </a:rPr>
              <a:t>	</a:t>
            </a:r>
          </a:p>
          <a:p>
            <a:pPr defTabSz="914522"/>
            <a:r>
              <a:rPr lang="en-US" sz="2801" b="1" dirty="0">
                <a:solidFill>
                  <a:srgbClr val="000000"/>
                </a:solidFill>
                <a:latin typeface="Calibri"/>
              </a:rPr>
              <a:t>	</a:t>
            </a:r>
            <a:r>
              <a:rPr lang="hi-IN" sz="2801" b="1" dirty="0">
                <a:solidFill>
                  <a:srgbClr val="000000"/>
                </a:solidFill>
                <a:latin typeface="Calibri"/>
              </a:rPr>
              <a:t>राम लक्ष्मण जानकी</a:t>
            </a:r>
            <a:r>
              <a:rPr lang="en-US" sz="2801" b="1" dirty="0">
                <a:solidFill>
                  <a:srgbClr val="000000"/>
                </a:solidFill>
                <a:latin typeface="Calibri"/>
              </a:rPr>
              <a:t>	</a:t>
            </a:r>
            <a:r>
              <a:rPr lang="en-US" sz="2801" dirty="0" err="1">
                <a:solidFill>
                  <a:srgbClr val="000000"/>
                </a:solidFill>
                <a:latin typeface="URW Palladio IT" pitchFamily="2" charset="0"/>
              </a:rPr>
              <a:t>Räma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La</a:t>
            </a:r>
            <a:r>
              <a:rPr lang="en-US" altLang="zh-CN" sz="2801" dirty="0" err="1">
                <a:solidFill>
                  <a:srgbClr val="000000"/>
                </a:solidFill>
                <a:latin typeface="URW Palladio IT" pitchFamily="2" charset="0"/>
                <a:ea typeface="宋体" panose="02010600030101010101" pitchFamily="2" charset="-122"/>
                <a:sym typeface="URW Palladio IT" pitchFamily="2" charset="0"/>
              </a:rPr>
              <a:t>kñ</a:t>
            </a:r>
            <a:r>
              <a:rPr lang="en-US" sz="2801" dirty="0" err="1">
                <a:solidFill>
                  <a:srgbClr val="000000"/>
                </a:solidFill>
                <a:latin typeface="URW Palladio IT" pitchFamily="2" charset="0"/>
              </a:rPr>
              <a:t>hmaëa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Jänaké</a:t>
            </a:r>
            <a:endParaRPr lang="en-US" sz="2801" dirty="0">
              <a:solidFill>
                <a:srgbClr val="000000"/>
              </a:solidFill>
              <a:latin typeface="URW Palladio IT" pitchFamily="2" charset="0"/>
            </a:endParaRPr>
          </a:p>
          <a:p>
            <a:pPr defTabSz="914522"/>
            <a:r>
              <a:rPr lang="en-US" sz="2801" b="1" dirty="0">
                <a:solidFill>
                  <a:srgbClr val="000000"/>
                </a:solidFill>
                <a:latin typeface="Calibri"/>
              </a:rPr>
              <a:t>	</a:t>
            </a:r>
            <a:r>
              <a:rPr lang="hi-IN" sz="2801" b="1" dirty="0">
                <a:solidFill>
                  <a:srgbClr val="000000"/>
                </a:solidFill>
                <a:latin typeface="Calibri"/>
              </a:rPr>
              <a:t>जय बोलो हनुमान की</a:t>
            </a:r>
            <a:r>
              <a:rPr lang="en-US" sz="2801" b="1" dirty="0">
                <a:solidFill>
                  <a:srgbClr val="000000"/>
                </a:solidFill>
                <a:latin typeface="Calibri"/>
              </a:rPr>
              <a:t>	</a:t>
            </a:r>
            <a:r>
              <a:rPr lang="en-US" sz="2801" dirty="0">
                <a:solidFill>
                  <a:srgbClr val="000000"/>
                </a:solidFill>
                <a:latin typeface="URW Palladio IT" pitchFamily="2" charset="0"/>
              </a:rPr>
              <a:t> Jaya Bolo </a:t>
            </a:r>
            <a:r>
              <a:rPr lang="en-US" sz="2801" dirty="0" err="1">
                <a:solidFill>
                  <a:srgbClr val="000000"/>
                </a:solidFill>
                <a:latin typeface="URW Palladio IT" pitchFamily="2" charset="0"/>
              </a:rPr>
              <a:t>Hanumäna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Ké</a:t>
            </a:r>
            <a:endParaRPr lang="en-CA" sz="2801" b="1" dirty="0">
              <a:solidFill>
                <a:srgbClr val="000000"/>
              </a:solidFill>
              <a:latin typeface="Calibri"/>
            </a:endParaRPr>
          </a:p>
          <a:p>
            <a:pPr defTabSz="914522"/>
            <a:r>
              <a:rPr lang="en-CA" sz="2801" b="1" dirty="0">
                <a:solidFill>
                  <a:srgbClr val="000000"/>
                </a:solidFill>
                <a:latin typeface="Calibri"/>
              </a:rPr>
              <a:t>			  </a:t>
            </a:r>
            <a:r>
              <a:rPr lang="kn-IN" sz="2801" b="1" dirty="0">
                <a:solidFill>
                  <a:srgbClr val="000000"/>
                </a:solidFill>
                <a:latin typeface="Calibri"/>
              </a:rPr>
              <a:t>ರಾಮ ಲಕ್ಷ್ಮಣ </a:t>
            </a:r>
            <a:r>
              <a:rPr lang="kn-IN" sz="2801" b="1" dirty="0" err="1">
                <a:solidFill>
                  <a:srgbClr val="000000"/>
                </a:solidFill>
                <a:latin typeface="Calibri"/>
              </a:rPr>
              <a:t>ಜಾನಕೀ</a:t>
            </a:r>
            <a:endParaRPr lang="kn-IN" sz="2801" b="1" dirty="0">
              <a:solidFill>
                <a:srgbClr val="000000"/>
              </a:solidFill>
              <a:latin typeface="Calibri"/>
            </a:endParaRPr>
          </a:p>
          <a:p>
            <a:pPr algn="ctr" defTabSz="914522"/>
            <a:r>
              <a:rPr lang="kn-IN" sz="2801" b="1" dirty="0">
                <a:solidFill>
                  <a:srgbClr val="000000"/>
                </a:solidFill>
                <a:latin typeface="Calibri"/>
              </a:rPr>
              <a:t>ಜೈ </a:t>
            </a:r>
            <a:r>
              <a:rPr lang="kn-IN" sz="2801" b="1" dirty="0" err="1">
                <a:solidFill>
                  <a:srgbClr val="000000"/>
                </a:solidFill>
                <a:latin typeface="Calibri"/>
              </a:rPr>
              <a:t>ಬೋಲೋ</a:t>
            </a:r>
            <a:r>
              <a:rPr lang="kn-IN" sz="2801" b="1" dirty="0">
                <a:solidFill>
                  <a:srgbClr val="000000"/>
                </a:solidFill>
                <a:latin typeface="Calibri"/>
              </a:rPr>
              <a:t> </a:t>
            </a:r>
            <a:r>
              <a:rPr lang="kn-IN" sz="2801" b="1" dirty="0" err="1">
                <a:solidFill>
                  <a:srgbClr val="000000"/>
                </a:solidFill>
                <a:latin typeface="Calibri"/>
              </a:rPr>
              <a:t>ಹನುಮಾನ್</a:t>
            </a:r>
            <a:r>
              <a:rPr lang="kn-IN" sz="2801" b="1" dirty="0">
                <a:solidFill>
                  <a:srgbClr val="000000"/>
                </a:solidFill>
                <a:latin typeface="Calibri"/>
              </a:rPr>
              <a:t> ಕೀ</a:t>
            </a:r>
            <a:endParaRPr lang="en-CA" sz="2801" b="1" dirty="0">
              <a:solidFill>
                <a:srgbClr val="000000"/>
              </a:solidFill>
              <a:latin typeface="Calibri"/>
            </a:endParaRPr>
          </a:p>
          <a:p>
            <a:pPr defTabSz="914522"/>
            <a:endParaRPr lang="en-IN" sz="2801" b="1" dirty="0">
              <a:solidFill>
                <a:srgbClr val="000000"/>
              </a:solidFill>
              <a:latin typeface="Calibri"/>
            </a:endParaRPr>
          </a:p>
        </p:txBody>
      </p:sp>
      <p:pic>
        <p:nvPicPr>
          <p:cNvPr id="44036" name="Picture 2" descr="G:\Rama\Lord-RamaLord-Shiva-And-Lord-Hanuman.jpg"/>
          <p:cNvPicPr>
            <a:picLocks noChangeAspect="1" noChangeArrowheads="1"/>
          </p:cNvPicPr>
          <p:nvPr/>
        </p:nvPicPr>
        <p:blipFill>
          <a:blip r:embed="rId2"/>
          <a:srcRect/>
          <a:stretch>
            <a:fillRect/>
          </a:stretch>
        </p:blipFill>
        <p:spPr bwMode="auto">
          <a:xfrm>
            <a:off x="1524662" y="-228546"/>
            <a:ext cx="9145853" cy="5411295"/>
          </a:xfrm>
          <a:prstGeom prst="rect">
            <a:avLst/>
          </a:prstGeom>
          <a:noFill/>
          <a:ln w="9525">
            <a:noFill/>
            <a:miter lim="800000"/>
            <a:headEnd/>
            <a:tailEnd/>
          </a:ln>
        </p:spPr>
      </p:pic>
    </p:spTree>
    <p:extLst>
      <p:ext uri="{BB962C8B-B14F-4D97-AF65-F5344CB8AC3E}">
        <p14:creationId xmlns:p14="http://schemas.microsoft.com/office/powerpoint/2010/main" val="308797208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ChangeArrowheads="1"/>
          </p:cNvSpPr>
          <p:nvPr/>
        </p:nvSpPr>
        <p:spPr bwMode="auto">
          <a:xfrm>
            <a:off x="1600877" y="101"/>
            <a:ext cx="9145853" cy="6095130"/>
          </a:xfrm>
          <a:prstGeom prst="rect">
            <a:avLst/>
          </a:prstGeom>
          <a:noFill/>
          <a:ln w="9525">
            <a:noFill/>
            <a:miter lim="800000"/>
            <a:headEnd/>
            <a:tailEnd/>
          </a:ln>
        </p:spPr>
        <p:txBody>
          <a:bodyPr>
            <a:spAutoFit/>
          </a:bodyPr>
          <a:lstStyle/>
          <a:p>
            <a:pPr algn="ctr" defTabSz="914522"/>
            <a:endParaRPr lang="en-IN" sz="1400" b="1" dirty="0">
              <a:solidFill>
                <a:prstClr val="black"/>
              </a:solidFill>
              <a:latin typeface="Aparajita" pitchFamily="34" charset="0"/>
            </a:endParaRPr>
          </a:p>
          <a:p>
            <a:pPr algn="ctr" defTabSz="914522"/>
            <a:r>
              <a:rPr lang="en-IN" sz="4401" b="1" dirty="0">
                <a:solidFill>
                  <a:srgbClr val="00B050"/>
                </a:solidFill>
                <a:latin typeface="Sanskrit 99" pitchFamily="2" charset="0"/>
              </a:rPr>
              <a:t>	</a:t>
            </a:r>
            <a:r>
              <a:rPr lang="en-IN" sz="4001" b="1" dirty="0" err="1">
                <a:solidFill>
                  <a:prstClr val="black"/>
                </a:solidFill>
                <a:latin typeface="Aparajita" pitchFamily="34" charset="0"/>
              </a:rPr>
              <a:t>तुह्मरो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मन्त्र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बिभीषन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माना</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लङ्केस्वर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भए</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सब</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जग</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जाना</a:t>
            </a:r>
            <a:r>
              <a:rPr lang="en-IN" sz="4001" b="1" dirty="0">
                <a:solidFill>
                  <a:prstClr val="black"/>
                </a:solidFill>
                <a:latin typeface="Aparajita" pitchFamily="34" charset="0"/>
              </a:rPr>
              <a:t> ॥१७॥</a:t>
            </a:r>
          </a:p>
          <a:p>
            <a:pPr algn="ctr" defTabSz="914522"/>
            <a:endParaRPr lang="en-IN" sz="40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Tumharo</a:t>
            </a:r>
            <a:r>
              <a:rPr lang="en-US" sz="3601" b="1" dirty="0">
                <a:solidFill>
                  <a:prstClr val="black"/>
                </a:solidFill>
                <a:latin typeface="URW Palladio IT" pitchFamily="2" charset="0"/>
              </a:rPr>
              <a:t> Mantra </a:t>
            </a:r>
            <a:r>
              <a:rPr lang="en-US" sz="3601" b="1" dirty="0" err="1">
                <a:solidFill>
                  <a:prstClr val="black"/>
                </a:solidFill>
                <a:latin typeface="URW Palladio IT" pitchFamily="2" charset="0"/>
              </a:rPr>
              <a:t>Bibhéñana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Mänä</a:t>
            </a:r>
            <a:r>
              <a:rPr lang="en-US" sz="3601" b="1" dirty="0">
                <a:solidFill>
                  <a:prstClr val="black"/>
                </a:solidFill>
                <a:latin typeface="URW Palladio IT" pitchFamily="2" charset="0"/>
              </a:rPr>
              <a:t> | </a:t>
            </a:r>
          </a:p>
          <a:p>
            <a:pPr algn="ctr" defTabSz="914522"/>
            <a:r>
              <a:rPr lang="en-US" sz="3601" b="1" dirty="0" err="1">
                <a:solidFill>
                  <a:prstClr val="black"/>
                </a:solidFill>
                <a:latin typeface="URW Palladio IT" pitchFamily="2" charset="0"/>
              </a:rPr>
              <a:t>Laìkesvara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Bhae</a:t>
            </a:r>
            <a:r>
              <a:rPr lang="en-US" sz="3601" b="1" dirty="0">
                <a:solidFill>
                  <a:prstClr val="black"/>
                </a:solidFill>
                <a:latin typeface="URW Palladio IT" pitchFamily="2" charset="0"/>
              </a:rPr>
              <a:t> Saba Jaga </a:t>
            </a:r>
            <a:r>
              <a:rPr lang="en-US" sz="3601" b="1" dirty="0" err="1">
                <a:solidFill>
                  <a:prstClr val="black"/>
                </a:solidFill>
                <a:latin typeface="URW Palladio IT" pitchFamily="2" charset="0"/>
              </a:rPr>
              <a:t>Jänä</a:t>
            </a:r>
            <a:r>
              <a:rPr lang="en-US" sz="3601" b="1" dirty="0">
                <a:solidFill>
                  <a:prstClr val="black"/>
                </a:solidFill>
                <a:latin typeface="URW Palladio IT" pitchFamily="2" charset="0"/>
              </a:rPr>
              <a:t> || - 17</a:t>
            </a:r>
          </a:p>
          <a:p>
            <a:pPr algn="ctr" defTabSz="914522"/>
            <a:endParaRPr lang="en-US" sz="3601" b="1" dirty="0">
              <a:solidFill>
                <a:prstClr val="black"/>
              </a:solidFill>
              <a:latin typeface="URW Palladio IT" pitchFamily="2" charset="0"/>
            </a:endParaRPr>
          </a:p>
          <a:p>
            <a:pPr algn="ctr" defTabSz="914522"/>
            <a:r>
              <a:rPr lang="en-US" sz="3201" b="1" dirty="0" err="1">
                <a:solidFill>
                  <a:prstClr val="black"/>
                </a:solidFill>
                <a:latin typeface="Calibri" pitchFamily="34" charset="0"/>
              </a:rPr>
              <a:t>ತುಮ್ಹ</a:t>
            </a:r>
            <a:r>
              <a:rPr lang="kn-IN" sz="3201" b="1" dirty="0" err="1">
                <a:solidFill>
                  <a:prstClr val="black"/>
                </a:solidFill>
                <a:latin typeface="Calibri" pitchFamily="34" charset="0"/>
                <a:ea typeface="Tunga" pitchFamily="2"/>
                <a:cs typeface="Tunga" pitchFamily="2"/>
              </a:rPr>
              <a:t>ರೋ</a:t>
            </a:r>
            <a:r>
              <a:rPr lang="en-US" sz="3201" b="1" dirty="0">
                <a:solidFill>
                  <a:prstClr val="black"/>
                </a:solidFill>
                <a:latin typeface="Calibri" pitchFamily="34" charset="0"/>
              </a:rPr>
              <a:t> </a:t>
            </a:r>
            <a:r>
              <a:rPr lang="en-US" sz="3201" b="1" dirty="0" err="1">
                <a:solidFill>
                  <a:prstClr val="black"/>
                </a:solidFill>
                <a:latin typeface="Calibri" pitchFamily="34" charset="0"/>
              </a:rPr>
              <a:t>ಮಂತ್ರ</a:t>
            </a:r>
            <a:r>
              <a:rPr lang="en-US" sz="3201" b="1" dirty="0">
                <a:solidFill>
                  <a:prstClr val="black"/>
                </a:solidFill>
                <a:latin typeface="Calibri" pitchFamily="34" charset="0"/>
              </a:rPr>
              <a:t> </a:t>
            </a:r>
            <a:r>
              <a:rPr lang="en-US" sz="3201" b="1" dirty="0" err="1">
                <a:solidFill>
                  <a:prstClr val="black"/>
                </a:solidFill>
                <a:latin typeface="Calibri" pitchFamily="34" charset="0"/>
              </a:rPr>
              <a:t>ಬಿಭೀಷಣ</a:t>
            </a:r>
            <a:r>
              <a:rPr lang="en-US" sz="3201" b="1" dirty="0">
                <a:solidFill>
                  <a:prstClr val="black"/>
                </a:solidFill>
                <a:latin typeface="Calibri" pitchFamily="34" charset="0"/>
              </a:rPr>
              <a:t> </a:t>
            </a:r>
            <a:r>
              <a:rPr lang="en-US" sz="3201" b="1" dirty="0" err="1">
                <a:solidFill>
                  <a:prstClr val="black"/>
                </a:solidFill>
                <a:latin typeface="Calibri" pitchFamily="34" charset="0"/>
              </a:rPr>
              <a:t>ಮಾನಾ</a:t>
            </a:r>
            <a:r>
              <a:rPr lang="en-US" sz="3201" b="1" dirty="0">
                <a:solidFill>
                  <a:prstClr val="black"/>
                </a:solidFill>
                <a:latin typeface="Calibri" pitchFamily="34" charset="0"/>
              </a:rPr>
              <a:t> ।</a:t>
            </a:r>
          </a:p>
          <a:p>
            <a:pPr algn="ctr" defTabSz="914522"/>
            <a:r>
              <a:rPr lang="en-US" sz="3201" b="1" dirty="0" err="1">
                <a:solidFill>
                  <a:prstClr val="black"/>
                </a:solidFill>
                <a:latin typeface="Calibri" pitchFamily="34" charset="0"/>
              </a:rPr>
              <a:t>ಲಂಕೇಶ್ವರ</a:t>
            </a:r>
            <a:r>
              <a:rPr lang="en-US" sz="3201" b="1" dirty="0">
                <a:solidFill>
                  <a:prstClr val="black"/>
                </a:solidFill>
                <a:latin typeface="Calibri" pitchFamily="34" charset="0"/>
              </a:rPr>
              <a:t> </a:t>
            </a:r>
            <a:r>
              <a:rPr lang="en-US" sz="3201" b="1" dirty="0" err="1">
                <a:solidFill>
                  <a:prstClr val="black"/>
                </a:solidFill>
                <a:latin typeface="Calibri" pitchFamily="34" charset="0"/>
              </a:rPr>
              <a:t>ಭಯೇ</a:t>
            </a:r>
            <a:r>
              <a:rPr lang="en-US" sz="3201" b="1" dirty="0">
                <a:solidFill>
                  <a:prstClr val="black"/>
                </a:solidFill>
                <a:latin typeface="Calibri" pitchFamily="34" charset="0"/>
              </a:rPr>
              <a:t> </a:t>
            </a:r>
            <a:r>
              <a:rPr lang="en-US" sz="3201" b="1" dirty="0" err="1">
                <a:solidFill>
                  <a:prstClr val="black"/>
                </a:solidFill>
                <a:latin typeface="Calibri" pitchFamily="34" charset="0"/>
              </a:rPr>
              <a:t>ಸಬ</a:t>
            </a:r>
            <a:r>
              <a:rPr lang="en-US" sz="3201" b="1" dirty="0">
                <a:solidFill>
                  <a:prstClr val="black"/>
                </a:solidFill>
                <a:latin typeface="Calibri" pitchFamily="34" charset="0"/>
              </a:rPr>
              <a:t> </a:t>
            </a:r>
            <a:r>
              <a:rPr lang="en-US" sz="3201" b="1" dirty="0" err="1">
                <a:solidFill>
                  <a:prstClr val="black"/>
                </a:solidFill>
                <a:latin typeface="Calibri" pitchFamily="34" charset="0"/>
              </a:rPr>
              <a:t>ಜಗ</a:t>
            </a:r>
            <a:r>
              <a:rPr lang="en-US" sz="3201" b="1" dirty="0">
                <a:solidFill>
                  <a:prstClr val="black"/>
                </a:solidFill>
                <a:latin typeface="Calibri" pitchFamily="34" charset="0"/>
              </a:rPr>
              <a:t> </a:t>
            </a:r>
            <a:r>
              <a:rPr lang="en-US" sz="3201" b="1" dirty="0" err="1">
                <a:solidFill>
                  <a:prstClr val="black"/>
                </a:solidFill>
                <a:latin typeface="Calibri" pitchFamily="34" charset="0"/>
              </a:rPr>
              <a:t>ಜಾನಾ</a:t>
            </a:r>
            <a:r>
              <a:rPr lang="en-US" sz="3201" b="1" dirty="0">
                <a:solidFill>
                  <a:prstClr val="black"/>
                </a:solidFill>
                <a:latin typeface="Calibri" pitchFamily="34" charset="0"/>
              </a:rPr>
              <a:t> ॥</a:t>
            </a:r>
            <a:r>
              <a:rPr lang="kn-IN" sz="3201" b="1" dirty="0">
                <a:solidFill>
                  <a:prstClr val="black"/>
                </a:solidFill>
                <a:latin typeface="Calibri" pitchFamily="34" charset="0"/>
                <a:ea typeface="Tunga" pitchFamily="2"/>
                <a:cs typeface="Tunga" pitchFamily="2"/>
              </a:rPr>
              <a:t>೧೭</a:t>
            </a:r>
            <a:r>
              <a:rPr lang="en-US" sz="3201" b="1" dirty="0">
                <a:solidFill>
                  <a:prstClr val="black"/>
                </a:solidFill>
                <a:latin typeface="Calibri" pitchFamily="34" charset="0"/>
              </a:rPr>
              <a:t>॥</a:t>
            </a:r>
          </a:p>
          <a:p>
            <a:pPr algn="ctr" defTabSz="914522"/>
            <a:endParaRPr lang="en-US" sz="3201"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By heeding your advice. </a:t>
            </a:r>
            <a:r>
              <a:rPr lang="en-US" sz="2400" b="1" dirty="0" err="1">
                <a:solidFill>
                  <a:prstClr val="black"/>
                </a:solidFill>
                <a:latin typeface="Palatino Linotype" pitchFamily="18" charset="0"/>
              </a:rPr>
              <a:t>Vibhishan</a:t>
            </a:r>
            <a:r>
              <a:rPr lang="en-US" sz="2400" b="1" dirty="0">
                <a:solidFill>
                  <a:prstClr val="black"/>
                </a:solidFill>
                <a:latin typeface="Palatino Linotype" pitchFamily="18" charset="0"/>
              </a:rPr>
              <a:t> became Lord of Lanka, which is known all over the universe.</a:t>
            </a:r>
          </a:p>
        </p:txBody>
      </p:sp>
    </p:spTree>
    <p:extLst>
      <p:ext uri="{BB962C8B-B14F-4D97-AF65-F5344CB8AC3E}">
        <p14:creationId xmlns:p14="http://schemas.microsoft.com/office/powerpoint/2010/main" val="416825412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
          <p:cNvSpPr>
            <a:spLocks noChangeArrowheads="1"/>
          </p:cNvSpPr>
          <p:nvPr/>
        </p:nvSpPr>
        <p:spPr bwMode="auto">
          <a:xfrm>
            <a:off x="1677092" y="115"/>
            <a:ext cx="8764775" cy="7665047"/>
          </a:xfrm>
          <a:prstGeom prst="rect">
            <a:avLst/>
          </a:prstGeom>
          <a:noFill/>
          <a:ln w="9525">
            <a:noFill/>
            <a:miter lim="800000"/>
            <a:headEnd/>
            <a:tailEnd/>
          </a:ln>
        </p:spPr>
        <p:txBody>
          <a:bodyPr>
            <a:spAutoFit/>
          </a:bodyPr>
          <a:lstStyle/>
          <a:p>
            <a:pPr algn="ctr" defTabSz="914522"/>
            <a:endParaRPr lang="en-IN" sz="16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जुग</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सहस्र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जोजन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भानु</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लील्यो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मधुर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फल</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जानू</a:t>
            </a:r>
            <a:r>
              <a:rPr lang="en-IN" sz="4001" b="1" dirty="0">
                <a:solidFill>
                  <a:prstClr val="black"/>
                </a:solidFill>
                <a:latin typeface="Aparajita" pitchFamily="34" charset="0"/>
              </a:rPr>
              <a:t> ॥१८॥</a:t>
            </a:r>
          </a:p>
          <a:p>
            <a:pPr algn="ctr" defTabSz="914522"/>
            <a:endParaRPr lang="en-IN" sz="3601" b="1" dirty="0">
              <a:solidFill>
                <a:prstClr val="black"/>
              </a:solidFill>
              <a:latin typeface="Aparajita" pitchFamily="34" charset="0"/>
            </a:endParaRPr>
          </a:p>
          <a:p>
            <a:pPr algn="ctr" defTabSz="914522"/>
            <a:r>
              <a:rPr lang="en-US" sz="3601" b="1" dirty="0">
                <a:solidFill>
                  <a:prstClr val="black"/>
                </a:solidFill>
                <a:latin typeface="URW Palladio IT" pitchFamily="2" charset="0"/>
              </a:rPr>
              <a:t>Juga </a:t>
            </a:r>
            <a:r>
              <a:rPr lang="en-US" sz="3601" b="1" dirty="0" err="1">
                <a:solidFill>
                  <a:prstClr val="black"/>
                </a:solidFill>
                <a:latin typeface="URW Palladio IT" pitchFamily="2" charset="0"/>
              </a:rPr>
              <a:t>Sahasra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Jojana</a:t>
            </a:r>
            <a:r>
              <a:rPr lang="en-US" sz="3601" b="1" dirty="0">
                <a:solidFill>
                  <a:prstClr val="black"/>
                </a:solidFill>
                <a:latin typeface="URW Palladio IT" pitchFamily="2" charset="0"/>
              </a:rPr>
              <a:t> Para </a:t>
            </a:r>
            <a:r>
              <a:rPr lang="en-US" sz="3601" b="1" dirty="0" err="1">
                <a:solidFill>
                  <a:prstClr val="black"/>
                </a:solidFill>
                <a:latin typeface="URW Palladio IT" pitchFamily="2" charset="0"/>
              </a:rPr>
              <a:t>Bhänü</a:t>
            </a:r>
            <a:r>
              <a:rPr lang="en-US" sz="3601" b="1" dirty="0">
                <a:solidFill>
                  <a:prstClr val="black"/>
                </a:solidFill>
                <a:latin typeface="URW Palladio IT" pitchFamily="2" charset="0"/>
              </a:rPr>
              <a:t> | </a:t>
            </a:r>
          </a:p>
          <a:p>
            <a:pPr algn="ctr" defTabSz="914522"/>
            <a:r>
              <a:rPr lang="en-US" sz="3601" b="1" dirty="0" err="1">
                <a:solidFill>
                  <a:prstClr val="black"/>
                </a:solidFill>
                <a:latin typeface="URW Palladio IT" pitchFamily="2" charset="0"/>
              </a:rPr>
              <a:t>Lélyo</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Tähi</a:t>
            </a:r>
            <a:r>
              <a:rPr lang="en-US" sz="3601" b="1" dirty="0">
                <a:solidFill>
                  <a:prstClr val="black"/>
                </a:solidFill>
                <a:latin typeface="URW Palladio IT" pitchFamily="2" charset="0"/>
              </a:rPr>
              <a:t> Madhura </a:t>
            </a:r>
            <a:r>
              <a:rPr lang="en-US" sz="3601" b="1" dirty="0" err="1">
                <a:solidFill>
                  <a:prstClr val="black"/>
                </a:solidFill>
                <a:latin typeface="URW Palladio IT" pitchFamily="2" charset="0"/>
              </a:rPr>
              <a:t>Phala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Jänü</a:t>
            </a:r>
            <a:r>
              <a:rPr lang="en-US" sz="3601" b="1" dirty="0">
                <a:solidFill>
                  <a:prstClr val="black"/>
                </a:solidFill>
                <a:latin typeface="URW Palladio IT" pitchFamily="2" charset="0"/>
              </a:rPr>
              <a:t> || - 18</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ಜುಗ</a:t>
            </a:r>
            <a:r>
              <a:rPr lang="en-US" sz="3601" b="1" dirty="0">
                <a:solidFill>
                  <a:prstClr val="black"/>
                </a:solidFill>
                <a:latin typeface="Calibri" pitchFamily="34" charset="0"/>
              </a:rPr>
              <a:t> </a:t>
            </a:r>
            <a:r>
              <a:rPr lang="en-US" sz="3601" b="1" dirty="0" err="1">
                <a:solidFill>
                  <a:prstClr val="black"/>
                </a:solidFill>
                <a:latin typeface="Calibri" pitchFamily="34" charset="0"/>
              </a:rPr>
              <a:t>ಸಹ</a:t>
            </a:r>
            <a:r>
              <a:rPr lang="kn-IN" sz="3601" b="1" dirty="0" err="1">
                <a:solidFill>
                  <a:prstClr val="black"/>
                </a:solidFill>
                <a:latin typeface="Calibri" pitchFamily="34" charset="0"/>
                <a:ea typeface="Tunga" pitchFamily="2"/>
                <a:cs typeface="Tunga" pitchFamily="2"/>
              </a:rPr>
              <a:t>ಸ್ರ</a:t>
            </a:r>
            <a:r>
              <a:rPr lang="en-US" sz="3601" b="1" dirty="0">
                <a:solidFill>
                  <a:prstClr val="black"/>
                </a:solidFill>
                <a:latin typeface="Calibri" pitchFamily="34" charset="0"/>
              </a:rPr>
              <a:t> </a:t>
            </a:r>
            <a:r>
              <a:rPr lang="kn-IN" sz="3601" b="1" dirty="0" err="1">
                <a:solidFill>
                  <a:prstClr val="black"/>
                </a:solidFill>
                <a:latin typeface="Calibri" pitchFamily="34" charset="0"/>
                <a:ea typeface="Tunga" pitchFamily="2"/>
                <a:cs typeface="Tunga" pitchFamily="2"/>
              </a:rPr>
              <a:t>ಜೋಜನ</a:t>
            </a:r>
            <a:r>
              <a:rPr lang="kn-IN" sz="3601" b="1" dirty="0">
                <a:solidFill>
                  <a:prstClr val="black"/>
                </a:solidFill>
                <a:latin typeface="Calibri" pitchFamily="34" charset="0"/>
                <a:ea typeface="Tunga" pitchFamily="2"/>
                <a:cs typeface="Tunga" pitchFamily="2"/>
              </a:rPr>
              <a:t> </a:t>
            </a:r>
            <a:r>
              <a:rPr lang="en-US" sz="3601" b="1" dirty="0" err="1">
                <a:solidFill>
                  <a:prstClr val="black"/>
                </a:solidFill>
                <a:latin typeface="Calibri" pitchFamily="34" charset="0"/>
              </a:rPr>
              <a:t>ಪರ</a:t>
            </a:r>
            <a:r>
              <a:rPr lang="en-US" sz="3601" b="1" dirty="0">
                <a:solidFill>
                  <a:prstClr val="black"/>
                </a:solidFill>
                <a:latin typeface="Calibri" pitchFamily="34" charset="0"/>
              </a:rPr>
              <a:t> </a:t>
            </a:r>
            <a:r>
              <a:rPr lang="en-US" sz="3601" b="1" dirty="0" err="1">
                <a:solidFill>
                  <a:prstClr val="black"/>
                </a:solidFill>
                <a:latin typeface="Calibri" pitchFamily="34" charset="0"/>
              </a:rPr>
              <a:t>ಭಾನು</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ಲೀಲ್ಯೋ</a:t>
            </a:r>
            <a:r>
              <a:rPr lang="en-US" sz="3601" b="1" dirty="0">
                <a:solidFill>
                  <a:prstClr val="black"/>
                </a:solidFill>
                <a:latin typeface="Calibri" pitchFamily="34" charset="0"/>
              </a:rPr>
              <a:t> </a:t>
            </a:r>
            <a:r>
              <a:rPr lang="kn-IN" sz="3601" b="1" dirty="0" err="1">
                <a:solidFill>
                  <a:prstClr val="black"/>
                </a:solidFill>
                <a:latin typeface="Calibri" pitchFamily="34" charset="0"/>
                <a:ea typeface="Tunga" pitchFamily="2"/>
                <a:cs typeface="Tunga" pitchFamily="2"/>
              </a:rPr>
              <a:t>ತಾಹಿ</a:t>
            </a:r>
            <a:r>
              <a:rPr lang="kn-IN" sz="3601" b="1" dirty="0">
                <a:solidFill>
                  <a:prstClr val="black"/>
                </a:solidFill>
                <a:latin typeface="Calibri" pitchFamily="34" charset="0"/>
                <a:ea typeface="Tunga" pitchFamily="2"/>
                <a:cs typeface="Tunga" pitchFamily="2"/>
              </a:rPr>
              <a:t> </a:t>
            </a:r>
            <a:r>
              <a:rPr lang="en-US" sz="3601" b="1" dirty="0" err="1">
                <a:solidFill>
                  <a:prstClr val="black"/>
                </a:solidFill>
                <a:latin typeface="Calibri" pitchFamily="34" charset="0"/>
              </a:rPr>
              <a:t>ಮಧುರ</a:t>
            </a:r>
            <a:r>
              <a:rPr lang="en-US" sz="3601" b="1" dirty="0">
                <a:solidFill>
                  <a:prstClr val="black"/>
                </a:solidFill>
                <a:latin typeface="Calibri" pitchFamily="34" charset="0"/>
              </a:rPr>
              <a:t> </a:t>
            </a:r>
            <a:r>
              <a:rPr lang="en-US" sz="3601" b="1" dirty="0" err="1">
                <a:solidFill>
                  <a:prstClr val="black"/>
                </a:solidFill>
                <a:latin typeface="Calibri" pitchFamily="34" charset="0"/>
              </a:rPr>
              <a:t>ಫಲ</a:t>
            </a:r>
            <a:r>
              <a:rPr lang="en-US" sz="3601" b="1" dirty="0">
                <a:solidFill>
                  <a:prstClr val="black"/>
                </a:solidFill>
                <a:latin typeface="Calibri" pitchFamily="34" charset="0"/>
              </a:rPr>
              <a:t> </a:t>
            </a:r>
            <a:r>
              <a:rPr lang="en-US" sz="3601" b="1" dirty="0" err="1">
                <a:solidFill>
                  <a:prstClr val="black"/>
                </a:solidFill>
                <a:latin typeface="Calibri" pitchFamily="34" charset="0"/>
              </a:rPr>
              <a:t>ಜಾನು</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೧೮</a:t>
            </a:r>
            <a:r>
              <a:rPr lang="en-US" sz="3601" b="1" dirty="0">
                <a:solidFill>
                  <a:prstClr val="black"/>
                </a:solidFill>
                <a:latin typeface="Calibri" pitchFamily="34" charset="0"/>
              </a:rPr>
              <a:t>॥</a:t>
            </a:r>
          </a:p>
          <a:p>
            <a:pPr algn="ctr" defTabSz="914522"/>
            <a:endParaRPr lang="en-US" sz="3601" b="1" dirty="0">
              <a:solidFill>
                <a:prstClr val="black"/>
              </a:solidFill>
              <a:latin typeface="Calibri" pitchFamily="34" charset="0"/>
            </a:endParaRPr>
          </a:p>
          <a:p>
            <a:pPr algn="ctr" defTabSz="914522"/>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gulped, the SUN at distance of sixteen thousand miles considering it to be a sweet fruit.</a:t>
            </a:r>
          </a:p>
          <a:p>
            <a:pPr algn="ctr" defTabSz="914522"/>
            <a:r>
              <a:rPr lang="en-US" sz="2400" b="1" dirty="0">
                <a:solidFill>
                  <a:prstClr val="black"/>
                </a:solidFill>
                <a:latin typeface="Palatino Linotype" pitchFamily="18" charset="0"/>
              </a:rPr>
              <a:t>		</a:t>
            </a:r>
            <a:r>
              <a:rPr lang="en-US" sz="3601" b="1" dirty="0">
                <a:solidFill>
                  <a:prstClr val="black"/>
                </a:solidFill>
                <a:latin typeface="Calibri" pitchFamily="34" charset="0"/>
              </a:rPr>
              <a:t/>
            </a:r>
            <a:br>
              <a:rPr lang="en-US" sz="3601" b="1" dirty="0">
                <a:solidFill>
                  <a:prstClr val="black"/>
                </a:solidFill>
                <a:latin typeface="Calibri" pitchFamily="34" charset="0"/>
              </a:rPr>
            </a:br>
            <a:endParaRPr lang="en-US" sz="3601" b="1" dirty="0">
              <a:solidFill>
                <a:prstClr val="black"/>
              </a:solidFill>
              <a:latin typeface="Calibri" pitchFamily="34" charset="0"/>
            </a:endParaRPr>
          </a:p>
        </p:txBody>
      </p:sp>
    </p:spTree>
    <p:extLst>
      <p:ext uri="{BB962C8B-B14F-4D97-AF65-F5344CB8AC3E}">
        <p14:creationId xmlns:p14="http://schemas.microsoft.com/office/powerpoint/2010/main" val="282701972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
          <p:cNvSpPr>
            <a:spLocks noChangeArrowheads="1"/>
          </p:cNvSpPr>
          <p:nvPr/>
        </p:nvSpPr>
        <p:spPr bwMode="auto">
          <a:xfrm>
            <a:off x="1600878" y="101"/>
            <a:ext cx="9069636" cy="6587701"/>
          </a:xfrm>
          <a:prstGeom prst="rect">
            <a:avLst/>
          </a:prstGeom>
          <a:noFill/>
          <a:ln w="9525">
            <a:noFill/>
            <a:miter lim="800000"/>
            <a:headEnd/>
            <a:tailEnd/>
          </a:ln>
        </p:spPr>
        <p:txBody>
          <a:bodyPr>
            <a:spAutoFit/>
          </a:bodyPr>
          <a:lstStyle/>
          <a:p>
            <a:pPr algn="ctr" defTabSz="914522"/>
            <a:endParaRPr lang="en-IN" sz="14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प्रभु</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मुद्रिका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मेलि</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मुख</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माहीं</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जलधि</a:t>
            </a:r>
            <a:r>
              <a:rPr lang="en-IN" sz="4001" b="1" dirty="0">
                <a:solidFill>
                  <a:prstClr val="black"/>
                </a:solidFill>
                <a:latin typeface="Aparajita" pitchFamily="34" charset="0"/>
              </a:rPr>
              <a:t> </a:t>
            </a:r>
            <a:r>
              <a:rPr lang="en-IN" sz="4001" b="1" dirty="0" err="1">
                <a:solidFill>
                  <a:prstClr val="black"/>
                </a:solidFill>
                <a:latin typeface="Aparajita" pitchFamily="34" charset="0"/>
              </a:rPr>
              <a:t>लाँघि</a:t>
            </a:r>
            <a:r>
              <a:rPr lang="en-IN" sz="4001" b="1" dirty="0">
                <a:solidFill>
                  <a:prstClr val="black"/>
                </a:solidFill>
                <a:latin typeface="Aparajita" pitchFamily="34" charset="0"/>
              </a:rPr>
              <a:t> </a:t>
            </a:r>
            <a:r>
              <a:rPr lang="en-IN" sz="4001" b="1" dirty="0" err="1">
                <a:solidFill>
                  <a:prstClr val="black"/>
                </a:solidFill>
                <a:latin typeface="Aparajita" pitchFamily="34" charset="0"/>
              </a:rPr>
              <a:t>गये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अचरज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नाहीं</a:t>
            </a:r>
            <a:r>
              <a:rPr lang="en-IN" sz="4001" b="1" dirty="0">
                <a:solidFill>
                  <a:prstClr val="black"/>
                </a:solidFill>
                <a:latin typeface="Aparajita" pitchFamily="34" charset="0"/>
              </a:rPr>
              <a:t> ॥१९॥</a:t>
            </a:r>
          </a:p>
          <a:p>
            <a:pPr algn="ctr" defTabSz="914522"/>
            <a:endParaRPr lang="en-IN" sz="4001" b="1" dirty="0">
              <a:solidFill>
                <a:prstClr val="black"/>
              </a:solidFill>
              <a:latin typeface="Aparajita" pitchFamily="34" charset="0"/>
            </a:endParaRPr>
          </a:p>
          <a:p>
            <a:pPr algn="ctr" defTabSz="914522"/>
            <a:r>
              <a:rPr lang="en-US" sz="3201" b="1" dirty="0">
                <a:solidFill>
                  <a:prstClr val="black"/>
                </a:solidFill>
                <a:latin typeface="URW Palladio IT" pitchFamily="2" charset="0"/>
              </a:rPr>
              <a:t>Prabhu </a:t>
            </a:r>
            <a:r>
              <a:rPr lang="en-US" sz="3201" b="1" dirty="0" err="1">
                <a:solidFill>
                  <a:prstClr val="black"/>
                </a:solidFill>
                <a:latin typeface="URW Palladio IT" pitchFamily="2" charset="0"/>
              </a:rPr>
              <a:t>Mudrikä</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Meli</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Mukha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Mähéà</a:t>
            </a:r>
            <a:r>
              <a:rPr lang="en-US" sz="3201" b="1" dirty="0">
                <a:solidFill>
                  <a:prstClr val="black"/>
                </a:solidFill>
                <a:latin typeface="URW Palladio IT" pitchFamily="2" charset="0"/>
              </a:rPr>
              <a:t> | </a:t>
            </a:r>
          </a:p>
          <a:p>
            <a:pPr algn="ctr" defTabSz="914522"/>
            <a:r>
              <a:rPr lang="en-US" sz="3201" b="1" dirty="0" err="1">
                <a:solidFill>
                  <a:prstClr val="black"/>
                </a:solidFill>
                <a:latin typeface="URW Palladio IT" pitchFamily="2" charset="0"/>
              </a:rPr>
              <a:t>Jaladhi</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Läðghi</a:t>
            </a:r>
            <a:r>
              <a:rPr lang="en-US" sz="3201" b="1" dirty="0">
                <a:solidFill>
                  <a:prstClr val="black"/>
                </a:solidFill>
                <a:latin typeface="URW Palladio IT" pitchFamily="2" charset="0"/>
              </a:rPr>
              <a:t> Gaye </a:t>
            </a:r>
            <a:r>
              <a:rPr lang="en-US" sz="3201" b="1" dirty="0" err="1">
                <a:solidFill>
                  <a:prstClr val="black"/>
                </a:solidFill>
                <a:latin typeface="URW Palladio IT" pitchFamily="2" charset="0"/>
              </a:rPr>
              <a:t>Acaraja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Nähéà</a:t>
            </a:r>
            <a:r>
              <a:rPr lang="en-US" sz="3201" b="1" dirty="0">
                <a:solidFill>
                  <a:prstClr val="black"/>
                </a:solidFill>
                <a:latin typeface="URW Palladio IT" pitchFamily="2" charset="0"/>
              </a:rPr>
              <a:t> || - 19</a:t>
            </a:r>
          </a:p>
          <a:p>
            <a:pPr algn="ctr" defTabSz="914522"/>
            <a:endParaRPr lang="en-US" sz="3201" b="1" dirty="0">
              <a:solidFill>
                <a:prstClr val="black"/>
              </a:solidFill>
              <a:latin typeface="URW Palladio IT" pitchFamily="2" charset="0"/>
            </a:endParaRPr>
          </a:p>
          <a:p>
            <a:pPr algn="ctr" defTabSz="914522"/>
            <a:r>
              <a:rPr lang="en-US" sz="3201" b="1" dirty="0" err="1">
                <a:solidFill>
                  <a:prstClr val="black"/>
                </a:solidFill>
                <a:latin typeface="Calibri" pitchFamily="34" charset="0"/>
              </a:rPr>
              <a:t>ಪ್ರಭು</a:t>
            </a:r>
            <a:r>
              <a:rPr lang="en-US" sz="3201" b="1" dirty="0">
                <a:solidFill>
                  <a:prstClr val="black"/>
                </a:solidFill>
                <a:latin typeface="Calibri" pitchFamily="34" charset="0"/>
              </a:rPr>
              <a:t> </a:t>
            </a:r>
            <a:r>
              <a:rPr lang="en-US" sz="3201" b="1" dirty="0" err="1">
                <a:solidFill>
                  <a:prstClr val="black"/>
                </a:solidFill>
                <a:latin typeface="Calibri" pitchFamily="34" charset="0"/>
              </a:rPr>
              <a:t>ಮುದ್ರಿಕಾ</a:t>
            </a:r>
            <a:r>
              <a:rPr lang="en-US" sz="3201" b="1" dirty="0">
                <a:solidFill>
                  <a:prstClr val="black"/>
                </a:solidFill>
                <a:latin typeface="Calibri" pitchFamily="34" charset="0"/>
              </a:rPr>
              <a:t> </a:t>
            </a:r>
            <a:r>
              <a:rPr lang="en-US" sz="3201" b="1" dirty="0" err="1">
                <a:solidFill>
                  <a:prstClr val="black"/>
                </a:solidFill>
                <a:latin typeface="Calibri" pitchFamily="34" charset="0"/>
              </a:rPr>
              <a:t>ಮೇಲಿ</a:t>
            </a:r>
            <a:r>
              <a:rPr lang="en-US" sz="3201" b="1" dirty="0">
                <a:solidFill>
                  <a:prstClr val="black"/>
                </a:solidFill>
                <a:latin typeface="Calibri" pitchFamily="34" charset="0"/>
              </a:rPr>
              <a:t> </a:t>
            </a:r>
            <a:r>
              <a:rPr lang="en-US" sz="3201" b="1" dirty="0" err="1">
                <a:solidFill>
                  <a:prstClr val="black"/>
                </a:solidFill>
                <a:latin typeface="Calibri" pitchFamily="34" charset="0"/>
              </a:rPr>
              <a:t>ಮುಖ</a:t>
            </a:r>
            <a:r>
              <a:rPr lang="en-US" sz="3201" b="1" dirty="0">
                <a:solidFill>
                  <a:prstClr val="black"/>
                </a:solidFill>
                <a:latin typeface="Calibri" pitchFamily="34" charset="0"/>
              </a:rPr>
              <a:t> </a:t>
            </a:r>
            <a:r>
              <a:rPr lang="en-US" sz="3201" b="1" dirty="0" err="1">
                <a:solidFill>
                  <a:prstClr val="black"/>
                </a:solidFill>
                <a:latin typeface="Calibri" pitchFamily="34" charset="0"/>
              </a:rPr>
              <a:t>ಮಾಹೀಂ</a:t>
            </a:r>
            <a:r>
              <a:rPr lang="en-US" sz="3201" b="1" dirty="0">
                <a:solidFill>
                  <a:prstClr val="black"/>
                </a:solidFill>
                <a:latin typeface="Calibri" pitchFamily="34" charset="0"/>
              </a:rPr>
              <a:t> ।</a:t>
            </a:r>
          </a:p>
          <a:p>
            <a:pPr algn="ctr" defTabSz="914522"/>
            <a:r>
              <a:rPr lang="en-US" sz="3201" b="1" dirty="0" err="1">
                <a:solidFill>
                  <a:prstClr val="black"/>
                </a:solidFill>
                <a:latin typeface="Calibri" pitchFamily="34" charset="0"/>
              </a:rPr>
              <a:t>ಜಲಧಿಲಾಂಘಿ</a:t>
            </a:r>
            <a:r>
              <a:rPr lang="en-US" sz="3201" b="1" dirty="0">
                <a:solidFill>
                  <a:prstClr val="black"/>
                </a:solidFill>
                <a:latin typeface="Calibri" pitchFamily="34" charset="0"/>
              </a:rPr>
              <a:t> </a:t>
            </a:r>
            <a:r>
              <a:rPr lang="en-US" sz="3201" b="1" dirty="0" err="1">
                <a:solidFill>
                  <a:prstClr val="black"/>
                </a:solidFill>
                <a:latin typeface="Calibri" pitchFamily="34" charset="0"/>
              </a:rPr>
              <a:t>ಗಯೇ</a:t>
            </a:r>
            <a:r>
              <a:rPr lang="en-US" sz="3201" b="1" dirty="0">
                <a:solidFill>
                  <a:prstClr val="black"/>
                </a:solidFill>
                <a:latin typeface="Calibri" pitchFamily="34" charset="0"/>
              </a:rPr>
              <a:t> </a:t>
            </a:r>
            <a:r>
              <a:rPr lang="en-US" sz="3201" b="1" dirty="0" err="1">
                <a:solidFill>
                  <a:prstClr val="black"/>
                </a:solidFill>
                <a:latin typeface="Calibri" pitchFamily="34" charset="0"/>
              </a:rPr>
              <a:t>ಅಚರಜ</a:t>
            </a:r>
            <a:r>
              <a:rPr lang="en-US" sz="3201" b="1" dirty="0">
                <a:solidFill>
                  <a:prstClr val="black"/>
                </a:solidFill>
                <a:latin typeface="Calibri" pitchFamily="34" charset="0"/>
              </a:rPr>
              <a:t> </a:t>
            </a:r>
            <a:r>
              <a:rPr lang="en-US" sz="3201" b="1" dirty="0" err="1">
                <a:solidFill>
                  <a:prstClr val="black"/>
                </a:solidFill>
                <a:latin typeface="Calibri" pitchFamily="34" charset="0"/>
              </a:rPr>
              <a:t>ನಾಹೀಂ</a:t>
            </a:r>
            <a:r>
              <a:rPr lang="en-US" sz="3201" b="1" dirty="0">
                <a:solidFill>
                  <a:prstClr val="black"/>
                </a:solidFill>
                <a:latin typeface="Calibri" pitchFamily="34" charset="0"/>
              </a:rPr>
              <a:t> ॥</a:t>
            </a:r>
            <a:r>
              <a:rPr lang="kn-IN" sz="3201" b="1" dirty="0">
                <a:solidFill>
                  <a:prstClr val="black"/>
                </a:solidFill>
                <a:latin typeface="Calibri" pitchFamily="34" charset="0"/>
                <a:ea typeface="Tunga" pitchFamily="2"/>
                <a:cs typeface="Tunga" pitchFamily="2"/>
              </a:rPr>
              <a:t>೧೯</a:t>
            </a:r>
            <a:r>
              <a:rPr lang="en-US" sz="3201" b="1" dirty="0">
                <a:solidFill>
                  <a:prstClr val="black"/>
                </a:solidFill>
                <a:latin typeface="Calibri" pitchFamily="34" charset="0"/>
              </a:rPr>
              <a:t>॥</a:t>
            </a:r>
          </a:p>
          <a:p>
            <a:pPr algn="ctr" defTabSz="914522"/>
            <a:endParaRPr lang="en-US" sz="4001"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Carrying the Lord's ring in his mouth, he went across the ocean. There is no wonder in that.</a:t>
            </a:r>
          </a:p>
          <a:p>
            <a:pPr algn="ctr" defTabSz="914522"/>
            <a:r>
              <a:rPr lang="en-US" sz="4001" b="1" dirty="0">
                <a:solidFill>
                  <a:prstClr val="black"/>
                </a:solidFill>
                <a:latin typeface="Palatino Linotype" pitchFamily="18" charset="0"/>
              </a:rPr>
              <a:t>		</a:t>
            </a:r>
            <a:endParaRPr lang="en-US" sz="4001" dirty="0">
              <a:solidFill>
                <a:prstClr val="black"/>
              </a:solidFill>
              <a:latin typeface="Calibri" pitchFamily="34" charset="0"/>
            </a:endParaRPr>
          </a:p>
        </p:txBody>
      </p:sp>
    </p:spTree>
    <p:extLst>
      <p:ext uri="{BB962C8B-B14F-4D97-AF65-F5344CB8AC3E}">
        <p14:creationId xmlns:p14="http://schemas.microsoft.com/office/powerpoint/2010/main" val="420391548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ChangeArrowheads="1"/>
          </p:cNvSpPr>
          <p:nvPr/>
        </p:nvSpPr>
        <p:spPr bwMode="auto">
          <a:xfrm>
            <a:off x="1677092" y="114"/>
            <a:ext cx="9145853" cy="6556667"/>
          </a:xfrm>
          <a:prstGeom prst="rect">
            <a:avLst/>
          </a:prstGeom>
          <a:noFill/>
          <a:ln w="9525">
            <a:noFill/>
            <a:miter lim="800000"/>
            <a:headEnd/>
            <a:tailEnd/>
          </a:ln>
        </p:spPr>
        <p:txBody>
          <a:bodyPr wrap="square">
            <a:spAutoFit/>
          </a:bodyPr>
          <a:lstStyle/>
          <a:p>
            <a:pPr algn="ctr" defTabSz="914522"/>
            <a:endParaRPr lang="en-IN" sz="1400" b="1" dirty="0">
              <a:solidFill>
                <a:prstClr val="black"/>
              </a:solidFill>
              <a:latin typeface="Aparajita" pitchFamily="34" charset="0"/>
            </a:endParaRPr>
          </a:p>
          <a:p>
            <a:pPr algn="ctr" defTabSz="914522"/>
            <a:r>
              <a:rPr lang="en-IN" sz="5401" b="1" dirty="0">
                <a:solidFill>
                  <a:prstClr val="black"/>
                </a:solidFill>
                <a:latin typeface="Aparajita" pitchFamily="34" charset="0"/>
              </a:rPr>
              <a:t> </a:t>
            </a:r>
            <a:r>
              <a:rPr lang="en-IN" sz="4001" b="1" dirty="0" err="1">
                <a:solidFill>
                  <a:prstClr val="black"/>
                </a:solidFill>
                <a:latin typeface="Aparajita" pitchFamily="34" charset="0"/>
              </a:rPr>
              <a:t>दुर्गम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जगत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जेते</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a:solidFill>
                  <a:prstClr val="black"/>
                </a:solidFill>
                <a:latin typeface="Aparajita" pitchFamily="34" charset="0"/>
              </a:rPr>
              <a:t> </a:t>
            </a:r>
            <a:r>
              <a:rPr lang="en-IN" sz="4001" b="1" dirty="0" err="1">
                <a:solidFill>
                  <a:prstClr val="black"/>
                </a:solidFill>
                <a:latin typeface="Aparajita" pitchFamily="34" charset="0"/>
              </a:rPr>
              <a:t>सुगम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अनुग्रह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तुह्मरे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तेते</a:t>
            </a:r>
            <a:r>
              <a:rPr lang="en-IN" sz="4001" b="1" dirty="0">
                <a:solidFill>
                  <a:prstClr val="black"/>
                </a:solidFill>
                <a:latin typeface="Aparajita" pitchFamily="34" charset="0"/>
              </a:rPr>
              <a:t> ॥२०॥</a:t>
            </a:r>
          </a:p>
          <a:p>
            <a:pPr algn="ctr" defTabSz="914522"/>
            <a:endParaRPr lang="en-IN" sz="3601" b="1" dirty="0">
              <a:solidFill>
                <a:prstClr val="black"/>
              </a:solidFill>
              <a:latin typeface="Aparajita" pitchFamily="34" charset="0"/>
            </a:endParaRPr>
          </a:p>
          <a:p>
            <a:pPr algn="ctr" defTabSz="914522"/>
            <a:r>
              <a:rPr lang="en-US" sz="3601" b="1" dirty="0">
                <a:solidFill>
                  <a:prstClr val="black"/>
                </a:solidFill>
                <a:latin typeface="Aparajita" pitchFamily="34" charset="0"/>
              </a:rPr>
              <a:t>    </a:t>
            </a:r>
            <a:r>
              <a:rPr lang="en-US" sz="3601" b="1" dirty="0" err="1">
                <a:solidFill>
                  <a:prstClr val="black"/>
                </a:solidFill>
                <a:latin typeface="URW Palladio IT" pitchFamily="2" charset="0"/>
              </a:rPr>
              <a:t>Durgama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Käja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Jagata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Jete</a:t>
            </a:r>
            <a:r>
              <a:rPr lang="en-US" sz="3601" b="1" dirty="0">
                <a:solidFill>
                  <a:prstClr val="black"/>
                </a:solidFill>
                <a:latin typeface="URW Palladio IT" pitchFamily="2" charset="0"/>
              </a:rPr>
              <a:t> | </a:t>
            </a:r>
          </a:p>
          <a:p>
            <a:pPr algn="ctr" defTabSz="914522"/>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Sugama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Anugraha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Tumhare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Tete</a:t>
            </a:r>
            <a:r>
              <a:rPr lang="en-US" sz="3601" b="1" dirty="0">
                <a:solidFill>
                  <a:prstClr val="black"/>
                </a:solidFill>
                <a:latin typeface="URW Palladio IT" pitchFamily="2" charset="0"/>
              </a:rPr>
              <a:t> || - 20</a:t>
            </a:r>
          </a:p>
          <a:p>
            <a:pPr algn="ctr" defTabSz="914522"/>
            <a:endParaRPr lang="en-US" sz="3601" b="1" dirty="0">
              <a:solidFill>
                <a:prstClr val="black"/>
              </a:solidFill>
              <a:latin typeface="URW Palladio IT" pitchFamily="2" charset="0"/>
            </a:endParaRPr>
          </a:p>
          <a:p>
            <a:pPr algn="ctr" defTabSz="914522"/>
            <a:r>
              <a:rPr lang="en-US" sz="3601" b="1" dirty="0">
                <a:solidFill>
                  <a:prstClr val="black"/>
                </a:solidFill>
                <a:latin typeface="URW Palladio IT" pitchFamily="2" charset="0"/>
              </a:rPr>
              <a:t>    </a:t>
            </a:r>
            <a:r>
              <a:rPr lang="en-US" sz="3601" b="1" dirty="0" err="1">
                <a:solidFill>
                  <a:prstClr val="black"/>
                </a:solidFill>
                <a:latin typeface="Calibri" pitchFamily="34" charset="0"/>
              </a:rPr>
              <a:t>ದುರ್ಗಮ</a:t>
            </a:r>
            <a:r>
              <a:rPr lang="en-US" sz="3601" b="1" dirty="0">
                <a:solidFill>
                  <a:prstClr val="black"/>
                </a:solidFill>
                <a:latin typeface="Calibri" pitchFamily="34" charset="0"/>
              </a:rPr>
              <a:t> </a:t>
            </a:r>
            <a:r>
              <a:rPr lang="en-US" sz="3601" b="1" dirty="0" err="1">
                <a:solidFill>
                  <a:prstClr val="black"/>
                </a:solidFill>
                <a:latin typeface="Calibri" pitchFamily="34" charset="0"/>
              </a:rPr>
              <a:t>ಕಾಜ</a:t>
            </a:r>
            <a:r>
              <a:rPr lang="en-US" sz="3601" b="1" dirty="0">
                <a:solidFill>
                  <a:prstClr val="black"/>
                </a:solidFill>
                <a:latin typeface="Calibri" pitchFamily="34" charset="0"/>
              </a:rPr>
              <a:t> </a:t>
            </a:r>
            <a:r>
              <a:rPr lang="en-US" sz="3601" b="1" dirty="0" err="1">
                <a:solidFill>
                  <a:prstClr val="black"/>
                </a:solidFill>
                <a:latin typeface="Calibri" pitchFamily="34" charset="0"/>
              </a:rPr>
              <a:t>ಜಗತ</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ಜೇತೇ</a:t>
            </a:r>
            <a:r>
              <a:rPr lang="en-US" sz="3601" b="1" dirty="0">
                <a:solidFill>
                  <a:prstClr val="black"/>
                </a:solidFill>
                <a:latin typeface="Calibri" pitchFamily="34" charset="0"/>
              </a:rPr>
              <a:t> ।</a:t>
            </a:r>
          </a:p>
          <a:p>
            <a:pPr algn="ctr" defTabSz="914522"/>
            <a:r>
              <a:rPr lang="en-US" sz="3601" b="1" dirty="0">
                <a:solidFill>
                  <a:prstClr val="black"/>
                </a:solidFill>
                <a:latin typeface="Calibri" pitchFamily="34" charset="0"/>
              </a:rPr>
              <a:t>  </a:t>
            </a:r>
            <a:r>
              <a:rPr lang="en-US" sz="3601" b="1" dirty="0" err="1">
                <a:solidFill>
                  <a:prstClr val="black"/>
                </a:solidFill>
                <a:latin typeface="Calibri" pitchFamily="34" charset="0"/>
              </a:rPr>
              <a:t>ಸುಗಮ</a:t>
            </a:r>
            <a:r>
              <a:rPr lang="en-US" sz="3601" b="1" dirty="0">
                <a:solidFill>
                  <a:prstClr val="black"/>
                </a:solidFill>
                <a:latin typeface="Calibri" pitchFamily="34" charset="0"/>
              </a:rPr>
              <a:t> </a:t>
            </a:r>
            <a:r>
              <a:rPr lang="en-US" sz="3601" b="1" dirty="0" err="1">
                <a:solidFill>
                  <a:prstClr val="black"/>
                </a:solidFill>
                <a:latin typeface="Calibri" pitchFamily="34" charset="0"/>
              </a:rPr>
              <a:t>ಅನುಗ್ರಹ</a:t>
            </a:r>
            <a:r>
              <a:rPr lang="en-US" sz="3601" b="1" dirty="0">
                <a:solidFill>
                  <a:prstClr val="black"/>
                </a:solidFill>
                <a:latin typeface="Calibri" pitchFamily="34" charset="0"/>
              </a:rPr>
              <a:t> </a:t>
            </a:r>
            <a:r>
              <a:rPr lang="en-US" sz="3601" b="1" dirty="0" err="1">
                <a:solidFill>
                  <a:prstClr val="black"/>
                </a:solidFill>
                <a:latin typeface="Calibri" pitchFamily="34" charset="0"/>
              </a:rPr>
              <a:t>ತುಮ್ಹರೇ</a:t>
            </a:r>
            <a:r>
              <a:rPr lang="en-US" sz="3601" b="1" dirty="0">
                <a:solidFill>
                  <a:prstClr val="black"/>
                </a:solidFill>
                <a:latin typeface="Calibri" pitchFamily="34" charset="0"/>
              </a:rPr>
              <a:t> </a:t>
            </a:r>
            <a:r>
              <a:rPr lang="en-US" sz="3601" b="1" dirty="0" err="1">
                <a:solidFill>
                  <a:prstClr val="black"/>
                </a:solidFill>
                <a:latin typeface="Calibri" pitchFamily="34" charset="0"/>
              </a:rPr>
              <a:t>ತೇತೇ</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೨೦</a:t>
            </a:r>
            <a:r>
              <a:rPr lang="en-US" sz="3601" b="1" dirty="0">
                <a:solidFill>
                  <a:prstClr val="black"/>
                </a:solidFill>
                <a:latin typeface="Calibri" pitchFamily="34" charset="0"/>
              </a:rPr>
              <a:t>॥</a:t>
            </a:r>
          </a:p>
          <a:p>
            <a:pPr algn="ctr" defTabSz="914522"/>
            <a:endParaRPr lang="en-US" sz="2400" b="1" dirty="0">
              <a:solidFill>
                <a:prstClr val="black"/>
              </a:solidFill>
              <a:latin typeface="Calibri" pitchFamily="34" charset="0"/>
            </a:endParaRPr>
          </a:p>
          <a:p>
            <a:pPr algn="ctr" defTabSz="914522"/>
            <a:r>
              <a:rPr lang="en-US" sz="2400" b="1" dirty="0">
                <a:solidFill>
                  <a:prstClr val="black"/>
                </a:solidFill>
                <a:latin typeface="URW Palladio IT" pitchFamily="2" charset="0"/>
              </a:rPr>
              <a:t>   </a:t>
            </a:r>
            <a:r>
              <a:rPr lang="en-US" sz="2400" b="1" dirty="0">
                <a:solidFill>
                  <a:prstClr val="black"/>
                </a:solidFill>
                <a:latin typeface="Palatino Linotype" pitchFamily="18" charset="0"/>
              </a:rPr>
              <a:t>Oh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all the difficult tasks in the world are rendered easiest by your grace.</a:t>
            </a:r>
          </a:p>
          <a:p>
            <a:pPr algn="ctr" defTabSz="914522"/>
            <a:r>
              <a:rPr lang="en-US" sz="2400" b="1" dirty="0">
                <a:solidFill>
                  <a:prstClr val="black"/>
                </a:solidFill>
                <a:latin typeface="Palatino Linotype" pitchFamily="18" charset="0"/>
              </a:rPr>
              <a:t>		</a:t>
            </a:r>
            <a:endParaRPr lang="en-US" sz="4001" dirty="0">
              <a:solidFill>
                <a:prstClr val="black"/>
              </a:solidFill>
              <a:latin typeface="Calibri" pitchFamily="34" charset="0"/>
            </a:endParaRPr>
          </a:p>
        </p:txBody>
      </p:sp>
    </p:spTree>
    <p:extLst>
      <p:ext uri="{BB962C8B-B14F-4D97-AF65-F5344CB8AC3E}">
        <p14:creationId xmlns:p14="http://schemas.microsoft.com/office/powerpoint/2010/main" val="148951663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
          <p:cNvSpPr>
            <a:spLocks noChangeArrowheads="1"/>
          </p:cNvSpPr>
          <p:nvPr/>
        </p:nvSpPr>
        <p:spPr bwMode="auto">
          <a:xfrm>
            <a:off x="1829524" y="258918"/>
            <a:ext cx="8612344" cy="6957033"/>
          </a:xfrm>
          <a:prstGeom prst="rect">
            <a:avLst/>
          </a:prstGeom>
          <a:noFill/>
          <a:ln w="9525">
            <a:noFill/>
            <a:miter lim="800000"/>
            <a:headEnd/>
            <a:tailEnd/>
          </a:ln>
        </p:spPr>
        <p:txBody>
          <a:bodyPr>
            <a:spAutoFit/>
          </a:bodyPr>
          <a:lstStyle/>
          <a:p>
            <a:pPr algn="ctr" defTabSz="914522"/>
            <a:endParaRPr lang="en-IN" sz="14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राम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दुआरे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रखवारे</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होत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आज्ञा</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पैसारे</a:t>
            </a:r>
            <a:r>
              <a:rPr lang="en-IN" sz="4001" b="1" dirty="0">
                <a:solidFill>
                  <a:prstClr val="black"/>
                </a:solidFill>
                <a:latin typeface="Aparajita" pitchFamily="34" charset="0"/>
              </a:rPr>
              <a:t> ॥२१॥</a:t>
            </a:r>
          </a:p>
          <a:p>
            <a:pPr algn="ctr" defTabSz="914522"/>
            <a:endParaRPr lang="en-IN" sz="36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Räma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Duäre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Tuma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Rakhaväre</a:t>
            </a:r>
            <a:r>
              <a:rPr lang="en-US" sz="3601" b="1" dirty="0">
                <a:solidFill>
                  <a:prstClr val="black"/>
                </a:solidFill>
                <a:latin typeface="URW Palladio IT" pitchFamily="2" charset="0"/>
              </a:rPr>
              <a:t> | </a:t>
            </a:r>
          </a:p>
          <a:p>
            <a:pPr algn="ctr" defTabSz="914522"/>
            <a:r>
              <a:rPr lang="en-US" sz="3601" b="1" dirty="0" err="1">
                <a:solidFill>
                  <a:prstClr val="black"/>
                </a:solidFill>
                <a:latin typeface="URW Palladio IT" pitchFamily="2" charset="0"/>
              </a:rPr>
              <a:t>Hota</a:t>
            </a:r>
            <a:r>
              <a:rPr lang="en-US" sz="3601" b="1" dirty="0">
                <a:solidFill>
                  <a:prstClr val="black"/>
                </a:solidFill>
                <a:latin typeface="URW Palladio IT" pitchFamily="2" charset="0"/>
              </a:rPr>
              <a:t> Na </a:t>
            </a:r>
            <a:r>
              <a:rPr lang="en-US" sz="3601" b="1" dirty="0" err="1">
                <a:solidFill>
                  <a:prstClr val="black"/>
                </a:solidFill>
                <a:latin typeface="URW Palladio IT" pitchFamily="2" charset="0"/>
              </a:rPr>
              <a:t>Äjïä</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Binu</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Paisäre</a:t>
            </a:r>
            <a:r>
              <a:rPr lang="en-US" sz="3601" b="1" dirty="0">
                <a:solidFill>
                  <a:prstClr val="black"/>
                </a:solidFill>
                <a:latin typeface="URW Palladio IT" pitchFamily="2" charset="0"/>
              </a:rPr>
              <a:t> || - 21</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ರಾಮ</a:t>
            </a:r>
            <a:r>
              <a:rPr lang="en-US" sz="3601" b="1" dirty="0">
                <a:solidFill>
                  <a:prstClr val="black"/>
                </a:solidFill>
                <a:latin typeface="Calibri" pitchFamily="34" charset="0"/>
              </a:rPr>
              <a:t> </a:t>
            </a:r>
            <a:r>
              <a:rPr lang="en-US" sz="3601" b="1" dirty="0" err="1">
                <a:solidFill>
                  <a:prstClr val="black"/>
                </a:solidFill>
                <a:latin typeface="Calibri" pitchFamily="34" charset="0"/>
              </a:rPr>
              <a:t>ದುವಾರೇ</a:t>
            </a:r>
            <a:r>
              <a:rPr lang="en-US" sz="3601" b="1" dirty="0">
                <a:solidFill>
                  <a:prstClr val="black"/>
                </a:solidFill>
                <a:latin typeface="Calibri" pitchFamily="34" charset="0"/>
              </a:rPr>
              <a:t> </a:t>
            </a:r>
            <a:r>
              <a:rPr lang="en-US" sz="3601" b="1" dirty="0" err="1">
                <a:solidFill>
                  <a:prstClr val="black"/>
                </a:solidFill>
                <a:latin typeface="Calibri" pitchFamily="34" charset="0"/>
              </a:rPr>
              <a:t>ತುಮ</a:t>
            </a:r>
            <a:r>
              <a:rPr lang="en-US" sz="3601" b="1" dirty="0">
                <a:solidFill>
                  <a:prstClr val="black"/>
                </a:solidFill>
                <a:latin typeface="Calibri" pitchFamily="34" charset="0"/>
              </a:rPr>
              <a:t> </a:t>
            </a:r>
            <a:r>
              <a:rPr lang="en-US" sz="3601" b="1" dirty="0" err="1">
                <a:solidFill>
                  <a:prstClr val="black"/>
                </a:solidFill>
                <a:latin typeface="Calibri" pitchFamily="34" charset="0"/>
              </a:rPr>
              <a:t>ರಖವಾರೇ</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ಹೋತ</a:t>
            </a:r>
            <a:r>
              <a:rPr lang="en-US" sz="3601" b="1" dirty="0">
                <a:solidFill>
                  <a:prstClr val="black"/>
                </a:solidFill>
                <a:latin typeface="Calibri" pitchFamily="34" charset="0"/>
              </a:rPr>
              <a:t> </a:t>
            </a:r>
            <a:r>
              <a:rPr lang="en-US" sz="3601" b="1" dirty="0" err="1">
                <a:solidFill>
                  <a:prstClr val="black"/>
                </a:solidFill>
                <a:latin typeface="Calibri" pitchFamily="34" charset="0"/>
              </a:rPr>
              <a:t>ನ</a:t>
            </a:r>
            <a:r>
              <a:rPr lang="en-US" sz="3601" b="1" dirty="0">
                <a:solidFill>
                  <a:prstClr val="black"/>
                </a:solidFill>
                <a:latin typeface="Calibri" pitchFamily="34" charset="0"/>
              </a:rPr>
              <a:t> </a:t>
            </a:r>
            <a:r>
              <a:rPr lang="en-US" sz="3601" b="1" dirty="0" err="1">
                <a:solidFill>
                  <a:prstClr val="black"/>
                </a:solidFill>
                <a:latin typeface="Calibri" pitchFamily="34" charset="0"/>
              </a:rPr>
              <a:t>ಆಜ್ಞಾ</a:t>
            </a:r>
            <a:r>
              <a:rPr lang="en-US" sz="3601" b="1" dirty="0">
                <a:solidFill>
                  <a:prstClr val="black"/>
                </a:solidFill>
                <a:latin typeface="Calibri" pitchFamily="34" charset="0"/>
              </a:rPr>
              <a:t> </a:t>
            </a:r>
            <a:r>
              <a:rPr lang="en-US" sz="3601" b="1" dirty="0" err="1">
                <a:solidFill>
                  <a:prstClr val="black"/>
                </a:solidFill>
                <a:latin typeface="Calibri" pitchFamily="34" charset="0"/>
              </a:rPr>
              <a:t>ಬಿನು</a:t>
            </a:r>
            <a:r>
              <a:rPr lang="en-US" sz="3601" b="1" dirty="0">
                <a:solidFill>
                  <a:prstClr val="black"/>
                </a:solidFill>
                <a:latin typeface="Calibri" pitchFamily="34" charset="0"/>
              </a:rPr>
              <a:t> </a:t>
            </a:r>
            <a:r>
              <a:rPr lang="en-US" sz="3601" b="1" dirty="0" err="1">
                <a:solidFill>
                  <a:prstClr val="black"/>
                </a:solidFill>
                <a:latin typeface="Calibri" pitchFamily="34" charset="0"/>
              </a:rPr>
              <a:t>ಪೈಸಾರೇ</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೨೧</a:t>
            </a:r>
            <a:r>
              <a:rPr lang="en-US" sz="3601" b="1" dirty="0">
                <a:solidFill>
                  <a:prstClr val="black"/>
                </a:solidFill>
                <a:latin typeface="Calibri" pitchFamily="34" charset="0"/>
              </a:rPr>
              <a:t>॥</a:t>
            </a:r>
          </a:p>
          <a:p>
            <a:pPr algn="ctr" defTabSz="914522"/>
            <a:endParaRPr lang="en-US" sz="3601"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Oh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You are the sentinel at the door of Ram's mercy mansion or His divine abode. No one may enter without your permission.</a:t>
            </a:r>
          </a:p>
          <a:p>
            <a:pPr algn="ctr" defTabSz="914522"/>
            <a:r>
              <a:rPr lang="en-US" sz="2801" b="1" dirty="0">
                <a:solidFill>
                  <a:prstClr val="black"/>
                </a:solidFill>
                <a:latin typeface="Palatino Linotype" pitchFamily="18" charset="0"/>
              </a:rPr>
              <a:t>		</a:t>
            </a:r>
            <a:endParaRPr lang="en-US" sz="2801" b="1" dirty="0">
              <a:solidFill>
                <a:prstClr val="black"/>
              </a:solidFill>
              <a:latin typeface="Calibri" pitchFamily="34" charset="0"/>
            </a:endParaRPr>
          </a:p>
        </p:txBody>
      </p:sp>
    </p:spTree>
    <p:extLst>
      <p:ext uri="{BB962C8B-B14F-4D97-AF65-F5344CB8AC3E}">
        <p14:creationId xmlns:p14="http://schemas.microsoft.com/office/powerpoint/2010/main" val="381578206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p:cNvSpPr>
            <a:spLocks noChangeArrowheads="1"/>
          </p:cNvSpPr>
          <p:nvPr/>
        </p:nvSpPr>
        <p:spPr bwMode="auto">
          <a:xfrm>
            <a:off x="1753308" y="117831"/>
            <a:ext cx="8917206" cy="6741461"/>
          </a:xfrm>
          <a:prstGeom prst="rect">
            <a:avLst/>
          </a:prstGeom>
          <a:noFill/>
          <a:ln w="9525">
            <a:noFill/>
            <a:miter lim="800000"/>
            <a:headEnd/>
            <a:tailEnd/>
          </a:ln>
        </p:spPr>
        <p:txBody>
          <a:bodyPr wrap="square">
            <a:spAutoFit/>
          </a:bodyPr>
          <a:lstStyle/>
          <a:p>
            <a:pPr algn="ctr" defTabSz="914522"/>
            <a:endParaRPr lang="en-IN" sz="14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सब</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सुख</a:t>
            </a:r>
            <a:r>
              <a:rPr lang="en-IN" sz="4001" b="1" dirty="0">
                <a:solidFill>
                  <a:prstClr val="black"/>
                </a:solidFill>
                <a:latin typeface="Aparajita" pitchFamily="34" charset="0"/>
              </a:rPr>
              <a:t> </a:t>
            </a:r>
            <a:r>
              <a:rPr lang="en-IN" sz="4001" b="1" dirty="0" err="1">
                <a:solidFill>
                  <a:prstClr val="black"/>
                </a:solidFill>
                <a:latin typeface="Aparajita" pitchFamily="34" charset="0"/>
              </a:rPr>
              <a:t>लहै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तुह्मारी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सरना</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तुम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रच्छक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डर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ना</a:t>
            </a:r>
            <a:r>
              <a:rPr lang="en-IN" sz="4001" b="1" dirty="0">
                <a:solidFill>
                  <a:prstClr val="black"/>
                </a:solidFill>
                <a:latin typeface="Aparajita" pitchFamily="34" charset="0"/>
              </a:rPr>
              <a:t> ॥२२॥</a:t>
            </a:r>
          </a:p>
          <a:p>
            <a:pPr algn="ctr" defTabSz="914522"/>
            <a:endParaRPr lang="en-IN" sz="4001" b="1" dirty="0">
              <a:solidFill>
                <a:prstClr val="black"/>
              </a:solidFill>
              <a:latin typeface="Aparajita" pitchFamily="34" charset="0"/>
            </a:endParaRPr>
          </a:p>
          <a:p>
            <a:pPr algn="ctr" defTabSz="914522"/>
            <a:r>
              <a:rPr lang="en-US" sz="3601" b="1" dirty="0">
                <a:solidFill>
                  <a:prstClr val="black"/>
                </a:solidFill>
                <a:latin typeface="URW Palladio IT" pitchFamily="2" charset="0"/>
              </a:rPr>
              <a:t>Saba </a:t>
            </a:r>
            <a:r>
              <a:rPr lang="en-US" sz="3601" b="1" dirty="0" err="1">
                <a:solidFill>
                  <a:prstClr val="black"/>
                </a:solidFill>
                <a:latin typeface="URW Palladio IT" pitchFamily="2" charset="0"/>
              </a:rPr>
              <a:t>Sukha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Lahai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Tumhäré</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Saranä</a:t>
            </a:r>
            <a:r>
              <a:rPr lang="en-US" sz="3601" b="1" dirty="0">
                <a:solidFill>
                  <a:prstClr val="black"/>
                </a:solidFill>
                <a:latin typeface="URW Palladio IT" pitchFamily="2" charset="0"/>
              </a:rPr>
              <a:t> | </a:t>
            </a:r>
          </a:p>
          <a:p>
            <a:pPr algn="ctr" defTabSz="914522"/>
            <a:r>
              <a:rPr lang="en-US" sz="3601" b="1" dirty="0" err="1">
                <a:solidFill>
                  <a:prstClr val="black"/>
                </a:solidFill>
                <a:latin typeface="URW Palladio IT" pitchFamily="2" charset="0"/>
              </a:rPr>
              <a:t>Tuma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Racchaka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Kähü</a:t>
            </a:r>
            <a:r>
              <a:rPr lang="en-US" sz="3601" b="1" dirty="0">
                <a:solidFill>
                  <a:prstClr val="black"/>
                </a:solidFill>
                <a:latin typeface="URW Palladio IT" pitchFamily="2" charset="0"/>
              </a:rPr>
              <a:t> Ko </a:t>
            </a:r>
            <a:r>
              <a:rPr lang="en-US" sz="3601" b="1" dirty="0" err="1">
                <a:solidFill>
                  <a:prstClr val="black"/>
                </a:solidFill>
                <a:latin typeface="URW Palladio IT" pitchFamily="2" charset="0"/>
              </a:rPr>
              <a:t>Òara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Nä</a:t>
            </a:r>
            <a:r>
              <a:rPr lang="en-US" sz="3601" b="1" dirty="0">
                <a:solidFill>
                  <a:prstClr val="black"/>
                </a:solidFill>
                <a:latin typeface="URW Palladio IT" pitchFamily="2" charset="0"/>
              </a:rPr>
              <a:t> || - 22</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ಸಬ</a:t>
            </a:r>
            <a:r>
              <a:rPr lang="en-US" sz="3601" b="1" dirty="0">
                <a:solidFill>
                  <a:prstClr val="black"/>
                </a:solidFill>
                <a:latin typeface="Calibri" pitchFamily="34" charset="0"/>
              </a:rPr>
              <a:t> </a:t>
            </a:r>
            <a:r>
              <a:rPr lang="en-US" sz="3601" b="1" dirty="0" err="1">
                <a:solidFill>
                  <a:prstClr val="black"/>
                </a:solidFill>
                <a:latin typeface="Calibri" pitchFamily="34" charset="0"/>
              </a:rPr>
              <a:t>ಸುಖ</a:t>
            </a:r>
            <a:r>
              <a:rPr lang="en-US" sz="3601" b="1" dirty="0">
                <a:solidFill>
                  <a:prstClr val="black"/>
                </a:solidFill>
                <a:latin typeface="Calibri" pitchFamily="34" charset="0"/>
              </a:rPr>
              <a:t> </a:t>
            </a:r>
            <a:r>
              <a:rPr lang="en-US" sz="3601" b="1" dirty="0" err="1">
                <a:solidFill>
                  <a:prstClr val="black"/>
                </a:solidFill>
                <a:latin typeface="Calibri" pitchFamily="34" charset="0"/>
              </a:rPr>
              <a:t>ಲಹೈ</a:t>
            </a:r>
            <a:r>
              <a:rPr lang="en-US" sz="3601" b="1" dirty="0">
                <a:solidFill>
                  <a:prstClr val="black"/>
                </a:solidFill>
                <a:latin typeface="Calibri" pitchFamily="34" charset="0"/>
              </a:rPr>
              <a:t> </a:t>
            </a:r>
            <a:r>
              <a:rPr lang="en-US" sz="3601" b="1" dirty="0" err="1">
                <a:solidFill>
                  <a:prstClr val="black"/>
                </a:solidFill>
                <a:latin typeface="Calibri" pitchFamily="34" charset="0"/>
              </a:rPr>
              <a:t>ತುಮ್ಹಾರೀ</a:t>
            </a:r>
            <a:r>
              <a:rPr lang="en-US" sz="3601" b="1" dirty="0">
                <a:solidFill>
                  <a:prstClr val="black"/>
                </a:solidFill>
                <a:latin typeface="Calibri" pitchFamily="34" charset="0"/>
              </a:rPr>
              <a:t> </a:t>
            </a:r>
            <a:r>
              <a:rPr lang="en-US" sz="3601" b="1" dirty="0" err="1">
                <a:solidFill>
                  <a:prstClr val="black"/>
                </a:solidFill>
                <a:latin typeface="Calibri" pitchFamily="34" charset="0"/>
              </a:rPr>
              <a:t>ಸರನಾ</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ತುಮ</a:t>
            </a:r>
            <a:r>
              <a:rPr lang="en-US" sz="3601" b="1" dirty="0">
                <a:solidFill>
                  <a:prstClr val="black"/>
                </a:solidFill>
                <a:latin typeface="Calibri" pitchFamily="34" charset="0"/>
              </a:rPr>
              <a:t> </a:t>
            </a:r>
            <a:r>
              <a:rPr lang="en-US" sz="3601" b="1" dirty="0" err="1">
                <a:solidFill>
                  <a:prstClr val="black"/>
                </a:solidFill>
                <a:latin typeface="Calibri" pitchFamily="34" charset="0"/>
              </a:rPr>
              <a:t>ರ</a:t>
            </a:r>
            <a:r>
              <a:rPr lang="kn-IN" sz="3601" b="1" dirty="0" err="1">
                <a:solidFill>
                  <a:prstClr val="black"/>
                </a:solidFill>
                <a:latin typeface="Calibri" pitchFamily="34" charset="0"/>
                <a:ea typeface="Tunga" pitchFamily="2"/>
                <a:cs typeface="Tunga" pitchFamily="2"/>
              </a:rPr>
              <a:t>ಚ್ಛ</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ಕಾಹೂ</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ಡರನಾ</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೨೨</a:t>
            </a:r>
            <a:r>
              <a:rPr lang="en-US" sz="3601" b="1" dirty="0">
                <a:solidFill>
                  <a:prstClr val="black"/>
                </a:solidFill>
                <a:latin typeface="Calibri" pitchFamily="34" charset="0"/>
              </a:rPr>
              <a:t>॥</a:t>
            </a:r>
          </a:p>
          <a:p>
            <a:pPr algn="ctr" defTabSz="914522"/>
            <a:endParaRPr lang="en-US" sz="2400"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By your grace one can enjoy all happiness and one need not have any fear under your protection</a:t>
            </a:r>
            <a:r>
              <a:rPr lang="en-US" sz="2400" b="1" dirty="0">
                <a:solidFill>
                  <a:prstClr val="black"/>
                </a:solidFill>
                <a:latin typeface="Calibri" pitchFamily="34" charset="0"/>
              </a:rPr>
              <a:t>.</a:t>
            </a:r>
          </a:p>
          <a:p>
            <a:pPr algn="ctr" defTabSz="914522"/>
            <a:r>
              <a:rPr lang="en-IN" sz="2801" b="1" dirty="0">
                <a:solidFill>
                  <a:srgbClr val="00B050"/>
                </a:solidFill>
                <a:latin typeface="Sanskrit 99" pitchFamily="2" charset="0"/>
              </a:rPr>
              <a:t>		</a:t>
            </a:r>
            <a:r>
              <a:rPr lang="en-US" sz="1800" b="1" dirty="0">
                <a:solidFill>
                  <a:prstClr val="black"/>
                </a:solidFill>
                <a:latin typeface="Calibri" pitchFamily="34" charset="0"/>
              </a:rPr>
              <a:t/>
            </a:r>
            <a:br>
              <a:rPr lang="en-US" sz="1800" b="1" dirty="0">
                <a:solidFill>
                  <a:prstClr val="black"/>
                </a:solidFill>
                <a:latin typeface="Calibri" pitchFamily="34" charset="0"/>
              </a:rPr>
            </a:br>
            <a:endParaRPr lang="en-US" sz="1800" b="1" dirty="0">
              <a:solidFill>
                <a:prstClr val="black"/>
              </a:solidFill>
              <a:latin typeface="Calibri" pitchFamily="34" charset="0"/>
            </a:endParaRPr>
          </a:p>
        </p:txBody>
      </p:sp>
    </p:spTree>
    <p:extLst>
      <p:ext uri="{BB962C8B-B14F-4D97-AF65-F5344CB8AC3E}">
        <p14:creationId xmlns:p14="http://schemas.microsoft.com/office/powerpoint/2010/main" val="175069958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
          <p:cNvSpPr>
            <a:spLocks noChangeArrowheads="1"/>
          </p:cNvSpPr>
          <p:nvPr/>
        </p:nvSpPr>
        <p:spPr bwMode="auto">
          <a:xfrm>
            <a:off x="1524662" y="118"/>
            <a:ext cx="9145853" cy="6680034"/>
          </a:xfrm>
          <a:prstGeom prst="rect">
            <a:avLst/>
          </a:prstGeom>
          <a:noFill/>
          <a:ln w="9525">
            <a:noFill/>
            <a:miter lim="800000"/>
            <a:headEnd/>
            <a:tailEnd/>
          </a:ln>
        </p:spPr>
        <p:txBody>
          <a:bodyPr wrap="square">
            <a:spAutoFit/>
          </a:bodyPr>
          <a:lstStyle/>
          <a:p>
            <a:pPr algn="ctr" defTabSz="914522"/>
            <a:endParaRPr lang="en-IN" sz="12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आपन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सह्मारो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आपै</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तीनों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लोक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काँपै</a:t>
            </a:r>
            <a:r>
              <a:rPr lang="en-IN" sz="4001" b="1" dirty="0">
                <a:solidFill>
                  <a:prstClr val="black"/>
                </a:solidFill>
                <a:latin typeface="Aparajita" pitchFamily="34" charset="0"/>
              </a:rPr>
              <a:t> ॥२३॥</a:t>
            </a:r>
          </a:p>
          <a:p>
            <a:pPr algn="ctr" defTabSz="914522"/>
            <a:endParaRPr lang="en-IN" sz="40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Äpana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Teja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Samhäro</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Äpai</a:t>
            </a:r>
            <a:r>
              <a:rPr lang="en-US" sz="3601" b="1" dirty="0">
                <a:solidFill>
                  <a:prstClr val="black"/>
                </a:solidFill>
                <a:latin typeface="URW Palladio IT" pitchFamily="2" charset="0"/>
              </a:rPr>
              <a:t> | </a:t>
            </a:r>
          </a:p>
          <a:p>
            <a:pPr algn="ctr" defTabSz="914522"/>
            <a:r>
              <a:rPr lang="en-US" sz="3601" b="1" dirty="0" err="1">
                <a:solidFill>
                  <a:prstClr val="black"/>
                </a:solidFill>
                <a:latin typeface="URW Palladio IT" pitchFamily="2" charset="0"/>
              </a:rPr>
              <a:t>Ténoà</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Loka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Häðka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Teà</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Käðpai</a:t>
            </a:r>
            <a:r>
              <a:rPr lang="en-US" sz="3601" b="1" dirty="0">
                <a:solidFill>
                  <a:prstClr val="black"/>
                </a:solidFill>
                <a:latin typeface="URW Palladio IT" pitchFamily="2" charset="0"/>
              </a:rPr>
              <a:t> || - 23</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ಆಪನ</a:t>
            </a:r>
            <a:r>
              <a:rPr lang="en-US" sz="3601" b="1" dirty="0">
                <a:solidFill>
                  <a:prstClr val="black"/>
                </a:solidFill>
                <a:latin typeface="Calibri" pitchFamily="34" charset="0"/>
              </a:rPr>
              <a:t> </a:t>
            </a:r>
            <a:r>
              <a:rPr lang="en-US" sz="3601" b="1" dirty="0" err="1">
                <a:solidFill>
                  <a:prstClr val="black"/>
                </a:solidFill>
                <a:latin typeface="Calibri" pitchFamily="34" charset="0"/>
              </a:rPr>
              <a:t>ತೇಜ</a:t>
            </a:r>
            <a:r>
              <a:rPr lang="en-US" sz="3601" b="1" dirty="0">
                <a:solidFill>
                  <a:prstClr val="black"/>
                </a:solidFill>
                <a:latin typeface="Calibri" pitchFamily="34" charset="0"/>
              </a:rPr>
              <a:t> </a:t>
            </a:r>
            <a:r>
              <a:rPr lang="en-US" sz="3601" b="1" dirty="0" err="1">
                <a:solidFill>
                  <a:prstClr val="black"/>
                </a:solidFill>
                <a:latin typeface="Calibri" pitchFamily="34" charset="0"/>
              </a:rPr>
              <a:t>ಸಮ್ಹಾರೌ</a:t>
            </a:r>
            <a:r>
              <a:rPr lang="en-US" sz="3601" b="1" dirty="0">
                <a:solidFill>
                  <a:prstClr val="black"/>
                </a:solidFill>
                <a:latin typeface="Calibri" pitchFamily="34" charset="0"/>
              </a:rPr>
              <a:t> </a:t>
            </a:r>
            <a:r>
              <a:rPr lang="en-US" sz="3601" b="1" dirty="0" err="1">
                <a:solidFill>
                  <a:prstClr val="black"/>
                </a:solidFill>
                <a:latin typeface="Calibri" pitchFamily="34" charset="0"/>
              </a:rPr>
              <a:t>ಆಪೈ</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ತೀನೋ</a:t>
            </a:r>
            <a:r>
              <a:rPr lang="en-US" sz="3601" b="1" dirty="0">
                <a:solidFill>
                  <a:prstClr val="black"/>
                </a:solidFill>
                <a:latin typeface="Calibri" pitchFamily="34" charset="0"/>
              </a:rPr>
              <a:t> </a:t>
            </a:r>
            <a:r>
              <a:rPr lang="en-US" sz="3601" b="1" dirty="0" err="1">
                <a:solidFill>
                  <a:prstClr val="black"/>
                </a:solidFill>
                <a:latin typeface="Calibri" pitchFamily="34" charset="0"/>
              </a:rPr>
              <a:t>ಲೋಕ</a:t>
            </a:r>
            <a:r>
              <a:rPr lang="en-US" sz="3601" b="1" dirty="0">
                <a:solidFill>
                  <a:prstClr val="black"/>
                </a:solidFill>
                <a:latin typeface="Calibri" pitchFamily="34" charset="0"/>
              </a:rPr>
              <a:t> </a:t>
            </a:r>
            <a:r>
              <a:rPr lang="en-US" sz="3601" b="1" dirty="0" err="1">
                <a:solidFill>
                  <a:prstClr val="black"/>
                </a:solidFill>
                <a:latin typeface="Calibri" pitchFamily="34" charset="0"/>
              </a:rPr>
              <a:t>ಹಾಂಕ</a:t>
            </a:r>
            <a:r>
              <a:rPr lang="en-US" sz="3601" b="1" dirty="0">
                <a:solidFill>
                  <a:prstClr val="black"/>
                </a:solidFill>
                <a:latin typeface="Calibri" pitchFamily="34" charset="0"/>
              </a:rPr>
              <a:t> </a:t>
            </a:r>
            <a:r>
              <a:rPr lang="en-US" sz="3601" b="1" dirty="0" err="1">
                <a:solidFill>
                  <a:prstClr val="black"/>
                </a:solidFill>
                <a:latin typeface="Calibri" pitchFamily="34" charset="0"/>
              </a:rPr>
              <a:t>ತೇ</a:t>
            </a:r>
            <a:r>
              <a:rPr lang="en-US" sz="3601" b="1" dirty="0">
                <a:solidFill>
                  <a:prstClr val="black"/>
                </a:solidFill>
                <a:latin typeface="Calibri" pitchFamily="34" charset="0"/>
              </a:rPr>
              <a:t> </a:t>
            </a:r>
            <a:r>
              <a:rPr lang="en-US" sz="3601" b="1" dirty="0" err="1">
                <a:solidFill>
                  <a:prstClr val="black"/>
                </a:solidFill>
                <a:latin typeface="Calibri" pitchFamily="34" charset="0"/>
              </a:rPr>
              <a:t>ಕಾಂಪೈ</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೨೩</a:t>
            </a:r>
            <a:r>
              <a:rPr lang="en-US" sz="3601" b="1" dirty="0">
                <a:solidFill>
                  <a:prstClr val="black"/>
                </a:solidFill>
                <a:latin typeface="Calibri" pitchFamily="34" charset="0"/>
              </a:rPr>
              <a:t>॥</a:t>
            </a:r>
          </a:p>
          <a:p>
            <a:pPr algn="ctr" defTabSz="914522"/>
            <a:endParaRPr lang="en-US" sz="3601"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When you roar all the three worlds tremble and only you can control your might.</a:t>
            </a:r>
          </a:p>
          <a:p>
            <a:pPr algn="ctr" defTabSz="914522"/>
            <a:r>
              <a:rPr lang="en-US" sz="3201" b="1" dirty="0">
                <a:solidFill>
                  <a:prstClr val="black"/>
                </a:solidFill>
                <a:latin typeface="Palatino Linotype" pitchFamily="18" charset="0"/>
              </a:rPr>
              <a:t>		</a:t>
            </a:r>
          </a:p>
        </p:txBody>
      </p:sp>
    </p:spTree>
    <p:extLst>
      <p:ext uri="{BB962C8B-B14F-4D97-AF65-F5344CB8AC3E}">
        <p14:creationId xmlns:p14="http://schemas.microsoft.com/office/powerpoint/2010/main" val="3843389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
          <p:cNvSpPr>
            <a:spLocks noChangeArrowheads="1"/>
          </p:cNvSpPr>
          <p:nvPr/>
        </p:nvSpPr>
        <p:spPr bwMode="auto">
          <a:xfrm>
            <a:off x="1829522" y="113"/>
            <a:ext cx="8840990" cy="7264938"/>
          </a:xfrm>
          <a:prstGeom prst="rect">
            <a:avLst/>
          </a:prstGeom>
          <a:noFill/>
          <a:ln w="9525">
            <a:noFill/>
            <a:miter lim="800000"/>
            <a:headEnd/>
            <a:tailEnd/>
          </a:ln>
        </p:spPr>
        <p:txBody>
          <a:bodyPr>
            <a:spAutoFit/>
          </a:bodyPr>
          <a:lstStyle/>
          <a:p>
            <a:pPr algn="ctr" defTabSz="914522"/>
            <a:endParaRPr lang="en-IN" sz="14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भूत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पिसाच</a:t>
            </a:r>
            <a:r>
              <a:rPr lang="en-IN" sz="4001" b="1" dirty="0">
                <a:solidFill>
                  <a:prstClr val="black"/>
                </a:solidFill>
                <a:latin typeface="Aparajita" pitchFamily="34" charset="0"/>
              </a:rPr>
              <a:t> </a:t>
            </a:r>
            <a:r>
              <a:rPr lang="en-IN" sz="4001" b="1" dirty="0" err="1">
                <a:solidFill>
                  <a:prstClr val="black"/>
                </a:solidFill>
                <a:latin typeface="Aparajita" pitchFamily="34" charset="0"/>
              </a:rPr>
              <a:t>निकट</a:t>
            </a:r>
            <a:r>
              <a:rPr lang="en-IN" sz="4001" b="1" dirty="0">
                <a:solidFill>
                  <a:prstClr val="black"/>
                </a:solidFill>
                <a:latin typeface="Aparajita" pitchFamily="34" charset="0"/>
              </a:rPr>
              <a:t> </a:t>
            </a:r>
            <a:r>
              <a:rPr lang="en-IN" sz="4001" b="1" dirty="0" err="1">
                <a:solidFill>
                  <a:prstClr val="black"/>
                </a:solidFill>
                <a:latin typeface="Aparajita" pitchFamily="34" charset="0"/>
              </a:rPr>
              <a:t>नहिं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आवै</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महाबीर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जब</a:t>
            </a:r>
            <a:r>
              <a:rPr lang="en-IN" sz="4001" b="1" dirty="0">
                <a:solidFill>
                  <a:prstClr val="black"/>
                </a:solidFill>
                <a:latin typeface="Aparajita" pitchFamily="34" charset="0"/>
              </a:rPr>
              <a:t> </a:t>
            </a:r>
            <a:r>
              <a:rPr lang="en-IN" sz="4001" b="1" dirty="0" err="1">
                <a:solidFill>
                  <a:prstClr val="black"/>
                </a:solidFill>
                <a:latin typeface="Aparajita" pitchFamily="34" charset="0"/>
              </a:rPr>
              <a:t>नाम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सुनावै</a:t>
            </a:r>
            <a:r>
              <a:rPr lang="en-IN" sz="4001" b="1" dirty="0">
                <a:solidFill>
                  <a:prstClr val="black"/>
                </a:solidFill>
                <a:latin typeface="Aparajita" pitchFamily="34" charset="0"/>
              </a:rPr>
              <a:t> ॥२४॥</a:t>
            </a:r>
          </a:p>
          <a:p>
            <a:pPr algn="ctr" defTabSz="914522"/>
            <a:endParaRPr lang="en-IN" sz="40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Bhüta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Pisäca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Nikaöa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Nahim</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Ävai</a:t>
            </a:r>
            <a:r>
              <a:rPr lang="en-US" sz="3601" b="1" dirty="0">
                <a:solidFill>
                  <a:prstClr val="black"/>
                </a:solidFill>
                <a:latin typeface="URW Palladio IT" pitchFamily="2" charset="0"/>
              </a:rPr>
              <a:t> | </a:t>
            </a:r>
          </a:p>
          <a:p>
            <a:pPr algn="ctr" defTabSz="914522"/>
            <a:r>
              <a:rPr lang="en-US" sz="3601" b="1" dirty="0" err="1">
                <a:solidFill>
                  <a:prstClr val="black"/>
                </a:solidFill>
                <a:latin typeface="URW Palladio IT" pitchFamily="2" charset="0"/>
              </a:rPr>
              <a:t>Mahäbéra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Jaba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Näma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Sunävai</a:t>
            </a:r>
            <a:r>
              <a:rPr lang="en-US" sz="3601" b="1" dirty="0">
                <a:solidFill>
                  <a:prstClr val="black"/>
                </a:solidFill>
                <a:latin typeface="URW Palladio IT" pitchFamily="2" charset="0"/>
              </a:rPr>
              <a:t> || - 24</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ಭೂತ</a:t>
            </a:r>
            <a:r>
              <a:rPr lang="en-US" sz="3601" b="1" dirty="0">
                <a:solidFill>
                  <a:prstClr val="black"/>
                </a:solidFill>
                <a:latin typeface="Calibri" pitchFamily="34" charset="0"/>
              </a:rPr>
              <a:t> </a:t>
            </a:r>
            <a:r>
              <a:rPr lang="en-US" sz="3601" b="1" dirty="0" err="1">
                <a:solidFill>
                  <a:prstClr val="black"/>
                </a:solidFill>
                <a:latin typeface="Calibri" pitchFamily="34" charset="0"/>
              </a:rPr>
              <a:t>ಪಿಸಾಚ</a:t>
            </a:r>
            <a:r>
              <a:rPr lang="en-US" sz="3601" b="1" dirty="0">
                <a:solidFill>
                  <a:prstClr val="black"/>
                </a:solidFill>
                <a:latin typeface="Calibri" pitchFamily="34" charset="0"/>
              </a:rPr>
              <a:t> </a:t>
            </a:r>
            <a:r>
              <a:rPr lang="en-US" sz="3601" b="1" dirty="0" err="1">
                <a:solidFill>
                  <a:prstClr val="black"/>
                </a:solidFill>
                <a:latin typeface="Calibri" pitchFamily="34" charset="0"/>
              </a:rPr>
              <a:t>ನಿಕಟ</a:t>
            </a:r>
            <a:r>
              <a:rPr lang="en-US" sz="3601" b="1" dirty="0">
                <a:solidFill>
                  <a:prstClr val="black"/>
                </a:solidFill>
                <a:latin typeface="Calibri" pitchFamily="34" charset="0"/>
              </a:rPr>
              <a:t> </a:t>
            </a:r>
            <a:r>
              <a:rPr lang="en-US" sz="3601" b="1" dirty="0" err="1">
                <a:solidFill>
                  <a:prstClr val="black"/>
                </a:solidFill>
                <a:latin typeface="Calibri" pitchFamily="34" charset="0"/>
              </a:rPr>
              <a:t>ನಹಿ</a:t>
            </a:r>
            <a:r>
              <a:rPr lang="en-US" sz="3601" b="1" dirty="0">
                <a:solidFill>
                  <a:prstClr val="black"/>
                </a:solidFill>
                <a:latin typeface="Calibri" pitchFamily="34" charset="0"/>
              </a:rPr>
              <a:t> </a:t>
            </a:r>
            <a:r>
              <a:rPr lang="en-US" sz="3601" b="1" dirty="0" err="1">
                <a:solidFill>
                  <a:prstClr val="black"/>
                </a:solidFill>
                <a:latin typeface="Calibri" pitchFamily="34" charset="0"/>
              </a:rPr>
              <a:t>ಆವೈ</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ಮಹಾ</a:t>
            </a:r>
            <a:r>
              <a:rPr lang="kn-IN" sz="3601" b="1" dirty="0">
                <a:solidFill>
                  <a:prstClr val="black"/>
                </a:solidFill>
                <a:latin typeface="Calibri" pitchFamily="34" charset="0"/>
                <a:ea typeface="Tunga" pitchFamily="2"/>
                <a:cs typeface="Tunga" pitchFamily="2"/>
              </a:rPr>
              <a:t>ಬೀ</a:t>
            </a:r>
            <a:r>
              <a:rPr lang="en-US" sz="3601" b="1" dirty="0" err="1">
                <a:solidFill>
                  <a:prstClr val="black"/>
                </a:solidFill>
                <a:latin typeface="Calibri" pitchFamily="34" charset="0"/>
              </a:rPr>
              <a:t>ರ</a:t>
            </a:r>
            <a:r>
              <a:rPr lang="en-US" sz="3601" b="1" dirty="0">
                <a:solidFill>
                  <a:prstClr val="black"/>
                </a:solidFill>
                <a:latin typeface="Calibri" pitchFamily="34" charset="0"/>
              </a:rPr>
              <a:t> </a:t>
            </a:r>
            <a:r>
              <a:rPr lang="en-US" sz="3601" b="1" dirty="0" err="1">
                <a:solidFill>
                  <a:prstClr val="black"/>
                </a:solidFill>
                <a:latin typeface="Calibri" pitchFamily="34" charset="0"/>
              </a:rPr>
              <a:t>ಜಬ</a:t>
            </a:r>
            <a:r>
              <a:rPr lang="en-US" sz="3601" b="1" dirty="0">
                <a:solidFill>
                  <a:prstClr val="black"/>
                </a:solidFill>
                <a:latin typeface="Calibri" pitchFamily="34" charset="0"/>
              </a:rPr>
              <a:t> </a:t>
            </a:r>
            <a:r>
              <a:rPr lang="en-US" sz="3601" b="1" dirty="0" err="1">
                <a:solidFill>
                  <a:prstClr val="black"/>
                </a:solidFill>
                <a:latin typeface="Calibri" pitchFamily="34" charset="0"/>
              </a:rPr>
              <a:t>ನಾಮ</a:t>
            </a:r>
            <a:r>
              <a:rPr lang="en-US" sz="3601" b="1" dirty="0">
                <a:solidFill>
                  <a:prstClr val="black"/>
                </a:solidFill>
                <a:latin typeface="Calibri" pitchFamily="34" charset="0"/>
              </a:rPr>
              <a:t> </a:t>
            </a:r>
            <a:r>
              <a:rPr lang="en-US" sz="3601" b="1" dirty="0" err="1">
                <a:solidFill>
                  <a:prstClr val="black"/>
                </a:solidFill>
                <a:latin typeface="Calibri" pitchFamily="34" charset="0"/>
              </a:rPr>
              <a:t>ಸುನಾವೈ</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೨೪</a:t>
            </a:r>
            <a:r>
              <a:rPr lang="en-US" sz="3601" b="1" dirty="0">
                <a:solidFill>
                  <a:prstClr val="black"/>
                </a:solidFill>
                <a:latin typeface="Calibri" pitchFamily="34" charset="0"/>
              </a:rPr>
              <a:t>॥</a:t>
            </a:r>
          </a:p>
          <a:p>
            <a:pPr algn="ctr" defTabSz="914522"/>
            <a:endParaRPr lang="en-US" sz="4001"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Great Brave on. </a:t>
            </a:r>
            <a:r>
              <a:rPr lang="en-US" sz="2400" b="1" dirty="0" err="1">
                <a:solidFill>
                  <a:prstClr val="black"/>
                </a:solidFill>
                <a:latin typeface="Palatino Linotype" pitchFamily="18" charset="0"/>
              </a:rPr>
              <a:t>Hanumanji's</a:t>
            </a:r>
            <a:r>
              <a:rPr lang="en-US" sz="2400" b="1" dirty="0">
                <a:solidFill>
                  <a:prstClr val="black"/>
                </a:solidFill>
                <a:latin typeface="Palatino Linotype" pitchFamily="18" charset="0"/>
              </a:rPr>
              <a:t> name keeps all the Ghosts, Demons &amp; evils spirits away from his devotees.</a:t>
            </a:r>
          </a:p>
          <a:p>
            <a:pPr algn="ctr" defTabSz="914522"/>
            <a:r>
              <a:rPr lang="en-US" sz="3601" b="1" dirty="0">
                <a:solidFill>
                  <a:prstClr val="black"/>
                </a:solidFill>
                <a:latin typeface="Palatino Linotype" pitchFamily="18" charset="0"/>
              </a:rPr>
              <a:t>		</a:t>
            </a:r>
            <a:r>
              <a:rPr lang="en-US" sz="2801" b="1" dirty="0">
                <a:solidFill>
                  <a:prstClr val="black"/>
                </a:solidFill>
                <a:latin typeface="Palatino Linotype" pitchFamily="18" charset="0"/>
              </a:rPr>
              <a:t/>
            </a:r>
            <a:br>
              <a:rPr lang="en-US" sz="2801" b="1" dirty="0">
                <a:solidFill>
                  <a:prstClr val="black"/>
                </a:solidFill>
                <a:latin typeface="Palatino Linotype" pitchFamily="18" charset="0"/>
              </a:rPr>
            </a:br>
            <a:endParaRPr lang="en-US" sz="2801" b="1" dirty="0">
              <a:solidFill>
                <a:prstClr val="black"/>
              </a:solidFill>
              <a:latin typeface="Palatino Linotype" pitchFamily="18" charset="0"/>
            </a:endParaRPr>
          </a:p>
        </p:txBody>
      </p:sp>
    </p:spTree>
    <p:extLst>
      <p:ext uri="{BB962C8B-B14F-4D97-AF65-F5344CB8AC3E}">
        <p14:creationId xmlns:p14="http://schemas.microsoft.com/office/powerpoint/2010/main" val="160454967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1524662" y="102"/>
            <a:ext cx="9145853" cy="862031"/>
          </a:xfrm>
          <a:prstGeom prst="rect">
            <a:avLst/>
          </a:prstGeom>
          <a:noFill/>
          <a:ln w="9525">
            <a:noFill/>
            <a:miter lim="800000"/>
            <a:headEnd/>
            <a:tailEnd/>
          </a:ln>
        </p:spPr>
        <p:txBody>
          <a:bodyPr>
            <a:spAutoFit/>
          </a:bodyPr>
          <a:lstStyle/>
          <a:p>
            <a:pPr algn="ctr" defTabSz="914522"/>
            <a:r>
              <a:rPr lang="en-IN" sz="2501" b="1">
                <a:solidFill>
                  <a:srgbClr val="FFFFFF"/>
                </a:solidFill>
                <a:latin typeface="Aparajita" pitchFamily="34" charset="0"/>
              </a:rPr>
              <a:t>॥ इति श्रीमद्गोस्वामीतुलसीदासजी अवधी भाषायां विरचितं श्रीहनुमान चालीसा ॥</a:t>
            </a:r>
            <a:endParaRPr lang="en-US" sz="2501" b="1">
              <a:solidFill>
                <a:srgbClr val="FFFFFF"/>
              </a:solidFill>
              <a:latin typeface="Aparajita" pitchFamily="34" charset="0"/>
            </a:endParaRPr>
          </a:p>
        </p:txBody>
      </p:sp>
      <p:sp>
        <p:nvSpPr>
          <p:cNvPr id="53251" name="Rectangle 1"/>
          <p:cNvSpPr>
            <a:spLocks noChangeArrowheads="1"/>
          </p:cNvSpPr>
          <p:nvPr/>
        </p:nvSpPr>
        <p:spPr bwMode="auto">
          <a:xfrm>
            <a:off x="1577061" y="4741351"/>
            <a:ext cx="9145853" cy="2616742"/>
          </a:xfrm>
          <a:prstGeom prst="rect">
            <a:avLst/>
          </a:prstGeom>
          <a:noFill/>
          <a:ln w="9525">
            <a:noFill/>
            <a:miter lim="800000"/>
            <a:headEnd/>
            <a:tailEnd/>
          </a:ln>
        </p:spPr>
        <p:txBody>
          <a:bodyPr>
            <a:spAutoFit/>
          </a:bodyPr>
          <a:lstStyle/>
          <a:p>
            <a:pPr defTabSz="914522"/>
            <a:r>
              <a:rPr lang="en-US" sz="2801" b="1" dirty="0">
                <a:solidFill>
                  <a:srgbClr val="000000"/>
                </a:solidFill>
                <a:latin typeface="Calibri"/>
              </a:rPr>
              <a:t>	</a:t>
            </a:r>
          </a:p>
          <a:p>
            <a:pPr defTabSz="914522"/>
            <a:r>
              <a:rPr lang="en-US" sz="2801" b="1" dirty="0">
                <a:solidFill>
                  <a:srgbClr val="000000"/>
                </a:solidFill>
                <a:latin typeface="Calibri"/>
              </a:rPr>
              <a:t>	</a:t>
            </a:r>
            <a:r>
              <a:rPr lang="hi-IN" sz="2801" b="1" dirty="0">
                <a:solidFill>
                  <a:srgbClr val="000000"/>
                </a:solidFill>
                <a:latin typeface="Calibri"/>
              </a:rPr>
              <a:t>राम लक्ष्मण जानकी</a:t>
            </a:r>
            <a:r>
              <a:rPr lang="en-US" sz="2801" b="1" dirty="0">
                <a:solidFill>
                  <a:srgbClr val="000000"/>
                </a:solidFill>
                <a:latin typeface="Calibri"/>
              </a:rPr>
              <a:t>	</a:t>
            </a:r>
            <a:r>
              <a:rPr lang="en-US" sz="2801" dirty="0" err="1">
                <a:solidFill>
                  <a:srgbClr val="000000"/>
                </a:solidFill>
                <a:latin typeface="URW Palladio IT" pitchFamily="2" charset="0"/>
              </a:rPr>
              <a:t>Räma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La</a:t>
            </a:r>
            <a:r>
              <a:rPr lang="en-US" altLang="zh-CN" sz="2801" dirty="0" err="1">
                <a:solidFill>
                  <a:srgbClr val="000000"/>
                </a:solidFill>
                <a:latin typeface="URW Palladio IT" pitchFamily="2" charset="0"/>
                <a:ea typeface="宋体" panose="02010600030101010101" pitchFamily="2" charset="-122"/>
                <a:sym typeface="URW Palladio IT" pitchFamily="2" charset="0"/>
              </a:rPr>
              <a:t>kñ</a:t>
            </a:r>
            <a:r>
              <a:rPr lang="en-US" sz="2801" dirty="0" err="1">
                <a:solidFill>
                  <a:srgbClr val="000000"/>
                </a:solidFill>
                <a:latin typeface="URW Palladio IT" pitchFamily="2" charset="0"/>
              </a:rPr>
              <a:t>hmaëa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Jänaké</a:t>
            </a:r>
            <a:endParaRPr lang="en-US" sz="2801" dirty="0">
              <a:solidFill>
                <a:srgbClr val="000000"/>
              </a:solidFill>
              <a:latin typeface="URW Palladio IT" pitchFamily="2" charset="0"/>
            </a:endParaRPr>
          </a:p>
          <a:p>
            <a:pPr defTabSz="914522"/>
            <a:r>
              <a:rPr lang="en-US" sz="2801" b="1" dirty="0">
                <a:solidFill>
                  <a:srgbClr val="000000"/>
                </a:solidFill>
                <a:latin typeface="Calibri"/>
              </a:rPr>
              <a:t>	</a:t>
            </a:r>
            <a:r>
              <a:rPr lang="hi-IN" sz="2801" b="1" dirty="0">
                <a:solidFill>
                  <a:srgbClr val="000000"/>
                </a:solidFill>
                <a:latin typeface="Calibri"/>
              </a:rPr>
              <a:t>जय बोलो हनुमान की</a:t>
            </a:r>
            <a:r>
              <a:rPr lang="en-US" sz="2801" b="1" dirty="0">
                <a:solidFill>
                  <a:srgbClr val="000000"/>
                </a:solidFill>
                <a:latin typeface="Calibri"/>
              </a:rPr>
              <a:t>	</a:t>
            </a:r>
            <a:r>
              <a:rPr lang="en-US" sz="2801" dirty="0">
                <a:solidFill>
                  <a:srgbClr val="000000"/>
                </a:solidFill>
                <a:latin typeface="URW Palladio IT" pitchFamily="2" charset="0"/>
              </a:rPr>
              <a:t> Jaya Bolo </a:t>
            </a:r>
            <a:r>
              <a:rPr lang="en-US" sz="2801" dirty="0" err="1">
                <a:solidFill>
                  <a:srgbClr val="000000"/>
                </a:solidFill>
                <a:latin typeface="URW Palladio IT" pitchFamily="2" charset="0"/>
              </a:rPr>
              <a:t>Hanumäna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Ké</a:t>
            </a:r>
            <a:endParaRPr lang="en-CA" sz="2801" b="1" dirty="0">
              <a:solidFill>
                <a:srgbClr val="000000"/>
              </a:solidFill>
              <a:latin typeface="Calibri"/>
            </a:endParaRPr>
          </a:p>
          <a:p>
            <a:pPr defTabSz="914522"/>
            <a:r>
              <a:rPr lang="en-CA" sz="2801" b="1" dirty="0">
                <a:solidFill>
                  <a:srgbClr val="000000"/>
                </a:solidFill>
                <a:latin typeface="Calibri"/>
              </a:rPr>
              <a:t>			  </a:t>
            </a:r>
            <a:r>
              <a:rPr lang="kn-IN" sz="2400" b="1" dirty="0">
                <a:solidFill>
                  <a:srgbClr val="000000"/>
                </a:solidFill>
                <a:latin typeface="Calibri"/>
              </a:rPr>
              <a:t>ರಾಮ ಲಕ್ಷ್ಮಣ </a:t>
            </a:r>
            <a:r>
              <a:rPr lang="kn-IN" sz="2400" b="1" dirty="0" err="1">
                <a:solidFill>
                  <a:srgbClr val="000000"/>
                </a:solidFill>
                <a:latin typeface="Calibri"/>
              </a:rPr>
              <a:t>ಜಾನಕೀ</a:t>
            </a:r>
            <a:endParaRPr lang="kn-IN" sz="2400" b="1" dirty="0">
              <a:solidFill>
                <a:srgbClr val="000000"/>
              </a:solidFill>
              <a:latin typeface="Calibri"/>
            </a:endParaRPr>
          </a:p>
          <a:p>
            <a:pPr algn="ctr" defTabSz="914522"/>
            <a:r>
              <a:rPr lang="kn-IN" sz="2400" b="1" dirty="0">
                <a:solidFill>
                  <a:srgbClr val="000000"/>
                </a:solidFill>
                <a:latin typeface="Calibri"/>
              </a:rPr>
              <a:t>ಜೈ </a:t>
            </a:r>
            <a:r>
              <a:rPr lang="kn-IN" sz="2400" b="1" dirty="0" err="1">
                <a:solidFill>
                  <a:srgbClr val="000000"/>
                </a:solidFill>
                <a:latin typeface="Calibri"/>
              </a:rPr>
              <a:t>ಬೋಲೋ</a:t>
            </a:r>
            <a:r>
              <a:rPr lang="kn-IN" sz="2400" b="1" dirty="0">
                <a:solidFill>
                  <a:srgbClr val="000000"/>
                </a:solidFill>
                <a:latin typeface="Calibri"/>
              </a:rPr>
              <a:t> </a:t>
            </a:r>
            <a:r>
              <a:rPr lang="kn-IN" sz="2400" b="1" dirty="0" err="1">
                <a:solidFill>
                  <a:srgbClr val="000000"/>
                </a:solidFill>
                <a:latin typeface="Calibri"/>
              </a:rPr>
              <a:t>ಹನುಮಾನ್</a:t>
            </a:r>
            <a:r>
              <a:rPr lang="kn-IN" sz="2400" b="1" dirty="0">
                <a:solidFill>
                  <a:srgbClr val="000000"/>
                </a:solidFill>
                <a:latin typeface="Calibri"/>
              </a:rPr>
              <a:t> ಕೀ</a:t>
            </a:r>
            <a:endParaRPr lang="en-CA" sz="2400" b="1" dirty="0">
              <a:solidFill>
                <a:srgbClr val="000000"/>
              </a:solidFill>
              <a:latin typeface="Calibri"/>
            </a:endParaRPr>
          </a:p>
          <a:p>
            <a:pPr defTabSz="914522"/>
            <a:endParaRPr lang="en-IN" sz="2801" b="1" dirty="0">
              <a:solidFill>
                <a:srgbClr val="000000"/>
              </a:solidFill>
              <a:latin typeface="Calibri"/>
            </a:endParaRPr>
          </a:p>
        </p:txBody>
      </p:sp>
      <p:pic>
        <p:nvPicPr>
          <p:cNvPr id="53252" name="Picture 3" descr="G:\Rama\maxresdefault.jpg"/>
          <p:cNvPicPr>
            <a:picLocks noChangeAspect="1" noChangeArrowheads="1"/>
          </p:cNvPicPr>
          <p:nvPr/>
        </p:nvPicPr>
        <p:blipFill>
          <a:blip r:embed="rId2"/>
          <a:srcRect/>
          <a:stretch>
            <a:fillRect/>
          </a:stretch>
        </p:blipFill>
        <p:spPr bwMode="auto">
          <a:xfrm>
            <a:off x="1510370" y="17581"/>
            <a:ext cx="9160143" cy="5189002"/>
          </a:xfrm>
          <a:prstGeom prst="rect">
            <a:avLst/>
          </a:prstGeom>
          <a:noFill/>
          <a:ln w="9525">
            <a:noFill/>
            <a:miter lim="800000"/>
            <a:headEnd/>
            <a:tailEnd/>
          </a:ln>
        </p:spPr>
      </p:pic>
    </p:spTree>
    <p:extLst>
      <p:ext uri="{BB962C8B-B14F-4D97-AF65-F5344CB8AC3E}">
        <p14:creationId xmlns:p14="http://schemas.microsoft.com/office/powerpoint/2010/main" val="237336155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
          <p:cNvSpPr>
            <a:spLocks noChangeArrowheads="1"/>
          </p:cNvSpPr>
          <p:nvPr/>
        </p:nvSpPr>
        <p:spPr bwMode="auto">
          <a:xfrm>
            <a:off x="1753308" y="304980"/>
            <a:ext cx="8840990" cy="6002797"/>
          </a:xfrm>
          <a:prstGeom prst="rect">
            <a:avLst/>
          </a:prstGeom>
          <a:noFill/>
          <a:ln w="9525">
            <a:noFill/>
            <a:miter lim="800000"/>
            <a:headEnd/>
            <a:tailEnd/>
          </a:ln>
        </p:spPr>
        <p:txBody>
          <a:bodyPr>
            <a:spAutoFit/>
          </a:bodyPr>
          <a:lstStyle/>
          <a:p>
            <a:pPr algn="ctr" defTabSz="914522"/>
            <a:r>
              <a:rPr lang="en-IN" sz="1400" b="1" dirty="0">
                <a:solidFill>
                  <a:prstClr val="black"/>
                </a:solidFill>
                <a:latin typeface="Aparajita" pitchFamily="34" charset="0"/>
              </a:rPr>
              <a:t>	</a:t>
            </a:r>
            <a:r>
              <a:rPr lang="en-IN" sz="4001" b="1" dirty="0" err="1">
                <a:solidFill>
                  <a:prstClr val="black"/>
                </a:solidFill>
                <a:latin typeface="Aparajita" pitchFamily="34" charset="0"/>
              </a:rPr>
              <a:t>नासै</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रोग</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सब</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पीरा</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जपत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निरन्तर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हनुमत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बीरा</a:t>
            </a:r>
            <a:r>
              <a:rPr lang="en-IN" sz="4001" b="1" dirty="0">
                <a:solidFill>
                  <a:prstClr val="black"/>
                </a:solidFill>
                <a:latin typeface="Aparajita" pitchFamily="34" charset="0"/>
              </a:rPr>
              <a:t> ॥२५॥</a:t>
            </a:r>
          </a:p>
          <a:p>
            <a:pPr algn="ctr" defTabSz="914522"/>
            <a:endParaRPr lang="en-IN" sz="40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Näsai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Roga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Harai</a:t>
            </a:r>
            <a:r>
              <a:rPr lang="en-US" sz="3601" b="1" dirty="0">
                <a:solidFill>
                  <a:prstClr val="black"/>
                </a:solidFill>
                <a:latin typeface="URW Palladio IT" pitchFamily="2" charset="0"/>
              </a:rPr>
              <a:t> Saba </a:t>
            </a:r>
            <a:r>
              <a:rPr lang="en-US" sz="3601" b="1" dirty="0" err="1">
                <a:solidFill>
                  <a:prstClr val="black"/>
                </a:solidFill>
                <a:latin typeface="URW Palladio IT" pitchFamily="2" charset="0"/>
              </a:rPr>
              <a:t>Pérä</a:t>
            </a:r>
            <a:r>
              <a:rPr lang="en-US" sz="3601" b="1" dirty="0">
                <a:solidFill>
                  <a:prstClr val="black"/>
                </a:solidFill>
                <a:latin typeface="URW Palladio IT" pitchFamily="2" charset="0"/>
              </a:rPr>
              <a:t> | </a:t>
            </a:r>
          </a:p>
          <a:p>
            <a:pPr algn="ctr" defTabSz="914522"/>
            <a:r>
              <a:rPr lang="en-US" sz="3601" b="1" dirty="0" err="1">
                <a:solidFill>
                  <a:prstClr val="black"/>
                </a:solidFill>
                <a:latin typeface="URW Palladio IT" pitchFamily="2" charset="0"/>
              </a:rPr>
              <a:t>Japata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Nirantara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Hanumata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Bérä</a:t>
            </a:r>
            <a:r>
              <a:rPr lang="en-US" sz="3601" b="1" dirty="0">
                <a:solidFill>
                  <a:prstClr val="black"/>
                </a:solidFill>
                <a:latin typeface="URW Palladio IT" pitchFamily="2" charset="0"/>
              </a:rPr>
              <a:t> || - 25</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ನಾಸೈ</a:t>
            </a:r>
            <a:r>
              <a:rPr lang="en-US" sz="3601" b="1" dirty="0">
                <a:solidFill>
                  <a:prstClr val="black"/>
                </a:solidFill>
                <a:latin typeface="Calibri" pitchFamily="34" charset="0"/>
              </a:rPr>
              <a:t> </a:t>
            </a:r>
            <a:r>
              <a:rPr lang="en-US" sz="3601" b="1" dirty="0" err="1">
                <a:solidFill>
                  <a:prstClr val="black"/>
                </a:solidFill>
                <a:latin typeface="Calibri" pitchFamily="34" charset="0"/>
              </a:rPr>
              <a:t>ರೋಗ</a:t>
            </a:r>
            <a:r>
              <a:rPr lang="en-US" sz="3601" b="1" dirty="0">
                <a:solidFill>
                  <a:prstClr val="black"/>
                </a:solidFill>
                <a:latin typeface="Calibri" pitchFamily="34" charset="0"/>
              </a:rPr>
              <a:t> </a:t>
            </a:r>
            <a:r>
              <a:rPr lang="en-US" sz="3601" b="1" dirty="0" err="1">
                <a:solidFill>
                  <a:prstClr val="black"/>
                </a:solidFill>
                <a:latin typeface="Calibri" pitchFamily="34" charset="0"/>
              </a:rPr>
              <a:t>ಹರೈ</a:t>
            </a:r>
            <a:r>
              <a:rPr lang="en-US" sz="3601" b="1" dirty="0">
                <a:solidFill>
                  <a:prstClr val="black"/>
                </a:solidFill>
                <a:latin typeface="Calibri" pitchFamily="34" charset="0"/>
              </a:rPr>
              <a:t> </a:t>
            </a:r>
            <a:r>
              <a:rPr lang="en-US" sz="3601" b="1" dirty="0" err="1">
                <a:solidFill>
                  <a:prstClr val="black"/>
                </a:solidFill>
                <a:latin typeface="Calibri" pitchFamily="34" charset="0"/>
              </a:rPr>
              <a:t>ಸಬ</a:t>
            </a:r>
            <a:r>
              <a:rPr lang="en-US" sz="3601" b="1" dirty="0">
                <a:solidFill>
                  <a:prstClr val="black"/>
                </a:solidFill>
                <a:latin typeface="Calibri" pitchFamily="34" charset="0"/>
              </a:rPr>
              <a:t> </a:t>
            </a:r>
            <a:r>
              <a:rPr lang="en-US" sz="3601" b="1" dirty="0" err="1">
                <a:solidFill>
                  <a:prstClr val="black"/>
                </a:solidFill>
                <a:latin typeface="Calibri" pitchFamily="34" charset="0"/>
              </a:rPr>
              <a:t>ಪೀರಾ</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ಜಪತ</a:t>
            </a:r>
            <a:r>
              <a:rPr lang="en-US" sz="3601" b="1" dirty="0">
                <a:solidFill>
                  <a:prstClr val="black"/>
                </a:solidFill>
                <a:latin typeface="Calibri" pitchFamily="34" charset="0"/>
              </a:rPr>
              <a:t> </a:t>
            </a:r>
            <a:r>
              <a:rPr lang="en-US" sz="3601" b="1" dirty="0" err="1">
                <a:solidFill>
                  <a:prstClr val="black"/>
                </a:solidFill>
                <a:latin typeface="Calibri" pitchFamily="34" charset="0"/>
              </a:rPr>
              <a:t>ನಿರಂತರ</a:t>
            </a:r>
            <a:r>
              <a:rPr lang="en-US" sz="3601" b="1" dirty="0">
                <a:solidFill>
                  <a:prstClr val="black"/>
                </a:solidFill>
                <a:latin typeface="Calibri" pitchFamily="34" charset="0"/>
              </a:rPr>
              <a:t> </a:t>
            </a:r>
            <a:r>
              <a:rPr lang="en-US" sz="3601" b="1" dirty="0" err="1">
                <a:solidFill>
                  <a:prstClr val="black"/>
                </a:solidFill>
                <a:latin typeface="Calibri" pitchFamily="34" charset="0"/>
              </a:rPr>
              <a:t>ಹನುಮತ</a:t>
            </a:r>
            <a:r>
              <a:rPr lang="en-US" sz="3601" b="1" dirty="0">
                <a:solidFill>
                  <a:prstClr val="black"/>
                </a:solidFill>
                <a:latin typeface="Calibri" pitchFamily="34" charset="0"/>
              </a:rPr>
              <a:t> </a:t>
            </a:r>
            <a:r>
              <a:rPr lang="en-US" sz="3601" b="1" dirty="0" err="1">
                <a:solidFill>
                  <a:prstClr val="black"/>
                </a:solidFill>
                <a:latin typeface="Calibri" pitchFamily="34" charset="0"/>
              </a:rPr>
              <a:t>ಬೀರಾ</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೨೫</a:t>
            </a:r>
            <a:r>
              <a:rPr lang="en-US" sz="3601" b="1" dirty="0">
                <a:solidFill>
                  <a:prstClr val="black"/>
                </a:solidFill>
                <a:latin typeface="Calibri" pitchFamily="34" charset="0"/>
              </a:rPr>
              <a:t>॥</a:t>
            </a:r>
          </a:p>
          <a:p>
            <a:pPr algn="ctr" defTabSz="914522"/>
            <a:endParaRPr lang="en-US" sz="3601" b="1" dirty="0">
              <a:solidFill>
                <a:prstClr val="black"/>
              </a:solidFill>
              <a:latin typeface="Calibri" pitchFamily="34" charset="0"/>
            </a:endParaRPr>
          </a:p>
          <a:p>
            <a:pPr algn="ctr" defTabSz="914522"/>
            <a:r>
              <a:rPr lang="en-US" sz="1600" b="1" dirty="0">
                <a:solidFill>
                  <a:prstClr val="black"/>
                </a:solidFill>
                <a:latin typeface="URW Palladio IT" pitchFamily="2" charset="0"/>
              </a:rPr>
              <a:t>  </a:t>
            </a:r>
            <a:r>
              <a:rPr lang="en-US" sz="2400" b="1" dirty="0">
                <a:solidFill>
                  <a:prstClr val="black"/>
                </a:solidFill>
                <a:latin typeface="Palatino Linotype" pitchFamily="18" charset="0"/>
              </a:rPr>
              <a:t>On reciting </a:t>
            </a:r>
            <a:r>
              <a:rPr lang="en-US" sz="2400" b="1" dirty="0" err="1">
                <a:solidFill>
                  <a:prstClr val="black"/>
                </a:solidFill>
                <a:latin typeface="Palatino Linotype" pitchFamily="18" charset="0"/>
              </a:rPr>
              <a:t>Hanumanji's</a:t>
            </a:r>
            <a:r>
              <a:rPr lang="en-US" sz="2400" b="1" dirty="0">
                <a:solidFill>
                  <a:prstClr val="black"/>
                </a:solidFill>
                <a:latin typeface="Palatino Linotype" pitchFamily="18" charset="0"/>
              </a:rPr>
              <a:t> holy name regularly all the  </a:t>
            </a:r>
          </a:p>
          <a:p>
            <a:pPr algn="ctr" defTabSz="914522"/>
            <a:r>
              <a:rPr lang="en-US" sz="2400" b="1" dirty="0">
                <a:solidFill>
                  <a:prstClr val="black"/>
                </a:solidFill>
                <a:latin typeface="Palatino Linotype" pitchFamily="18" charset="0"/>
              </a:rPr>
              <a:t> maladies perish the entire pain disappears</a:t>
            </a:r>
            <a:r>
              <a:rPr lang="en-US" sz="2400" b="1" dirty="0">
                <a:solidFill>
                  <a:prstClr val="black"/>
                </a:solidFill>
                <a:latin typeface="Calibri" pitchFamily="34" charset="0"/>
              </a:rPr>
              <a:t>.</a:t>
            </a:r>
          </a:p>
        </p:txBody>
      </p:sp>
    </p:spTree>
    <p:extLst>
      <p:ext uri="{BB962C8B-B14F-4D97-AF65-F5344CB8AC3E}">
        <p14:creationId xmlns:p14="http://schemas.microsoft.com/office/powerpoint/2010/main" val="32782191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
          <p:cNvSpPr>
            <a:spLocks noChangeArrowheads="1"/>
          </p:cNvSpPr>
          <p:nvPr/>
        </p:nvSpPr>
        <p:spPr bwMode="auto">
          <a:xfrm>
            <a:off x="1524662" y="100"/>
            <a:ext cx="9145853" cy="6834050"/>
          </a:xfrm>
          <a:prstGeom prst="rect">
            <a:avLst/>
          </a:prstGeom>
          <a:noFill/>
          <a:ln w="9525">
            <a:noFill/>
            <a:miter lim="800000"/>
            <a:headEnd/>
            <a:tailEnd/>
          </a:ln>
        </p:spPr>
        <p:txBody>
          <a:bodyPr>
            <a:spAutoFit/>
          </a:bodyPr>
          <a:lstStyle/>
          <a:p>
            <a:pPr algn="ctr" defTabSz="914522"/>
            <a:endParaRPr lang="en-IN" sz="14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सङ्कट</a:t>
            </a:r>
            <a:r>
              <a:rPr lang="en-IN" sz="4001" b="1" dirty="0">
                <a:solidFill>
                  <a:prstClr val="black"/>
                </a:solidFill>
                <a:latin typeface="Aparajita" pitchFamily="34" charset="0"/>
              </a:rPr>
              <a:t> </a:t>
            </a:r>
            <a:r>
              <a:rPr lang="en-IN" sz="4001" b="1" dirty="0" err="1">
                <a:solidFill>
                  <a:prstClr val="black"/>
                </a:solidFill>
                <a:latin typeface="Aparajita" pitchFamily="34" charset="0"/>
              </a:rPr>
              <a:t>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हनुमान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छुड़ावै</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मन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क्रम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बचन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ध्यान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लावै</a:t>
            </a:r>
            <a:r>
              <a:rPr lang="en-IN" sz="4001" b="1" dirty="0">
                <a:solidFill>
                  <a:prstClr val="black"/>
                </a:solidFill>
                <a:latin typeface="Aparajita" pitchFamily="34" charset="0"/>
              </a:rPr>
              <a:t> ॥२६॥</a:t>
            </a:r>
          </a:p>
          <a:p>
            <a:pPr algn="ctr" defTabSz="914522"/>
            <a:endParaRPr lang="en-IN" sz="4001" b="1" dirty="0">
              <a:solidFill>
                <a:prstClr val="black"/>
              </a:solidFill>
              <a:latin typeface="Aparajita" pitchFamily="34" charset="0"/>
            </a:endParaRPr>
          </a:p>
          <a:p>
            <a:pPr algn="ctr" defTabSz="914522"/>
            <a:r>
              <a:rPr lang="en-US" sz="3201" b="1" dirty="0" err="1">
                <a:solidFill>
                  <a:prstClr val="black"/>
                </a:solidFill>
                <a:latin typeface="URW Palladio IT" pitchFamily="2" charset="0"/>
              </a:rPr>
              <a:t>Saìkaöa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Teà</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Hanumäna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Chuåävai</a:t>
            </a:r>
            <a:r>
              <a:rPr lang="en-US" sz="3201" b="1" dirty="0">
                <a:solidFill>
                  <a:prstClr val="black"/>
                </a:solidFill>
                <a:latin typeface="URW Palladio IT" pitchFamily="2" charset="0"/>
              </a:rPr>
              <a:t> | </a:t>
            </a:r>
          </a:p>
          <a:p>
            <a:pPr algn="ctr" defTabSz="914522"/>
            <a:r>
              <a:rPr lang="en-US" sz="3201" b="1" dirty="0">
                <a:solidFill>
                  <a:prstClr val="black"/>
                </a:solidFill>
                <a:latin typeface="URW Palladio IT" pitchFamily="2" charset="0"/>
              </a:rPr>
              <a:t>Mana Krama </a:t>
            </a:r>
            <a:r>
              <a:rPr lang="en-US" sz="3201" b="1" dirty="0" err="1">
                <a:solidFill>
                  <a:prstClr val="black"/>
                </a:solidFill>
                <a:latin typeface="URW Palladio IT" pitchFamily="2" charset="0"/>
              </a:rPr>
              <a:t>Bacana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Dhyäna</a:t>
            </a:r>
            <a:r>
              <a:rPr lang="en-US" sz="3201" b="1" dirty="0">
                <a:solidFill>
                  <a:prstClr val="black"/>
                </a:solidFill>
                <a:latin typeface="URW Palladio IT" pitchFamily="2" charset="0"/>
              </a:rPr>
              <a:t> Jo </a:t>
            </a:r>
            <a:r>
              <a:rPr lang="en-US" sz="3201" b="1" dirty="0" err="1">
                <a:solidFill>
                  <a:prstClr val="black"/>
                </a:solidFill>
                <a:latin typeface="URW Palladio IT" pitchFamily="2" charset="0"/>
              </a:rPr>
              <a:t>Lävai</a:t>
            </a:r>
            <a:r>
              <a:rPr lang="en-US" sz="3201" b="1" dirty="0">
                <a:solidFill>
                  <a:prstClr val="black"/>
                </a:solidFill>
                <a:latin typeface="URW Palladio IT" pitchFamily="2" charset="0"/>
              </a:rPr>
              <a:t> || - 26</a:t>
            </a:r>
          </a:p>
          <a:p>
            <a:pPr algn="ctr" defTabSz="914522"/>
            <a:endParaRPr lang="en-US" sz="3201" b="1" dirty="0">
              <a:solidFill>
                <a:prstClr val="black"/>
              </a:solidFill>
              <a:latin typeface="URW Palladio IT" pitchFamily="2" charset="0"/>
            </a:endParaRPr>
          </a:p>
          <a:p>
            <a:pPr algn="ctr" defTabSz="914522"/>
            <a:r>
              <a:rPr lang="en-US" sz="3201" b="1" dirty="0" err="1">
                <a:solidFill>
                  <a:prstClr val="black"/>
                </a:solidFill>
                <a:latin typeface="Calibri" pitchFamily="34" charset="0"/>
              </a:rPr>
              <a:t>ಸಂಕಟ</a:t>
            </a:r>
            <a:r>
              <a:rPr lang="en-US" sz="3201" b="1" dirty="0">
                <a:solidFill>
                  <a:prstClr val="black"/>
                </a:solidFill>
                <a:latin typeface="Calibri" pitchFamily="34" charset="0"/>
              </a:rPr>
              <a:t> </a:t>
            </a:r>
            <a:r>
              <a:rPr lang="en-US" sz="3201" b="1" dirty="0" err="1">
                <a:solidFill>
                  <a:prstClr val="black"/>
                </a:solidFill>
                <a:latin typeface="Calibri" pitchFamily="34" charset="0"/>
              </a:rPr>
              <a:t>ತೇ</a:t>
            </a:r>
            <a:r>
              <a:rPr lang="en-US" sz="3201" b="1" dirty="0">
                <a:solidFill>
                  <a:prstClr val="black"/>
                </a:solidFill>
                <a:latin typeface="Calibri" pitchFamily="34" charset="0"/>
              </a:rPr>
              <a:t> </a:t>
            </a:r>
            <a:r>
              <a:rPr lang="en-US" sz="3201" b="1" dirty="0" err="1">
                <a:solidFill>
                  <a:prstClr val="black"/>
                </a:solidFill>
                <a:latin typeface="Calibri" pitchFamily="34" charset="0"/>
              </a:rPr>
              <a:t>ಹನುಮಾನ</a:t>
            </a:r>
            <a:r>
              <a:rPr lang="en-US" sz="3201" b="1" dirty="0">
                <a:solidFill>
                  <a:prstClr val="black"/>
                </a:solidFill>
                <a:latin typeface="Calibri" pitchFamily="34" charset="0"/>
              </a:rPr>
              <a:t> </a:t>
            </a:r>
            <a:r>
              <a:rPr lang="en-US" sz="3201" b="1" dirty="0" err="1">
                <a:solidFill>
                  <a:prstClr val="black"/>
                </a:solidFill>
                <a:latin typeface="Calibri" pitchFamily="34" charset="0"/>
              </a:rPr>
              <a:t>ಛುಡಾವೈ</a:t>
            </a:r>
            <a:r>
              <a:rPr lang="en-US" sz="3201" b="1" dirty="0">
                <a:solidFill>
                  <a:prstClr val="black"/>
                </a:solidFill>
                <a:latin typeface="Calibri" pitchFamily="34" charset="0"/>
              </a:rPr>
              <a:t> ।</a:t>
            </a:r>
          </a:p>
          <a:p>
            <a:pPr algn="ctr" defTabSz="914522"/>
            <a:r>
              <a:rPr lang="en-US" sz="3201" b="1" dirty="0" err="1">
                <a:solidFill>
                  <a:prstClr val="black"/>
                </a:solidFill>
                <a:latin typeface="Calibri" pitchFamily="34" charset="0"/>
              </a:rPr>
              <a:t>ಮನ</a:t>
            </a:r>
            <a:r>
              <a:rPr lang="en-US" sz="3201" b="1" dirty="0">
                <a:solidFill>
                  <a:prstClr val="black"/>
                </a:solidFill>
                <a:latin typeface="Calibri" pitchFamily="34" charset="0"/>
              </a:rPr>
              <a:t> </a:t>
            </a:r>
            <a:r>
              <a:rPr lang="en-US" sz="3201" b="1" dirty="0" err="1">
                <a:solidFill>
                  <a:prstClr val="black"/>
                </a:solidFill>
                <a:latin typeface="Calibri" pitchFamily="34" charset="0"/>
              </a:rPr>
              <a:t>ಕ್ರಮ</a:t>
            </a:r>
            <a:r>
              <a:rPr lang="en-US" sz="3201" b="1" dirty="0">
                <a:solidFill>
                  <a:prstClr val="black"/>
                </a:solidFill>
                <a:latin typeface="Calibri" pitchFamily="34" charset="0"/>
              </a:rPr>
              <a:t> </a:t>
            </a:r>
            <a:r>
              <a:rPr lang="en-US" sz="3201" b="1" dirty="0" err="1">
                <a:solidFill>
                  <a:prstClr val="black"/>
                </a:solidFill>
                <a:latin typeface="Calibri" pitchFamily="34" charset="0"/>
              </a:rPr>
              <a:t>ಬಚನ</a:t>
            </a:r>
            <a:r>
              <a:rPr lang="en-US" sz="3201" b="1" dirty="0">
                <a:solidFill>
                  <a:prstClr val="black"/>
                </a:solidFill>
                <a:latin typeface="Calibri" pitchFamily="34" charset="0"/>
              </a:rPr>
              <a:t> </a:t>
            </a:r>
            <a:r>
              <a:rPr lang="en-US" sz="3201" b="1" dirty="0" err="1">
                <a:solidFill>
                  <a:prstClr val="black"/>
                </a:solidFill>
                <a:latin typeface="Calibri" pitchFamily="34" charset="0"/>
              </a:rPr>
              <a:t>ಧ್ಯಾನ</a:t>
            </a:r>
            <a:r>
              <a:rPr lang="en-US" sz="3201" b="1" dirty="0">
                <a:solidFill>
                  <a:prstClr val="black"/>
                </a:solidFill>
                <a:latin typeface="Calibri" pitchFamily="34" charset="0"/>
              </a:rPr>
              <a:t> </a:t>
            </a:r>
            <a:r>
              <a:rPr lang="en-US" sz="3201" b="1" dirty="0" err="1">
                <a:solidFill>
                  <a:prstClr val="black"/>
                </a:solidFill>
                <a:latin typeface="Calibri" pitchFamily="34" charset="0"/>
              </a:rPr>
              <a:t>ಜೋ</a:t>
            </a:r>
            <a:r>
              <a:rPr lang="en-US" sz="3201" b="1" dirty="0">
                <a:solidFill>
                  <a:prstClr val="black"/>
                </a:solidFill>
                <a:latin typeface="Calibri" pitchFamily="34" charset="0"/>
              </a:rPr>
              <a:t> </a:t>
            </a:r>
            <a:r>
              <a:rPr lang="en-US" sz="3201" b="1" dirty="0" err="1">
                <a:solidFill>
                  <a:prstClr val="black"/>
                </a:solidFill>
                <a:latin typeface="Calibri" pitchFamily="34" charset="0"/>
              </a:rPr>
              <a:t>ಲಾವೈ</a:t>
            </a:r>
            <a:r>
              <a:rPr lang="en-US" sz="3201" b="1" dirty="0">
                <a:solidFill>
                  <a:prstClr val="black"/>
                </a:solidFill>
                <a:latin typeface="Calibri" pitchFamily="34" charset="0"/>
              </a:rPr>
              <a:t> ॥</a:t>
            </a:r>
            <a:r>
              <a:rPr lang="kn-IN" sz="3201" b="1" dirty="0">
                <a:solidFill>
                  <a:prstClr val="black"/>
                </a:solidFill>
                <a:latin typeface="Calibri" pitchFamily="34" charset="0"/>
                <a:ea typeface="Tunga" pitchFamily="2"/>
                <a:cs typeface="Tunga" pitchFamily="2"/>
              </a:rPr>
              <a:t>೨೬</a:t>
            </a:r>
            <a:r>
              <a:rPr lang="en-US" sz="3201" b="1" dirty="0">
                <a:solidFill>
                  <a:prstClr val="black"/>
                </a:solidFill>
                <a:latin typeface="Calibri" pitchFamily="34" charset="0"/>
              </a:rPr>
              <a:t>॥</a:t>
            </a:r>
          </a:p>
          <a:p>
            <a:pPr algn="ctr" defTabSz="914522"/>
            <a:endParaRPr lang="en-US" sz="4001"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Those who remember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in thought, word and deed are well guarded against their odds in life</a:t>
            </a:r>
            <a:r>
              <a:rPr lang="en-US" sz="2400" b="1" dirty="0">
                <a:solidFill>
                  <a:prstClr val="black"/>
                </a:solidFill>
                <a:latin typeface="Calibri" pitchFamily="34" charset="0"/>
              </a:rPr>
              <a:t>.</a:t>
            </a:r>
          </a:p>
          <a:p>
            <a:pPr algn="ctr" defTabSz="914522"/>
            <a:r>
              <a:rPr lang="en-IN" sz="2801" b="1" dirty="0">
                <a:solidFill>
                  <a:srgbClr val="00B050"/>
                </a:solidFill>
                <a:latin typeface="Sanskrit 99" pitchFamily="2" charset="0"/>
              </a:rPr>
              <a:t>		</a:t>
            </a:r>
            <a:r>
              <a:rPr lang="en-US" sz="2801" dirty="0">
                <a:solidFill>
                  <a:prstClr val="black"/>
                </a:solidFill>
                <a:latin typeface="Calibri" pitchFamily="34" charset="0"/>
              </a:rPr>
              <a:t/>
            </a:r>
            <a:br>
              <a:rPr lang="en-US" sz="2801" dirty="0">
                <a:solidFill>
                  <a:prstClr val="black"/>
                </a:solidFill>
                <a:latin typeface="Calibri" pitchFamily="34" charset="0"/>
              </a:rPr>
            </a:br>
            <a:endParaRPr lang="en-US" sz="2801" dirty="0">
              <a:solidFill>
                <a:prstClr val="black"/>
              </a:solidFill>
              <a:latin typeface="Calibri" pitchFamily="34" charset="0"/>
            </a:endParaRPr>
          </a:p>
        </p:txBody>
      </p:sp>
    </p:spTree>
    <p:extLst>
      <p:ext uri="{BB962C8B-B14F-4D97-AF65-F5344CB8AC3E}">
        <p14:creationId xmlns:p14="http://schemas.microsoft.com/office/powerpoint/2010/main" val="10435324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
          <p:cNvSpPr>
            <a:spLocks noChangeArrowheads="1"/>
          </p:cNvSpPr>
          <p:nvPr/>
        </p:nvSpPr>
        <p:spPr bwMode="auto">
          <a:xfrm>
            <a:off x="1600877" y="76324"/>
            <a:ext cx="9145853" cy="6710811"/>
          </a:xfrm>
          <a:prstGeom prst="rect">
            <a:avLst/>
          </a:prstGeom>
          <a:noFill/>
          <a:ln w="9525">
            <a:noFill/>
            <a:miter lim="800000"/>
            <a:headEnd/>
            <a:tailEnd/>
          </a:ln>
        </p:spPr>
        <p:txBody>
          <a:bodyPr>
            <a:spAutoFit/>
          </a:bodyPr>
          <a:lstStyle/>
          <a:p>
            <a:pPr algn="ctr" defTabSz="914522"/>
            <a:endParaRPr lang="en-IN" sz="14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सब</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तपस्वी</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राजा</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तिन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सकल</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साजा</a:t>
            </a:r>
            <a:r>
              <a:rPr lang="en-IN" sz="4001" b="1" dirty="0">
                <a:solidFill>
                  <a:prstClr val="black"/>
                </a:solidFill>
                <a:latin typeface="Aparajita" pitchFamily="34" charset="0"/>
              </a:rPr>
              <a:t> ॥२७॥</a:t>
            </a:r>
          </a:p>
          <a:p>
            <a:pPr algn="ctr" defTabSz="914522"/>
            <a:endParaRPr lang="en-US" sz="3601" b="1" dirty="0">
              <a:solidFill>
                <a:prstClr val="black"/>
              </a:solidFill>
              <a:latin typeface="URW Palladio IT" pitchFamily="2" charset="0"/>
            </a:endParaRPr>
          </a:p>
          <a:p>
            <a:pPr algn="ctr" defTabSz="914522"/>
            <a:r>
              <a:rPr lang="en-US" sz="3201" b="1" dirty="0">
                <a:solidFill>
                  <a:prstClr val="black"/>
                </a:solidFill>
                <a:latin typeface="URW Palladio IT" pitchFamily="2" charset="0"/>
              </a:rPr>
              <a:t>Saba Para </a:t>
            </a:r>
            <a:r>
              <a:rPr lang="en-US" sz="3201" b="1" dirty="0" err="1">
                <a:solidFill>
                  <a:prstClr val="black"/>
                </a:solidFill>
                <a:latin typeface="URW Palladio IT" pitchFamily="2" charset="0"/>
              </a:rPr>
              <a:t>Räma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Tapasvé</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Räjä</a:t>
            </a:r>
            <a:r>
              <a:rPr lang="en-US" sz="3201" b="1" dirty="0">
                <a:solidFill>
                  <a:prstClr val="black"/>
                </a:solidFill>
                <a:latin typeface="URW Palladio IT" pitchFamily="2" charset="0"/>
              </a:rPr>
              <a:t> | </a:t>
            </a:r>
          </a:p>
          <a:p>
            <a:pPr algn="ctr" defTabSz="914522"/>
            <a:r>
              <a:rPr lang="en-US" sz="3201" b="1" dirty="0">
                <a:solidFill>
                  <a:prstClr val="black"/>
                </a:solidFill>
                <a:latin typeface="URW Palladio IT" pitchFamily="2" charset="0"/>
              </a:rPr>
              <a:t>Tina </a:t>
            </a:r>
            <a:r>
              <a:rPr lang="en-US" sz="3201" b="1" dirty="0" err="1">
                <a:solidFill>
                  <a:prstClr val="black"/>
                </a:solidFill>
                <a:latin typeface="URW Palladio IT" pitchFamily="2" charset="0"/>
              </a:rPr>
              <a:t>Ke</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Käja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Sakala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Tuma</a:t>
            </a:r>
            <a:r>
              <a:rPr lang="en-US" sz="3201" b="1" dirty="0">
                <a:solidFill>
                  <a:prstClr val="black"/>
                </a:solidFill>
                <a:latin typeface="URW Palladio IT" pitchFamily="2" charset="0"/>
              </a:rPr>
              <a:t> </a:t>
            </a:r>
            <a:r>
              <a:rPr lang="en-US" sz="3201" b="1" dirty="0" err="1">
                <a:solidFill>
                  <a:prstClr val="black"/>
                </a:solidFill>
                <a:latin typeface="URW Palladio IT" pitchFamily="2" charset="0"/>
              </a:rPr>
              <a:t>Säjä</a:t>
            </a:r>
            <a:r>
              <a:rPr lang="en-US" sz="3201" b="1" dirty="0">
                <a:solidFill>
                  <a:prstClr val="black"/>
                </a:solidFill>
                <a:latin typeface="URW Palladio IT" pitchFamily="2" charset="0"/>
              </a:rPr>
              <a:t> || - 27</a:t>
            </a:r>
          </a:p>
          <a:p>
            <a:pPr algn="ctr" defTabSz="914522"/>
            <a:endParaRPr lang="en-US" sz="3201" b="1" dirty="0">
              <a:solidFill>
                <a:prstClr val="black"/>
              </a:solidFill>
              <a:latin typeface="URW Palladio IT" pitchFamily="2" charset="0"/>
            </a:endParaRPr>
          </a:p>
          <a:p>
            <a:pPr algn="ctr" defTabSz="914522"/>
            <a:r>
              <a:rPr lang="en-US" sz="3201" b="1" dirty="0" err="1">
                <a:solidFill>
                  <a:prstClr val="black"/>
                </a:solidFill>
                <a:latin typeface="Calibri" pitchFamily="34" charset="0"/>
              </a:rPr>
              <a:t>ಸಬ</a:t>
            </a:r>
            <a:r>
              <a:rPr lang="en-US" sz="3201" b="1" dirty="0">
                <a:solidFill>
                  <a:prstClr val="black"/>
                </a:solidFill>
                <a:latin typeface="Calibri" pitchFamily="34" charset="0"/>
              </a:rPr>
              <a:t> </a:t>
            </a:r>
            <a:r>
              <a:rPr lang="en-US" sz="3201" b="1" dirty="0" err="1">
                <a:solidFill>
                  <a:prstClr val="black"/>
                </a:solidFill>
                <a:latin typeface="Calibri" pitchFamily="34" charset="0"/>
              </a:rPr>
              <a:t>ಪರ</a:t>
            </a:r>
            <a:r>
              <a:rPr lang="en-US" sz="3201" b="1" dirty="0">
                <a:solidFill>
                  <a:prstClr val="black"/>
                </a:solidFill>
                <a:latin typeface="Calibri" pitchFamily="34" charset="0"/>
              </a:rPr>
              <a:t> </a:t>
            </a:r>
            <a:r>
              <a:rPr lang="en-US" sz="3201" b="1" dirty="0" err="1">
                <a:solidFill>
                  <a:prstClr val="black"/>
                </a:solidFill>
                <a:latin typeface="Calibri" pitchFamily="34" charset="0"/>
              </a:rPr>
              <a:t>ರಾಮ</a:t>
            </a:r>
            <a:r>
              <a:rPr lang="en-US" sz="3201" b="1" dirty="0">
                <a:solidFill>
                  <a:prstClr val="black"/>
                </a:solidFill>
                <a:latin typeface="Calibri" pitchFamily="34" charset="0"/>
              </a:rPr>
              <a:t> </a:t>
            </a:r>
            <a:r>
              <a:rPr lang="kn-IN" sz="3201" b="1" dirty="0" err="1">
                <a:solidFill>
                  <a:prstClr val="black"/>
                </a:solidFill>
                <a:latin typeface="Calibri" pitchFamily="34" charset="0"/>
                <a:ea typeface="Tunga" pitchFamily="2"/>
                <a:cs typeface="Tunga" pitchFamily="2"/>
              </a:rPr>
              <a:t>ತಪಸ್ವೀ</a:t>
            </a:r>
            <a:r>
              <a:rPr lang="kn-IN" sz="3201" b="1" dirty="0">
                <a:solidFill>
                  <a:prstClr val="black"/>
                </a:solidFill>
                <a:latin typeface="Calibri" pitchFamily="34" charset="0"/>
                <a:ea typeface="Tunga" pitchFamily="2"/>
                <a:cs typeface="Tunga" pitchFamily="2"/>
              </a:rPr>
              <a:t> </a:t>
            </a:r>
            <a:r>
              <a:rPr lang="en-US" sz="3201" b="1" dirty="0" err="1">
                <a:solidFill>
                  <a:prstClr val="black"/>
                </a:solidFill>
                <a:latin typeface="Calibri" pitchFamily="34" charset="0"/>
              </a:rPr>
              <a:t>ರಾಜಾ</a:t>
            </a:r>
            <a:r>
              <a:rPr lang="en-US" sz="3201" b="1" dirty="0">
                <a:solidFill>
                  <a:prstClr val="black"/>
                </a:solidFill>
                <a:latin typeface="Calibri" pitchFamily="34" charset="0"/>
              </a:rPr>
              <a:t> ।</a:t>
            </a:r>
          </a:p>
          <a:p>
            <a:pPr algn="ctr" defTabSz="914522"/>
            <a:r>
              <a:rPr lang="en-US" sz="3201" b="1" dirty="0" err="1">
                <a:solidFill>
                  <a:prstClr val="black"/>
                </a:solidFill>
                <a:latin typeface="Calibri" pitchFamily="34" charset="0"/>
              </a:rPr>
              <a:t>ತಿನಕೇ</a:t>
            </a:r>
            <a:r>
              <a:rPr lang="en-US" sz="3201" b="1" dirty="0">
                <a:solidFill>
                  <a:prstClr val="black"/>
                </a:solidFill>
                <a:latin typeface="Calibri" pitchFamily="34" charset="0"/>
              </a:rPr>
              <a:t> </a:t>
            </a:r>
            <a:r>
              <a:rPr lang="en-US" sz="3201" b="1" dirty="0" err="1">
                <a:solidFill>
                  <a:prstClr val="black"/>
                </a:solidFill>
                <a:latin typeface="Calibri" pitchFamily="34" charset="0"/>
              </a:rPr>
              <a:t>ಕಾಜ</a:t>
            </a:r>
            <a:r>
              <a:rPr lang="en-US" sz="3201" b="1" dirty="0">
                <a:solidFill>
                  <a:prstClr val="black"/>
                </a:solidFill>
                <a:latin typeface="Calibri" pitchFamily="34" charset="0"/>
              </a:rPr>
              <a:t> </a:t>
            </a:r>
            <a:r>
              <a:rPr lang="en-US" sz="3201" b="1" dirty="0" err="1">
                <a:solidFill>
                  <a:prstClr val="black"/>
                </a:solidFill>
                <a:latin typeface="Calibri" pitchFamily="34" charset="0"/>
              </a:rPr>
              <a:t>ಸಕಲ</a:t>
            </a:r>
            <a:r>
              <a:rPr lang="en-US" sz="3201" b="1" dirty="0">
                <a:solidFill>
                  <a:prstClr val="black"/>
                </a:solidFill>
                <a:latin typeface="Calibri" pitchFamily="34" charset="0"/>
              </a:rPr>
              <a:t> </a:t>
            </a:r>
            <a:r>
              <a:rPr lang="en-US" sz="3201" b="1" dirty="0" err="1">
                <a:solidFill>
                  <a:prstClr val="black"/>
                </a:solidFill>
                <a:latin typeface="Calibri" pitchFamily="34" charset="0"/>
              </a:rPr>
              <a:t>ತುಮ</a:t>
            </a:r>
            <a:r>
              <a:rPr lang="en-US" sz="3201" b="1" dirty="0">
                <a:solidFill>
                  <a:prstClr val="black"/>
                </a:solidFill>
                <a:latin typeface="Calibri" pitchFamily="34" charset="0"/>
              </a:rPr>
              <a:t> </a:t>
            </a:r>
            <a:r>
              <a:rPr lang="en-US" sz="3201" b="1" dirty="0" err="1">
                <a:solidFill>
                  <a:prstClr val="black"/>
                </a:solidFill>
                <a:latin typeface="Calibri" pitchFamily="34" charset="0"/>
              </a:rPr>
              <a:t>ಸಾಜಾ</a:t>
            </a:r>
            <a:r>
              <a:rPr lang="en-US" sz="3201" b="1" dirty="0">
                <a:solidFill>
                  <a:prstClr val="black"/>
                </a:solidFill>
                <a:latin typeface="Calibri" pitchFamily="34" charset="0"/>
              </a:rPr>
              <a:t> ॥</a:t>
            </a:r>
            <a:r>
              <a:rPr lang="kn-IN" sz="3201" b="1" dirty="0">
                <a:solidFill>
                  <a:prstClr val="black"/>
                </a:solidFill>
                <a:latin typeface="Calibri" pitchFamily="34" charset="0"/>
                <a:ea typeface="Tunga" pitchFamily="2"/>
                <a:cs typeface="Tunga" pitchFamily="2"/>
              </a:rPr>
              <a:t>೨೭</a:t>
            </a:r>
            <a:r>
              <a:rPr lang="en-US" sz="3201" b="1" dirty="0">
                <a:solidFill>
                  <a:prstClr val="black"/>
                </a:solidFill>
                <a:latin typeface="Calibri" pitchFamily="34" charset="0"/>
              </a:rPr>
              <a:t>॥</a:t>
            </a:r>
          </a:p>
          <a:p>
            <a:pPr algn="ctr" defTabSz="914522"/>
            <a:endParaRPr lang="en-US" sz="4001"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Oh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You are the caretaker of even Lord Rama, who has been hailed as the Supreme Lord and the Monarch of all those devoted in penances.</a:t>
            </a:r>
          </a:p>
          <a:p>
            <a:pPr algn="ctr" defTabSz="914522"/>
            <a:r>
              <a:rPr lang="en-US" sz="2801" b="1" dirty="0">
                <a:solidFill>
                  <a:prstClr val="black"/>
                </a:solidFill>
                <a:latin typeface="Palatino Linotype" pitchFamily="18" charset="0"/>
              </a:rPr>
              <a:t>		</a:t>
            </a:r>
          </a:p>
        </p:txBody>
      </p:sp>
    </p:spTree>
    <p:extLst>
      <p:ext uri="{BB962C8B-B14F-4D97-AF65-F5344CB8AC3E}">
        <p14:creationId xmlns:p14="http://schemas.microsoft.com/office/powerpoint/2010/main" val="322474949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
          <p:cNvSpPr>
            <a:spLocks noChangeArrowheads="1"/>
          </p:cNvSpPr>
          <p:nvPr/>
        </p:nvSpPr>
        <p:spPr bwMode="auto">
          <a:xfrm>
            <a:off x="1677092" y="99"/>
            <a:ext cx="8688560" cy="7172605"/>
          </a:xfrm>
          <a:prstGeom prst="rect">
            <a:avLst/>
          </a:prstGeom>
          <a:noFill/>
          <a:ln w="9525">
            <a:noFill/>
            <a:miter lim="800000"/>
            <a:headEnd/>
            <a:tailEnd/>
          </a:ln>
        </p:spPr>
        <p:txBody>
          <a:bodyPr>
            <a:spAutoFit/>
          </a:bodyPr>
          <a:lstStyle/>
          <a:p>
            <a:pPr algn="ctr" defTabSz="914522"/>
            <a:endParaRPr lang="en-IN" sz="4001"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और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मनोरथ</a:t>
            </a:r>
            <a:r>
              <a:rPr lang="en-IN" sz="4001" b="1" dirty="0">
                <a:solidFill>
                  <a:prstClr val="black"/>
                </a:solidFill>
                <a:latin typeface="Aparajita" pitchFamily="34" charset="0"/>
              </a:rPr>
              <a:t> </a:t>
            </a:r>
            <a:r>
              <a:rPr lang="en-IN" sz="4001" b="1" dirty="0" err="1">
                <a:solidFill>
                  <a:prstClr val="black"/>
                </a:solidFill>
                <a:latin typeface="Aparajita" pitchFamily="34" charset="0"/>
              </a:rPr>
              <a:t>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कोई</a:t>
            </a:r>
            <a:r>
              <a:rPr lang="en-IN" sz="4001" b="1" dirty="0">
                <a:solidFill>
                  <a:prstClr val="black"/>
                </a:solidFill>
                <a:latin typeface="Aparajita" pitchFamily="34" charset="0"/>
              </a:rPr>
              <a:t> </a:t>
            </a:r>
            <a:r>
              <a:rPr lang="en-IN" sz="4001" b="1" dirty="0" err="1">
                <a:solidFill>
                  <a:prstClr val="black"/>
                </a:solidFill>
                <a:latin typeface="Aparajita" pitchFamily="34" charset="0"/>
              </a:rPr>
              <a:t>लावै</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सोई</a:t>
            </a:r>
            <a:r>
              <a:rPr lang="en-IN" sz="4001" b="1" dirty="0">
                <a:solidFill>
                  <a:prstClr val="black"/>
                </a:solidFill>
                <a:latin typeface="Aparajita" pitchFamily="34" charset="0"/>
              </a:rPr>
              <a:t> </a:t>
            </a:r>
            <a:r>
              <a:rPr lang="en-IN" sz="4001" b="1" dirty="0" err="1">
                <a:solidFill>
                  <a:prstClr val="black"/>
                </a:solidFill>
                <a:latin typeface="Aparajita" pitchFamily="34" charset="0"/>
              </a:rPr>
              <a:t>अमित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जीवन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फल</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पावै</a:t>
            </a:r>
            <a:r>
              <a:rPr lang="en-IN" sz="4001" b="1" dirty="0">
                <a:solidFill>
                  <a:prstClr val="black"/>
                </a:solidFill>
                <a:latin typeface="Aparajita" pitchFamily="34" charset="0"/>
              </a:rPr>
              <a:t> ॥२८॥</a:t>
            </a:r>
          </a:p>
          <a:p>
            <a:pPr algn="ctr" defTabSz="914522"/>
            <a:endParaRPr lang="en-IN" sz="4001" b="1" dirty="0">
              <a:solidFill>
                <a:prstClr val="black"/>
              </a:solidFill>
              <a:latin typeface="Aparajita" pitchFamily="34" charset="0"/>
            </a:endParaRPr>
          </a:p>
          <a:p>
            <a:pPr algn="ctr" defTabSz="914522"/>
            <a:r>
              <a:rPr lang="en-US" sz="3601" b="1" dirty="0">
                <a:solidFill>
                  <a:prstClr val="black"/>
                </a:solidFill>
                <a:latin typeface="URW Palladio IT" pitchFamily="2" charset="0"/>
              </a:rPr>
              <a:t>Aura </a:t>
            </a:r>
            <a:r>
              <a:rPr lang="en-US" sz="3601" b="1" dirty="0" err="1">
                <a:solidFill>
                  <a:prstClr val="black"/>
                </a:solidFill>
                <a:latin typeface="URW Palladio IT" pitchFamily="2" charset="0"/>
              </a:rPr>
              <a:t>Manoratha</a:t>
            </a:r>
            <a:r>
              <a:rPr lang="en-US" sz="3601" b="1" dirty="0">
                <a:solidFill>
                  <a:prstClr val="black"/>
                </a:solidFill>
                <a:latin typeface="URW Palladio IT" pitchFamily="2" charset="0"/>
              </a:rPr>
              <a:t> Jo </a:t>
            </a:r>
            <a:r>
              <a:rPr lang="en-US" sz="3601" b="1" dirty="0" err="1">
                <a:solidFill>
                  <a:prstClr val="black"/>
                </a:solidFill>
                <a:latin typeface="URW Palladio IT" pitchFamily="2" charset="0"/>
              </a:rPr>
              <a:t>Koé</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Lävai</a:t>
            </a:r>
            <a:r>
              <a:rPr lang="en-US" sz="3601" b="1" dirty="0">
                <a:solidFill>
                  <a:prstClr val="black"/>
                </a:solidFill>
                <a:latin typeface="URW Palladio IT" pitchFamily="2" charset="0"/>
              </a:rPr>
              <a:t> | </a:t>
            </a:r>
          </a:p>
          <a:p>
            <a:pPr algn="ctr" defTabSz="914522"/>
            <a:r>
              <a:rPr lang="en-US" sz="3601" b="1" dirty="0" err="1">
                <a:solidFill>
                  <a:prstClr val="black"/>
                </a:solidFill>
                <a:latin typeface="URW Palladio IT" pitchFamily="2" charset="0"/>
              </a:rPr>
              <a:t>Soé</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Amita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Jévana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Phala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Pävai</a:t>
            </a:r>
            <a:r>
              <a:rPr lang="en-US" sz="3601" b="1" dirty="0">
                <a:solidFill>
                  <a:prstClr val="black"/>
                </a:solidFill>
                <a:latin typeface="URW Palladio IT" pitchFamily="2" charset="0"/>
              </a:rPr>
              <a:t> || - 28</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ಔರ</a:t>
            </a:r>
            <a:r>
              <a:rPr lang="en-US" sz="3601" b="1" dirty="0">
                <a:solidFill>
                  <a:prstClr val="black"/>
                </a:solidFill>
                <a:latin typeface="Calibri" pitchFamily="34" charset="0"/>
              </a:rPr>
              <a:t> </a:t>
            </a:r>
            <a:r>
              <a:rPr lang="en-US" sz="3601" b="1" dirty="0" err="1">
                <a:solidFill>
                  <a:prstClr val="black"/>
                </a:solidFill>
                <a:latin typeface="Calibri" pitchFamily="34" charset="0"/>
              </a:rPr>
              <a:t>ಮನೋರಥ</a:t>
            </a:r>
            <a:r>
              <a:rPr lang="en-US" sz="3601" b="1" dirty="0">
                <a:solidFill>
                  <a:prstClr val="black"/>
                </a:solidFill>
                <a:latin typeface="Calibri" pitchFamily="34" charset="0"/>
              </a:rPr>
              <a:t> </a:t>
            </a:r>
            <a:r>
              <a:rPr lang="en-US" sz="3601" b="1" dirty="0" err="1">
                <a:solidFill>
                  <a:prstClr val="black"/>
                </a:solidFill>
                <a:latin typeface="Calibri" pitchFamily="34" charset="0"/>
              </a:rPr>
              <a:t>ಜೋ</a:t>
            </a:r>
            <a:r>
              <a:rPr lang="en-US" sz="3601" b="1" dirty="0">
                <a:solidFill>
                  <a:prstClr val="black"/>
                </a:solidFill>
                <a:latin typeface="Calibri" pitchFamily="34" charset="0"/>
              </a:rPr>
              <a:t> </a:t>
            </a:r>
            <a:r>
              <a:rPr lang="en-US" sz="3601" b="1" dirty="0" err="1">
                <a:solidFill>
                  <a:prstClr val="black"/>
                </a:solidFill>
                <a:latin typeface="Calibri" pitchFamily="34" charset="0"/>
              </a:rPr>
              <a:t>ಕೋಈ</a:t>
            </a:r>
            <a:r>
              <a:rPr lang="en-US" sz="3601" b="1" dirty="0">
                <a:solidFill>
                  <a:prstClr val="black"/>
                </a:solidFill>
                <a:latin typeface="Calibri" pitchFamily="34" charset="0"/>
              </a:rPr>
              <a:t> </a:t>
            </a:r>
            <a:r>
              <a:rPr lang="en-US" sz="3601" b="1" dirty="0" err="1">
                <a:solidFill>
                  <a:prstClr val="black"/>
                </a:solidFill>
                <a:latin typeface="Calibri" pitchFamily="34" charset="0"/>
              </a:rPr>
              <a:t>ಲಾವೈ</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ಸೋಈ</a:t>
            </a:r>
            <a:r>
              <a:rPr lang="en-US" sz="3601" b="1" dirty="0">
                <a:solidFill>
                  <a:prstClr val="black"/>
                </a:solidFill>
                <a:latin typeface="Calibri" pitchFamily="34" charset="0"/>
              </a:rPr>
              <a:t> </a:t>
            </a:r>
            <a:r>
              <a:rPr lang="en-US" sz="3601" b="1" dirty="0" err="1">
                <a:solidFill>
                  <a:prstClr val="black"/>
                </a:solidFill>
                <a:latin typeface="Calibri" pitchFamily="34" charset="0"/>
              </a:rPr>
              <a:t>ಅಮಿತ</a:t>
            </a:r>
            <a:r>
              <a:rPr lang="en-US" sz="3601" b="1" dirty="0">
                <a:solidFill>
                  <a:prstClr val="black"/>
                </a:solidFill>
                <a:latin typeface="Calibri" pitchFamily="34" charset="0"/>
              </a:rPr>
              <a:t> </a:t>
            </a:r>
            <a:r>
              <a:rPr lang="en-US" sz="3601" b="1" dirty="0" err="1">
                <a:solidFill>
                  <a:prstClr val="black"/>
                </a:solidFill>
                <a:latin typeface="Calibri" pitchFamily="34" charset="0"/>
              </a:rPr>
              <a:t>ಜೀವನ</a:t>
            </a:r>
            <a:r>
              <a:rPr lang="en-US" sz="3601" b="1" dirty="0">
                <a:solidFill>
                  <a:prstClr val="black"/>
                </a:solidFill>
                <a:latin typeface="Calibri" pitchFamily="34" charset="0"/>
              </a:rPr>
              <a:t> </a:t>
            </a:r>
            <a:r>
              <a:rPr lang="en-US" sz="3601" b="1" dirty="0" err="1">
                <a:solidFill>
                  <a:prstClr val="black"/>
                </a:solidFill>
                <a:latin typeface="Calibri" pitchFamily="34" charset="0"/>
              </a:rPr>
              <a:t>ಫಲ</a:t>
            </a:r>
            <a:r>
              <a:rPr lang="en-US" sz="3601" b="1" dirty="0">
                <a:solidFill>
                  <a:prstClr val="black"/>
                </a:solidFill>
                <a:latin typeface="Calibri" pitchFamily="34" charset="0"/>
              </a:rPr>
              <a:t> </a:t>
            </a:r>
            <a:r>
              <a:rPr lang="en-US" sz="3601" b="1" dirty="0" err="1">
                <a:solidFill>
                  <a:prstClr val="black"/>
                </a:solidFill>
                <a:latin typeface="Calibri" pitchFamily="34" charset="0"/>
              </a:rPr>
              <a:t>ಪಾವೈ</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೨೮</a:t>
            </a:r>
            <a:r>
              <a:rPr lang="en-US" sz="3601" b="1" dirty="0">
                <a:solidFill>
                  <a:prstClr val="black"/>
                </a:solidFill>
                <a:latin typeface="Calibri" pitchFamily="34" charset="0"/>
              </a:rPr>
              <a:t>॥</a:t>
            </a:r>
          </a:p>
          <a:p>
            <a:pPr algn="ctr" defTabSz="914522"/>
            <a:endParaRPr lang="en-US" sz="3601"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Oh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You fulfill the desires of those who come to you and bestow the eternal nectar the highest fruit of life.</a:t>
            </a:r>
          </a:p>
        </p:txBody>
      </p:sp>
    </p:spTree>
    <p:extLst>
      <p:ext uri="{BB962C8B-B14F-4D97-AF65-F5344CB8AC3E}">
        <p14:creationId xmlns:p14="http://schemas.microsoft.com/office/powerpoint/2010/main" val="180491095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
          <p:cNvSpPr>
            <a:spLocks noChangeArrowheads="1"/>
          </p:cNvSpPr>
          <p:nvPr/>
        </p:nvSpPr>
        <p:spPr bwMode="auto">
          <a:xfrm>
            <a:off x="1829524" y="76332"/>
            <a:ext cx="8612344" cy="6895349"/>
          </a:xfrm>
          <a:prstGeom prst="rect">
            <a:avLst/>
          </a:prstGeom>
          <a:noFill/>
          <a:ln w="9525">
            <a:noFill/>
            <a:miter lim="800000"/>
            <a:headEnd/>
            <a:tailEnd/>
          </a:ln>
        </p:spPr>
        <p:txBody>
          <a:bodyPr>
            <a:spAutoFit/>
          </a:bodyPr>
          <a:lstStyle/>
          <a:p>
            <a:pPr algn="ctr" defTabSz="914522"/>
            <a:endParaRPr lang="en-IN" sz="14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चारों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जुग</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परताप</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तुह्मारा</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परसिद्ध</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जगत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उजियारा</a:t>
            </a:r>
            <a:r>
              <a:rPr lang="en-IN" sz="4001" b="1" dirty="0">
                <a:solidFill>
                  <a:prstClr val="black"/>
                </a:solidFill>
                <a:latin typeface="Aparajita" pitchFamily="34" charset="0"/>
              </a:rPr>
              <a:t> ॥२९॥</a:t>
            </a:r>
          </a:p>
          <a:p>
            <a:pPr algn="ctr" defTabSz="914522"/>
            <a:endParaRPr lang="en-IN" sz="40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Cäroà</a:t>
            </a:r>
            <a:r>
              <a:rPr lang="en-US" sz="3601" b="1" dirty="0">
                <a:solidFill>
                  <a:prstClr val="black"/>
                </a:solidFill>
                <a:latin typeface="URW Palladio IT" pitchFamily="2" charset="0"/>
              </a:rPr>
              <a:t> Juga </a:t>
            </a:r>
            <a:r>
              <a:rPr lang="en-US" sz="3601" b="1" dirty="0" err="1">
                <a:solidFill>
                  <a:prstClr val="black"/>
                </a:solidFill>
                <a:latin typeface="URW Palladio IT" pitchFamily="2" charset="0"/>
              </a:rPr>
              <a:t>Paratäpa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Tumhärä</a:t>
            </a:r>
            <a:r>
              <a:rPr lang="en-US" sz="3601" b="1" dirty="0">
                <a:solidFill>
                  <a:prstClr val="black"/>
                </a:solidFill>
                <a:latin typeface="URW Palladio IT" pitchFamily="2" charset="0"/>
              </a:rPr>
              <a:t> | </a:t>
            </a:r>
          </a:p>
          <a:p>
            <a:pPr algn="ctr" defTabSz="914522"/>
            <a:r>
              <a:rPr lang="en-US" sz="3601" b="1" dirty="0">
                <a:solidFill>
                  <a:prstClr val="black"/>
                </a:solidFill>
                <a:latin typeface="URW Palladio IT" pitchFamily="2" charset="0"/>
              </a:rPr>
              <a:t>Hai </a:t>
            </a:r>
            <a:r>
              <a:rPr lang="en-US" sz="3601" b="1" dirty="0" err="1">
                <a:solidFill>
                  <a:prstClr val="black"/>
                </a:solidFill>
                <a:latin typeface="URW Palladio IT" pitchFamily="2" charset="0"/>
              </a:rPr>
              <a:t>Parasiddha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Jagata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Ujiyärä</a:t>
            </a:r>
            <a:r>
              <a:rPr lang="en-US" sz="3601" b="1" dirty="0">
                <a:solidFill>
                  <a:prstClr val="black"/>
                </a:solidFill>
                <a:latin typeface="URW Palladio IT" pitchFamily="2" charset="0"/>
              </a:rPr>
              <a:t> || - 29</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ಚಾರೋ</a:t>
            </a:r>
            <a:r>
              <a:rPr lang="en-US" sz="3601" b="1" dirty="0">
                <a:solidFill>
                  <a:prstClr val="black"/>
                </a:solidFill>
                <a:latin typeface="Calibri" pitchFamily="34" charset="0"/>
              </a:rPr>
              <a:t> </a:t>
            </a:r>
            <a:r>
              <a:rPr lang="en-US" sz="3601" b="1" dirty="0" err="1">
                <a:solidFill>
                  <a:prstClr val="black"/>
                </a:solidFill>
                <a:latin typeface="Calibri" pitchFamily="34" charset="0"/>
              </a:rPr>
              <a:t>ಜುಗ</a:t>
            </a:r>
            <a:r>
              <a:rPr lang="en-US" sz="3601" b="1" dirty="0">
                <a:solidFill>
                  <a:prstClr val="black"/>
                </a:solidFill>
                <a:latin typeface="Calibri" pitchFamily="34" charset="0"/>
              </a:rPr>
              <a:t> </a:t>
            </a:r>
            <a:r>
              <a:rPr lang="en-US" sz="3601" b="1" dirty="0" err="1">
                <a:solidFill>
                  <a:prstClr val="black"/>
                </a:solidFill>
                <a:latin typeface="Calibri" pitchFamily="34" charset="0"/>
              </a:rPr>
              <a:t>ಪರತಾಪ</a:t>
            </a:r>
            <a:r>
              <a:rPr lang="en-US" sz="3601" b="1" dirty="0">
                <a:solidFill>
                  <a:prstClr val="black"/>
                </a:solidFill>
                <a:latin typeface="Calibri" pitchFamily="34" charset="0"/>
              </a:rPr>
              <a:t> </a:t>
            </a:r>
            <a:r>
              <a:rPr lang="en-US" sz="3601" b="1" dirty="0" err="1">
                <a:solidFill>
                  <a:prstClr val="black"/>
                </a:solidFill>
                <a:latin typeface="Calibri" pitchFamily="34" charset="0"/>
              </a:rPr>
              <a:t>ತುಮ್ಹಾರಾ</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ಹೈ</a:t>
            </a:r>
            <a:r>
              <a:rPr lang="en-US" sz="3601" b="1" dirty="0">
                <a:solidFill>
                  <a:prstClr val="black"/>
                </a:solidFill>
                <a:latin typeface="Calibri" pitchFamily="34" charset="0"/>
              </a:rPr>
              <a:t> </a:t>
            </a:r>
            <a:r>
              <a:rPr lang="en-US" sz="3601" b="1" dirty="0" err="1">
                <a:solidFill>
                  <a:prstClr val="black"/>
                </a:solidFill>
                <a:latin typeface="Calibri" pitchFamily="34" charset="0"/>
              </a:rPr>
              <a:t>ಪರಸಿದ್ಧ</a:t>
            </a:r>
            <a:r>
              <a:rPr lang="en-US" sz="3601" b="1" dirty="0">
                <a:solidFill>
                  <a:prstClr val="black"/>
                </a:solidFill>
                <a:latin typeface="Calibri" pitchFamily="34" charset="0"/>
              </a:rPr>
              <a:t> </a:t>
            </a:r>
            <a:r>
              <a:rPr lang="en-US" sz="3601" b="1" dirty="0" err="1">
                <a:solidFill>
                  <a:prstClr val="black"/>
                </a:solidFill>
                <a:latin typeface="Calibri" pitchFamily="34" charset="0"/>
              </a:rPr>
              <a:t>ಜಗತ</a:t>
            </a:r>
            <a:r>
              <a:rPr lang="en-US" sz="3601" b="1" dirty="0">
                <a:solidFill>
                  <a:prstClr val="black"/>
                </a:solidFill>
                <a:latin typeface="Calibri" pitchFamily="34" charset="0"/>
              </a:rPr>
              <a:t> </a:t>
            </a:r>
            <a:r>
              <a:rPr lang="en-US" sz="3601" b="1" dirty="0" err="1">
                <a:solidFill>
                  <a:prstClr val="black"/>
                </a:solidFill>
                <a:latin typeface="Calibri" pitchFamily="34" charset="0"/>
              </a:rPr>
              <a:t>ಉಜಿಯಾರಾ</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೨೯</a:t>
            </a:r>
            <a:r>
              <a:rPr lang="en-US" sz="3601" b="1" dirty="0">
                <a:solidFill>
                  <a:prstClr val="black"/>
                </a:solidFill>
                <a:latin typeface="Calibri" pitchFamily="34" charset="0"/>
              </a:rPr>
              <a:t>॥</a:t>
            </a:r>
          </a:p>
          <a:p>
            <a:pPr algn="ctr" defTabSz="914522"/>
            <a:endParaRPr lang="en-US" sz="3601"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Oh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You magnificent glory is acclaimed far and wide all through the four ages and your fame is </a:t>
            </a:r>
            <a:r>
              <a:rPr lang="en-US" sz="2400" b="1" dirty="0" err="1">
                <a:solidFill>
                  <a:prstClr val="black"/>
                </a:solidFill>
                <a:latin typeface="Palatino Linotype" pitchFamily="18" charset="0"/>
              </a:rPr>
              <a:t>radianlty</a:t>
            </a:r>
            <a:r>
              <a:rPr lang="en-US" sz="2400" b="1" dirty="0">
                <a:solidFill>
                  <a:prstClr val="black"/>
                </a:solidFill>
                <a:latin typeface="Palatino Linotype" pitchFamily="18" charset="0"/>
              </a:rPr>
              <a:t> noted all over the cosmos</a:t>
            </a:r>
            <a:r>
              <a:rPr lang="en-US" sz="2400" b="1" dirty="0">
                <a:solidFill>
                  <a:prstClr val="black"/>
                </a:solidFill>
                <a:latin typeface="Calibri" pitchFamily="34" charset="0"/>
              </a:rPr>
              <a:t>.</a:t>
            </a:r>
          </a:p>
          <a:p>
            <a:pPr algn="ctr" defTabSz="914522"/>
            <a:r>
              <a:rPr lang="en-US" sz="2000" b="1" dirty="0">
                <a:solidFill>
                  <a:prstClr val="black"/>
                </a:solidFill>
                <a:latin typeface="Calibri" pitchFamily="34" charset="0"/>
              </a:rPr>
              <a:t>		</a:t>
            </a:r>
            <a:endParaRPr lang="en-US" sz="2801" b="1" dirty="0">
              <a:solidFill>
                <a:prstClr val="black"/>
              </a:solidFill>
              <a:latin typeface="Calibri" pitchFamily="34" charset="0"/>
            </a:endParaRPr>
          </a:p>
        </p:txBody>
      </p:sp>
    </p:spTree>
    <p:extLst>
      <p:ext uri="{BB962C8B-B14F-4D97-AF65-F5344CB8AC3E}">
        <p14:creationId xmlns:p14="http://schemas.microsoft.com/office/powerpoint/2010/main" val="281917842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
          <p:cNvSpPr>
            <a:spLocks noChangeArrowheads="1"/>
          </p:cNvSpPr>
          <p:nvPr/>
        </p:nvSpPr>
        <p:spPr bwMode="auto">
          <a:xfrm>
            <a:off x="1524662" y="103322"/>
            <a:ext cx="9145853" cy="7418441"/>
          </a:xfrm>
          <a:prstGeom prst="rect">
            <a:avLst/>
          </a:prstGeom>
          <a:noFill/>
          <a:ln w="9525">
            <a:noFill/>
            <a:miter lim="800000"/>
            <a:headEnd/>
            <a:tailEnd/>
          </a:ln>
        </p:spPr>
        <p:txBody>
          <a:bodyPr wrap="square">
            <a:spAutoFit/>
          </a:bodyPr>
          <a:lstStyle/>
          <a:p>
            <a:pPr algn="ctr" defTabSz="914522"/>
            <a:endParaRPr lang="en-IN" sz="14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साधु</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सन्त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रखवारे</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असुर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निकन्दन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दुलारे</a:t>
            </a:r>
            <a:r>
              <a:rPr lang="en-IN" sz="4001" b="1" dirty="0">
                <a:solidFill>
                  <a:prstClr val="black"/>
                </a:solidFill>
                <a:latin typeface="Aparajita" pitchFamily="34" charset="0"/>
              </a:rPr>
              <a:t> ॥३०॥</a:t>
            </a:r>
          </a:p>
          <a:p>
            <a:pPr algn="ctr" defTabSz="914522"/>
            <a:endParaRPr lang="en-IN" sz="40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Sädhu</a:t>
            </a:r>
            <a:r>
              <a:rPr lang="en-US" sz="3601" b="1" dirty="0">
                <a:solidFill>
                  <a:prstClr val="black"/>
                </a:solidFill>
                <a:latin typeface="URW Palladio IT" pitchFamily="2" charset="0"/>
              </a:rPr>
              <a:t> Santa </a:t>
            </a:r>
            <a:r>
              <a:rPr lang="en-US" sz="3601" b="1" dirty="0" err="1">
                <a:solidFill>
                  <a:prstClr val="black"/>
                </a:solidFill>
                <a:latin typeface="URW Palladio IT" pitchFamily="2" charset="0"/>
              </a:rPr>
              <a:t>Ke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Tuma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Rakhaväre</a:t>
            </a:r>
            <a:r>
              <a:rPr lang="en-US" sz="3601" b="1" dirty="0">
                <a:solidFill>
                  <a:prstClr val="black"/>
                </a:solidFill>
                <a:latin typeface="URW Palladio IT" pitchFamily="2" charset="0"/>
              </a:rPr>
              <a:t> | </a:t>
            </a:r>
          </a:p>
          <a:p>
            <a:pPr algn="ctr" defTabSz="914522"/>
            <a:r>
              <a:rPr lang="en-US" sz="3601" b="1" dirty="0">
                <a:solidFill>
                  <a:prstClr val="black"/>
                </a:solidFill>
                <a:latin typeface="URW Palladio IT" pitchFamily="2" charset="0"/>
              </a:rPr>
              <a:t>Asura </a:t>
            </a:r>
            <a:r>
              <a:rPr lang="en-US" sz="3601" b="1" dirty="0" err="1">
                <a:solidFill>
                  <a:prstClr val="black"/>
                </a:solidFill>
                <a:latin typeface="URW Palladio IT" pitchFamily="2" charset="0"/>
              </a:rPr>
              <a:t>Nikandana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Räma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Duläre</a:t>
            </a:r>
            <a:r>
              <a:rPr lang="en-US" sz="3601" b="1" dirty="0">
                <a:solidFill>
                  <a:prstClr val="black"/>
                </a:solidFill>
                <a:latin typeface="URW Palladio IT" pitchFamily="2" charset="0"/>
              </a:rPr>
              <a:t> || - 30</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ಸಾಧು</a:t>
            </a:r>
            <a:r>
              <a:rPr lang="en-US" sz="3601" b="1" dirty="0">
                <a:solidFill>
                  <a:prstClr val="black"/>
                </a:solidFill>
                <a:latin typeface="Calibri" pitchFamily="34" charset="0"/>
              </a:rPr>
              <a:t> </a:t>
            </a:r>
            <a:r>
              <a:rPr lang="en-US" sz="3601" b="1" dirty="0" err="1">
                <a:solidFill>
                  <a:prstClr val="black"/>
                </a:solidFill>
                <a:latin typeface="Calibri" pitchFamily="34" charset="0"/>
              </a:rPr>
              <a:t>ಸಂತ</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ತುಮ</a:t>
            </a:r>
            <a:r>
              <a:rPr lang="en-US" sz="3601" b="1" dirty="0">
                <a:solidFill>
                  <a:prstClr val="black"/>
                </a:solidFill>
                <a:latin typeface="Calibri" pitchFamily="34" charset="0"/>
              </a:rPr>
              <a:t> </a:t>
            </a:r>
            <a:r>
              <a:rPr lang="en-US" sz="3601" b="1" dirty="0" err="1">
                <a:solidFill>
                  <a:prstClr val="black"/>
                </a:solidFill>
                <a:latin typeface="Calibri" pitchFamily="34" charset="0"/>
              </a:rPr>
              <a:t>ರಖವಾರೇ</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ಅಸುರ</a:t>
            </a:r>
            <a:r>
              <a:rPr lang="en-US" sz="3601" b="1" dirty="0">
                <a:solidFill>
                  <a:prstClr val="black"/>
                </a:solidFill>
                <a:latin typeface="Calibri" pitchFamily="34" charset="0"/>
              </a:rPr>
              <a:t> </a:t>
            </a:r>
            <a:r>
              <a:rPr lang="en-US" sz="3601" b="1" dirty="0" err="1">
                <a:solidFill>
                  <a:prstClr val="black"/>
                </a:solidFill>
                <a:latin typeface="Calibri" pitchFamily="34" charset="0"/>
              </a:rPr>
              <a:t>ನಿಕಂದನ</a:t>
            </a:r>
            <a:r>
              <a:rPr lang="en-US" sz="3601" b="1" dirty="0">
                <a:solidFill>
                  <a:prstClr val="black"/>
                </a:solidFill>
                <a:latin typeface="Calibri" pitchFamily="34" charset="0"/>
              </a:rPr>
              <a:t> </a:t>
            </a:r>
            <a:r>
              <a:rPr lang="en-US" sz="3601" b="1" dirty="0" err="1">
                <a:solidFill>
                  <a:prstClr val="black"/>
                </a:solidFill>
                <a:latin typeface="Calibri" pitchFamily="34" charset="0"/>
              </a:rPr>
              <a:t>ರಾಮ</a:t>
            </a:r>
            <a:r>
              <a:rPr lang="en-US" sz="3601" b="1" dirty="0">
                <a:solidFill>
                  <a:prstClr val="black"/>
                </a:solidFill>
                <a:latin typeface="Calibri" pitchFamily="34" charset="0"/>
              </a:rPr>
              <a:t> </a:t>
            </a:r>
            <a:r>
              <a:rPr lang="en-US" sz="3601" b="1" dirty="0" err="1">
                <a:solidFill>
                  <a:prstClr val="black"/>
                </a:solidFill>
                <a:latin typeface="Calibri" pitchFamily="34" charset="0"/>
              </a:rPr>
              <a:t>ದುಲಾರೇ</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೩೦</a:t>
            </a:r>
            <a:r>
              <a:rPr lang="en-US" sz="3601" b="1" dirty="0">
                <a:solidFill>
                  <a:prstClr val="black"/>
                </a:solidFill>
                <a:latin typeface="Calibri" pitchFamily="34" charset="0"/>
              </a:rPr>
              <a:t>॥</a:t>
            </a:r>
          </a:p>
          <a:p>
            <a:pPr algn="ctr" defTabSz="914522"/>
            <a:endParaRPr lang="en-US" sz="2400"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Oh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You are the </a:t>
            </a:r>
            <a:r>
              <a:rPr lang="en-US" sz="2400" b="1" dirty="0" err="1">
                <a:solidFill>
                  <a:prstClr val="black"/>
                </a:solidFill>
                <a:latin typeface="Palatino Linotype" pitchFamily="18" charset="0"/>
              </a:rPr>
              <a:t>saviour</a:t>
            </a:r>
            <a:r>
              <a:rPr lang="en-US" sz="2400" b="1" dirty="0">
                <a:solidFill>
                  <a:prstClr val="black"/>
                </a:solidFill>
                <a:latin typeface="Palatino Linotype" pitchFamily="18" charset="0"/>
              </a:rPr>
              <a:t> and the guardian angel of saints and sages and destroy all the Demons, you are the seraphic darling of Shri Ram.</a:t>
            </a:r>
          </a:p>
          <a:p>
            <a:pPr algn="ctr" defTabSz="914522"/>
            <a:r>
              <a:rPr lang="en-US" sz="2400" b="1" dirty="0">
                <a:solidFill>
                  <a:prstClr val="black"/>
                </a:solidFill>
                <a:latin typeface="Palatino Linotype" pitchFamily="18" charset="0"/>
              </a:rPr>
              <a:t>	</a:t>
            </a:r>
            <a:r>
              <a:rPr lang="en-IN" sz="2400" b="1" dirty="0">
                <a:solidFill>
                  <a:srgbClr val="00B050"/>
                </a:solidFill>
                <a:latin typeface="Sanskrit 99" pitchFamily="2" charset="0"/>
              </a:rPr>
              <a:t> 	</a:t>
            </a:r>
          </a:p>
          <a:p>
            <a:pPr algn="ctr" defTabSz="914522"/>
            <a:r>
              <a:rPr lang="en-IN" sz="2400" b="1" dirty="0">
                <a:solidFill>
                  <a:srgbClr val="00B050"/>
                </a:solidFill>
                <a:latin typeface="Sanskrit 99" pitchFamily="2" charset="0"/>
              </a:rPr>
              <a:t>	</a:t>
            </a:r>
            <a:r>
              <a:rPr lang="en-US" sz="1800" b="1" dirty="0">
                <a:solidFill>
                  <a:prstClr val="black"/>
                </a:solidFill>
                <a:latin typeface="Calibri" pitchFamily="34" charset="0"/>
              </a:rPr>
              <a:t/>
            </a:r>
            <a:br>
              <a:rPr lang="en-US" sz="1800" b="1" dirty="0">
                <a:solidFill>
                  <a:prstClr val="black"/>
                </a:solidFill>
                <a:latin typeface="Calibri" pitchFamily="34" charset="0"/>
              </a:rPr>
            </a:br>
            <a:endParaRPr lang="en-US" sz="1800" b="1" dirty="0">
              <a:solidFill>
                <a:prstClr val="black"/>
              </a:solidFill>
              <a:latin typeface="Calibri" pitchFamily="34" charset="0"/>
            </a:endParaRPr>
          </a:p>
        </p:txBody>
      </p:sp>
    </p:spTree>
    <p:extLst>
      <p:ext uri="{BB962C8B-B14F-4D97-AF65-F5344CB8AC3E}">
        <p14:creationId xmlns:p14="http://schemas.microsoft.com/office/powerpoint/2010/main" val="184230771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
          <p:cNvSpPr>
            <a:spLocks noChangeArrowheads="1"/>
          </p:cNvSpPr>
          <p:nvPr/>
        </p:nvSpPr>
        <p:spPr bwMode="auto">
          <a:xfrm>
            <a:off x="1677092" y="99"/>
            <a:ext cx="8688560" cy="7141699"/>
          </a:xfrm>
          <a:prstGeom prst="rect">
            <a:avLst/>
          </a:prstGeom>
          <a:noFill/>
          <a:ln w="9525">
            <a:noFill/>
            <a:miter lim="800000"/>
            <a:headEnd/>
            <a:tailEnd/>
          </a:ln>
        </p:spPr>
        <p:txBody>
          <a:bodyPr>
            <a:spAutoFit/>
          </a:bodyPr>
          <a:lstStyle/>
          <a:p>
            <a:pPr algn="ctr" defTabSz="914522"/>
            <a:endParaRPr lang="en-IN" sz="14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अष्टसिद्धि</a:t>
            </a:r>
            <a:r>
              <a:rPr lang="en-IN" sz="4001" b="1" dirty="0">
                <a:solidFill>
                  <a:prstClr val="black"/>
                </a:solidFill>
                <a:latin typeface="Aparajita" pitchFamily="34" charset="0"/>
              </a:rPr>
              <a:t> </a:t>
            </a:r>
            <a:r>
              <a:rPr lang="en-IN" sz="4001" b="1" dirty="0" err="1">
                <a:solidFill>
                  <a:prstClr val="black"/>
                </a:solidFill>
                <a:latin typeface="Aparajita" pitchFamily="34" charset="0"/>
              </a:rPr>
              <a:t>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निधि</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दाता</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अस</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जानकी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माता</a:t>
            </a:r>
            <a:r>
              <a:rPr lang="en-IN" sz="4001" b="1" dirty="0">
                <a:solidFill>
                  <a:prstClr val="black"/>
                </a:solidFill>
                <a:latin typeface="Aparajita" pitchFamily="34" charset="0"/>
              </a:rPr>
              <a:t> ॥३१॥</a:t>
            </a:r>
          </a:p>
          <a:p>
            <a:pPr algn="ctr" defTabSz="914522"/>
            <a:endParaRPr lang="en-IN" sz="40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Añöa</a:t>
            </a:r>
            <a:r>
              <a:rPr lang="en-US" sz="3601" b="1" dirty="0">
                <a:solidFill>
                  <a:prstClr val="black"/>
                </a:solidFill>
                <a:latin typeface="URW Palladio IT" pitchFamily="2" charset="0"/>
              </a:rPr>
              <a:t> Siddhi Nau Nidhi </a:t>
            </a:r>
            <a:r>
              <a:rPr lang="en-US" sz="3601" b="1" dirty="0" err="1">
                <a:solidFill>
                  <a:prstClr val="black"/>
                </a:solidFill>
                <a:latin typeface="URW Palladio IT" pitchFamily="2" charset="0"/>
              </a:rPr>
              <a:t>Ke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Dätä</a:t>
            </a:r>
            <a:r>
              <a:rPr lang="en-US" sz="3601" b="1" dirty="0">
                <a:solidFill>
                  <a:prstClr val="black"/>
                </a:solidFill>
                <a:latin typeface="URW Palladio IT" pitchFamily="2" charset="0"/>
              </a:rPr>
              <a:t> | </a:t>
            </a:r>
          </a:p>
          <a:p>
            <a:pPr algn="ctr" defTabSz="914522"/>
            <a:r>
              <a:rPr lang="en-US" sz="3601" b="1" dirty="0">
                <a:solidFill>
                  <a:prstClr val="black"/>
                </a:solidFill>
                <a:latin typeface="URW Palladio IT" pitchFamily="2" charset="0"/>
              </a:rPr>
              <a:t>Asa Bara </a:t>
            </a:r>
            <a:r>
              <a:rPr lang="en-US" sz="3601" b="1" dirty="0" err="1">
                <a:solidFill>
                  <a:prstClr val="black"/>
                </a:solidFill>
                <a:latin typeface="URW Palladio IT" pitchFamily="2" charset="0"/>
              </a:rPr>
              <a:t>Déna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Jänaké</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Mätä</a:t>
            </a:r>
            <a:r>
              <a:rPr lang="en-US" sz="3601" b="1" dirty="0">
                <a:solidFill>
                  <a:prstClr val="black"/>
                </a:solidFill>
                <a:latin typeface="URW Palladio IT" pitchFamily="2" charset="0"/>
              </a:rPr>
              <a:t> || - 31</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ಅಷ್ಟ</a:t>
            </a:r>
            <a:r>
              <a:rPr lang="en-US" sz="3601" b="1" dirty="0">
                <a:solidFill>
                  <a:prstClr val="black"/>
                </a:solidFill>
                <a:latin typeface="Calibri" pitchFamily="34" charset="0"/>
              </a:rPr>
              <a:t> </a:t>
            </a:r>
            <a:r>
              <a:rPr lang="en-US" sz="3601" b="1" dirty="0" err="1">
                <a:solidFill>
                  <a:prstClr val="black"/>
                </a:solidFill>
                <a:latin typeface="Calibri" pitchFamily="34" charset="0"/>
              </a:rPr>
              <a:t>ಸಿದ್ಧಿ</a:t>
            </a:r>
            <a:r>
              <a:rPr lang="en-US" sz="3601" b="1" dirty="0">
                <a:solidFill>
                  <a:prstClr val="black"/>
                </a:solidFill>
                <a:latin typeface="Calibri" pitchFamily="34" charset="0"/>
              </a:rPr>
              <a:t> </a:t>
            </a:r>
            <a:r>
              <a:rPr lang="en-US" sz="3601" b="1" dirty="0" err="1">
                <a:solidFill>
                  <a:prstClr val="black"/>
                </a:solidFill>
                <a:latin typeface="Calibri" pitchFamily="34" charset="0"/>
              </a:rPr>
              <a:t>ನೌ</a:t>
            </a:r>
            <a:r>
              <a:rPr lang="en-US" sz="3601" b="1" dirty="0">
                <a:solidFill>
                  <a:prstClr val="black"/>
                </a:solidFill>
                <a:latin typeface="Calibri" pitchFamily="34" charset="0"/>
              </a:rPr>
              <a:t> </a:t>
            </a:r>
            <a:r>
              <a:rPr lang="en-US" sz="3601" b="1" dirty="0" err="1">
                <a:solidFill>
                  <a:prstClr val="black"/>
                </a:solidFill>
                <a:latin typeface="Calibri" pitchFamily="34" charset="0"/>
              </a:rPr>
              <a:t>ನಿಧಿ</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ದಾತಾ</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ಅಸ</a:t>
            </a:r>
            <a:r>
              <a:rPr lang="en-US" sz="3601" b="1" dirty="0">
                <a:solidFill>
                  <a:prstClr val="black"/>
                </a:solidFill>
                <a:latin typeface="Calibri" pitchFamily="34" charset="0"/>
              </a:rPr>
              <a:t> </a:t>
            </a:r>
            <a:r>
              <a:rPr lang="en-US" sz="3601" b="1" dirty="0" err="1">
                <a:solidFill>
                  <a:prstClr val="black"/>
                </a:solidFill>
                <a:latin typeface="Calibri" pitchFamily="34" charset="0"/>
              </a:rPr>
              <a:t>ಬರ</a:t>
            </a:r>
            <a:r>
              <a:rPr lang="en-US" sz="3601" b="1" dirty="0">
                <a:solidFill>
                  <a:prstClr val="black"/>
                </a:solidFill>
                <a:latin typeface="Calibri" pitchFamily="34" charset="0"/>
              </a:rPr>
              <a:t> </a:t>
            </a:r>
            <a:r>
              <a:rPr lang="en-US" sz="3601" b="1" dirty="0" err="1">
                <a:solidFill>
                  <a:prstClr val="black"/>
                </a:solidFill>
                <a:latin typeface="Calibri" pitchFamily="34" charset="0"/>
              </a:rPr>
              <a:t>ದೀಂಹ</a:t>
            </a:r>
            <a:r>
              <a:rPr lang="en-US" sz="3601" b="1" dirty="0">
                <a:solidFill>
                  <a:prstClr val="black"/>
                </a:solidFill>
                <a:latin typeface="Calibri" pitchFamily="34" charset="0"/>
              </a:rPr>
              <a:t> </a:t>
            </a:r>
            <a:r>
              <a:rPr lang="en-US" sz="3601" b="1" dirty="0" err="1">
                <a:solidFill>
                  <a:prstClr val="black"/>
                </a:solidFill>
                <a:latin typeface="Calibri" pitchFamily="34" charset="0"/>
              </a:rPr>
              <a:t>ಜಾನಕೀ</a:t>
            </a:r>
            <a:r>
              <a:rPr lang="en-US" sz="3601" b="1" dirty="0">
                <a:solidFill>
                  <a:prstClr val="black"/>
                </a:solidFill>
                <a:latin typeface="Calibri" pitchFamily="34" charset="0"/>
              </a:rPr>
              <a:t> </a:t>
            </a:r>
            <a:r>
              <a:rPr lang="en-US" sz="3601" b="1" dirty="0" err="1">
                <a:solidFill>
                  <a:prstClr val="black"/>
                </a:solidFill>
                <a:latin typeface="Calibri" pitchFamily="34" charset="0"/>
              </a:rPr>
              <a:t>ಮಾತಾ</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೩೧</a:t>
            </a:r>
            <a:r>
              <a:rPr lang="en-US" sz="3601" b="1" dirty="0">
                <a:solidFill>
                  <a:prstClr val="black"/>
                </a:solidFill>
                <a:latin typeface="Calibri" pitchFamily="34" charset="0"/>
              </a:rPr>
              <a:t>॥</a:t>
            </a:r>
          </a:p>
          <a:p>
            <a:pPr algn="ctr" defTabSz="914522"/>
            <a:endParaRPr lang="en-US" sz="4001" b="1" dirty="0">
              <a:solidFill>
                <a:prstClr val="black"/>
              </a:solidFill>
              <a:latin typeface="Calibri" pitchFamily="34" charset="0"/>
            </a:endParaRPr>
          </a:p>
          <a:p>
            <a:pPr algn="ctr" defTabSz="914522"/>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has been blessed with mother </a:t>
            </a:r>
            <a:r>
              <a:rPr lang="en-US" sz="2400" b="1" dirty="0" err="1">
                <a:solidFill>
                  <a:prstClr val="black"/>
                </a:solidFill>
                <a:latin typeface="Palatino Linotype" pitchFamily="18" charset="0"/>
              </a:rPr>
              <a:t>Janki</a:t>
            </a:r>
            <a:r>
              <a:rPr lang="en-US" sz="2400" b="1" dirty="0">
                <a:solidFill>
                  <a:prstClr val="black"/>
                </a:solidFill>
                <a:latin typeface="Palatino Linotype" pitchFamily="18" charset="0"/>
              </a:rPr>
              <a:t> to grant to any one any YOGIC power of eight </a:t>
            </a:r>
            <a:r>
              <a:rPr lang="en-US" sz="2400" b="1" dirty="0" err="1">
                <a:solidFill>
                  <a:prstClr val="black"/>
                </a:solidFill>
                <a:latin typeface="Palatino Linotype" pitchFamily="18" charset="0"/>
              </a:rPr>
              <a:t>Sidhis</a:t>
            </a:r>
            <a:r>
              <a:rPr lang="en-US" sz="2400" b="1" dirty="0">
                <a:solidFill>
                  <a:prstClr val="black"/>
                </a:solidFill>
                <a:latin typeface="Palatino Linotype" pitchFamily="18" charset="0"/>
              </a:rPr>
              <a:t> and Nava </a:t>
            </a:r>
            <a:r>
              <a:rPr lang="en-US" sz="2400" b="1" dirty="0" err="1">
                <a:solidFill>
                  <a:prstClr val="black"/>
                </a:solidFill>
                <a:latin typeface="Palatino Linotype" pitchFamily="18" charset="0"/>
              </a:rPr>
              <a:t>Nidhis</a:t>
            </a:r>
            <a:r>
              <a:rPr lang="en-US" sz="2400" b="1" dirty="0">
                <a:solidFill>
                  <a:prstClr val="black"/>
                </a:solidFill>
                <a:latin typeface="Palatino Linotype" pitchFamily="18" charset="0"/>
              </a:rPr>
              <a:t> as per choice.</a:t>
            </a:r>
          </a:p>
          <a:p>
            <a:pPr algn="ctr" defTabSz="914522"/>
            <a:r>
              <a:rPr lang="en-IN" sz="3201" b="1" dirty="0">
                <a:solidFill>
                  <a:srgbClr val="00B050"/>
                </a:solidFill>
                <a:latin typeface="Sanskrit 99" pitchFamily="2" charset="0"/>
              </a:rPr>
              <a:t>		</a:t>
            </a:r>
            <a:endParaRPr lang="en-US" sz="3201" b="1" dirty="0">
              <a:solidFill>
                <a:prstClr val="black"/>
              </a:solidFill>
              <a:latin typeface="Palatino Linotype" pitchFamily="18" charset="0"/>
            </a:endParaRPr>
          </a:p>
        </p:txBody>
      </p:sp>
    </p:spTree>
    <p:extLst>
      <p:ext uri="{BB962C8B-B14F-4D97-AF65-F5344CB8AC3E}">
        <p14:creationId xmlns:p14="http://schemas.microsoft.com/office/powerpoint/2010/main" val="214807666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
          <p:cNvSpPr>
            <a:spLocks noChangeArrowheads="1"/>
          </p:cNvSpPr>
          <p:nvPr/>
        </p:nvSpPr>
        <p:spPr bwMode="auto">
          <a:xfrm>
            <a:off x="1753307" y="76315"/>
            <a:ext cx="8764775" cy="7388048"/>
          </a:xfrm>
          <a:prstGeom prst="rect">
            <a:avLst/>
          </a:prstGeom>
          <a:noFill/>
          <a:ln w="9525">
            <a:noFill/>
            <a:miter lim="800000"/>
            <a:headEnd/>
            <a:tailEnd/>
          </a:ln>
        </p:spPr>
        <p:txBody>
          <a:bodyPr>
            <a:spAutoFit/>
          </a:bodyPr>
          <a:lstStyle/>
          <a:p>
            <a:pPr algn="ctr" defTabSz="914522"/>
            <a:endParaRPr lang="en-IN" sz="14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राम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रसायन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तुह्मरे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पासा</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सदा</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रघुपति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दासा</a:t>
            </a:r>
            <a:r>
              <a:rPr lang="en-IN" sz="4001" b="1" dirty="0">
                <a:solidFill>
                  <a:prstClr val="black"/>
                </a:solidFill>
                <a:latin typeface="Aparajita" pitchFamily="34" charset="0"/>
              </a:rPr>
              <a:t> ॥३२॥</a:t>
            </a:r>
          </a:p>
          <a:p>
            <a:pPr algn="ctr" defTabSz="914522"/>
            <a:endParaRPr lang="en-IN" sz="40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Räma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Rasäyana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Tumhare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Päsä</a:t>
            </a:r>
            <a:r>
              <a:rPr lang="en-US" sz="3601" b="1" dirty="0">
                <a:solidFill>
                  <a:prstClr val="black"/>
                </a:solidFill>
                <a:latin typeface="URW Palladio IT" pitchFamily="2" charset="0"/>
              </a:rPr>
              <a:t> | </a:t>
            </a:r>
          </a:p>
          <a:p>
            <a:pPr algn="ctr" defTabSz="914522"/>
            <a:r>
              <a:rPr lang="en-US" sz="3601" b="1" dirty="0" err="1">
                <a:solidFill>
                  <a:prstClr val="black"/>
                </a:solidFill>
                <a:latin typeface="URW Palladio IT" pitchFamily="2" charset="0"/>
              </a:rPr>
              <a:t>Sadä</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Raho</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Raghupati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Ke</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Däsä</a:t>
            </a:r>
            <a:r>
              <a:rPr lang="en-US" sz="3601" b="1" dirty="0">
                <a:solidFill>
                  <a:prstClr val="black"/>
                </a:solidFill>
                <a:latin typeface="URW Palladio IT" pitchFamily="2" charset="0"/>
              </a:rPr>
              <a:t> || - 32</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ರಾಮ</a:t>
            </a:r>
            <a:r>
              <a:rPr lang="en-US" sz="3601" b="1" dirty="0">
                <a:solidFill>
                  <a:prstClr val="black"/>
                </a:solidFill>
                <a:latin typeface="Calibri" pitchFamily="34" charset="0"/>
              </a:rPr>
              <a:t> </a:t>
            </a:r>
            <a:r>
              <a:rPr lang="en-US" sz="3601" b="1" dirty="0" err="1">
                <a:solidFill>
                  <a:prstClr val="black"/>
                </a:solidFill>
                <a:latin typeface="Calibri" pitchFamily="34" charset="0"/>
              </a:rPr>
              <a:t>ರಸಾಯನ</a:t>
            </a:r>
            <a:r>
              <a:rPr lang="en-US" sz="3601" b="1" dirty="0">
                <a:solidFill>
                  <a:prstClr val="black"/>
                </a:solidFill>
                <a:latin typeface="Calibri" pitchFamily="34" charset="0"/>
              </a:rPr>
              <a:t> </a:t>
            </a:r>
            <a:r>
              <a:rPr lang="en-US" sz="3601" b="1" dirty="0" err="1">
                <a:solidFill>
                  <a:prstClr val="black"/>
                </a:solidFill>
                <a:latin typeface="Calibri" pitchFamily="34" charset="0"/>
              </a:rPr>
              <a:t>ತುಮ್ಹರೇ</a:t>
            </a:r>
            <a:r>
              <a:rPr lang="en-US" sz="3601" b="1" dirty="0">
                <a:solidFill>
                  <a:prstClr val="black"/>
                </a:solidFill>
                <a:latin typeface="Calibri" pitchFamily="34" charset="0"/>
              </a:rPr>
              <a:t> </a:t>
            </a:r>
            <a:r>
              <a:rPr lang="en-US" sz="3601" b="1" dirty="0" err="1">
                <a:solidFill>
                  <a:prstClr val="black"/>
                </a:solidFill>
                <a:latin typeface="Calibri" pitchFamily="34" charset="0"/>
              </a:rPr>
              <a:t>ಪಾಸಾ</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ಸದಾ</a:t>
            </a:r>
            <a:r>
              <a:rPr lang="en-US" sz="3601" b="1" dirty="0">
                <a:solidFill>
                  <a:prstClr val="black"/>
                </a:solidFill>
                <a:latin typeface="Calibri" pitchFamily="34" charset="0"/>
              </a:rPr>
              <a:t> </a:t>
            </a:r>
            <a:r>
              <a:rPr lang="en-US" sz="3601" b="1" dirty="0" err="1">
                <a:solidFill>
                  <a:prstClr val="black"/>
                </a:solidFill>
                <a:latin typeface="Calibri" pitchFamily="34" charset="0"/>
              </a:rPr>
              <a:t>ರಹೋ</a:t>
            </a:r>
            <a:r>
              <a:rPr lang="en-US" sz="3601" b="1" dirty="0">
                <a:solidFill>
                  <a:prstClr val="black"/>
                </a:solidFill>
                <a:latin typeface="Calibri" pitchFamily="34" charset="0"/>
              </a:rPr>
              <a:t> </a:t>
            </a:r>
            <a:r>
              <a:rPr lang="en-US" sz="3601" b="1" dirty="0" err="1">
                <a:solidFill>
                  <a:prstClr val="black"/>
                </a:solidFill>
                <a:latin typeface="Calibri" pitchFamily="34" charset="0"/>
              </a:rPr>
              <a:t>ರಘುಪತಿ</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kn-IN" sz="3601" b="1" dirty="0" err="1">
                <a:solidFill>
                  <a:prstClr val="black"/>
                </a:solidFill>
                <a:latin typeface="Calibri" pitchFamily="34" charset="0"/>
                <a:ea typeface="Tunga" pitchFamily="2"/>
                <a:cs typeface="Tunga" pitchFamily="2"/>
              </a:rPr>
              <a:t>ದಾಸಾ</a:t>
            </a:r>
            <a:r>
              <a:rPr lang="kn-IN" sz="3601" b="1" dirty="0">
                <a:solidFill>
                  <a:prstClr val="black"/>
                </a:solidFill>
                <a:latin typeface="Calibri" pitchFamily="34" charset="0"/>
                <a:ea typeface="Tunga" pitchFamily="2"/>
                <a:cs typeface="Tunga" pitchFamily="2"/>
              </a:rPr>
              <a:t> </a:t>
            </a:r>
            <a:r>
              <a:rPr lang="en-US" sz="3601" b="1" dirty="0">
                <a:solidFill>
                  <a:prstClr val="black"/>
                </a:solidFill>
                <a:latin typeface="Calibri" pitchFamily="34" charset="0"/>
              </a:rPr>
              <a:t>॥</a:t>
            </a:r>
            <a:r>
              <a:rPr lang="kn-IN" sz="3601" b="1" dirty="0">
                <a:solidFill>
                  <a:prstClr val="black"/>
                </a:solidFill>
                <a:latin typeface="Calibri" pitchFamily="34" charset="0"/>
                <a:ea typeface="Tunga" pitchFamily="2"/>
                <a:cs typeface="Tunga" pitchFamily="2"/>
              </a:rPr>
              <a:t>೩೨</a:t>
            </a:r>
            <a:r>
              <a:rPr lang="en-US" sz="3601" b="1" dirty="0">
                <a:solidFill>
                  <a:prstClr val="black"/>
                </a:solidFill>
                <a:latin typeface="Calibri" pitchFamily="34" charset="0"/>
              </a:rPr>
              <a:t>॥</a:t>
            </a:r>
          </a:p>
          <a:p>
            <a:pPr algn="ctr" defTabSz="914522"/>
            <a:endParaRPr lang="en-US" sz="4001"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Oh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You hold the essence of devotion to RAM, always remaining His Servant.</a:t>
            </a:r>
          </a:p>
          <a:p>
            <a:pPr algn="ctr" defTabSz="914522"/>
            <a:r>
              <a:rPr lang="en-US" sz="3601" b="1" dirty="0">
                <a:solidFill>
                  <a:prstClr val="black"/>
                </a:solidFill>
                <a:latin typeface="Palatino Linotype" pitchFamily="18" charset="0"/>
              </a:rPr>
              <a:t>		</a:t>
            </a:r>
            <a:r>
              <a:rPr lang="en-US" sz="3601" dirty="0">
                <a:solidFill>
                  <a:prstClr val="black"/>
                </a:solidFill>
                <a:latin typeface="Calibri" pitchFamily="34" charset="0"/>
              </a:rPr>
              <a:t/>
            </a:r>
            <a:br>
              <a:rPr lang="en-US" sz="3601" dirty="0">
                <a:solidFill>
                  <a:prstClr val="black"/>
                </a:solidFill>
                <a:latin typeface="Calibri" pitchFamily="34" charset="0"/>
              </a:rPr>
            </a:br>
            <a:endParaRPr lang="en-US" sz="3601" dirty="0">
              <a:solidFill>
                <a:prstClr val="black"/>
              </a:solidFill>
              <a:latin typeface="Calibri" pitchFamily="34" charset="0"/>
            </a:endParaRPr>
          </a:p>
        </p:txBody>
      </p:sp>
    </p:spTree>
    <p:extLst>
      <p:ext uri="{BB962C8B-B14F-4D97-AF65-F5344CB8AC3E}">
        <p14:creationId xmlns:p14="http://schemas.microsoft.com/office/powerpoint/2010/main" val="145661119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
          <p:cNvSpPr>
            <a:spLocks noChangeArrowheads="1"/>
          </p:cNvSpPr>
          <p:nvPr/>
        </p:nvSpPr>
        <p:spPr bwMode="auto">
          <a:xfrm>
            <a:off x="1677092" y="99"/>
            <a:ext cx="8688560" cy="7141699"/>
          </a:xfrm>
          <a:prstGeom prst="rect">
            <a:avLst/>
          </a:prstGeom>
          <a:noFill/>
          <a:ln w="9525">
            <a:noFill/>
            <a:miter lim="800000"/>
            <a:headEnd/>
            <a:tailEnd/>
          </a:ln>
        </p:spPr>
        <p:txBody>
          <a:bodyPr>
            <a:spAutoFit/>
          </a:bodyPr>
          <a:lstStyle/>
          <a:p>
            <a:pPr algn="ctr" defTabSz="914522"/>
            <a:endParaRPr lang="en-IN" sz="1400" b="1" dirty="0">
              <a:solidFill>
                <a:srgbClr val="000000"/>
              </a:solidFill>
              <a:latin typeface="Aparajita" pitchFamily="34" charset="0"/>
            </a:endParaRPr>
          </a:p>
          <a:p>
            <a:pPr algn="ctr" defTabSz="914522"/>
            <a:r>
              <a:rPr lang="en-IN" sz="4001" b="1" dirty="0" err="1">
                <a:solidFill>
                  <a:srgbClr val="000000"/>
                </a:solidFill>
                <a:latin typeface="Aparajita" pitchFamily="34" charset="0"/>
              </a:rPr>
              <a:t>अष्टसिद्धि</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नौ</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निधि</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के</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दाता</a:t>
            </a:r>
            <a:r>
              <a:rPr lang="en-IN" sz="4001" b="1" dirty="0">
                <a:solidFill>
                  <a:srgbClr val="000000"/>
                </a:solidFill>
                <a:latin typeface="Aparajita" pitchFamily="34" charset="0"/>
              </a:rPr>
              <a:t> ।</a:t>
            </a:r>
            <a:br>
              <a:rPr lang="en-IN" sz="4001" b="1" dirty="0">
                <a:solidFill>
                  <a:srgbClr val="000000"/>
                </a:solidFill>
                <a:latin typeface="Aparajita" pitchFamily="34" charset="0"/>
              </a:rPr>
            </a:br>
            <a:r>
              <a:rPr lang="en-IN" sz="4001" b="1" dirty="0" err="1">
                <a:solidFill>
                  <a:srgbClr val="000000"/>
                </a:solidFill>
                <a:latin typeface="Aparajita" pitchFamily="34" charset="0"/>
              </a:rPr>
              <a:t>अस</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बर</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दीन</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जानकी</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माता</a:t>
            </a:r>
            <a:r>
              <a:rPr lang="en-IN" sz="4001" b="1" dirty="0">
                <a:solidFill>
                  <a:srgbClr val="000000"/>
                </a:solidFill>
                <a:latin typeface="Aparajita" pitchFamily="34" charset="0"/>
              </a:rPr>
              <a:t> ॥३१॥</a:t>
            </a:r>
          </a:p>
          <a:p>
            <a:pPr algn="ctr" defTabSz="914522"/>
            <a:endParaRPr lang="en-IN" sz="4001" b="1" dirty="0">
              <a:solidFill>
                <a:srgbClr val="000000"/>
              </a:solidFill>
              <a:latin typeface="Aparajita" pitchFamily="34" charset="0"/>
            </a:endParaRPr>
          </a:p>
          <a:p>
            <a:pPr algn="ctr" defTabSz="914522"/>
            <a:r>
              <a:rPr lang="en-US" sz="3601" b="1" dirty="0" err="1">
                <a:solidFill>
                  <a:srgbClr val="000000"/>
                </a:solidFill>
                <a:latin typeface="URW Palladio IT" pitchFamily="2" charset="0"/>
              </a:rPr>
              <a:t>Añöa</a:t>
            </a:r>
            <a:r>
              <a:rPr lang="en-US" sz="3601" b="1" dirty="0">
                <a:solidFill>
                  <a:srgbClr val="000000"/>
                </a:solidFill>
                <a:latin typeface="URW Palladio IT" pitchFamily="2" charset="0"/>
              </a:rPr>
              <a:t> Siddhi Nau Nidhi </a:t>
            </a:r>
            <a:r>
              <a:rPr lang="en-US" sz="3601" b="1" dirty="0" err="1">
                <a:solidFill>
                  <a:srgbClr val="000000"/>
                </a:solidFill>
                <a:latin typeface="URW Palladio IT" pitchFamily="2" charset="0"/>
              </a:rPr>
              <a:t>Ke</a:t>
            </a:r>
            <a:r>
              <a:rPr lang="en-US" sz="3601" b="1" dirty="0">
                <a:solidFill>
                  <a:srgbClr val="000000"/>
                </a:solidFill>
                <a:latin typeface="URW Palladio IT" pitchFamily="2" charset="0"/>
              </a:rPr>
              <a:t> </a:t>
            </a:r>
            <a:r>
              <a:rPr lang="en-US" sz="3601" b="1" dirty="0" err="1">
                <a:solidFill>
                  <a:srgbClr val="000000"/>
                </a:solidFill>
                <a:latin typeface="URW Palladio IT" pitchFamily="2" charset="0"/>
              </a:rPr>
              <a:t>Dätä</a:t>
            </a:r>
            <a:r>
              <a:rPr lang="en-US" sz="3601" b="1" dirty="0">
                <a:solidFill>
                  <a:srgbClr val="000000"/>
                </a:solidFill>
                <a:latin typeface="URW Palladio IT" pitchFamily="2" charset="0"/>
              </a:rPr>
              <a:t> | </a:t>
            </a:r>
          </a:p>
          <a:p>
            <a:pPr algn="ctr" defTabSz="914522"/>
            <a:r>
              <a:rPr lang="en-US" sz="3601" b="1" dirty="0">
                <a:solidFill>
                  <a:srgbClr val="000000"/>
                </a:solidFill>
                <a:latin typeface="URW Palladio IT" pitchFamily="2" charset="0"/>
              </a:rPr>
              <a:t>Asa Bara </a:t>
            </a:r>
            <a:r>
              <a:rPr lang="en-US" sz="3601" b="1" dirty="0" err="1">
                <a:solidFill>
                  <a:srgbClr val="000000"/>
                </a:solidFill>
                <a:latin typeface="URW Palladio IT" pitchFamily="2" charset="0"/>
              </a:rPr>
              <a:t>Déna</a:t>
            </a:r>
            <a:r>
              <a:rPr lang="en-US" sz="3601" b="1" dirty="0">
                <a:solidFill>
                  <a:srgbClr val="000000"/>
                </a:solidFill>
                <a:latin typeface="URW Palladio IT" pitchFamily="2" charset="0"/>
              </a:rPr>
              <a:t> </a:t>
            </a:r>
            <a:r>
              <a:rPr lang="en-US" sz="3601" b="1" dirty="0" err="1">
                <a:solidFill>
                  <a:srgbClr val="000000"/>
                </a:solidFill>
                <a:latin typeface="URW Palladio IT" pitchFamily="2" charset="0"/>
              </a:rPr>
              <a:t>Jänaké</a:t>
            </a:r>
            <a:r>
              <a:rPr lang="en-US" sz="3601" b="1" dirty="0">
                <a:solidFill>
                  <a:srgbClr val="000000"/>
                </a:solidFill>
                <a:latin typeface="URW Palladio IT" pitchFamily="2" charset="0"/>
              </a:rPr>
              <a:t> </a:t>
            </a:r>
            <a:r>
              <a:rPr lang="en-US" sz="3601" b="1" dirty="0" err="1">
                <a:solidFill>
                  <a:srgbClr val="000000"/>
                </a:solidFill>
                <a:latin typeface="URW Palladio IT" pitchFamily="2" charset="0"/>
              </a:rPr>
              <a:t>Mätä</a:t>
            </a:r>
            <a:r>
              <a:rPr lang="en-US" sz="3601" b="1" dirty="0">
                <a:solidFill>
                  <a:srgbClr val="000000"/>
                </a:solidFill>
                <a:latin typeface="URW Palladio IT" pitchFamily="2" charset="0"/>
              </a:rPr>
              <a:t> || - 31</a:t>
            </a:r>
          </a:p>
          <a:p>
            <a:pPr algn="ctr" defTabSz="914522"/>
            <a:endParaRPr lang="en-US" sz="3601" b="1" dirty="0">
              <a:solidFill>
                <a:srgbClr val="000000"/>
              </a:solidFill>
              <a:latin typeface="URW Palladio IT" pitchFamily="2" charset="0"/>
            </a:endParaRPr>
          </a:p>
          <a:p>
            <a:pPr algn="ctr" defTabSz="914522"/>
            <a:r>
              <a:rPr lang="en-US" sz="3601" b="1" dirty="0" err="1">
                <a:solidFill>
                  <a:srgbClr val="000000"/>
                </a:solidFill>
                <a:latin typeface="Calibri" pitchFamily="34" charset="0"/>
              </a:rPr>
              <a:t>ಅಷ್ಟ</a:t>
            </a:r>
            <a:r>
              <a:rPr lang="en-US" sz="3601" b="1" dirty="0">
                <a:solidFill>
                  <a:srgbClr val="000000"/>
                </a:solidFill>
                <a:latin typeface="Calibri" pitchFamily="34" charset="0"/>
              </a:rPr>
              <a:t> </a:t>
            </a:r>
            <a:r>
              <a:rPr lang="en-US" sz="3601" b="1" dirty="0" err="1">
                <a:solidFill>
                  <a:srgbClr val="000000"/>
                </a:solidFill>
                <a:latin typeface="Calibri" pitchFamily="34" charset="0"/>
              </a:rPr>
              <a:t>ಸಿದ್ಧಿ</a:t>
            </a:r>
            <a:r>
              <a:rPr lang="en-US" sz="3601" b="1" dirty="0">
                <a:solidFill>
                  <a:srgbClr val="000000"/>
                </a:solidFill>
                <a:latin typeface="Calibri" pitchFamily="34" charset="0"/>
              </a:rPr>
              <a:t> </a:t>
            </a:r>
            <a:r>
              <a:rPr lang="en-US" sz="3601" b="1" dirty="0" err="1">
                <a:solidFill>
                  <a:srgbClr val="000000"/>
                </a:solidFill>
                <a:latin typeface="Calibri" pitchFamily="34" charset="0"/>
              </a:rPr>
              <a:t>ನೌ</a:t>
            </a:r>
            <a:r>
              <a:rPr lang="en-US" sz="3601" b="1" dirty="0">
                <a:solidFill>
                  <a:srgbClr val="000000"/>
                </a:solidFill>
                <a:latin typeface="Calibri" pitchFamily="34" charset="0"/>
              </a:rPr>
              <a:t> </a:t>
            </a:r>
            <a:r>
              <a:rPr lang="en-US" sz="3601" b="1" dirty="0" err="1">
                <a:solidFill>
                  <a:srgbClr val="000000"/>
                </a:solidFill>
                <a:latin typeface="Calibri" pitchFamily="34" charset="0"/>
              </a:rPr>
              <a:t>ನಿಧಿ</a:t>
            </a:r>
            <a:r>
              <a:rPr lang="en-US" sz="3601" b="1" dirty="0">
                <a:solidFill>
                  <a:srgbClr val="000000"/>
                </a:solidFill>
                <a:latin typeface="Calibri" pitchFamily="34" charset="0"/>
              </a:rPr>
              <a:t> </a:t>
            </a:r>
            <a:r>
              <a:rPr lang="en-US" sz="3601" b="1" dirty="0" err="1">
                <a:solidFill>
                  <a:srgbClr val="000000"/>
                </a:solidFill>
                <a:latin typeface="Calibri" pitchFamily="34" charset="0"/>
              </a:rPr>
              <a:t>ಕೇ</a:t>
            </a:r>
            <a:r>
              <a:rPr lang="en-US" sz="3601" b="1" dirty="0">
                <a:solidFill>
                  <a:srgbClr val="000000"/>
                </a:solidFill>
                <a:latin typeface="Calibri" pitchFamily="34" charset="0"/>
              </a:rPr>
              <a:t> </a:t>
            </a:r>
            <a:r>
              <a:rPr lang="en-US" sz="3601" b="1" dirty="0" err="1">
                <a:solidFill>
                  <a:srgbClr val="000000"/>
                </a:solidFill>
                <a:latin typeface="Calibri" pitchFamily="34" charset="0"/>
              </a:rPr>
              <a:t>ದಾತಾ</a:t>
            </a:r>
            <a:r>
              <a:rPr lang="en-US" sz="3601" b="1" dirty="0">
                <a:solidFill>
                  <a:srgbClr val="000000"/>
                </a:solidFill>
                <a:latin typeface="Calibri" pitchFamily="34" charset="0"/>
              </a:rPr>
              <a:t> ।</a:t>
            </a:r>
          </a:p>
          <a:p>
            <a:pPr algn="ctr" defTabSz="914522"/>
            <a:r>
              <a:rPr lang="en-US" sz="3601" b="1" dirty="0" err="1">
                <a:solidFill>
                  <a:srgbClr val="000000"/>
                </a:solidFill>
                <a:latin typeface="Calibri" pitchFamily="34" charset="0"/>
              </a:rPr>
              <a:t>ಅಸ</a:t>
            </a:r>
            <a:r>
              <a:rPr lang="en-US" sz="3601" b="1" dirty="0">
                <a:solidFill>
                  <a:srgbClr val="000000"/>
                </a:solidFill>
                <a:latin typeface="Calibri" pitchFamily="34" charset="0"/>
              </a:rPr>
              <a:t> </a:t>
            </a:r>
            <a:r>
              <a:rPr lang="en-US" sz="3601" b="1" dirty="0" err="1">
                <a:solidFill>
                  <a:srgbClr val="000000"/>
                </a:solidFill>
                <a:latin typeface="Calibri" pitchFamily="34" charset="0"/>
              </a:rPr>
              <a:t>ಬರ</a:t>
            </a:r>
            <a:r>
              <a:rPr lang="en-US" sz="3601" b="1" dirty="0">
                <a:solidFill>
                  <a:srgbClr val="000000"/>
                </a:solidFill>
                <a:latin typeface="Calibri" pitchFamily="34" charset="0"/>
              </a:rPr>
              <a:t> </a:t>
            </a:r>
            <a:r>
              <a:rPr lang="en-US" sz="3601" b="1" dirty="0" err="1">
                <a:solidFill>
                  <a:srgbClr val="000000"/>
                </a:solidFill>
                <a:latin typeface="Calibri" pitchFamily="34" charset="0"/>
              </a:rPr>
              <a:t>ದೀಂಹ</a:t>
            </a:r>
            <a:r>
              <a:rPr lang="en-US" sz="3601" b="1" dirty="0">
                <a:solidFill>
                  <a:srgbClr val="000000"/>
                </a:solidFill>
                <a:latin typeface="Calibri" pitchFamily="34" charset="0"/>
              </a:rPr>
              <a:t> </a:t>
            </a:r>
            <a:r>
              <a:rPr lang="en-US" sz="3601" b="1" dirty="0" err="1">
                <a:solidFill>
                  <a:srgbClr val="000000"/>
                </a:solidFill>
                <a:latin typeface="Calibri" pitchFamily="34" charset="0"/>
              </a:rPr>
              <a:t>ಜಾನಕೀ</a:t>
            </a:r>
            <a:r>
              <a:rPr lang="en-US" sz="3601" b="1" dirty="0">
                <a:solidFill>
                  <a:srgbClr val="000000"/>
                </a:solidFill>
                <a:latin typeface="Calibri" pitchFamily="34" charset="0"/>
              </a:rPr>
              <a:t> </a:t>
            </a:r>
            <a:r>
              <a:rPr lang="en-US" sz="3601" b="1" dirty="0" err="1">
                <a:solidFill>
                  <a:srgbClr val="000000"/>
                </a:solidFill>
                <a:latin typeface="Calibri" pitchFamily="34" charset="0"/>
              </a:rPr>
              <a:t>ಮಾತಾ</a:t>
            </a:r>
            <a:r>
              <a:rPr lang="en-US" sz="3601" b="1" dirty="0">
                <a:solidFill>
                  <a:srgbClr val="000000"/>
                </a:solidFill>
                <a:latin typeface="Calibri" pitchFamily="34" charset="0"/>
              </a:rPr>
              <a:t> ॥</a:t>
            </a:r>
            <a:r>
              <a:rPr lang="kn-IN" sz="3601" b="1" dirty="0">
                <a:solidFill>
                  <a:srgbClr val="000000"/>
                </a:solidFill>
                <a:latin typeface="Calibri" pitchFamily="34" charset="0"/>
                <a:ea typeface="Tunga" pitchFamily="2"/>
                <a:cs typeface="Tunga" pitchFamily="2"/>
              </a:rPr>
              <a:t>೩೧</a:t>
            </a:r>
            <a:r>
              <a:rPr lang="en-US" sz="3601" b="1" dirty="0">
                <a:solidFill>
                  <a:srgbClr val="000000"/>
                </a:solidFill>
                <a:latin typeface="Calibri" pitchFamily="34" charset="0"/>
              </a:rPr>
              <a:t>॥</a:t>
            </a:r>
          </a:p>
          <a:p>
            <a:pPr algn="ctr" defTabSz="914522"/>
            <a:endParaRPr lang="en-US" sz="4001" b="1" dirty="0">
              <a:solidFill>
                <a:srgbClr val="000000"/>
              </a:solidFill>
              <a:latin typeface="Calibri" pitchFamily="34" charset="0"/>
            </a:endParaRPr>
          </a:p>
          <a:p>
            <a:pPr algn="ctr" defTabSz="914522"/>
            <a:r>
              <a:rPr lang="en-US" sz="2400" b="1" dirty="0" err="1">
                <a:solidFill>
                  <a:srgbClr val="000000"/>
                </a:solidFill>
                <a:latin typeface="Palatino Linotype" pitchFamily="18" charset="0"/>
              </a:rPr>
              <a:t>Hanumanji</a:t>
            </a:r>
            <a:r>
              <a:rPr lang="en-US" sz="2400" b="1" dirty="0">
                <a:solidFill>
                  <a:srgbClr val="000000"/>
                </a:solidFill>
                <a:latin typeface="Palatino Linotype" pitchFamily="18" charset="0"/>
              </a:rPr>
              <a:t> has been blessed with mother </a:t>
            </a:r>
            <a:r>
              <a:rPr lang="en-US" sz="2400" b="1" dirty="0" err="1">
                <a:solidFill>
                  <a:srgbClr val="000000"/>
                </a:solidFill>
                <a:latin typeface="Palatino Linotype" pitchFamily="18" charset="0"/>
              </a:rPr>
              <a:t>Janki</a:t>
            </a:r>
            <a:r>
              <a:rPr lang="en-US" sz="2400" b="1" dirty="0">
                <a:solidFill>
                  <a:srgbClr val="000000"/>
                </a:solidFill>
                <a:latin typeface="Palatino Linotype" pitchFamily="18" charset="0"/>
              </a:rPr>
              <a:t> to grant to any one any YOGIC power of eight </a:t>
            </a:r>
            <a:r>
              <a:rPr lang="en-US" sz="2400" b="1" dirty="0" err="1">
                <a:solidFill>
                  <a:srgbClr val="000000"/>
                </a:solidFill>
                <a:latin typeface="Palatino Linotype" pitchFamily="18" charset="0"/>
              </a:rPr>
              <a:t>Sidhis</a:t>
            </a:r>
            <a:r>
              <a:rPr lang="en-US" sz="2400" b="1" dirty="0">
                <a:solidFill>
                  <a:srgbClr val="000000"/>
                </a:solidFill>
                <a:latin typeface="Palatino Linotype" pitchFamily="18" charset="0"/>
              </a:rPr>
              <a:t> and Nava </a:t>
            </a:r>
            <a:r>
              <a:rPr lang="en-US" sz="2400" b="1" dirty="0" err="1">
                <a:solidFill>
                  <a:srgbClr val="000000"/>
                </a:solidFill>
                <a:latin typeface="Palatino Linotype" pitchFamily="18" charset="0"/>
              </a:rPr>
              <a:t>Nidhis</a:t>
            </a:r>
            <a:r>
              <a:rPr lang="en-US" sz="2400" b="1" dirty="0">
                <a:solidFill>
                  <a:srgbClr val="000000"/>
                </a:solidFill>
                <a:latin typeface="Palatino Linotype" pitchFamily="18" charset="0"/>
              </a:rPr>
              <a:t> as per choice.</a:t>
            </a:r>
          </a:p>
          <a:p>
            <a:pPr algn="ctr" defTabSz="914522"/>
            <a:r>
              <a:rPr lang="en-IN" sz="3201" b="1" dirty="0">
                <a:solidFill>
                  <a:srgbClr val="00B050"/>
                </a:solidFill>
                <a:latin typeface="Sanskrit 99" pitchFamily="2" charset="0"/>
              </a:rPr>
              <a:t>		</a:t>
            </a:r>
            <a:endParaRPr lang="en-US" sz="3201" b="1" dirty="0">
              <a:solidFill>
                <a:srgbClr val="000000"/>
              </a:solidFill>
              <a:latin typeface="Palatino Linotype" pitchFamily="18" charset="0"/>
            </a:endParaRPr>
          </a:p>
        </p:txBody>
      </p:sp>
    </p:spTree>
    <p:extLst>
      <p:ext uri="{BB962C8B-B14F-4D97-AF65-F5344CB8AC3E}">
        <p14:creationId xmlns:p14="http://schemas.microsoft.com/office/powerpoint/2010/main" val="152892839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
          <p:cNvSpPr>
            <a:spLocks noChangeArrowheads="1"/>
          </p:cNvSpPr>
          <p:nvPr/>
        </p:nvSpPr>
        <p:spPr bwMode="auto">
          <a:xfrm>
            <a:off x="1753307" y="76317"/>
            <a:ext cx="8764775" cy="7326493"/>
          </a:xfrm>
          <a:prstGeom prst="rect">
            <a:avLst/>
          </a:prstGeom>
          <a:noFill/>
          <a:ln w="9525">
            <a:noFill/>
            <a:miter lim="800000"/>
            <a:headEnd/>
            <a:tailEnd/>
          </a:ln>
        </p:spPr>
        <p:txBody>
          <a:bodyPr>
            <a:spAutoFit/>
          </a:bodyPr>
          <a:lstStyle/>
          <a:p>
            <a:pPr algn="ctr" defTabSz="914522"/>
            <a:endParaRPr lang="en-IN" sz="1400" b="1" dirty="0">
              <a:solidFill>
                <a:srgbClr val="000000"/>
              </a:solidFill>
              <a:latin typeface="Aparajita" pitchFamily="34" charset="0"/>
            </a:endParaRPr>
          </a:p>
          <a:p>
            <a:pPr algn="ctr" defTabSz="914522"/>
            <a:r>
              <a:rPr lang="en-IN" sz="4001" b="1" dirty="0" err="1">
                <a:solidFill>
                  <a:srgbClr val="000000"/>
                </a:solidFill>
                <a:latin typeface="Aparajita" pitchFamily="34" charset="0"/>
              </a:rPr>
              <a:t>राम</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रसायन</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तुह्मरे</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पासा</a:t>
            </a:r>
            <a:r>
              <a:rPr lang="en-IN" sz="4001" b="1" dirty="0">
                <a:solidFill>
                  <a:srgbClr val="000000"/>
                </a:solidFill>
                <a:latin typeface="Aparajita" pitchFamily="34" charset="0"/>
              </a:rPr>
              <a:t> ।</a:t>
            </a:r>
            <a:br>
              <a:rPr lang="en-IN" sz="4001" b="1" dirty="0">
                <a:solidFill>
                  <a:srgbClr val="000000"/>
                </a:solidFill>
                <a:latin typeface="Aparajita" pitchFamily="34" charset="0"/>
              </a:rPr>
            </a:br>
            <a:r>
              <a:rPr lang="en-IN" sz="4001" b="1" dirty="0" err="1">
                <a:solidFill>
                  <a:srgbClr val="000000"/>
                </a:solidFill>
                <a:latin typeface="Aparajita" pitchFamily="34" charset="0"/>
              </a:rPr>
              <a:t>सदा</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रहो</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रघुपति</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के</a:t>
            </a:r>
            <a:r>
              <a:rPr lang="en-IN" sz="4001" b="1" dirty="0">
                <a:solidFill>
                  <a:srgbClr val="000000"/>
                </a:solidFill>
                <a:latin typeface="Aparajita" pitchFamily="34" charset="0"/>
              </a:rPr>
              <a:t> </a:t>
            </a:r>
            <a:r>
              <a:rPr lang="en-IN" sz="4001" b="1" dirty="0" err="1">
                <a:solidFill>
                  <a:srgbClr val="000000"/>
                </a:solidFill>
                <a:latin typeface="Aparajita" pitchFamily="34" charset="0"/>
              </a:rPr>
              <a:t>दासा</a:t>
            </a:r>
            <a:r>
              <a:rPr lang="en-IN" sz="4001" b="1" dirty="0">
                <a:solidFill>
                  <a:srgbClr val="000000"/>
                </a:solidFill>
                <a:latin typeface="Aparajita" pitchFamily="34" charset="0"/>
              </a:rPr>
              <a:t> ॥३२॥</a:t>
            </a:r>
          </a:p>
          <a:p>
            <a:pPr algn="ctr" defTabSz="914522"/>
            <a:endParaRPr lang="en-IN" sz="3601" b="1" dirty="0">
              <a:solidFill>
                <a:srgbClr val="000000"/>
              </a:solidFill>
              <a:latin typeface="Aparajita" pitchFamily="34" charset="0"/>
            </a:endParaRPr>
          </a:p>
          <a:p>
            <a:pPr algn="ctr" defTabSz="914522"/>
            <a:r>
              <a:rPr lang="en-US" sz="3601" b="1" dirty="0" err="1">
                <a:solidFill>
                  <a:srgbClr val="000000"/>
                </a:solidFill>
                <a:latin typeface="URW Palladio IT" pitchFamily="2" charset="0"/>
              </a:rPr>
              <a:t>Räma</a:t>
            </a:r>
            <a:r>
              <a:rPr lang="en-US" sz="3601" b="1" dirty="0">
                <a:solidFill>
                  <a:srgbClr val="000000"/>
                </a:solidFill>
                <a:latin typeface="URW Palladio IT" pitchFamily="2" charset="0"/>
              </a:rPr>
              <a:t> </a:t>
            </a:r>
            <a:r>
              <a:rPr lang="en-US" sz="3601" b="1" dirty="0" err="1">
                <a:solidFill>
                  <a:srgbClr val="000000"/>
                </a:solidFill>
                <a:latin typeface="URW Palladio IT" pitchFamily="2" charset="0"/>
              </a:rPr>
              <a:t>Rasäyana</a:t>
            </a:r>
            <a:r>
              <a:rPr lang="en-US" sz="3601" b="1" dirty="0">
                <a:solidFill>
                  <a:srgbClr val="000000"/>
                </a:solidFill>
                <a:latin typeface="URW Palladio IT" pitchFamily="2" charset="0"/>
              </a:rPr>
              <a:t> </a:t>
            </a:r>
            <a:r>
              <a:rPr lang="en-US" sz="3601" b="1" dirty="0" err="1">
                <a:solidFill>
                  <a:srgbClr val="000000"/>
                </a:solidFill>
                <a:latin typeface="URW Palladio IT" pitchFamily="2" charset="0"/>
              </a:rPr>
              <a:t>Tumhare</a:t>
            </a:r>
            <a:r>
              <a:rPr lang="en-US" sz="3601" b="1" dirty="0">
                <a:solidFill>
                  <a:srgbClr val="000000"/>
                </a:solidFill>
                <a:latin typeface="URW Palladio IT" pitchFamily="2" charset="0"/>
              </a:rPr>
              <a:t> </a:t>
            </a:r>
            <a:r>
              <a:rPr lang="en-US" sz="3601" b="1" dirty="0" err="1">
                <a:solidFill>
                  <a:srgbClr val="000000"/>
                </a:solidFill>
                <a:latin typeface="URW Palladio IT" pitchFamily="2" charset="0"/>
              </a:rPr>
              <a:t>Päsä</a:t>
            </a:r>
            <a:r>
              <a:rPr lang="en-US" sz="3601" b="1" dirty="0">
                <a:solidFill>
                  <a:srgbClr val="000000"/>
                </a:solidFill>
                <a:latin typeface="URW Palladio IT" pitchFamily="2" charset="0"/>
              </a:rPr>
              <a:t> | </a:t>
            </a:r>
          </a:p>
          <a:p>
            <a:pPr algn="ctr" defTabSz="914522"/>
            <a:r>
              <a:rPr lang="en-US" sz="3601" b="1" dirty="0" err="1">
                <a:solidFill>
                  <a:srgbClr val="000000"/>
                </a:solidFill>
                <a:latin typeface="URW Palladio IT" pitchFamily="2" charset="0"/>
              </a:rPr>
              <a:t>Sadä</a:t>
            </a:r>
            <a:r>
              <a:rPr lang="en-US" sz="3601" b="1" dirty="0">
                <a:solidFill>
                  <a:srgbClr val="000000"/>
                </a:solidFill>
                <a:latin typeface="URW Palladio IT" pitchFamily="2" charset="0"/>
              </a:rPr>
              <a:t> </a:t>
            </a:r>
            <a:r>
              <a:rPr lang="en-US" sz="3601" b="1" dirty="0" err="1">
                <a:solidFill>
                  <a:srgbClr val="000000"/>
                </a:solidFill>
                <a:latin typeface="URW Palladio IT" pitchFamily="2" charset="0"/>
              </a:rPr>
              <a:t>Raho</a:t>
            </a:r>
            <a:r>
              <a:rPr lang="en-US" sz="3601" b="1" dirty="0">
                <a:solidFill>
                  <a:srgbClr val="000000"/>
                </a:solidFill>
                <a:latin typeface="URW Palladio IT" pitchFamily="2" charset="0"/>
              </a:rPr>
              <a:t> </a:t>
            </a:r>
            <a:r>
              <a:rPr lang="en-US" sz="3601" b="1" dirty="0" err="1">
                <a:solidFill>
                  <a:srgbClr val="000000"/>
                </a:solidFill>
                <a:latin typeface="URW Palladio IT" pitchFamily="2" charset="0"/>
              </a:rPr>
              <a:t>Raghupati</a:t>
            </a:r>
            <a:r>
              <a:rPr lang="en-US" sz="3601" b="1" dirty="0">
                <a:solidFill>
                  <a:srgbClr val="000000"/>
                </a:solidFill>
                <a:latin typeface="URW Palladio IT" pitchFamily="2" charset="0"/>
              </a:rPr>
              <a:t> </a:t>
            </a:r>
            <a:r>
              <a:rPr lang="en-US" sz="3601" b="1" dirty="0" err="1">
                <a:solidFill>
                  <a:srgbClr val="000000"/>
                </a:solidFill>
                <a:latin typeface="URW Palladio IT" pitchFamily="2" charset="0"/>
              </a:rPr>
              <a:t>Ke</a:t>
            </a:r>
            <a:r>
              <a:rPr lang="en-US" sz="3601" b="1" dirty="0">
                <a:solidFill>
                  <a:srgbClr val="000000"/>
                </a:solidFill>
                <a:latin typeface="URW Palladio IT" pitchFamily="2" charset="0"/>
              </a:rPr>
              <a:t> </a:t>
            </a:r>
            <a:r>
              <a:rPr lang="en-US" sz="3601" b="1" dirty="0" err="1">
                <a:solidFill>
                  <a:srgbClr val="000000"/>
                </a:solidFill>
                <a:latin typeface="URW Palladio IT" pitchFamily="2" charset="0"/>
              </a:rPr>
              <a:t>Däsä</a:t>
            </a:r>
            <a:r>
              <a:rPr lang="en-US" sz="3601" b="1" dirty="0">
                <a:solidFill>
                  <a:srgbClr val="000000"/>
                </a:solidFill>
                <a:latin typeface="URW Palladio IT" pitchFamily="2" charset="0"/>
              </a:rPr>
              <a:t> || - 32</a:t>
            </a:r>
          </a:p>
          <a:p>
            <a:pPr algn="ctr" defTabSz="914522"/>
            <a:endParaRPr lang="en-US" sz="3601" b="1" dirty="0">
              <a:solidFill>
                <a:srgbClr val="000000"/>
              </a:solidFill>
              <a:latin typeface="URW Palladio IT" pitchFamily="2" charset="0"/>
            </a:endParaRPr>
          </a:p>
          <a:p>
            <a:pPr algn="ctr" defTabSz="914522"/>
            <a:r>
              <a:rPr lang="en-US" sz="3601" b="1" dirty="0" err="1">
                <a:solidFill>
                  <a:srgbClr val="000000"/>
                </a:solidFill>
                <a:latin typeface="Calibri" pitchFamily="34" charset="0"/>
              </a:rPr>
              <a:t>ರಾಮ</a:t>
            </a:r>
            <a:r>
              <a:rPr lang="en-US" sz="3601" b="1" dirty="0">
                <a:solidFill>
                  <a:srgbClr val="000000"/>
                </a:solidFill>
                <a:latin typeface="Calibri" pitchFamily="34" charset="0"/>
              </a:rPr>
              <a:t> </a:t>
            </a:r>
            <a:r>
              <a:rPr lang="en-US" sz="3601" b="1" dirty="0" err="1">
                <a:solidFill>
                  <a:srgbClr val="000000"/>
                </a:solidFill>
                <a:latin typeface="Calibri" pitchFamily="34" charset="0"/>
              </a:rPr>
              <a:t>ರಸಾಯನ</a:t>
            </a:r>
            <a:r>
              <a:rPr lang="en-US" sz="3601" b="1" dirty="0">
                <a:solidFill>
                  <a:srgbClr val="000000"/>
                </a:solidFill>
                <a:latin typeface="Calibri" pitchFamily="34" charset="0"/>
              </a:rPr>
              <a:t> </a:t>
            </a:r>
            <a:r>
              <a:rPr lang="en-US" sz="3601" b="1" dirty="0" err="1">
                <a:solidFill>
                  <a:srgbClr val="000000"/>
                </a:solidFill>
                <a:latin typeface="Calibri" pitchFamily="34" charset="0"/>
              </a:rPr>
              <a:t>ತುಮ್ಹರೇ</a:t>
            </a:r>
            <a:r>
              <a:rPr lang="en-US" sz="3601" b="1" dirty="0">
                <a:solidFill>
                  <a:srgbClr val="000000"/>
                </a:solidFill>
                <a:latin typeface="Calibri" pitchFamily="34" charset="0"/>
              </a:rPr>
              <a:t> </a:t>
            </a:r>
            <a:r>
              <a:rPr lang="en-US" sz="3601" b="1" dirty="0" err="1">
                <a:solidFill>
                  <a:srgbClr val="000000"/>
                </a:solidFill>
                <a:latin typeface="Calibri" pitchFamily="34" charset="0"/>
              </a:rPr>
              <a:t>ಪಾಸಾ</a:t>
            </a:r>
            <a:r>
              <a:rPr lang="en-US" sz="3601" b="1" dirty="0">
                <a:solidFill>
                  <a:srgbClr val="000000"/>
                </a:solidFill>
                <a:latin typeface="Calibri" pitchFamily="34" charset="0"/>
              </a:rPr>
              <a:t> ।</a:t>
            </a:r>
          </a:p>
          <a:p>
            <a:pPr algn="ctr" defTabSz="914522"/>
            <a:r>
              <a:rPr lang="en-US" sz="3601" b="1" dirty="0" err="1">
                <a:solidFill>
                  <a:srgbClr val="000000"/>
                </a:solidFill>
                <a:latin typeface="Calibri" pitchFamily="34" charset="0"/>
              </a:rPr>
              <a:t>ಸದಾ</a:t>
            </a:r>
            <a:r>
              <a:rPr lang="en-US" sz="3601" b="1" dirty="0">
                <a:solidFill>
                  <a:srgbClr val="000000"/>
                </a:solidFill>
                <a:latin typeface="Calibri" pitchFamily="34" charset="0"/>
              </a:rPr>
              <a:t> </a:t>
            </a:r>
            <a:r>
              <a:rPr lang="en-US" sz="3601" b="1" dirty="0" err="1">
                <a:solidFill>
                  <a:srgbClr val="000000"/>
                </a:solidFill>
                <a:latin typeface="Calibri" pitchFamily="34" charset="0"/>
              </a:rPr>
              <a:t>ರಹೋ</a:t>
            </a:r>
            <a:r>
              <a:rPr lang="en-US" sz="3601" b="1" dirty="0">
                <a:solidFill>
                  <a:srgbClr val="000000"/>
                </a:solidFill>
                <a:latin typeface="Calibri" pitchFamily="34" charset="0"/>
              </a:rPr>
              <a:t> </a:t>
            </a:r>
            <a:r>
              <a:rPr lang="en-US" sz="3601" b="1" dirty="0" err="1">
                <a:solidFill>
                  <a:srgbClr val="000000"/>
                </a:solidFill>
                <a:latin typeface="Calibri" pitchFamily="34" charset="0"/>
              </a:rPr>
              <a:t>ರಘುಪತಿ</a:t>
            </a:r>
            <a:r>
              <a:rPr lang="en-US" sz="3601" b="1" dirty="0">
                <a:solidFill>
                  <a:srgbClr val="000000"/>
                </a:solidFill>
                <a:latin typeface="Calibri" pitchFamily="34" charset="0"/>
              </a:rPr>
              <a:t> </a:t>
            </a:r>
            <a:r>
              <a:rPr lang="en-US" sz="3601" b="1" dirty="0" err="1">
                <a:solidFill>
                  <a:srgbClr val="000000"/>
                </a:solidFill>
                <a:latin typeface="Calibri" pitchFamily="34" charset="0"/>
              </a:rPr>
              <a:t>ಕೇ</a:t>
            </a:r>
            <a:r>
              <a:rPr lang="en-US" sz="3601" b="1" dirty="0">
                <a:solidFill>
                  <a:srgbClr val="000000"/>
                </a:solidFill>
                <a:latin typeface="Calibri" pitchFamily="34" charset="0"/>
              </a:rPr>
              <a:t> </a:t>
            </a:r>
            <a:r>
              <a:rPr lang="kn-IN" sz="3601" b="1" dirty="0" err="1">
                <a:solidFill>
                  <a:srgbClr val="000000"/>
                </a:solidFill>
                <a:latin typeface="Calibri" pitchFamily="34" charset="0"/>
                <a:ea typeface="Tunga" pitchFamily="2"/>
                <a:cs typeface="Tunga" pitchFamily="2"/>
              </a:rPr>
              <a:t>ದಾಸಾ</a:t>
            </a:r>
            <a:r>
              <a:rPr lang="kn-IN" sz="3601" b="1" dirty="0">
                <a:solidFill>
                  <a:srgbClr val="000000"/>
                </a:solidFill>
                <a:latin typeface="Calibri" pitchFamily="34" charset="0"/>
                <a:ea typeface="Tunga" pitchFamily="2"/>
                <a:cs typeface="Tunga" pitchFamily="2"/>
              </a:rPr>
              <a:t> </a:t>
            </a:r>
            <a:r>
              <a:rPr lang="en-US" sz="3601" b="1" dirty="0">
                <a:solidFill>
                  <a:srgbClr val="000000"/>
                </a:solidFill>
                <a:latin typeface="Calibri" pitchFamily="34" charset="0"/>
              </a:rPr>
              <a:t>॥</a:t>
            </a:r>
            <a:r>
              <a:rPr lang="kn-IN" sz="3601" b="1" dirty="0">
                <a:solidFill>
                  <a:srgbClr val="000000"/>
                </a:solidFill>
                <a:latin typeface="Calibri" pitchFamily="34" charset="0"/>
                <a:ea typeface="Tunga" pitchFamily="2"/>
                <a:cs typeface="Tunga" pitchFamily="2"/>
              </a:rPr>
              <a:t>೩೨</a:t>
            </a:r>
            <a:r>
              <a:rPr lang="en-US" sz="3601" b="1" dirty="0">
                <a:solidFill>
                  <a:srgbClr val="000000"/>
                </a:solidFill>
                <a:latin typeface="Calibri" pitchFamily="34" charset="0"/>
              </a:rPr>
              <a:t>॥</a:t>
            </a:r>
          </a:p>
          <a:p>
            <a:pPr algn="ctr" defTabSz="914522"/>
            <a:endParaRPr lang="en-US" sz="4001" b="1" dirty="0">
              <a:solidFill>
                <a:srgbClr val="000000"/>
              </a:solidFill>
              <a:latin typeface="Calibri" pitchFamily="34" charset="0"/>
            </a:endParaRPr>
          </a:p>
          <a:p>
            <a:pPr algn="ctr" defTabSz="914522"/>
            <a:r>
              <a:rPr lang="en-US" sz="2400" b="1" dirty="0">
                <a:solidFill>
                  <a:srgbClr val="000000"/>
                </a:solidFill>
                <a:latin typeface="Palatino Linotype" pitchFamily="18" charset="0"/>
              </a:rPr>
              <a:t>Oh </a:t>
            </a:r>
            <a:r>
              <a:rPr lang="en-US" sz="2400" b="1" dirty="0" err="1">
                <a:solidFill>
                  <a:srgbClr val="000000"/>
                </a:solidFill>
                <a:latin typeface="Palatino Linotype" pitchFamily="18" charset="0"/>
              </a:rPr>
              <a:t>Hanumanji</a:t>
            </a:r>
            <a:r>
              <a:rPr lang="en-US" sz="2400" b="1" dirty="0">
                <a:solidFill>
                  <a:srgbClr val="000000"/>
                </a:solidFill>
                <a:latin typeface="Palatino Linotype" pitchFamily="18" charset="0"/>
              </a:rPr>
              <a:t>! You hold the essence of devotion to RAM, always remaining His Servant.</a:t>
            </a:r>
          </a:p>
          <a:p>
            <a:pPr algn="ctr" defTabSz="914522"/>
            <a:r>
              <a:rPr lang="en-US" sz="3601" b="1" dirty="0">
                <a:solidFill>
                  <a:srgbClr val="000000"/>
                </a:solidFill>
                <a:latin typeface="Palatino Linotype" pitchFamily="18" charset="0"/>
              </a:rPr>
              <a:t>		</a:t>
            </a:r>
            <a:r>
              <a:rPr lang="en-US" sz="3601" dirty="0">
                <a:solidFill>
                  <a:srgbClr val="000000"/>
                </a:solidFill>
                <a:latin typeface="Calibri" pitchFamily="34" charset="0"/>
              </a:rPr>
              <a:t/>
            </a:r>
            <a:br>
              <a:rPr lang="en-US" sz="3601" dirty="0">
                <a:solidFill>
                  <a:srgbClr val="000000"/>
                </a:solidFill>
                <a:latin typeface="Calibri" pitchFamily="34" charset="0"/>
              </a:rPr>
            </a:br>
            <a:endParaRPr lang="en-US" sz="3601" dirty="0">
              <a:solidFill>
                <a:srgbClr val="000000"/>
              </a:solidFill>
              <a:latin typeface="Calibri" pitchFamily="34" charset="0"/>
            </a:endParaRPr>
          </a:p>
        </p:txBody>
      </p:sp>
    </p:spTree>
    <p:extLst>
      <p:ext uri="{BB962C8B-B14F-4D97-AF65-F5344CB8AC3E}">
        <p14:creationId xmlns:p14="http://schemas.microsoft.com/office/powerpoint/2010/main" val="424584310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1524662" y="102"/>
            <a:ext cx="9145853" cy="862031"/>
          </a:xfrm>
          <a:prstGeom prst="rect">
            <a:avLst/>
          </a:prstGeom>
          <a:noFill/>
          <a:ln w="9525">
            <a:noFill/>
            <a:miter lim="800000"/>
            <a:headEnd/>
            <a:tailEnd/>
          </a:ln>
        </p:spPr>
        <p:txBody>
          <a:bodyPr>
            <a:spAutoFit/>
          </a:bodyPr>
          <a:lstStyle/>
          <a:p>
            <a:pPr algn="ctr" defTabSz="914522"/>
            <a:r>
              <a:rPr lang="en-IN" sz="2501" b="1">
                <a:solidFill>
                  <a:srgbClr val="FFFFFF"/>
                </a:solidFill>
                <a:latin typeface="Aparajita" pitchFamily="34" charset="0"/>
              </a:rPr>
              <a:t>॥ इति श्रीमद्गोस्वामीतुलसीदासजी अवधी भाषायां विरचितं श्रीहनुमान चालीसा ॥</a:t>
            </a:r>
            <a:endParaRPr lang="en-US" sz="2501" b="1">
              <a:solidFill>
                <a:srgbClr val="FFFFFF"/>
              </a:solidFill>
              <a:latin typeface="Aparajita" pitchFamily="34" charset="0"/>
            </a:endParaRPr>
          </a:p>
        </p:txBody>
      </p:sp>
      <p:sp>
        <p:nvSpPr>
          <p:cNvPr id="64515" name="Rectangle 1"/>
          <p:cNvSpPr>
            <a:spLocks noChangeArrowheads="1"/>
          </p:cNvSpPr>
          <p:nvPr/>
        </p:nvSpPr>
        <p:spPr bwMode="auto">
          <a:xfrm>
            <a:off x="1577061" y="4741336"/>
            <a:ext cx="9145853" cy="2678426"/>
          </a:xfrm>
          <a:prstGeom prst="rect">
            <a:avLst/>
          </a:prstGeom>
          <a:noFill/>
          <a:ln w="9525">
            <a:noFill/>
            <a:miter lim="800000"/>
            <a:headEnd/>
            <a:tailEnd/>
          </a:ln>
        </p:spPr>
        <p:txBody>
          <a:bodyPr>
            <a:spAutoFit/>
          </a:bodyPr>
          <a:lstStyle/>
          <a:p>
            <a:pPr defTabSz="914522"/>
            <a:r>
              <a:rPr lang="en-US" sz="2801" b="1" dirty="0">
                <a:solidFill>
                  <a:srgbClr val="000000"/>
                </a:solidFill>
                <a:latin typeface="Calibri"/>
              </a:rPr>
              <a:t>	</a:t>
            </a:r>
          </a:p>
          <a:p>
            <a:pPr defTabSz="914522"/>
            <a:r>
              <a:rPr lang="en-US" sz="2801" b="1" dirty="0">
                <a:solidFill>
                  <a:srgbClr val="000000"/>
                </a:solidFill>
                <a:latin typeface="Calibri"/>
              </a:rPr>
              <a:t>	</a:t>
            </a:r>
            <a:r>
              <a:rPr lang="hi-IN" sz="2801" b="1" dirty="0">
                <a:solidFill>
                  <a:srgbClr val="000000"/>
                </a:solidFill>
                <a:latin typeface="Calibri"/>
              </a:rPr>
              <a:t>राम लक्ष्मण जानकी</a:t>
            </a:r>
            <a:r>
              <a:rPr lang="en-US" sz="2801" b="1" dirty="0">
                <a:solidFill>
                  <a:srgbClr val="000000"/>
                </a:solidFill>
                <a:latin typeface="Calibri"/>
              </a:rPr>
              <a:t>	</a:t>
            </a:r>
            <a:r>
              <a:rPr lang="en-US" sz="2801" dirty="0" err="1">
                <a:solidFill>
                  <a:srgbClr val="000000"/>
                </a:solidFill>
                <a:latin typeface="URW Palladio IT" pitchFamily="2" charset="0"/>
              </a:rPr>
              <a:t>Räma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La</a:t>
            </a:r>
            <a:r>
              <a:rPr lang="en-US" altLang="zh-CN" sz="2801" dirty="0" err="1">
                <a:solidFill>
                  <a:srgbClr val="000000"/>
                </a:solidFill>
                <a:latin typeface="URW Palladio IT" pitchFamily="2" charset="0"/>
                <a:ea typeface="宋体" panose="02010600030101010101" pitchFamily="2" charset="-122"/>
                <a:sym typeface="URW Palladio IT" pitchFamily="2" charset="0"/>
              </a:rPr>
              <a:t>kñ</a:t>
            </a:r>
            <a:r>
              <a:rPr lang="en-US" sz="2801" dirty="0" err="1">
                <a:solidFill>
                  <a:srgbClr val="000000"/>
                </a:solidFill>
                <a:latin typeface="URW Palladio IT" pitchFamily="2" charset="0"/>
              </a:rPr>
              <a:t>hmaëa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Jänaké</a:t>
            </a:r>
            <a:endParaRPr lang="en-US" sz="2801" dirty="0">
              <a:solidFill>
                <a:srgbClr val="000000"/>
              </a:solidFill>
              <a:latin typeface="URW Palladio IT" pitchFamily="2" charset="0"/>
            </a:endParaRPr>
          </a:p>
          <a:p>
            <a:pPr defTabSz="914522"/>
            <a:r>
              <a:rPr lang="en-US" sz="2801" b="1" dirty="0">
                <a:solidFill>
                  <a:srgbClr val="000000"/>
                </a:solidFill>
                <a:latin typeface="Calibri"/>
              </a:rPr>
              <a:t>	</a:t>
            </a:r>
            <a:r>
              <a:rPr lang="hi-IN" sz="2801" b="1" dirty="0">
                <a:solidFill>
                  <a:srgbClr val="000000"/>
                </a:solidFill>
                <a:latin typeface="Calibri"/>
              </a:rPr>
              <a:t>जय बोलो हनुमान की</a:t>
            </a:r>
            <a:r>
              <a:rPr lang="en-US" sz="2801" b="1" dirty="0">
                <a:solidFill>
                  <a:srgbClr val="000000"/>
                </a:solidFill>
                <a:latin typeface="Calibri"/>
              </a:rPr>
              <a:t>	</a:t>
            </a:r>
            <a:r>
              <a:rPr lang="en-US" sz="2801" dirty="0">
                <a:solidFill>
                  <a:srgbClr val="000000"/>
                </a:solidFill>
                <a:latin typeface="URW Palladio IT" pitchFamily="2" charset="0"/>
              </a:rPr>
              <a:t> Jaya Bolo </a:t>
            </a:r>
            <a:r>
              <a:rPr lang="en-US" sz="2801" dirty="0" err="1">
                <a:solidFill>
                  <a:srgbClr val="000000"/>
                </a:solidFill>
                <a:latin typeface="URW Palladio IT" pitchFamily="2" charset="0"/>
              </a:rPr>
              <a:t>Hanumäna</a:t>
            </a:r>
            <a:r>
              <a:rPr lang="en-US" sz="2801" dirty="0">
                <a:solidFill>
                  <a:srgbClr val="000000"/>
                </a:solidFill>
                <a:latin typeface="URW Palladio IT" pitchFamily="2" charset="0"/>
              </a:rPr>
              <a:t> </a:t>
            </a:r>
            <a:r>
              <a:rPr lang="en-US" sz="2801" dirty="0" err="1">
                <a:solidFill>
                  <a:srgbClr val="000000"/>
                </a:solidFill>
                <a:latin typeface="URW Palladio IT" pitchFamily="2" charset="0"/>
              </a:rPr>
              <a:t>Ké</a:t>
            </a:r>
            <a:endParaRPr lang="en-CA" sz="2801" b="1" dirty="0">
              <a:solidFill>
                <a:srgbClr val="000000"/>
              </a:solidFill>
              <a:latin typeface="Calibri"/>
            </a:endParaRPr>
          </a:p>
          <a:p>
            <a:pPr defTabSz="914522"/>
            <a:r>
              <a:rPr lang="en-CA" sz="2801" b="1" dirty="0">
                <a:solidFill>
                  <a:srgbClr val="000000"/>
                </a:solidFill>
                <a:latin typeface="Calibri"/>
              </a:rPr>
              <a:t>			  </a:t>
            </a:r>
            <a:r>
              <a:rPr lang="kn-IN" sz="2801" b="1" dirty="0">
                <a:solidFill>
                  <a:srgbClr val="000000"/>
                </a:solidFill>
                <a:latin typeface="Calibri"/>
              </a:rPr>
              <a:t>ರಾಮ ಲಕ್ಷ್ಮಣ </a:t>
            </a:r>
            <a:r>
              <a:rPr lang="kn-IN" sz="2801" b="1" dirty="0" err="1">
                <a:solidFill>
                  <a:srgbClr val="000000"/>
                </a:solidFill>
                <a:latin typeface="Calibri"/>
              </a:rPr>
              <a:t>ಜಾನಕೀ</a:t>
            </a:r>
            <a:endParaRPr lang="kn-IN" sz="2801" b="1" dirty="0">
              <a:solidFill>
                <a:srgbClr val="000000"/>
              </a:solidFill>
              <a:latin typeface="Calibri"/>
            </a:endParaRPr>
          </a:p>
          <a:p>
            <a:pPr algn="ctr" defTabSz="914522"/>
            <a:r>
              <a:rPr lang="kn-IN" sz="2801" b="1" dirty="0">
                <a:solidFill>
                  <a:srgbClr val="000000"/>
                </a:solidFill>
                <a:latin typeface="Calibri"/>
              </a:rPr>
              <a:t>ಜೈ </a:t>
            </a:r>
            <a:r>
              <a:rPr lang="kn-IN" sz="2801" b="1" dirty="0" err="1">
                <a:solidFill>
                  <a:srgbClr val="000000"/>
                </a:solidFill>
                <a:latin typeface="Calibri"/>
              </a:rPr>
              <a:t>ಬೋಲೋ</a:t>
            </a:r>
            <a:r>
              <a:rPr lang="kn-IN" sz="2801" b="1" dirty="0">
                <a:solidFill>
                  <a:srgbClr val="000000"/>
                </a:solidFill>
                <a:latin typeface="Calibri"/>
              </a:rPr>
              <a:t> </a:t>
            </a:r>
            <a:r>
              <a:rPr lang="kn-IN" sz="2801" b="1" dirty="0" err="1">
                <a:solidFill>
                  <a:srgbClr val="000000"/>
                </a:solidFill>
                <a:latin typeface="Calibri"/>
              </a:rPr>
              <a:t>ಹನುಮಾನ್</a:t>
            </a:r>
            <a:r>
              <a:rPr lang="kn-IN" sz="2801" b="1" dirty="0">
                <a:solidFill>
                  <a:srgbClr val="000000"/>
                </a:solidFill>
                <a:latin typeface="Calibri"/>
              </a:rPr>
              <a:t> ಕೀ</a:t>
            </a:r>
            <a:endParaRPr lang="en-CA" sz="2801" b="1" dirty="0">
              <a:solidFill>
                <a:srgbClr val="000000"/>
              </a:solidFill>
              <a:latin typeface="Calibri"/>
            </a:endParaRPr>
          </a:p>
          <a:p>
            <a:pPr defTabSz="914522"/>
            <a:endParaRPr lang="en-IN" sz="2801" b="1" dirty="0">
              <a:solidFill>
                <a:srgbClr val="000000"/>
              </a:solidFill>
              <a:latin typeface="Calibri"/>
            </a:endParaRPr>
          </a:p>
        </p:txBody>
      </p:sp>
      <p:pic>
        <p:nvPicPr>
          <p:cNvPr id="64516" name="Picture 2" descr="G:\Rama\sri-rama-shri-hanuman.jpg"/>
          <p:cNvPicPr>
            <a:picLocks noChangeAspect="1" noChangeArrowheads="1"/>
          </p:cNvPicPr>
          <p:nvPr/>
        </p:nvPicPr>
        <p:blipFill>
          <a:blip r:embed="rId2"/>
          <a:srcRect/>
          <a:stretch>
            <a:fillRect/>
          </a:stretch>
        </p:blipFill>
        <p:spPr bwMode="auto">
          <a:xfrm>
            <a:off x="2309058" y="-14187"/>
            <a:ext cx="7675528" cy="5182651"/>
          </a:xfrm>
          <a:prstGeom prst="rect">
            <a:avLst/>
          </a:prstGeom>
          <a:noFill/>
          <a:ln w="9525">
            <a:noFill/>
            <a:miter lim="800000"/>
            <a:headEnd/>
            <a:tailEnd/>
          </a:ln>
        </p:spPr>
      </p:pic>
    </p:spTree>
    <p:extLst>
      <p:ext uri="{BB962C8B-B14F-4D97-AF65-F5344CB8AC3E}">
        <p14:creationId xmlns:p14="http://schemas.microsoft.com/office/powerpoint/2010/main" val="365123943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
          <p:cNvSpPr>
            <a:spLocks noChangeArrowheads="1"/>
          </p:cNvSpPr>
          <p:nvPr/>
        </p:nvSpPr>
        <p:spPr bwMode="auto">
          <a:xfrm>
            <a:off x="1753308" y="214457"/>
            <a:ext cx="8917206" cy="6464590"/>
          </a:xfrm>
          <a:prstGeom prst="rect">
            <a:avLst/>
          </a:prstGeom>
          <a:noFill/>
          <a:ln w="9525">
            <a:noFill/>
            <a:miter lim="800000"/>
            <a:headEnd/>
            <a:tailEnd/>
          </a:ln>
        </p:spPr>
        <p:txBody>
          <a:bodyPr>
            <a:spAutoFit/>
          </a:bodyPr>
          <a:lstStyle/>
          <a:p>
            <a:pPr algn="ctr" defTabSz="914522"/>
            <a:r>
              <a:rPr lang="en-IN" sz="1400" b="1" dirty="0">
                <a:solidFill>
                  <a:prstClr val="black"/>
                </a:solidFill>
                <a:latin typeface="Aparajita" pitchFamily="34" charset="0"/>
              </a:rPr>
              <a:t>	</a:t>
            </a:r>
            <a:r>
              <a:rPr lang="en-IN" sz="4001" b="1" dirty="0" err="1">
                <a:solidFill>
                  <a:prstClr val="black"/>
                </a:solidFill>
                <a:latin typeface="Aparajita" pitchFamily="34" charset="0"/>
              </a:rPr>
              <a:t>तुह्मरे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भजन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पावै</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जनम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जनम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दुख</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बिसरावै</a:t>
            </a:r>
            <a:r>
              <a:rPr lang="en-IN" sz="4001" b="1" dirty="0">
                <a:solidFill>
                  <a:prstClr val="black"/>
                </a:solidFill>
                <a:latin typeface="Aparajita" pitchFamily="34" charset="0"/>
              </a:rPr>
              <a:t> ॥३३॥</a:t>
            </a:r>
          </a:p>
          <a:p>
            <a:pPr algn="ctr" defTabSz="914522"/>
            <a:endParaRPr lang="en-IN" sz="4401" b="1" dirty="0">
              <a:solidFill>
                <a:prstClr val="black"/>
              </a:solidFill>
              <a:latin typeface="Aparajita" pitchFamily="34" charset="0"/>
            </a:endParaRPr>
          </a:p>
          <a:p>
            <a:pPr algn="ctr" defTabSz="914522"/>
            <a:r>
              <a:rPr lang="en-US" sz="2801" b="1" dirty="0" err="1">
                <a:solidFill>
                  <a:prstClr val="black"/>
                </a:solidFill>
                <a:latin typeface="URW Palladio IT" pitchFamily="2" charset="0"/>
              </a:rPr>
              <a:t>Tumhare</a:t>
            </a:r>
            <a:r>
              <a:rPr lang="en-US" sz="2801" b="1" dirty="0">
                <a:solidFill>
                  <a:prstClr val="black"/>
                </a:solidFill>
                <a:latin typeface="URW Palladio IT" pitchFamily="2" charset="0"/>
              </a:rPr>
              <a:t> </a:t>
            </a:r>
            <a:r>
              <a:rPr lang="en-US" sz="2801" b="1" dirty="0" err="1">
                <a:solidFill>
                  <a:prstClr val="black"/>
                </a:solidFill>
                <a:latin typeface="URW Palladio IT" pitchFamily="2" charset="0"/>
              </a:rPr>
              <a:t>Bhajana</a:t>
            </a:r>
            <a:r>
              <a:rPr lang="en-US" sz="2801" b="1" dirty="0">
                <a:solidFill>
                  <a:prstClr val="black"/>
                </a:solidFill>
                <a:latin typeface="URW Palladio IT" pitchFamily="2" charset="0"/>
              </a:rPr>
              <a:t> </a:t>
            </a:r>
            <a:r>
              <a:rPr lang="en-US" sz="2801" b="1" dirty="0" err="1">
                <a:solidFill>
                  <a:prstClr val="black"/>
                </a:solidFill>
                <a:latin typeface="URW Palladio IT" pitchFamily="2" charset="0"/>
              </a:rPr>
              <a:t>Räma</a:t>
            </a:r>
            <a:r>
              <a:rPr lang="en-US" sz="2801" b="1" dirty="0">
                <a:solidFill>
                  <a:prstClr val="black"/>
                </a:solidFill>
                <a:latin typeface="URW Palladio IT" pitchFamily="2" charset="0"/>
              </a:rPr>
              <a:t> Ko </a:t>
            </a:r>
            <a:r>
              <a:rPr lang="en-US" sz="2801" b="1" dirty="0" err="1">
                <a:solidFill>
                  <a:prstClr val="black"/>
                </a:solidFill>
                <a:latin typeface="URW Palladio IT" pitchFamily="2" charset="0"/>
              </a:rPr>
              <a:t>Pävai</a:t>
            </a:r>
            <a:r>
              <a:rPr lang="en-US" sz="2801" b="1" dirty="0">
                <a:solidFill>
                  <a:prstClr val="black"/>
                </a:solidFill>
                <a:latin typeface="URW Palladio IT" pitchFamily="2" charset="0"/>
              </a:rPr>
              <a:t> | </a:t>
            </a:r>
          </a:p>
          <a:p>
            <a:pPr algn="ctr" defTabSz="914522"/>
            <a:r>
              <a:rPr lang="en-US" sz="2801" b="1" dirty="0" err="1">
                <a:solidFill>
                  <a:prstClr val="black"/>
                </a:solidFill>
                <a:latin typeface="URW Palladio IT" pitchFamily="2" charset="0"/>
              </a:rPr>
              <a:t>Janama</a:t>
            </a:r>
            <a:r>
              <a:rPr lang="en-US" sz="2801" b="1" dirty="0">
                <a:solidFill>
                  <a:prstClr val="black"/>
                </a:solidFill>
                <a:latin typeface="URW Palladio IT" pitchFamily="2" charset="0"/>
              </a:rPr>
              <a:t> </a:t>
            </a:r>
            <a:r>
              <a:rPr lang="en-US" sz="2801" b="1" dirty="0" err="1">
                <a:solidFill>
                  <a:prstClr val="black"/>
                </a:solidFill>
                <a:latin typeface="URW Palladio IT" pitchFamily="2" charset="0"/>
              </a:rPr>
              <a:t>Janama</a:t>
            </a:r>
            <a:r>
              <a:rPr lang="en-US" sz="2801" b="1" dirty="0">
                <a:solidFill>
                  <a:prstClr val="black"/>
                </a:solidFill>
                <a:latin typeface="URW Palladio IT" pitchFamily="2" charset="0"/>
              </a:rPr>
              <a:t> </a:t>
            </a:r>
            <a:r>
              <a:rPr lang="en-US" sz="2801" b="1" dirty="0" err="1">
                <a:solidFill>
                  <a:prstClr val="black"/>
                </a:solidFill>
                <a:latin typeface="URW Palladio IT" pitchFamily="2" charset="0"/>
              </a:rPr>
              <a:t>Ke</a:t>
            </a:r>
            <a:r>
              <a:rPr lang="en-US" sz="2801" b="1" dirty="0">
                <a:solidFill>
                  <a:prstClr val="black"/>
                </a:solidFill>
                <a:latin typeface="URW Palladio IT" pitchFamily="2" charset="0"/>
              </a:rPr>
              <a:t> </a:t>
            </a:r>
            <a:r>
              <a:rPr lang="en-US" sz="2801" b="1" dirty="0" err="1">
                <a:solidFill>
                  <a:prstClr val="black"/>
                </a:solidFill>
                <a:latin typeface="URW Palladio IT" pitchFamily="2" charset="0"/>
              </a:rPr>
              <a:t>Dukha</a:t>
            </a:r>
            <a:r>
              <a:rPr lang="en-US" sz="2801" b="1" dirty="0">
                <a:solidFill>
                  <a:prstClr val="black"/>
                </a:solidFill>
                <a:latin typeface="URW Palladio IT" pitchFamily="2" charset="0"/>
              </a:rPr>
              <a:t> </a:t>
            </a:r>
            <a:r>
              <a:rPr lang="en-US" sz="2801" b="1" dirty="0" err="1">
                <a:solidFill>
                  <a:prstClr val="black"/>
                </a:solidFill>
                <a:latin typeface="URW Palladio IT" pitchFamily="2" charset="0"/>
              </a:rPr>
              <a:t>Bisarävai</a:t>
            </a:r>
            <a:r>
              <a:rPr lang="en-US" sz="2801" b="1" dirty="0">
                <a:solidFill>
                  <a:prstClr val="black"/>
                </a:solidFill>
                <a:latin typeface="URW Palladio IT" pitchFamily="2" charset="0"/>
              </a:rPr>
              <a:t> || - 33</a:t>
            </a:r>
          </a:p>
          <a:p>
            <a:pPr algn="ctr" defTabSz="914522"/>
            <a:endParaRPr lang="en-US" sz="2801" b="1" dirty="0">
              <a:solidFill>
                <a:prstClr val="black"/>
              </a:solidFill>
              <a:latin typeface="URW Palladio IT" pitchFamily="2" charset="0"/>
            </a:endParaRPr>
          </a:p>
          <a:p>
            <a:pPr algn="ctr" defTabSz="914522"/>
            <a:endParaRPr lang="en-US" sz="1400"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ತುಮ್ಹರೇ</a:t>
            </a:r>
            <a:r>
              <a:rPr lang="en-US" sz="3601" b="1" dirty="0">
                <a:solidFill>
                  <a:prstClr val="black"/>
                </a:solidFill>
                <a:latin typeface="Calibri" pitchFamily="34" charset="0"/>
              </a:rPr>
              <a:t> </a:t>
            </a:r>
            <a:r>
              <a:rPr lang="en-US" sz="3601" b="1" dirty="0" err="1">
                <a:solidFill>
                  <a:prstClr val="black"/>
                </a:solidFill>
                <a:latin typeface="Calibri" pitchFamily="34" charset="0"/>
              </a:rPr>
              <a:t>ಭಜನ</a:t>
            </a:r>
            <a:r>
              <a:rPr lang="en-US" sz="3601" b="1" dirty="0">
                <a:solidFill>
                  <a:prstClr val="black"/>
                </a:solidFill>
                <a:latin typeface="Calibri" pitchFamily="34" charset="0"/>
              </a:rPr>
              <a:t> </a:t>
            </a:r>
            <a:r>
              <a:rPr lang="en-US" sz="3601" b="1" dirty="0" err="1">
                <a:solidFill>
                  <a:prstClr val="black"/>
                </a:solidFill>
                <a:latin typeface="Calibri" pitchFamily="34" charset="0"/>
              </a:rPr>
              <a:t>ರಾಮ</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ಪಾವೈ</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ಜನಮ</a:t>
            </a:r>
            <a:r>
              <a:rPr lang="en-US" sz="3601" b="1" dirty="0">
                <a:solidFill>
                  <a:prstClr val="black"/>
                </a:solidFill>
                <a:latin typeface="Calibri" pitchFamily="34" charset="0"/>
              </a:rPr>
              <a:t> </a:t>
            </a:r>
            <a:r>
              <a:rPr lang="en-US" sz="3601" b="1" dirty="0" err="1">
                <a:solidFill>
                  <a:prstClr val="black"/>
                </a:solidFill>
                <a:latin typeface="Calibri" pitchFamily="34" charset="0"/>
              </a:rPr>
              <a:t>ಜನಮ</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ದುಖ</a:t>
            </a:r>
            <a:r>
              <a:rPr lang="en-US" sz="3601" b="1" dirty="0">
                <a:solidFill>
                  <a:prstClr val="black"/>
                </a:solidFill>
                <a:latin typeface="Calibri" pitchFamily="34" charset="0"/>
              </a:rPr>
              <a:t> </a:t>
            </a:r>
            <a:r>
              <a:rPr lang="en-US" sz="3601" b="1" dirty="0" err="1">
                <a:solidFill>
                  <a:prstClr val="black"/>
                </a:solidFill>
                <a:latin typeface="Calibri" pitchFamily="34" charset="0"/>
              </a:rPr>
              <a:t>ಬಿಸರಾವೈ</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೩೩</a:t>
            </a:r>
            <a:r>
              <a:rPr lang="en-US" sz="3601" b="1" dirty="0">
                <a:solidFill>
                  <a:prstClr val="black"/>
                </a:solidFill>
                <a:latin typeface="Calibri" pitchFamily="34" charset="0"/>
              </a:rPr>
              <a:t>॥</a:t>
            </a:r>
          </a:p>
          <a:p>
            <a:pPr algn="ctr" defTabSz="914522"/>
            <a:endParaRPr lang="en-US" sz="3601"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Oh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through devotion to you, one comes to RAM and becomes free from suffering of several lives.</a:t>
            </a:r>
            <a:endParaRPr lang="en-US" sz="2400" dirty="0">
              <a:solidFill>
                <a:prstClr val="black"/>
              </a:solidFill>
              <a:latin typeface="Calibri" pitchFamily="34" charset="0"/>
            </a:endParaRPr>
          </a:p>
        </p:txBody>
      </p:sp>
    </p:spTree>
    <p:extLst>
      <p:ext uri="{BB962C8B-B14F-4D97-AF65-F5344CB8AC3E}">
        <p14:creationId xmlns:p14="http://schemas.microsoft.com/office/powerpoint/2010/main" val="142811996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
          <p:cNvSpPr>
            <a:spLocks noChangeArrowheads="1"/>
          </p:cNvSpPr>
          <p:nvPr/>
        </p:nvSpPr>
        <p:spPr bwMode="auto">
          <a:xfrm>
            <a:off x="1753308" y="76315"/>
            <a:ext cx="8688560" cy="7141442"/>
          </a:xfrm>
          <a:prstGeom prst="rect">
            <a:avLst/>
          </a:prstGeom>
          <a:noFill/>
          <a:ln w="9525">
            <a:noFill/>
            <a:miter lim="800000"/>
            <a:headEnd/>
            <a:tailEnd/>
          </a:ln>
        </p:spPr>
        <p:txBody>
          <a:bodyPr>
            <a:spAutoFit/>
          </a:bodyPr>
          <a:lstStyle/>
          <a:p>
            <a:pPr algn="ctr" defTabSz="914522"/>
            <a:endParaRPr lang="en-IN" sz="14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अन्त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काल</a:t>
            </a:r>
            <a:r>
              <a:rPr lang="en-IN" sz="4001" b="1" dirty="0">
                <a:solidFill>
                  <a:prstClr val="black"/>
                </a:solidFill>
                <a:latin typeface="Aparajita" pitchFamily="34" charset="0"/>
              </a:rPr>
              <a:t> </a:t>
            </a:r>
            <a:r>
              <a:rPr lang="en-IN" sz="4001" b="1" dirty="0" err="1">
                <a:solidFill>
                  <a:prstClr val="black"/>
                </a:solidFill>
                <a:latin typeface="Aparajita" pitchFamily="34" charset="0"/>
              </a:rPr>
              <a:t>रघुबर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जाई</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जहाँ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जन्म</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हरिभक्त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कहाई</a:t>
            </a:r>
            <a:r>
              <a:rPr lang="en-IN" sz="4001" b="1" dirty="0">
                <a:solidFill>
                  <a:prstClr val="black"/>
                </a:solidFill>
                <a:latin typeface="Aparajita" pitchFamily="34" charset="0"/>
              </a:rPr>
              <a:t> ॥३४॥</a:t>
            </a:r>
          </a:p>
          <a:p>
            <a:pPr algn="ctr" defTabSz="914522"/>
            <a:endParaRPr lang="en-IN" sz="4001" b="1" dirty="0">
              <a:solidFill>
                <a:prstClr val="black"/>
              </a:solidFill>
              <a:latin typeface="Aparajita" pitchFamily="34" charset="0"/>
            </a:endParaRPr>
          </a:p>
          <a:p>
            <a:pPr algn="ctr" defTabSz="914522"/>
            <a:r>
              <a:rPr lang="en-US" sz="3601" b="1" dirty="0">
                <a:solidFill>
                  <a:prstClr val="black"/>
                </a:solidFill>
                <a:latin typeface="URW Palladio IT" pitchFamily="2" charset="0"/>
              </a:rPr>
              <a:t>Anta </a:t>
            </a:r>
            <a:r>
              <a:rPr lang="en-US" sz="3601" b="1" dirty="0" err="1">
                <a:solidFill>
                  <a:prstClr val="black"/>
                </a:solidFill>
                <a:latin typeface="URW Palladio IT" pitchFamily="2" charset="0"/>
              </a:rPr>
              <a:t>Käla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Raghubara</a:t>
            </a:r>
            <a:r>
              <a:rPr lang="en-US" sz="3601" b="1" dirty="0">
                <a:solidFill>
                  <a:prstClr val="black"/>
                </a:solidFill>
                <a:latin typeface="URW Palladio IT" pitchFamily="2" charset="0"/>
              </a:rPr>
              <a:t> Pura </a:t>
            </a:r>
            <a:r>
              <a:rPr lang="en-US" sz="3601" b="1" dirty="0" err="1">
                <a:solidFill>
                  <a:prstClr val="black"/>
                </a:solidFill>
                <a:latin typeface="URW Palladio IT" pitchFamily="2" charset="0"/>
              </a:rPr>
              <a:t>Jäé</a:t>
            </a:r>
            <a:r>
              <a:rPr lang="en-US" sz="3601" b="1" dirty="0">
                <a:solidFill>
                  <a:prstClr val="black"/>
                </a:solidFill>
                <a:latin typeface="URW Palladio IT" pitchFamily="2" charset="0"/>
              </a:rPr>
              <a:t> |</a:t>
            </a:r>
          </a:p>
          <a:p>
            <a:pPr algn="ctr" defTabSz="914522"/>
            <a:r>
              <a:rPr lang="en-US" sz="3601" b="1" dirty="0" err="1">
                <a:solidFill>
                  <a:prstClr val="black"/>
                </a:solidFill>
                <a:latin typeface="URW Palladio IT" pitchFamily="2" charset="0"/>
              </a:rPr>
              <a:t>Jahäð</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Janma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Haribhakta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Kahäé</a:t>
            </a:r>
            <a:r>
              <a:rPr lang="en-US" sz="3601" b="1" dirty="0">
                <a:solidFill>
                  <a:prstClr val="black"/>
                </a:solidFill>
                <a:latin typeface="URW Palladio IT" pitchFamily="2" charset="0"/>
              </a:rPr>
              <a:t> || - 34</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ಅಂತ</a:t>
            </a:r>
            <a:r>
              <a:rPr lang="en-US" sz="3601" b="1" dirty="0">
                <a:solidFill>
                  <a:prstClr val="black"/>
                </a:solidFill>
                <a:latin typeface="Calibri" pitchFamily="34" charset="0"/>
              </a:rPr>
              <a:t> </a:t>
            </a:r>
            <a:r>
              <a:rPr lang="en-US" sz="3601" b="1" dirty="0" err="1">
                <a:solidFill>
                  <a:prstClr val="black"/>
                </a:solidFill>
                <a:latin typeface="Calibri" pitchFamily="34" charset="0"/>
              </a:rPr>
              <a:t>ಕಾಲ</a:t>
            </a:r>
            <a:r>
              <a:rPr lang="en-US" sz="3601" b="1" dirty="0">
                <a:solidFill>
                  <a:prstClr val="black"/>
                </a:solidFill>
                <a:latin typeface="Calibri" pitchFamily="34" charset="0"/>
              </a:rPr>
              <a:t> </a:t>
            </a:r>
            <a:r>
              <a:rPr lang="en-US" sz="3601" b="1" dirty="0" err="1">
                <a:solidFill>
                  <a:prstClr val="black"/>
                </a:solidFill>
                <a:latin typeface="Calibri" pitchFamily="34" charset="0"/>
              </a:rPr>
              <a:t>ರಘುಬರ</a:t>
            </a:r>
            <a:r>
              <a:rPr lang="en-US" sz="3601" b="1" dirty="0">
                <a:solidFill>
                  <a:prstClr val="black"/>
                </a:solidFill>
                <a:latin typeface="Calibri" pitchFamily="34" charset="0"/>
              </a:rPr>
              <a:t> </a:t>
            </a:r>
            <a:r>
              <a:rPr lang="en-US" sz="3601" b="1" dirty="0" err="1">
                <a:solidFill>
                  <a:prstClr val="black"/>
                </a:solidFill>
                <a:latin typeface="Calibri" pitchFamily="34" charset="0"/>
              </a:rPr>
              <a:t>ಪುರ</a:t>
            </a:r>
            <a:r>
              <a:rPr lang="en-US" sz="3601" b="1" dirty="0">
                <a:solidFill>
                  <a:prstClr val="black"/>
                </a:solidFill>
                <a:latin typeface="Calibri" pitchFamily="34" charset="0"/>
              </a:rPr>
              <a:t> </a:t>
            </a:r>
            <a:r>
              <a:rPr lang="en-US" sz="3601" b="1" dirty="0" err="1">
                <a:solidFill>
                  <a:prstClr val="black"/>
                </a:solidFill>
                <a:latin typeface="Calibri" pitchFamily="34" charset="0"/>
              </a:rPr>
              <a:t>ಜಾಈ</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ಜಹಾ</a:t>
            </a:r>
            <a:r>
              <a:rPr lang="en-US" sz="3601" b="1" dirty="0">
                <a:solidFill>
                  <a:prstClr val="black"/>
                </a:solidFill>
                <a:latin typeface="Calibri" pitchFamily="34" charset="0"/>
              </a:rPr>
              <a:t> </a:t>
            </a:r>
            <a:r>
              <a:rPr lang="en-US" sz="3601" b="1" dirty="0" err="1">
                <a:solidFill>
                  <a:prstClr val="black"/>
                </a:solidFill>
                <a:latin typeface="Calibri" pitchFamily="34" charset="0"/>
              </a:rPr>
              <a:t>ಜ</a:t>
            </a:r>
            <a:r>
              <a:rPr lang="kn-IN" sz="3601" b="1" dirty="0" err="1">
                <a:solidFill>
                  <a:prstClr val="black"/>
                </a:solidFill>
                <a:latin typeface="Calibri" pitchFamily="34" charset="0"/>
                <a:ea typeface="Tunga" pitchFamily="2"/>
                <a:cs typeface="Tunga" pitchFamily="2"/>
              </a:rPr>
              <a:t>ನ್ಮ</a:t>
            </a:r>
            <a:r>
              <a:rPr lang="en-US" sz="3601" b="1" dirty="0">
                <a:solidFill>
                  <a:prstClr val="black"/>
                </a:solidFill>
                <a:latin typeface="Calibri" pitchFamily="34" charset="0"/>
              </a:rPr>
              <a:t> </a:t>
            </a:r>
            <a:r>
              <a:rPr lang="en-US" sz="3601" b="1" dirty="0" err="1">
                <a:solidFill>
                  <a:prstClr val="black"/>
                </a:solidFill>
                <a:latin typeface="Calibri" pitchFamily="34" charset="0"/>
              </a:rPr>
              <a:t>ಹರಿ</a:t>
            </a:r>
            <a:r>
              <a:rPr lang="en-US" sz="3601" b="1" dirty="0">
                <a:solidFill>
                  <a:prstClr val="black"/>
                </a:solidFill>
                <a:latin typeface="Calibri" pitchFamily="34" charset="0"/>
              </a:rPr>
              <a:t> </a:t>
            </a:r>
            <a:r>
              <a:rPr lang="en-US" sz="3601" b="1" dirty="0" err="1">
                <a:solidFill>
                  <a:prstClr val="black"/>
                </a:solidFill>
                <a:latin typeface="Calibri" pitchFamily="34" charset="0"/>
              </a:rPr>
              <a:t>ಭಕ್ತ</a:t>
            </a:r>
            <a:r>
              <a:rPr lang="en-US" sz="3601" b="1" dirty="0">
                <a:solidFill>
                  <a:prstClr val="black"/>
                </a:solidFill>
                <a:latin typeface="Calibri" pitchFamily="34" charset="0"/>
              </a:rPr>
              <a:t> </a:t>
            </a:r>
            <a:r>
              <a:rPr lang="en-US" sz="3601" b="1" dirty="0" err="1">
                <a:solidFill>
                  <a:prstClr val="black"/>
                </a:solidFill>
                <a:latin typeface="Calibri" pitchFamily="34" charset="0"/>
              </a:rPr>
              <a:t>ಕಹಾಈ</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೩೪</a:t>
            </a:r>
            <a:r>
              <a:rPr lang="en-US" sz="3601" b="1" dirty="0">
                <a:solidFill>
                  <a:prstClr val="black"/>
                </a:solidFill>
                <a:latin typeface="Calibri" pitchFamily="34" charset="0"/>
              </a:rPr>
              <a:t>॥</a:t>
            </a:r>
          </a:p>
          <a:p>
            <a:pPr algn="ctr" defTabSz="914522"/>
            <a:endParaRPr lang="en-US" sz="2400"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After death he enters the eternal abode of Sri Ram and remains a devotee of him, whenever, taking new birth on earth.</a:t>
            </a:r>
          </a:p>
          <a:p>
            <a:pPr algn="ctr" defTabSz="914522"/>
            <a:endParaRPr lang="en-IN" sz="800" b="1" dirty="0">
              <a:solidFill>
                <a:prstClr val="black"/>
              </a:solidFill>
              <a:latin typeface="Aparajita" pitchFamily="34" charset="0"/>
            </a:endParaRPr>
          </a:p>
          <a:p>
            <a:pPr algn="ctr" defTabSz="914522"/>
            <a:r>
              <a:rPr lang="en-IN" sz="2000" b="1" dirty="0">
                <a:solidFill>
                  <a:srgbClr val="00B050"/>
                </a:solidFill>
                <a:latin typeface="Sanskrit 99" pitchFamily="2" charset="0"/>
              </a:rPr>
              <a:t>   		</a:t>
            </a:r>
            <a:r>
              <a:rPr lang="en-US" sz="2000" dirty="0">
                <a:solidFill>
                  <a:prstClr val="black"/>
                </a:solidFill>
                <a:latin typeface="Calibri" pitchFamily="34" charset="0"/>
              </a:rPr>
              <a:t/>
            </a:r>
            <a:br>
              <a:rPr lang="en-US" sz="2000" dirty="0">
                <a:solidFill>
                  <a:prstClr val="black"/>
                </a:solidFill>
                <a:latin typeface="Calibri" pitchFamily="34" charset="0"/>
              </a:rPr>
            </a:br>
            <a:endParaRPr lang="en-US" sz="2000" dirty="0">
              <a:solidFill>
                <a:prstClr val="black"/>
              </a:solidFill>
              <a:latin typeface="Calibri" pitchFamily="34" charset="0"/>
            </a:endParaRPr>
          </a:p>
        </p:txBody>
      </p:sp>
    </p:spTree>
    <p:extLst>
      <p:ext uri="{BB962C8B-B14F-4D97-AF65-F5344CB8AC3E}">
        <p14:creationId xmlns:p14="http://schemas.microsoft.com/office/powerpoint/2010/main" val="126772997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
          <p:cNvSpPr>
            <a:spLocks noChangeArrowheads="1"/>
          </p:cNvSpPr>
          <p:nvPr/>
        </p:nvSpPr>
        <p:spPr bwMode="auto">
          <a:xfrm>
            <a:off x="1753308" y="99"/>
            <a:ext cx="8688560" cy="7326493"/>
          </a:xfrm>
          <a:prstGeom prst="rect">
            <a:avLst/>
          </a:prstGeom>
          <a:noFill/>
          <a:ln w="9525">
            <a:noFill/>
            <a:miter lim="800000"/>
            <a:headEnd/>
            <a:tailEnd/>
          </a:ln>
        </p:spPr>
        <p:txBody>
          <a:bodyPr>
            <a:spAutoFit/>
          </a:bodyPr>
          <a:lstStyle/>
          <a:p>
            <a:pPr algn="ctr" defTabSz="914522"/>
            <a:endParaRPr lang="en-IN" sz="14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और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देवता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चित्त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धरई</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हनुमत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सेइ</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सर्ब</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सुख</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करई</a:t>
            </a:r>
            <a:r>
              <a:rPr lang="en-IN" sz="4001" b="1" dirty="0">
                <a:solidFill>
                  <a:prstClr val="black"/>
                </a:solidFill>
                <a:latin typeface="Aparajita" pitchFamily="34" charset="0"/>
              </a:rPr>
              <a:t> ॥३५॥</a:t>
            </a:r>
          </a:p>
          <a:p>
            <a:pPr algn="ctr" defTabSz="914522"/>
            <a:endParaRPr lang="en-IN" sz="3601" b="1" dirty="0">
              <a:solidFill>
                <a:prstClr val="black"/>
              </a:solidFill>
              <a:latin typeface="Aparajita" pitchFamily="34" charset="0"/>
            </a:endParaRPr>
          </a:p>
          <a:p>
            <a:pPr algn="ctr" defTabSz="914522"/>
            <a:r>
              <a:rPr lang="en-US" sz="3601" b="1" dirty="0">
                <a:solidFill>
                  <a:prstClr val="black"/>
                </a:solidFill>
                <a:latin typeface="URW Palladio IT" pitchFamily="2" charset="0"/>
              </a:rPr>
              <a:t>Aura </a:t>
            </a:r>
            <a:r>
              <a:rPr lang="en-US" sz="3601" b="1" dirty="0" err="1">
                <a:solidFill>
                  <a:prstClr val="black"/>
                </a:solidFill>
                <a:latin typeface="URW Palladio IT" pitchFamily="2" charset="0"/>
              </a:rPr>
              <a:t>Devatä</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Citta</a:t>
            </a:r>
            <a:r>
              <a:rPr lang="en-US" sz="3601" b="1" dirty="0">
                <a:solidFill>
                  <a:prstClr val="black"/>
                </a:solidFill>
                <a:latin typeface="URW Palladio IT" pitchFamily="2" charset="0"/>
              </a:rPr>
              <a:t> Na </a:t>
            </a:r>
            <a:r>
              <a:rPr lang="en-US" sz="3601" b="1" dirty="0" err="1">
                <a:solidFill>
                  <a:prstClr val="black"/>
                </a:solidFill>
                <a:latin typeface="URW Palladio IT" pitchFamily="2" charset="0"/>
              </a:rPr>
              <a:t>Dharaé</a:t>
            </a:r>
            <a:r>
              <a:rPr lang="en-US" sz="3601" b="1" dirty="0">
                <a:solidFill>
                  <a:prstClr val="black"/>
                </a:solidFill>
                <a:latin typeface="URW Palladio IT" pitchFamily="2" charset="0"/>
              </a:rPr>
              <a:t> | </a:t>
            </a:r>
          </a:p>
          <a:p>
            <a:pPr algn="ctr" defTabSz="914522"/>
            <a:r>
              <a:rPr lang="en-US" sz="3601" b="1" dirty="0" err="1">
                <a:solidFill>
                  <a:prstClr val="black"/>
                </a:solidFill>
                <a:latin typeface="URW Palladio IT" pitchFamily="2" charset="0"/>
              </a:rPr>
              <a:t>Hanumata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Seé</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Sarba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Sukha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Karaé</a:t>
            </a:r>
            <a:r>
              <a:rPr lang="en-US" sz="3601" b="1" dirty="0">
                <a:solidFill>
                  <a:prstClr val="black"/>
                </a:solidFill>
                <a:latin typeface="URW Palladio IT" pitchFamily="2" charset="0"/>
              </a:rPr>
              <a:t> || - 35</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ಔರ</a:t>
            </a:r>
            <a:r>
              <a:rPr lang="en-US" sz="3601" b="1" dirty="0">
                <a:solidFill>
                  <a:prstClr val="black"/>
                </a:solidFill>
                <a:latin typeface="Calibri" pitchFamily="34" charset="0"/>
              </a:rPr>
              <a:t> </a:t>
            </a:r>
            <a:r>
              <a:rPr lang="en-US" sz="3601" b="1" dirty="0" err="1">
                <a:solidFill>
                  <a:prstClr val="black"/>
                </a:solidFill>
                <a:latin typeface="Calibri" pitchFamily="34" charset="0"/>
              </a:rPr>
              <a:t>ದೇವತಾ</a:t>
            </a:r>
            <a:r>
              <a:rPr lang="en-US" sz="3601" b="1" dirty="0">
                <a:solidFill>
                  <a:prstClr val="black"/>
                </a:solidFill>
                <a:latin typeface="Calibri" pitchFamily="34" charset="0"/>
              </a:rPr>
              <a:t> </a:t>
            </a:r>
            <a:r>
              <a:rPr lang="en-US" sz="3601" b="1" dirty="0" err="1">
                <a:solidFill>
                  <a:prstClr val="black"/>
                </a:solidFill>
                <a:latin typeface="Calibri" pitchFamily="34" charset="0"/>
              </a:rPr>
              <a:t>ಚಿತ್ತ</a:t>
            </a:r>
            <a:r>
              <a:rPr lang="en-US" sz="3601" b="1" dirty="0">
                <a:solidFill>
                  <a:prstClr val="black"/>
                </a:solidFill>
                <a:latin typeface="Calibri" pitchFamily="34" charset="0"/>
              </a:rPr>
              <a:t> </a:t>
            </a:r>
            <a:r>
              <a:rPr lang="en-US" sz="3601" b="1" dirty="0" err="1">
                <a:solidFill>
                  <a:prstClr val="black"/>
                </a:solidFill>
                <a:latin typeface="Calibri" pitchFamily="34" charset="0"/>
              </a:rPr>
              <a:t>ನ</a:t>
            </a:r>
            <a:r>
              <a:rPr lang="en-US" sz="3601" b="1" dirty="0">
                <a:solidFill>
                  <a:prstClr val="black"/>
                </a:solidFill>
                <a:latin typeface="Calibri" pitchFamily="34" charset="0"/>
              </a:rPr>
              <a:t> </a:t>
            </a:r>
            <a:r>
              <a:rPr lang="en-US" sz="3601" b="1" dirty="0" err="1">
                <a:solidFill>
                  <a:prstClr val="black"/>
                </a:solidFill>
                <a:latin typeface="Calibri" pitchFamily="34" charset="0"/>
              </a:rPr>
              <a:t>ಧರಈ</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ಹನುಮತ</a:t>
            </a:r>
            <a:r>
              <a:rPr lang="en-US" sz="3601" b="1" dirty="0">
                <a:solidFill>
                  <a:prstClr val="black"/>
                </a:solidFill>
                <a:latin typeface="Calibri" pitchFamily="34" charset="0"/>
              </a:rPr>
              <a:t> </a:t>
            </a:r>
            <a:r>
              <a:rPr lang="en-US" sz="3601" b="1" dirty="0" err="1">
                <a:solidFill>
                  <a:prstClr val="black"/>
                </a:solidFill>
                <a:latin typeface="Calibri" pitchFamily="34" charset="0"/>
              </a:rPr>
              <a:t>ಸೇಈ</a:t>
            </a:r>
            <a:r>
              <a:rPr lang="en-US" sz="3601" b="1" dirty="0">
                <a:solidFill>
                  <a:prstClr val="black"/>
                </a:solidFill>
                <a:latin typeface="Calibri" pitchFamily="34" charset="0"/>
              </a:rPr>
              <a:t> </a:t>
            </a:r>
            <a:r>
              <a:rPr lang="en-US" sz="3601" b="1" dirty="0" err="1">
                <a:solidFill>
                  <a:prstClr val="black"/>
                </a:solidFill>
                <a:latin typeface="Calibri" pitchFamily="34" charset="0"/>
              </a:rPr>
              <a:t>ಸರ್ಬ</a:t>
            </a:r>
            <a:r>
              <a:rPr lang="en-US" sz="3601" b="1" dirty="0">
                <a:solidFill>
                  <a:prstClr val="black"/>
                </a:solidFill>
                <a:latin typeface="Calibri" pitchFamily="34" charset="0"/>
              </a:rPr>
              <a:t> </a:t>
            </a:r>
            <a:r>
              <a:rPr lang="en-US" sz="3601" b="1" dirty="0" err="1">
                <a:solidFill>
                  <a:prstClr val="black"/>
                </a:solidFill>
                <a:latin typeface="Calibri" pitchFamily="34" charset="0"/>
              </a:rPr>
              <a:t>ಸುಖ</a:t>
            </a:r>
            <a:r>
              <a:rPr lang="en-US" sz="3601" b="1" dirty="0">
                <a:solidFill>
                  <a:prstClr val="black"/>
                </a:solidFill>
                <a:latin typeface="Calibri" pitchFamily="34" charset="0"/>
              </a:rPr>
              <a:t> </a:t>
            </a:r>
            <a:r>
              <a:rPr lang="en-US" sz="3601" b="1" dirty="0" err="1">
                <a:solidFill>
                  <a:prstClr val="black"/>
                </a:solidFill>
                <a:latin typeface="Calibri" pitchFamily="34" charset="0"/>
              </a:rPr>
              <a:t>ಕರಈ</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೩೫</a:t>
            </a:r>
            <a:r>
              <a:rPr lang="en-US" sz="3601" b="1" dirty="0">
                <a:solidFill>
                  <a:prstClr val="black"/>
                </a:solidFill>
                <a:latin typeface="Calibri" pitchFamily="34" charset="0"/>
              </a:rPr>
              <a:t>॥</a:t>
            </a:r>
          </a:p>
          <a:p>
            <a:pPr algn="ctr" defTabSz="914522"/>
            <a:endParaRPr lang="en-US" sz="4001"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You need not hold any other demigod in mind.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alone will give all happiness.</a:t>
            </a:r>
          </a:p>
          <a:p>
            <a:pPr algn="ctr" defTabSz="914522"/>
            <a:r>
              <a:rPr lang="en-US" sz="3601" b="1" dirty="0">
                <a:solidFill>
                  <a:prstClr val="black"/>
                </a:solidFill>
                <a:latin typeface="Palatino Linotype" pitchFamily="18" charset="0"/>
              </a:rPr>
              <a:t>		</a:t>
            </a:r>
            <a:endParaRPr lang="en-US" sz="3601" dirty="0">
              <a:solidFill>
                <a:prstClr val="black"/>
              </a:solidFill>
              <a:latin typeface="Calibri" pitchFamily="34" charset="0"/>
            </a:endParaRPr>
          </a:p>
        </p:txBody>
      </p:sp>
    </p:spTree>
    <p:extLst>
      <p:ext uri="{BB962C8B-B14F-4D97-AF65-F5344CB8AC3E}">
        <p14:creationId xmlns:p14="http://schemas.microsoft.com/office/powerpoint/2010/main" val="59168520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
          <p:cNvSpPr>
            <a:spLocks noChangeArrowheads="1"/>
          </p:cNvSpPr>
          <p:nvPr/>
        </p:nvSpPr>
        <p:spPr bwMode="auto">
          <a:xfrm>
            <a:off x="1829524" y="-76116"/>
            <a:ext cx="8612344" cy="7664919"/>
          </a:xfrm>
          <a:prstGeom prst="rect">
            <a:avLst/>
          </a:prstGeom>
          <a:noFill/>
          <a:ln w="9525">
            <a:noFill/>
            <a:miter lim="800000"/>
            <a:headEnd/>
            <a:tailEnd/>
          </a:ln>
        </p:spPr>
        <p:txBody>
          <a:bodyPr>
            <a:spAutoFit/>
          </a:bodyPr>
          <a:lstStyle/>
          <a:p>
            <a:pPr algn="ctr" defTabSz="914522"/>
            <a:endParaRPr lang="en-IN" sz="14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सङ्कट</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कटै</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मिटै</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सब</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पीरा</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सुमिरै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हनुमत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बलबीरा</a:t>
            </a:r>
            <a:r>
              <a:rPr lang="en-IN" sz="4001" b="1" dirty="0">
                <a:solidFill>
                  <a:prstClr val="black"/>
                </a:solidFill>
                <a:latin typeface="Aparajita" pitchFamily="34" charset="0"/>
              </a:rPr>
              <a:t> ॥३६॥</a:t>
            </a:r>
          </a:p>
          <a:p>
            <a:pPr algn="ctr" defTabSz="914522"/>
            <a:endParaRPr lang="en-IN" sz="40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Saìkaöa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Kaöai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Miöai</a:t>
            </a:r>
            <a:r>
              <a:rPr lang="en-US" sz="3601" b="1" dirty="0">
                <a:solidFill>
                  <a:prstClr val="black"/>
                </a:solidFill>
                <a:latin typeface="URW Palladio IT" pitchFamily="2" charset="0"/>
              </a:rPr>
              <a:t> Saba </a:t>
            </a:r>
            <a:r>
              <a:rPr lang="en-US" sz="3601" b="1" dirty="0" err="1">
                <a:solidFill>
                  <a:prstClr val="black"/>
                </a:solidFill>
                <a:latin typeface="URW Palladio IT" pitchFamily="2" charset="0"/>
              </a:rPr>
              <a:t>Pérä</a:t>
            </a:r>
            <a:r>
              <a:rPr lang="en-US" sz="3601" b="1" dirty="0">
                <a:solidFill>
                  <a:prstClr val="black"/>
                </a:solidFill>
                <a:latin typeface="URW Palladio IT" pitchFamily="2" charset="0"/>
              </a:rPr>
              <a:t> | </a:t>
            </a:r>
          </a:p>
          <a:p>
            <a:pPr algn="ctr" defTabSz="914522"/>
            <a:r>
              <a:rPr lang="en-US" sz="3601" b="1" dirty="0">
                <a:solidFill>
                  <a:prstClr val="black"/>
                </a:solidFill>
                <a:latin typeface="URW Palladio IT" pitchFamily="2" charset="0"/>
              </a:rPr>
              <a:t>Jo </a:t>
            </a:r>
            <a:r>
              <a:rPr lang="en-US" sz="3601" b="1" dirty="0" err="1">
                <a:solidFill>
                  <a:prstClr val="black"/>
                </a:solidFill>
                <a:latin typeface="URW Palladio IT" pitchFamily="2" charset="0"/>
              </a:rPr>
              <a:t>Sumirai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Hanumata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Balabérä</a:t>
            </a:r>
            <a:r>
              <a:rPr lang="en-US" sz="3601" b="1" dirty="0">
                <a:solidFill>
                  <a:prstClr val="black"/>
                </a:solidFill>
                <a:latin typeface="URW Palladio IT" pitchFamily="2" charset="0"/>
              </a:rPr>
              <a:t> || - 36</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ಸಂಕಟ</a:t>
            </a:r>
            <a:r>
              <a:rPr lang="en-US" sz="3601" b="1" dirty="0">
                <a:solidFill>
                  <a:prstClr val="black"/>
                </a:solidFill>
                <a:latin typeface="Calibri" pitchFamily="34" charset="0"/>
              </a:rPr>
              <a:t> </a:t>
            </a:r>
            <a:r>
              <a:rPr lang="en-US" sz="3601" b="1" dirty="0" err="1">
                <a:solidFill>
                  <a:prstClr val="black"/>
                </a:solidFill>
                <a:latin typeface="Calibri" pitchFamily="34" charset="0"/>
              </a:rPr>
              <a:t>ಕಟೈ</a:t>
            </a:r>
            <a:r>
              <a:rPr lang="en-US" sz="3601" b="1" dirty="0">
                <a:solidFill>
                  <a:prstClr val="black"/>
                </a:solidFill>
                <a:latin typeface="Calibri" pitchFamily="34" charset="0"/>
              </a:rPr>
              <a:t> </a:t>
            </a:r>
            <a:r>
              <a:rPr lang="en-US" sz="3601" b="1" dirty="0" err="1">
                <a:solidFill>
                  <a:prstClr val="black"/>
                </a:solidFill>
                <a:latin typeface="Calibri" pitchFamily="34" charset="0"/>
              </a:rPr>
              <a:t>ಮಿಟೈ</a:t>
            </a:r>
            <a:r>
              <a:rPr lang="en-US" sz="3601" b="1" dirty="0">
                <a:solidFill>
                  <a:prstClr val="black"/>
                </a:solidFill>
                <a:latin typeface="Calibri" pitchFamily="34" charset="0"/>
              </a:rPr>
              <a:t> </a:t>
            </a:r>
            <a:r>
              <a:rPr lang="en-US" sz="3601" b="1" dirty="0" err="1">
                <a:solidFill>
                  <a:prstClr val="black"/>
                </a:solidFill>
                <a:latin typeface="Calibri" pitchFamily="34" charset="0"/>
              </a:rPr>
              <a:t>ಸಬ</a:t>
            </a:r>
            <a:r>
              <a:rPr lang="en-US" sz="3601" b="1" dirty="0">
                <a:solidFill>
                  <a:prstClr val="black"/>
                </a:solidFill>
                <a:latin typeface="Calibri" pitchFamily="34" charset="0"/>
              </a:rPr>
              <a:t> </a:t>
            </a:r>
            <a:r>
              <a:rPr lang="en-US" sz="3601" b="1" dirty="0" err="1">
                <a:solidFill>
                  <a:prstClr val="black"/>
                </a:solidFill>
                <a:latin typeface="Calibri" pitchFamily="34" charset="0"/>
              </a:rPr>
              <a:t>ಪೀರಾ</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ಜೋ</a:t>
            </a:r>
            <a:r>
              <a:rPr lang="en-US" sz="3601" b="1" dirty="0">
                <a:solidFill>
                  <a:prstClr val="black"/>
                </a:solidFill>
                <a:latin typeface="Calibri" pitchFamily="34" charset="0"/>
              </a:rPr>
              <a:t> </a:t>
            </a:r>
            <a:r>
              <a:rPr lang="en-US" sz="3601" b="1" dirty="0" err="1">
                <a:solidFill>
                  <a:prstClr val="black"/>
                </a:solidFill>
                <a:latin typeface="Calibri" pitchFamily="34" charset="0"/>
              </a:rPr>
              <a:t>ಸುಮಿರೈ</a:t>
            </a:r>
            <a:r>
              <a:rPr lang="en-US" sz="3601" b="1" dirty="0">
                <a:solidFill>
                  <a:prstClr val="black"/>
                </a:solidFill>
                <a:latin typeface="Calibri" pitchFamily="34" charset="0"/>
              </a:rPr>
              <a:t> </a:t>
            </a:r>
            <a:r>
              <a:rPr lang="kn-IN" sz="3601" b="1" dirty="0" err="1">
                <a:solidFill>
                  <a:prstClr val="black"/>
                </a:solidFill>
                <a:latin typeface="Calibri" pitchFamily="34" charset="0"/>
                <a:ea typeface="Tunga" pitchFamily="2"/>
                <a:cs typeface="Tunga" pitchFamily="2"/>
              </a:rPr>
              <a:t>ಹನುಮತ್</a:t>
            </a:r>
            <a:r>
              <a:rPr lang="kn-IN" sz="3601" b="1" dirty="0">
                <a:solidFill>
                  <a:prstClr val="black"/>
                </a:solidFill>
                <a:latin typeface="Calibri" pitchFamily="34" charset="0"/>
                <a:ea typeface="Tunga" pitchFamily="2"/>
                <a:cs typeface="Tunga" pitchFamily="2"/>
              </a:rPr>
              <a:t> </a:t>
            </a:r>
            <a:r>
              <a:rPr lang="en-US" sz="3601" b="1" dirty="0" err="1">
                <a:solidFill>
                  <a:prstClr val="black"/>
                </a:solidFill>
                <a:latin typeface="Calibri" pitchFamily="34" charset="0"/>
              </a:rPr>
              <a:t>ಬಲಬೀರಾ</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೩೬</a:t>
            </a:r>
            <a:r>
              <a:rPr lang="en-US" sz="3601" b="1" dirty="0">
                <a:solidFill>
                  <a:prstClr val="black"/>
                </a:solidFill>
                <a:latin typeface="Calibri" pitchFamily="34" charset="0"/>
              </a:rPr>
              <a:t>॥</a:t>
            </a:r>
          </a:p>
          <a:p>
            <a:pPr algn="ctr" defTabSz="914522"/>
            <a:endParaRPr lang="en-US" sz="4001"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Oh Powerful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You end the sufferings and remove all the pain from those who remember you.</a:t>
            </a:r>
          </a:p>
          <a:p>
            <a:pPr algn="ctr" defTabSz="914522"/>
            <a:r>
              <a:rPr lang="en-US" sz="1800" dirty="0">
                <a:solidFill>
                  <a:prstClr val="black"/>
                </a:solidFill>
                <a:latin typeface="Calibri" pitchFamily="34" charset="0"/>
              </a:rPr>
              <a:t/>
            </a:r>
            <a:br>
              <a:rPr lang="en-US" sz="1800" dirty="0">
                <a:solidFill>
                  <a:prstClr val="black"/>
                </a:solidFill>
                <a:latin typeface="Calibri" pitchFamily="34" charset="0"/>
              </a:rPr>
            </a:br>
            <a:r>
              <a:rPr lang="en-US" sz="1800" dirty="0">
                <a:solidFill>
                  <a:prstClr val="black"/>
                </a:solidFill>
                <a:latin typeface="Calibri" pitchFamily="34" charset="0"/>
              </a:rPr>
              <a:t/>
            </a:r>
            <a:br>
              <a:rPr lang="en-US" sz="1800" dirty="0">
                <a:solidFill>
                  <a:prstClr val="black"/>
                </a:solidFill>
                <a:latin typeface="Calibri" pitchFamily="34" charset="0"/>
              </a:rPr>
            </a:br>
            <a:endParaRPr lang="en-US" sz="1800" dirty="0">
              <a:solidFill>
                <a:prstClr val="black"/>
              </a:solidFill>
              <a:latin typeface="Calibri" pitchFamily="34" charset="0"/>
            </a:endParaRPr>
          </a:p>
        </p:txBody>
      </p:sp>
    </p:spTree>
    <p:extLst>
      <p:ext uri="{BB962C8B-B14F-4D97-AF65-F5344CB8AC3E}">
        <p14:creationId xmlns:p14="http://schemas.microsoft.com/office/powerpoint/2010/main" val="375107666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
          <p:cNvSpPr>
            <a:spLocks noChangeArrowheads="1"/>
          </p:cNvSpPr>
          <p:nvPr/>
        </p:nvSpPr>
        <p:spPr bwMode="auto">
          <a:xfrm>
            <a:off x="1753308" y="76331"/>
            <a:ext cx="8688560" cy="7819064"/>
          </a:xfrm>
          <a:prstGeom prst="rect">
            <a:avLst/>
          </a:prstGeom>
          <a:noFill/>
          <a:ln w="9525">
            <a:noFill/>
            <a:miter lim="800000"/>
            <a:headEnd/>
            <a:tailEnd/>
          </a:ln>
        </p:spPr>
        <p:txBody>
          <a:bodyPr>
            <a:spAutoFit/>
          </a:bodyPr>
          <a:lstStyle/>
          <a:p>
            <a:pPr algn="ctr" defTabSz="914522"/>
            <a:endParaRPr lang="en-IN" sz="14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जय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जय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हनुमान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गोसाईं</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कृपा</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करहु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गुरुदेव</a:t>
            </a:r>
            <a:r>
              <a:rPr lang="en-IN" sz="4001" b="1" dirty="0">
                <a:solidFill>
                  <a:prstClr val="black"/>
                </a:solidFill>
                <a:latin typeface="Aparajita" pitchFamily="34" charset="0"/>
              </a:rPr>
              <a:t> </a:t>
            </a:r>
            <a:r>
              <a:rPr lang="en-IN" sz="4001" b="1" dirty="0" err="1">
                <a:solidFill>
                  <a:prstClr val="black"/>
                </a:solidFill>
                <a:latin typeface="Aparajita" pitchFamily="34" charset="0"/>
              </a:rPr>
              <a:t>की</a:t>
            </a:r>
            <a:r>
              <a:rPr lang="en-IN" sz="4001" b="1" dirty="0">
                <a:solidFill>
                  <a:prstClr val="black"/>
                </a:solidFill>
                <a:latin typeface="Aparajita" pitchFamily="34" charset="0"/>
              </a:rPr>
              <a:t> </a:t>
            </a:r>
            <a:r>
              <a:rPr lang="en-IN" sz="4001" b="1" dirty="0" err="1">
                <a:solidFill>
                  <a:prstClr val="black"/>
                </a:solidFill>
                <a:latin typeface="Aparajita" pitchFamily="34" charset="0"/>
              </a:rPr>
              <a:t>नाईं</a:t>
            </a:r>
            <a:r>
              <a:rPr lang="en-IN" sz="4001" b="1" dirty="0">
                <a:solidFill>
                  <a:prstClr val="black"/>
                </a:solidFill>
                <a:latin typeface="Aparajita" pitchFamily="34" charset="0"/>
              </a:rPr>
              <a:t> ॥३७॥</a:t>
            </a:r>
          </a:p>
          <a:p>
            <a:pPr algn="ctr" defTabSz="914522"/>
            <a:endParaRPr lang="en-IN" sz="4001" b="1" dirty="0">
              <a:solidFill>
                <a:prstClr val="black"/>
              </a:solidFill>
              <a:latin typeface="Aparajita" pitchFamily="34" charset="0"/>
            </a:endParaRPr>
          </a:p>
          <a:p>
            <a:pPr algn="ctr" defTabSz="914522"/>
            <a:r>
              <a:rPr lang="en-US" sz="3601" b="1" dirty="0">
                <a:solidFill>
                  <a:prstClr val="black"/>
                </a:solidFill>
                <a:latin typeface="URW Palladio IT" pitchFamily="2" charset="0"/>
              </a:rPr>
              <a:t>Jaya Jaya Jaya </a:t>
            </a:r>
            <a:r>
              <a:rPr lang="en-US" sz="3601" b="1" dirty="0" err="1">
                <a:solidFill>
                  <a:prstClr val="black"/>
                </a:solidFill>
                <a:latin typeface="URW Palladio IT" pitchFamily="2" charset="0"/>
              </a:rPr>
              <a:t>Hanumäna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Gosäéà</a:t>
            </a:r>
            <a:r>
              <a:rPr lang="en-US" sz="3601" b="1" dirty="0">
                <a:solidFill>
                  <a:prstClr val="black"/>
                </a:solidFill>
                <a:latin typeface="URW Palladio IT" pitchFamily="2" charset="0"/>
              </a:rPr>
              <a:t> | </a:t>
            </a:r>
          </a:p>
          <a:p>
            <a:pPr algn="ctr" defTabSz="914522"/>
            <a:r>
              <a:rPr lang="en-US" sz="3601" b="1" dirty="0" err="1">
                <a:solidFill>
                  <a:prstClr val="black"/>
                </a:solidFill>
                <a:latin typeface="URW Palladio IT" pitchFamily="2" charset="0"/>
              </a:rPr>
              <a:t>Kåpä</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Karahu</a:t>
            </a:r>
            <a:r>
              <a:rPr lang="en-US" sz="3601" b="1" dirty="0">
                <a:solidFill>
                  <a:prstClr val="black"/>
                </a:solidFill>
                <a:latin typeface="URW Palladio IT" pitchFamily="2" charset="0"/>
              </a:rPr>
              <a:t> Guru Deva </a:t>
            </a:r>
            <a:r>
              <a:rPr lang="en-US" sz="3601" b="1" dirty="0" err="1">
                <a:solidFill>
                  <a:prstClr val="black"/>
                </a:solidFill>
                <a:latin typeface="URW Palladio IT" pitchFamily="2" charset="0"/>
              </a:rPr>
              <a:t>Ké</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Näéà</a:t>
            </a:r>
            <a:r>
              <a:rPr lang="en-US" sz="3601" b="1" dirty="0">
                <a:solidFill>
                  <a:prstClr val="black"/>
                </a:solidFill>
                <a:latin typeface="URW Palladio IT" pitchFamily="2" charset="0"/>
              </a:rPr>
              <a:t> || - 37</a:t>
            </a:r>
          </a:p>
          <a:p>
            <a:pPr algn="ctr" defTabSz="914522"/>
            <a:r>
              <a:rPr lang="en-US" sz="3601" b="1" dirty="0" err="1">
                <a:solidFill>
                  <a:prstClr val="black"/>
                </a:solidFill>
                <a:latin typeface="Calibri" pitchFamily="34" charset="0"/>
              </a:rPr>
              <a:t>ಜಯ</a:t>
            </a:r>
            <a:r>
              <a:rPr lang="en-US" sz="3601" b="1" dirty="0">
                <a:solidFill>
                  <a:prstClr val="black"/>
                </a:solidFill>
                <a:latin typeface="Calibri" pitchFamily="34" charset="0"/>
              </a:rPr>
              <a:t> </a:t>
            </a:r>
            <a:r>
              <a:rPr lang="en-US" sz="3601" b="1" dirty="0" err="1">
                <a:solidFill>
                  <a:prstClr val="black"/>
                </a:solidFill>
                <a:latin typeface="Calibri" pitchFamily="34" charset="0"/>
              </a:rPr>
              <a:t>ಜಯ</a:t>
            </a:r>
            <a:r>
              <a:rPr lang="en-US" sz="3601" b="1" dirty="0">
                <a:solidFill>
                  <a:prstClr val="black"/>
                </a:solidFill>
                <a:latin typeface="Calibri" pitchFamily="34" charset="0"/>
              </a:rPr>
              <a:t> </a:t>
            </a:r>
            <a:r>
              <a:rPr lang="en-US" sz="3601" b="1" dirty="0" err="1">
                <a:solidFill>
                  <a:prstClr val="black"/>
                </a:solidFill>
                <a:latin typeface="Calibri" pitchFamily="34" charset="0"/>
              </a:rPr>
              <a:t>ಜಯ</a:t>
            </a:r>
            <a:r>
              <a:rPr lang="en-US" sz="3601" b="1" dirty="0">
                <a:solidFill>
                  <a:prstClr val="black"/>
                </a:solidFill>
                <a:latin typeface="Calibri" pitchFamily="34" charset="0"/>
              </a:rPr>
              <a:t> </a:t>
            </a:r>
            <a:r>
              <a:rPr lang="en-US" sz="3601" b="1" dirty="0" err="1">
                <a:solidFill>
                  <a:prstClr val="black"/>
                </a:solidFill>
                <a:latin typeface="Calibri" pitchFamily="34" charset="0"/>
              </a:rPr>
              <a:t>ಹನುಮಾನ</a:t>
            </a:r>
            <a:r>
              <a:rPr lang="en-US" sz="3601" b="1" dirty="0">
                <a:solidFill>
                  <a:prstClr val="black"/>
                </a:solidFill>
                <a:latin typeface="Calibri" pitchFamily="34" charset="0"/>
              </a:rPr>
              <a:t> </a:t>
            </a:r>
            <a:r>
              <a:rPr lang="en-US" sz="3601" b="1" dirty="0" err="1">
                <a:solidFill>
                  <a:prstClr val="black"/>
                </a:solidFill>
                <a:latin typeface="Calibri" pitchFamily="34" charset="0"/>
              </a:rPr>
              <a:t>ಗೋಸಾಈ</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ಕೃಪಾ</a:t>
            </a:r>
            <a:r>
              <a:rPr lang="en-US" sz="3601" b="1" dirty="0">
                <a:solidFill>
                  <a:prstClr val="black"/>
                </a:solidFill>
                <a:latin typeface="Calibri" pitchFamily="34" charset="0"/>
              </a:rPr>
              <a:t> </a:t>
            </a:r>
            <a:r>
              <a:rPr lang="en-US" sz="3601" b="1" dirty="0" err="1">
                <a:solidFill>
                  <a:prstClr val="black"/>
                </a:solidFill>
                <a:latin typeface="Calibri" pitchFamily="34" charset="0"/>
              </a:rPr>
              <a:t>ಕರ</a:t>
            </a:r>
            <a:r>
              <a:rPr lang="kn-IN" sz="3601" b="1" dirty="0" err="1">
                <a:solidFill>
                  <a:prstClr val="black"/>
                </a:solidFill>
                <a:latin typeface="Calibri" pitchFamily="34" charset="0"/>
                <a:ea typeface="Tunga" pitchFamily="2"/>
                <a:cs typeface="Tunga" pitchFamily="2"/>
              </a:rPr>
              <a:t>ಹು</a:t>
            </a:r>
            <a:r>
              <a:rPr lang="en-US" sz="3601" b="1" dirty="0">
                <a:solidFill>
                  <a:prstClr val="black"/>
                </a:solidFill>
                <a:latin typeface="Calibri" pitchFamily="34" charset="0"/>
              </a:rPr>
              <a:t> </a:t>
            </a:r>
            <a:r>
              <a:rPr lang="en-US" sz="3601" b="1" dirty="0" err="1">
                <a:solidFill>
                  <a:prstClr val="black"/>
                </a:solidFill>
                <a:latin typeface="Calibri" pitchFamily="34" charset="0"/>
              </a:rPr>
              <a:t>ಗು</a:t>
            </a:r>
            <a:r>
              <a:rPr lang="kn-IN" sz="3601" b="1" dirty="0" err="1">
                <a:solidFill>
                  <a:prstClr val="black"/>
                </a:solidFill>
                <a:latin typeface="Calibri" pitchFamily="34" charset="0"/>
                <a:ea typeface="Tunga" pitchFamily="2"/>
                <a:cs typeface="Tunga" pitchFamily="2"/>
              </a:rPr>
              <a:t>ರು</a:t>
            </a:r>
            <a:r>
              <a:rPr lang="en-US" sz="3601" b="1" dirty="0" err="1">
                <a:solidFill>
                  <a:prstClr val="black"/>
                </a:solidFill>
                <a:latin typeface="Calibri" pitchFamily="34" charset="0"/>
              </a:rPr>
              <a:t>ದೇವ</a:t>
            </a:r>
            <a:r>
              <a:rPr lang="en-US" sz="3601" b="1" dirty="0">
                <a:solidFill>
                  <a:prstClr val="black"/>
                </a:solidFill>
                <a:latin typeface="Calibri" pitchFamily="34" charset="0"/>
              </a:rPr>
              <a:t> </a:t>
            </a:r>
            <a:r>
              <a:rPr lang="en-US" sz="3601" b="1" dirty="0" err="1">
                <a:solidFill>
                  <a:prstClr val="black"/>
                </a:solidFill>
                <a:latin typeface="Calibri" pitchFamily="34" charset="0"/>
              </a:rPr>
              <a:t>ಕೀ</a:t>
            </a:r>
            <a:r>
              <a:rPr lang="en-US" sz="3601" b="1" dirty="0">
                <a:solidFill>
                  <a:prstClr val="black"/>
                </a:solidFill>
                <a:latin typeface="Calibri" pitchFamily="34" charset="0"/>
              </a:rPr>
              <a:t> </a:t>
            </a:r>
            <a:r>
              <a:rPr lang="en-US" sz="3601" b="1" dirty="0" err="1">
                <a:solidFill>
                  <a:prstClr val="black"/>
                </a:solidFill>
                <a:latin typeface="Calibri" pitchFamily="34" charset="0"/>
              </a:rPr>
              <a:t>ನಾಈ</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೩೭</a:t>
            </a:r>
            <a:r>
              <a:rPr lang="en-US" sz="3601" b="1" dirty="0">
                <a:solidFill>
                  <a:prstClr val="black"/>
                </a:solidFill>
                <a:latin typeface="Calibri" pitchFamily="34" charset="0"/>
              </a:rPr>
              <a:t>॥</a:t>
            </a:r>
          </a:p>
          <a:p>
            <a:pPr algn="ctr" defTabSz="914522"/>
            <a:endParaRPr lang="en-US" sz="4001"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Hail-Hail-Hail-Lord </a:t>
            </a:r>
            <a:r>
              <a:rPr lang="en-US" sz="2400" b="1" dirty="0" err="1">
                <a:solidFill>
                  <a:prstClr val="black"/>
                </a:solidFill>
                <a:latin typeface="Palatino Linotype" pitchFamily="18" charset="0"/>
              </a:rPr>
              <a:t>Hanumanji</a:t>
            </a:r>
            <a:r>
              <a:rPr lang="en-US" sz="2400" b="1" dirty="0">
                <a:solidFill>
                  <a:prstClr val="black"/>
                </a:solidFill>
                <a:latin typeface="Palatino Linotype" pitchFamily="18" charset="0"/>
              </a:rPr>
              <a:t>! I beseech you </a:t>
            </a:r>
            <a:r>
              <a:rPr lang="en-US" sz="2400" b="1" dirty="0" err="1">
                <a:solidFill>
                  <a:prstClr val="black"/>
                </a:solidFill>
                <a:latin typeface="Palatino Linotype" pitchFamily="18" charset="0"/>
              </a:rPr>
              <a:t>Honour</a:t>
            </a:r>
            <a:r>
              <a:rPr lang="en-US" sz="2400" b="1" dirty="0">
                <a:solidFill>
                  <a:prstClr val="black"/>
                </a:solidFill>
                <a:latin typeface="Palatino Linotype" pitchFamily="18" charset="0"/>
              </a:rPr>
              <a:t> to bless me in the capacity of my supreme 'GURU' (teacher).</a:t>
            </a:r>
          </a:p>
          <a:p>
            <a:pPr algn="ctr" defTabSz="914522"/>
            <a:r>
              <a:rPr lang="en-US" sz="3201" b="1" dirty="0">
                <a:solidFill>
                  <a:prstClr val="black"/>
                </a:solidFill>
                <a:latin typeface="Palatino Linotype" pitchFamily="18" charset="0"/>
              </a:rPr>
              <a:t>	</a:t>
            </a:r>
            <a:endParaRPr lang="en-IN" sz="3201" b="1" dirty="0">
              <a:solidFill>
                <a:srgbClr val="00B050"/>
              </a:solidFill>
              <a:latin typeface="Aparajita" pitchFamily="34" charset="0"/>
            </a:endParaRPr>
          </a:p>
          <a:p>
            <a:pPr algn="ctr" defTabSz="914522"/>
            <a:endParaRPr lang="en-US" sz="3201" dirty="0">
              <a:solidFill>
                <a:prstClr val="black"/>
              </a:solidFill>
              <a:latin typeface="Calibri" pitchFamily="34" charset="0"/>
            </a:endParaRPr>
          </a:p>
        </p:txBody>
      </p:sp>
    </p:spTree>
    <p:extLst>
      <p:ext uri="{BB962C8B-B14F-4D97-AF65-F5344CB8AC3E}">
        <p14:creationId xmlns:p14="http://schemas.microsoft.com/office/powerpoint/2010/main" val="74859390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
          <p:cNvSpPr>
            <a:spLocks noChangeArrowheads="1"/>
          </p:cNvSpPr>
          <p:nvPr/>
        </p:nvSpPr>
        <p:spPr bwMode="auto">
          <a:xfrm>
            <a:off x="1753309" y="-180898"/>
            <a:ext cx="8612344" cy="8342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4522"/>
            <a:endParaRPr lang="en-IN" sz="14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सत</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पाठ</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कोई</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छूटहि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बन्दि</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सुख</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होई</a:t>
            </a:r>
            <a:r>
              <a:rPr lang="en-IN" sz="4001" b="1" dirty="0">
                <a:solidFill>
                  <a:prstClr val="black"/>
                </a:solidFill>
                <a:latin typeface="Aparajita" pitchFamily="34" charset="0"/>
              </a:rPr>
              <a:t> ॥३८॥</a:t>
            </a:r>
          </a:p>
          <a:p>
            <a:pPr algn="ctr" defTabSz="914522"/>
            <a:endParaRPr lang="en-IN" sz="3601" b="1" dirty="0">
              <a:solidFill>
                <a:prstClr val="black"/>
              </a:solidFill>
              <a:latin typeface="Aparajita" pitchFamily="34" charset="0"/>
            </a:endParaRPr>
          </a:p>
          <a:p>
            <a:pPr algn="ctr" defTabSz="914522"/>
            <a:r>
              <a:rPr lang="en-US" sz="3601" b="1" dirty="0">
                <a:solidFill>
                  <a:prstClr val="black"/>
                </a:solidFill>
                <a:latin typeface="URW Palladio IT" pitchFamily="2" charset="0"/>
              </a:rPr>
              <a:t>Jo </a:t>
            </a:r>
            <a:r>
              <a:rPr lang="en-US" sz="3601" b="1" dirty="0" err="1">
                <a:solidFill>
                  <a:prstClr val="black"/>
                </a:solidFill>
                <a:latin typeface="URW Palladio IT" pitchFamily="2" charset="0"/>
              </a:rPr>
              <a:t>Sata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Bära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Päöha</a:t>
            </a:r>
            <a:r>
              <a:rPr lang="en-US" sz="3601" b="1" dirty="0">
                <a:solidFill>
                  <a:prstClr val="black"/>
                </a:solidFill>
                <a:latin typeface="URW Palladio IT" pitchFamily="2" charset="0"/>
              </a:rPr>
              <a:t> Kara </a:t>
            </a:r>
            <a:r>
              <a:rPr lang="en-US" sz="3601" b="1" dirty="0" err="1">
                <a:solidFill>
                  <a:prstClr val="black"/>
                </a:solidFill>
                <a:latin typeface="URW Palladio IT" pitchFamily="2" charset="0"/>
              </a:rPr>
              <a:t>Koé</a:t>
            </a:r>
            <a:r>
              <a:rPr lang="en-US" sz="3601" b="1" dirty="0">
                <a:solidFill>
                  <a:prstClr val="black"/>
                </a:solidFill>
                <a:latin typeface="URW Palladio IT" pitchFamily="2" charset="0"/>
              </a:rPr>
              <a:t> | </a:t>
            </a:r>
          </a:p>
          <a:p>
            <a:pPr algn="ctr" defTabSz="914522"/>
            <a:r>
              <a:rPr lang="en-US" sz="3601" b="1" dirty="0" err="1">
                <a:solidFill>
                  <a:prstClr val="black"/>
                </a:solidFill>
                <a:latin typeface="URW Palladio IT" pitchFamily="2" charset="0"/>
              </a:rPr>
              <a:t>Chüöahi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Bandi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Mahä</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Sukha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Hoé</a:t>
            </a:r>
            <a:r>
              <a:rPr lang="en-US" sz="3601" b="1" dirty="0">
                <a:solidFill>
                  <a:prstClr val="black"/>
                </a:solidFill>
                <a:latin typeface="URW Palladio IT" pitchFamily="2" charset="0"/>
              </a:rPr>
              <a:t> || - 38</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ಜೋ</a:t>
            </a:r>
            <a:r>
              <a:rPr lang="en-US" sz="3601" b="1" dirty="0">
                <a:solidFill>
                  <a:prstClr val="black"/>
                </a:solidFill>
                <a:latin typeface="Calibri" pitchFamily="34" charset="0"/>
              </a:rPr>
              <a:t> </a:t>
            </a:r>
            <a:r>
              <a:rPr lang="en-US" sz="3601" b="1" dirty="0" err="1">
                <a:solidFill>
                  <a:prstClr val="black"/>
                </a:solidFill>
                <a:latin typeface="Calibri" pitchFamily="34" charset="0"/>
              </a:rPr>
              <a:t>ಸತ</a:t>
            </a:r>
            <a:r>
              <a:rPr lang="en-US" sz="3601" b="1" dirty="0">
                <a:solidFill>
                  <a:prstClr val="black"/>
                </a:solidFill>
                <a:latin typeface="Calibri" pitchFamily="34" charset="0"/>
              </a:rPr>
              <a:t> </a:t>
            </a:r>
            <a:r>
              <a:rPr lang="en-US" sz="3601" b="1" dirty="0" err="1">
                <a:solidFill>
                  <a:prstClr val="black"/>
                </a:solidFill>
                <a:latin typeface="Calibri" pitchFamily="34" charset="0"/>
              </a:rPr>
              <a:t>ಬಾರ</a:t>
            </a:r>
            <a:r>
              <a:rPr lang="en-US" sz="3601" b="1" dirty="0">
                <a:solidFill>
                  <a:prstClr val="black"/>
                </a:solidFill>
                <a:latin typeface="Calibri" pitchFamily="34" charset="0"/>
              </a:rPr>
              <a:t> </a:t>
            </a:r>
            <a:r>
              <a:rPr lang="en-US" sz="3601" b="1" dirty="0" err="1">
                <a:solidFill>
                  <a:prstClr val="black"/>
                </a:solidFill>
                <a:latin typeface="Calibri" pitchFamily="34" charset="0"/>
              </a:rPr>
              <a:t>ಪಾಠ</a:t>
            </a:r>
            <a:r>
              <a:rPr lang="en-US" sz="3601" b="1" dirty="0">
                <a:solidFill>
                  <a:prstClr val="black"/>
                </a:solidFill>
                <a:latin typeface="Calibri" pitchFamily="34" charset="0"/>
              </a:rPr>
              <a:t> </a:t>
            </a:r>
            <a:r>
              <a:rPr lang="en-US" sz="3601" b="1" dirty="0" err="1">
                <a:solidFill>
                  <a:prstClr val="black"/>
                </a:solidFill>
                <a:latin typeface="Calibri" pitchFamily="34" charset="0"/>
              </a:rPr>
              <a:t>ಕರ</a:t>
            </a:r>
            <a:r>
              <a:rPr lang="en-US" sz="3601" b="1" dirty="0">
                <a:solidFill>
                  <a:prstClr val="black"/>
                </a:solidFill>
                <a:latin typeface="Calibri" pitchFamily="34" charset="0"/>
              </a:rPr>
              <a:t> </a:t>
            </a:r>
            <a:r>
              <a:rPr lang="en-US" sz="3601" b="1" dirty="0" err="1">
                <a:solidFill>
                  <a:prstClr val="black"/>
                </a:solidFill>
                <a:latin typeface="Calibri" pitchFamily="34" charset="0"/>
              </a:rPr>
              <a:t>ಕೋಈ</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ಛೂಟಹಿ</a:t>
            </a:r>
            <a:r>
              <a:rPr lang="en-US" sz="3601" b="1" dirty="0">
                <a:solidFill>
                  <a:prstClr val="black"/>
                </a:solidFill>
                <a:latin typeface="Calibri" pitchFamily="34" charset="0"/>
              </a:rPr>
              <a:t> </a:t>
            </a:r>
            <a:r>
              <a:rPr lang="en-US" sz="3601" b="1" dirty="0" err="1">
                <a:solidFill>
                  <a:prstClr val="black"/>
                </a:solidFill>
                <a:latin typeface="Calibri" pitchFamily="34" charset="0"/>
              </a:rPr>
              <a:t>ಬಂದಿ</a:t>
            </a:r>
            <a:r>
              <a:rPr lang="en-US" sz="3601" b="1" dirty="0">
                <a:solidFill>
                  <a:prstClr val="black"/>
                </a:solidFill>
                <a:latin typeface="Calibri" pitchFamily="34" charset="0"/>
              </a:rPr>
              <a:t> </a:t>
            </a:r>
            <a:r>
              <a:rPr lang="en-US" sz="3601" b="1" dirty="0" err="1">
                <a:solidFill>
                  <a:prstClr val="black"/>
                </a:solidFill>
                <a:latin typeface="Calibri" pitchFamily="34" charset="0"/>
              </a:rPr>
              <a:t>ಮಹಾ</a:t>
            </a:r>
            <a:r>
              <a:rPr lang="en-US" sz="3601" b="1" dirty="0">
                <a:solidFill>
                  <a:prstClr val="black"/>
                </a:solidFill>
                <a:latin typeface="Calibri" pitchFamily="34" charset="0"/>
              </a:rPr>
              <a:t> </a:t>
            </a:r>
            <a:r>
              <a:rPr lang="en-US" sz="3601" b="1" dirty="0" err="1">
                <a:solidFill>
                  <a:prstClr val="black"/>
                </a:solidFill>
                <a:latin typeface="Calibri" pitchFamily="34" charset="0"/>
              </a:rPr>
              <a:t>ಸುಖ</a:t>
            </a:r>
            <a:r>
              <a:rPr lang="en-US" sz="3601" b="1" dirty="0">
                <a:solidFill>
                  <a:prstClr val="black"/>
                </a:solidFill>
                <a:latin typeface="Calibri" pitchFamily="34" charset="0"/>
              </a:rPr>
              <a:t> </a:t>
            </a:r>
            <a:r>
              <a:rPr lang="en-US" sz="3601" b="1" dirty="0" err="1">
                <a:solidFill>
                  <a:prstClr val="black"/>
                </a:solidFill>
                <a:latin typeface="Calibri" pitchFamily="34" charset="0"/>
              </a:rPr>
              <a:t>ಹೋಈ</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೩೮</a:t>
            </a:r>
            <a:r>
              <a:rPr lang="en-US" sz="3601" b="1" dirty="0">
                <a:solidFill>
                  <a:prstClr val="black"/>
                </a:solidFill>
                <a:latin typeface="Calibri" pitchFamily="34" charset="0"/>
              </a:rPr>
              <a:t>॥</a:t>
            </a:r>
          </a:p>
          <a:p>
            <a:pPr algn="ctr" defTabSz="914522"/>
            <a:endParaRPr lang="en-US" sz="4001"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One who recites this Hanuman </a:t>
            </a:r>
            <a:r>
              <a:rPr lang="en-US" sz="2400" b="1" dirty="0" err="1">
                <a:solidFill>
                  <a:prstClr val="black"/>
                </a:solidFill>
                <a:latin typeface="Palatino Linotype" pitchFamily="18" charset="0"/>
              </a:rPr>
              <a:t>Chalisa</a:t>
            </a:r>
            <a:r>
              <a:rPr lang="en-US" sz="2400" b="1" dirty="0">
                <a:solidFill>
                  <a:prstClr val="black"/>
                </a:solidFill>
                <a:latin typeface="Palatino Linotype" pitchFamily="18" charset="0"/>
              </a:rPr>
              <a:t> one hundred times daily for one hundred days becomes free from the bondage of life and death and enjoys the highest bliss at last.</a:t>
            </a:r>
          </a:p>
          <a:p>
            <a:pPr algn="ctr" defTabSz="914522"/>
            <a:endParaRPr lang="en-IN" sz="1000" b="1" dirty="0">
              <a:solidFill>
                <a:prstClr val="black"/>
              </a:solidFill>
              <a:latin typeface="Aparajita" pitchFamily="34" charset="0"/>
            </a:endParaRPr>
          </a:p>
          <a:p>
            <a:pPr algn="ctr" defTabSz="914522"/>
            <a:r>
              <a:rPr lang="en-IN" sz="3201" b="1" dirty="0">
                <a:solidFill>
                  <a:srgbClr val="00B050"/>
                </a:solidFill>
                <a:latin typeface="Sanskrit 99" pitchFamily="2" charset="0"/>
              </a:rPr>
              <a:t>   		</a:t>
            </a:r>
            <a:r>
              <a:rPr lang="en-US" sz="3201" dirty="0">
                <a:solidFill>
                  <a:prstClr val="black"/>
                </a:solidFill>
                <a:latin typeface="Calibri" pitchFamily="34" charset="0"/>
              </a:rPr>
              <a:t/>
            </a:r>
            <a:br>
              <a:rPr lang="en-US" sz="3201" dirty="0">
                <a:solidFill>
                  <a:prstClr val="black"/>
                </a:solidFill>
                <a:latin typeface="Calibri" pitchFamily="34" charset="0"/>
              </a:rPr>
            </a:br>
            <a:r>
              <a:rPr lang="en-US" sz="1800" dirty="0">
                <a:solidFill>
                  <a:prstClr val="black"/>
                </a:solidFill>
                <a:latin typeface="Calibri" pitchFamily="34" charset="0"/>
              </a:rPr>
              <a:t/>
            </a:r>
            <a:br>
              <a:rPr lang="en-US" sz="1800" dirty="0">
                <a:solidFill>
                  <a:prstClr val="black"/>
                </a:solidFill>
                <a:latin typeface="Calibri" pitchFamily="34" charset="0"/>
              </a:rPr>
            </a:br>
            <a:endParaRPr lang="en-US" sz="1800" dirty="0">
              <a:solidFill>
                <a:prstClr val="black"/>
              </a:solidFill>
              <a:latin typeface="Calibri" pitchFamily="34" charset="0"/>
            </a:endParaRPr>
          </a:p>
        </p:txBody>
      </p:sp>
    </p:spTree>
    <p:extLst>
      <p:ext uri="{BB962C8B-B14F-4D97-AF65-F5344CB8AC3E}">
        <p14:creationId xmlns:p14="http://schemas.microsoft.com/office/powerpoint/2010/main" val="180413071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
          <p:cNvSpPr>
            <a:spLocks noChangeArrowheads="1"/>
          </p:cNvSpPr>
          <p:nvPr/>
        </p:nvSpPr>
        <p:spPr bwMode="auto">
          <a:xfrm>
            <a:off x="1753307" y="102"/>
            <a:ext cx="8764775" cy="7388048"/>
          </a:xfrm>
          <a:prstGeom prst="rect">
            <a:avLst/>
          </a:prstGeom>
          <a:noFill/>
          <a:ln w="9525">
            <a:noFill/>
            <a:miter lim="800000"/>
            <a:headEnd/>
            <a:tailEnd/>
          </a:ln>
        </p:spPr>
        <p:txBody>
          <a:bodyPr>
            <a:spAutoFit/>
          </a:bodyPr>
          <a:lstStyle/>
          <a:p>
            <a:pPr algn="ctr" defTabSz="914522"/>
            <a:endParaRPr lang="en-IN" sz="14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यह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पढ़ै</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हनुमान</a:t>
            </a:r>
            <a:r>
              <a:rPr lang="en-IN" sz="4001" b="1" dirty="0">
                <a:solidFill>
                  <a:prstClr val="black"/>
                </a:solidFill>
                <a:latin typeface="Aparajita" pitchFamily="34" charset="0"/>
              </a:rPr>
              <a:t> </a:t>
            </a:r>
            <a:r>
              <a:rPr lang="en-IN" sz="4001" b="1" dirty="0" err="1">
                <a:solidFill>
                  <a:prstClr val="black"/>
                </a:solidFill>
                <a:latin typeface="Aparajita" pitchFamily="34" charset="0"/>
              </a:rPr>
              <a:t>चालीसा</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होय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सिद्धि</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साखी</a:t>
            </a:r>
            <a:r>
              <a:rPr lang="en-IN" sz="4001" b="1" dirty="0">
                <a:solidFill>
                  <a:prstClr val="black"/>
                </a:solidFill>
                <a:latin typeface="Aparajita" pitchFamily="34" charset="0"/>
              </a:rPr>
              <a:t> </a:t>
            </a:r>
            <a:r>
              <a:rPr lang="en-IN" sz="4001" b="1" dirty="0" err="1">
                <a:solidFill>
                  <a:prstClr val="black"/>
                </a:solidFill>
                <a:latin typeface="Aparajita" pitchFamily="34" charset="0"/>
              </a:rPr>
              <a:t>गौरीसा</a:t>
            </a:r>
            <a:r>
              <a:rPr lang="en-IN" sz="4001" b="1" dirty="0">
                <a:solidFill>
                  <a:prstClr val="black"/>
                </a:solidFill>
                <a:latin typeface="Aparajita" pitchFamily="34" charset="0"/>
              </a:rPr>
              <a:t> ॥३९॥</a:t>
            </a:r>
          </a:p>
          <a:p>
            <a:pPr algn="ctr" defTabSz="914522"/>
            <a:endParaRPr lang="en-IN" sz="4001" b="1" dirty="0">
              <a:solidFill>
                <a:prstClr val="black"/>
              </a:solidFill>
              <a:latin typeface="Aparajita" pitchFamily="34" charset="0"/>
            </a:endParaRPr>
          </a:p>
          <a:p>
            <a:pPr algn="ctr" defTabSz="914522"/>
            <a:r>
              <a:rPr lang="en-US" sz="3601" b="1" dirty="0">
                <a:solidFill>
                  <a:prstClr val="black"/>
                </a:solidFill>
                <a:latin typeface="URW Palladio IT" pitchFamily="2" charset="0"/>
              </a:rPr>
              <a:t>Jo </a:t>
            </a:r>
            <a:r>
              <a:rPr lang="en-US" sz="3601" b="1" dirty="0" err="1">
                <a:solidFill>
                  <a:prstClr val="black"/>
                </a:solidFill>
                <a:latin typeface="URW Palladio IT" pitchFamily="2" charset="0"/>
              </a:rPr>
              <a:t>Yaha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Paåhai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Hanumäna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Cälésä</a:t>
            </a:r>
            <a:r>
              <a:rPr lang="en-US" sz="3601" b="1" dirty="0">
                <a:solidFill>
                  <a:prstClr val="black"/>
                </a:solidFill>
                <a:latin typeface="URW Palladio IT" pitchFamily="2" charset="0"/>
              </a:rPr>
              <a:t> | </a:t>
            </a:r>
          </a:p>
          <a:p>
            <a:pPr algn="ctr" defTabSz="914522"/>
            <a:r>
              <a:rPr lang="en-US" sz="3601" b="1" dirty="0">
                <a:solidFill>
                  <a:prstClr val="black"/>
                </a:solidFill>
                <a:latin typeface="URW Palladio IT" pitchFamily="2" charset="0"/>
              </a:rPr>
              <a:t>Hoya Siddhi </a:t>
            </a:r>
            <a:r>
              <a:rPr lang="en-US" sz="3601" b="1" dirty="0" err="1">
                <a:solidFill>
                  <a:prstClr val="black"/>
                </a:solidFill>
                <a:latin typeface="URW Palladio IT" pitchFamily="2" charset="0"/>
              </a:rPr>
              <a:t>Säkhé</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Gaurésä</a:t>
            </a:r>
            <a:r>
              <a:rPr lang="en-US" sz="3601" b="1" dirty="0">
                <a:solidFill>
                  <a:prstClr val="black"/>
                </a:solidFill>
                <a:latin typeface="URW Palladio IT" pitchFamily="2" charset="0"/>
              </a:rPr>
              <a:t> || - 39</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ಜೋ</a:t>
            </a:r>
            <a:r>
              <a:rPr lang="en-US" sz="3601" b="1" dirty="0">
                <a:solidFill>
                  <a:prstClr val="black"/>
                </a:solidFill>
                <a:latin typeface="Calibri" pitchFamily="34" charset="0"/>
              </a:rPr>
              <a:t> </a:t>
            </a:r>
            <a:r>
              <a:rPr lang="en-US" sz="3601" b="1" dirty="0" err="1">
                <a:solidFill>
                  <a:prstClr val="black"/>
                </a:solidFill>
                <a:latin typeface="Calibri" pitchFamily="34" charset="0"/>
              </a:rPr>
              <a:t>ಯಹ</a:t>
            </a:r>
            <a:r>
              <a:rPr lang="en-US" sz="3601" b="1" dirty="0">
                <a:solidFill>
                  <a:prstClr val="black"/>
                </a:solidFill>
                <a:latin typeface="Calibri" pitchFamily="34" charset="0"/>
              </a:rPr>
              <a:t> </a:t>
            </a:r>
            <a:r>
              <a:rPr lang="en-US" sz="3601" b="1" dirty="0" err="1">
                <a:solidFill>
                  <a:prstClr val="black"/>
                </a:solidFill>
                <a:latin typeface="Calibri" pitchFamily="34" charset="0"/>
              </a:rPr>
              <a:t>ಪಢೈ</a:t>
            </a:r>
            <a:r>
              <a:rPr lang="en-US" sz="3601" b="1" dirty="0">
                <a:solidFill>
                  <a:prstClr val="black"/>
                </a:solidFill>
                <a:latin typeface="Calibri" pitchFamily="34" charset="0"/>
              </a:rPr>
              <a:t> </a:t>
            </a:r>
            <a:r>
              <a:rPr lang="en-US" sz="3601" b="1" dirty="0" err="1">
                <a:solidFill>
                  <a:prstClr val="black"/>
                </a:solidFill>
                <a:latin typeface="Calibri" pitchFamily="34" charset="0"/>
              </a:rPr>
              <a:t>ಹನುಮಾನ</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ಚಾ</a:t>
            </a:r>
            <a:r>
              <a:rPr lang="en-US" sz="3601" b="1" dirty="0" err="1">
                <a:solidFill>
                  <a:prstClr val="black"/>
                </a:solidFill>
                <a:latin typeface="Calibri" pitchFamily="34" charset="0"/>
              </a:rPr>
              <a:t>ಲೀಸಾ</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ಹೋಯ</a:t>
            </a:r>
            <a:r>
              <a:rPr lang="en-US" sz="3601" b="1" dirty="0">
                <a:solidFill>
                  <a:prstClr val="black"/>
                </a:solidFill>
                <a:latin typeface="Calibri" pitchFamily="34" charset="0"/>
              </a:rPr>
              <a:t> </a:t>
            </a:r>
            <a:r>
              <a:rPr lang="en-US" sz="3601" b="1" dirty="0" err="1">
                <a:solidFill>
                  <a:prstClr val="black"/>
                </a:solidFill>
                <a:latin typeface="Calibri" pitchFamily="34" charset="0"/>
              </a:rPr>
              <a:t>ಸಿ</a:t>
            </a:r>
            <a:r>
              <a:rPr lang="kn-IN" sz="3601" b="1" dirty="0" err="1">
                <a:solidFill>
                  <a:prstClr val="black"/>
                </a:solidFill>
                <a:latin typeface="Calibri" pitchFamily="34" charset="0"/>
                <a:ea typeface="Tunga" pitchFamily="2"/>
                <a:cs typeface="Tunga" pitchFamily="2"/>
              </a:rPr>
              <a:t>ದ್ಧಿ</a:t>
            </a:r>
            <a:r>
              <a:rPr lang="en-US" sz="3601" b="1" dirty="0">
                <a:solidFill>
                  <a:prstClr val="black"/>
                </a:solidFill>
                <a:latin typeface="Calibri" pitchFamily="34" charset="0"/>
              </a:rPr>
              <a:t> </a:t>
            </a:r>
            <a:r>
              <a:rPr lang="en-US" sz="3601" b="1" dirty="0" err="1">
                <a:solidFill>
                  <a:prstClr val="black"/>
                </a:solidFill>
                <a:latin typeface="Calibri" pitchFamily="34" charset="0"/>
              </a:rPr>
              <a:t>ಸಾಖೀ</a:t>
            </a:r>
            <a:r>
              <a:rPr lang="en-US" sz="3601" b="1" dirty="0">
                <a:solidFill>
                  <a:prstClr val="black"/>
                </a:solidFill>
                <a:latin typeface="Calibri" pitchFamily="34" charset="0"/>
              </a:rPr>
              <a:t> </a:t>
            </a:r>
            <a:r>
              <a:rPr lang="en-US" sz="3601" b="1" dirty="0" err="1">
                <a:solidFill>
                  <a:prstClr val="black"/>
                </a:solidFill>
                <a:latin typeface="Calibri" pitchFamily="34" charset="0"/>
              </a:rPr>
              <a:t>ಗೌರೀಸಾ</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೩೯</a:t>
            </a:r>
            <a:r>
              <a:rPr lang="en-US" sz="3601" b="1" dirty="0">
                <a:solidFill>
                  <a:prstClr val="black"/>
                </a:solidFill>
                <a:latin typeface="Calibri" pitchFamily="34" charset="0"/>
              </a:rPr>
              <a:t>॥</a:t>
            </a:r>
          </a:p>
          <a:p>
            <a:pPr algn="ctr" defTabSz="914522"/>
            <a:endParaRPr lang="en-US" sz="4001" b="1" dirty="0">
              <a:solidFill>
                <a:prstClr val="black"/>
              </a:solidFill>
              <a:latin typeface="Calibri" pitchFamily="34" charset="0"/>
            </a:endParaRPr>
          </a:p>
          <a:p>
            <a:pPr algn="ctr" defTabSz="914522"/>
            <a:r>
              <a:rPr lang="en-US" sz="2400" b="1" dirty="0">
                <a:solidFill>
                  <a:prstClr val="black"/>
                </a:solidFill>
                <a:latin typeface="Palatino Linotype" pitchFamily="18" charset="0"/>
              </a:rPr>
              <a:t>As Lord Shankar witnesses, all those who recite Hanuman </a:t>
            </a:r>
            <a:r>
              <a:rPr lang="en-US" sz="2400" b="1" dirty="0" err="1">
                <a:solidFill>
                  <a:prstClr val="black"/>
                </a:solidFill>
                <a:latin typeface="Palatino Linotype" pitchFamily="18" charset="0"/>
              </a:rPr>
              <a:t>Chalisa</a:t>
            </a:r>
            <a:r>
              <a:rPr lang="en-US" sz="2400" b="1" dirty="0">
                <a:solidFill>
                  <a:prstClr val="black"/>
                </a:solidFill>
                <a:latin typeface="Palatino Linotype" pitchFamily="18" charset="0"/>
              </a:rPr>
              <a:t> regularly are sure to be </a:t>
            </a:r>
            <a:r>
              <a:rPr lang="en-US" sz="2400" b="1" dirty="0" err="1">
                <a:solidFill>
                  <a:prstClr val="black"/>
                </a:solidFill>
                <a:latin typeface="Palatino Linotype" pitchFamily="18" charset="0"/>
              </a:rPr>
              <a:t>benedicted</a:t>
            </a:r>
            <a:endParaRPr lang="en-US" sz="2400" b="1" dirty="0">
              <a:solidFill>
                <a:prstClr val="black"/>
              </a:solidFill>
              <a:latin typeface="Palatino Linotype" pitchFamily="18" charset="0"/>
            </a:endParaRPr>
          </a:p>
          <a:p>
            <a:pPr algn="ctr" defTabSz="914522"/>
            <a:r>
              <a:rPr lang="en-US" sz="3601" b="1" dirty="0">
                <a:solidFill>
                  <a:prstClr val="black"/>
                </a:solidFill>
                <a:latin typeface="Palatino Linotype" pitchFamily="18" charset="0"/>
              </a:rPr>
              <a:t>		</a:t>
            </a:r>
            <a:endParaRPr lang="en-US" sz="3601" dirty="0">
              <a:solidFill>
                <a:prstClr val="black"/>
              </a:solidFill>
              <a:latin typeface="Calibri" pitchFamily="34" charset="0"/>
            </a:endParaRPr>
          </a:p>
        </p:txBody>
      </p:sp>
    </p:spTree>
    <p:extLst>
      <p:ext uri="{BB962C8B-B14F-4D97-AF65-F5344CB8AC3E}">
        <p14:creationId xmlns:p14="http://schemas.microsoft.com/office/powerpoint/2010/main" val="96177523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
          <p:cNvSpPr>
            <a:spLocks noChangeArrowheads="1"/>
          </p:cNvSpPr>
          <p:nvPr/>
        </p:nvSpPr>
        <p:spPr bwMode="auto">
          <a:xfrm>
            <a:off x="1677093" y="-152331"/>
            <a:ext cx="8612344" cy="7695825"/>
          </a:xfrm>
          <a:prstGeom prst="rect">
            <a:avLst/>
          </a:prstGeom>
          <a:noFill/>
          <a:ln w="9525">
            <a:noFill/>
            <a:miter lim="800000"/>
            <a:headEnd/>
            <a:tailEnd/>
          </a:ln>
        </p:spPr>
        <p:txBody>
          <a:bodyPr>
            <a:spAutoFit/>
          </a:bodyPr>
          <a:lstStyle/>
          <a:p>
            <a:pPr algn="ctr" defTabSz="914522"/>
            <a:endParaRPr lang="en-IN" sz="1400" b="1" dirty="0">
              <a:solidFill>
                <a:prstClr val="black"/>
              </a:solidFill>
              <a:latin typeface="Aparajita" pitchFamily="34" charset="0"/>
            </a:endParaRPr>
          </a:p>
          <a:p>
            <a:pPr algn="ctr" defTabSz="914522"/>
            <a:r>
              <a:rPr lang="en-IN" sz="4001" b="1" dirty="0" err="1">
                <a:solidFill>
                  <a:prstClr val="black"/>
                </a:solidFill>
                <a:latin typeface="Aparajita" pitchFamily="34" charset="0"/>
              </a:rPr>
              <a:t>तुलसीदास</a:t>
            </a:r>
            <a:r>
              <a:rPr lang="en-IN" sz="4001" b="1" dirty="0">
                <a:solidFill>
                  <a:prstClr val="black"/>
                </a:solidFill>
                <a:latin typeface="Aparajita" pitchFamily="34" charset="0"/>
              </a:rPr>
              <a:t> </a:t>
            </a:r>
            <a:r>
              <a:rPr lang="en-IN" sz="4001" b="1" dirty="0" err="1">
                <a:solidFill>
                  <a:prstClr val="black"/>
                </a:solidFill>
                <a:latin typeface="Aparajita" pitchFamily="34" charset="0"/>
              </a:rPr>
              <a:t>सदा</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हरि</a:t>
            </a:r>
            <a:r>
              <a:rPr lang="en-IN" sz="4001" b="1" dirty="0">
                <a:solidFill>
                  <a:prstClr val="black"/>
                </a:solidFill>
                <a:latin typeface="Aparajita" pitchFamily="34" charset="0"/>
              </a:rPr>
              <a:t> </a:t>
            </a:r>
            <a:r>
              <a:rPr lang="en-IN" sz="4001" b="1" dirty="0" err="1">
                <a:solidFill>
                  <a:prstClr val="black"/>
                </a:solidFill>
                <a:latin typeface="Aparajita" pitchFamily="34" charset="0"/>
              </a:rPr>
              <a:t>चेरा</a:t>
            </a:r>
            <a:r>
              <a:rPr lang="en-IN" sz="4001" b="1" dirty="0">
                <a:solidFill>
                  <a:prstClr val="black"/>
                </a:solidFill>
                <a:latin typeface="Aparajita" pitchFamily="34" charset="0"/>
              </a:rPr>
              <a:t> ।</a:t>
            </a:r>
            <a:br>
              <a:rPr lang="en-IN" sz="4001" b="1" dirty="0">
                <a:solidFill>
                  <a:prstClr val="black"/>
                </a:solidFill>
                <a:latin typeface="Aparajita" pitchFamily="34" charset="0"/>
              </a:rPr>
            </a:br>
            <a:r>
              <a:rPr lang="en-IN" sz="4001" b="1" dirty="0" err="1">
                <a:solidFill>
                  <a:prstClr val="black"/>
                </a:solidFill>
                <a:latin typeface="Aparajita" pitchFamily="34" charset="0"/>
              </a:rPr>
              <a:t>कीजै</a:t>
            </a:r>
            <a:r>
              <a:rPr lang="en-IN" sz="4001" b="1" dirty="0">
                <a:solidFill>
                  <a:prstClr val="black"/>
                </a:solidFill>
                <a:latin typeface="Aparajita" pitchFamily="34" charset="0"/>
              </a:rPr>
              <a:t> </a:t>
            </a:r>
            <a:r>
              <a:rPr lang="en-IN" sz="4001" b="1" dirty="0" err="1">
                <a:solidFill>
                  <a:prstClr val="black"/>
                </a:solidFill>
                <a:latin typeface="Aparajita" pitchFamily="34" charset="0"/>
              </a:rPr>
              <a:t>नाथ</a:t>
            </a:r>
            <a:r>
              <a:rPr lang="en-IN" sz="4001" b="1" dirty="0">
                <a:solidFill>
                  <a:prstClr val="black"/>
                </a:solidFill>
                <a:latin typeface="Aparajita" pitchFamily="34" charset="0"/>
              </a:rPr>
              <a:t> </a:t>
            </a:r>
            <a:r>
              <a:rPr lang="en-IN" sz="4001" b="1" dirty="0" err="1">
                <a:solidFill>
                  <a:prstClr val="black"/>
                </a:solidFill>
                <a:latin typeface="Aparajita" pitchFamily="34" charset="0"/>
              </a:rPr>
              <a:t>हृदय</a:t>
            </a:r>
            <a:r>
              <a:rPr lang="en-IN" sz="4001" b="1" dirty="0">
                <a:solidFill>
                  <a:prstClr val="black"/>
                </a:solidFill>
                <a:latin typeface="Aparajita" pitchFamily="34" charset="0"/>
              </a:rPr>
              <a:t> </a:t>
            </a:r>
            <a:r>
              <a:rPr lang="en-IN" sz="4001" b="1" dirty="0" err="1">
                <a:solidFill>
                  <a:prstClr val="black"/>
                </a:solidFill>
                <a:latin typeface="Aparajita" pitchFamily="34" charset="0"/>
              </a:rPr>
              <a:t>महँ</a:t>
            </a:r>
            <a:r>
              <a:rPr lang="en-IN" sz="4001" b="1" dirty="0">
                <a:solidFill>
                  <a:prstClr val="black"/>
                </a:solidFill>
                <a:latin typeface="Aparajita" pitchFamily="34" charset="0"/>
              </a:rPr>
              <a:t> </a:t>
            </a:r>
            <a:r>
              <a:rPr lang="en-IN" sz="4001" b="1" dirty="0" err="1">
                <a:solidFill>
                  <a:prstClr val="black"/>
                </a:solidFill>
                <a:latin typeface="Aparajita" pitchFamily="34" charset="0"/>
              </a:rPr>
              <a:t>डेरा</a:t>
            </a:r>
            <a:r>
              <a:rPr lang="en-IN" sz="4001" b="1" dirty="0">
                <a:solidFill>
                  <a:prstClr val="black"/>
                </a:solidFill>
                <a:latin typeface="Aparajita" pitchFamily="34" charset="0"/>
              </a:rPr>
              <a:t> ॥४०॥</a:t>
            </a:r>
          </a:p>
          <a:p>
            <a:pPr algn="ctr" defTabSz="914522"/>
            <a:endParaRPr lang="en-IN" sz="3601" b="1" dirty="0">
              <a:solidFill>
                <a:prstClr val="black"/>
              </a:solidFill>
              <a:latin typeface="Aparajita" pitchFamily="34" charset="0"/>
            </a:endParaRPr>
          </a:p>
          <a:p>
            <a:pPr algn="ctr" defTabSz="914522"/>
            <a:r>
              <a:rPr lang="en-US" sz="3601" b="1" dirty="0" err="1">
                <a:solidFill>
                  <a:prstClr val="black"/>
                </a:solidFill>
                <a:latin typeface="URW Palladio IT" pitchFamily="2" charset="0"/>
              </a:rPr>
              <a:t>Tulasédäsa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Sadä</a:t>
            </a:r>
            <a:r>
              <a:rPr lang="en-US" sz="3601" b="1" dirty="0">
                <a:solidFill>
                  <a:prstClr val="black"/>
                </a:solidFill>
                <a:latin typeface="URW Palladio IT" pitchFamily="2" charset="0"/>
              </a:rPr>
              <a:t> Hari </a:t>
            </a:r>
            <a:r>
              <a:rPr lang="en-US" sz="3601" b="1" dirty="0" err="1">
                <a:solidFill>
                  <a:prstClr val="black"/>
                </a:solidFill>
                <a:latin typeface="URW Palladio IT" pitchFamily="2" charset="0"/>
              </a:rPr>
              <a:t>Cerä</a:t>
            </a:r>
            <a:r>
              <a:rPr lang="en-US" sz="3601" b="1" dirty="0">
                <a:solidFill>
                  <a:prstClr val="black"/>
                </a:solidFill>
                <a:latin typeface="URW Palladio IT" pitchFamily="2" charset="0"/>
              </a:rPr>
              <a:t> | </a:t>
            </a:r>
          </a:p>
          <a:p>
            <a:pPr algn="ctr" defTabSz="914522"/>
            <a:r>
              <a:rPr lang="en-US" sz="3601" b="1" dirty="0" err="1">
                <a:solidFill>
                  <a:prstClr val="black"/>
                </a:solidFill>
                <a:latin typeface="URW Palladio IT" pitchFamily="2" charset="0"/>
              </a:rPr>
              <a:t>Kéjai</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Nätha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Hådaya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Maðha</a:t>
            </a:r>
            <a:r>
              <a:rPr lang="en-US" sz="3601" b="1" dirty="0">
                <a:solidFill>
                  <a:prstClr val="black"/>
                </a:solidFill>
                <a:latin typeface="URW Palladio IT" pitchFamily="2" charset="0"/>
              </a:rPr>
              <a:t> </a:t>
            </a:r>
            <a:r>
              <a:rPr lang="en-US" sz="3601" b="1" dirty="0" err="1">
                <a:solidFill>
                  <a:prstClr val="black"/>
                </a:solidFill>
                <a:latin typeface="URW Palladio IT" pitchFamily="2" charset="0"/>
              </a:rPr>
              <a:t>Òerä</a:t>
            </a:r>
            <a:r>
              <a:rPr lang="en-US" sz="3601" b="1" dirty="0">
                <a:solidFill>
                  <a:prstClr val="black"/>
                </a:solidFill>
                <a:latin typeface="URW Palladio IT" pitchFamily="2" charset="0"/>
              </a:rPr>
              <a:t> ||- 40</a:t>
            </a:r>
          </a:p>
          <a:p>
            <a:pPr algn="ctr" defTabSz="914522"/>
            <a:endParaRPr lang="en-US" sz="3601" b="1" dirty="0">
              <a:solidFill>
                <a:prstClr val="black"/>
              </a:solidFill>
              <a:latin typeface="URW Palladio IT" pitchFamily="2" charset="0"/>
            </a:endParaRPr>
          </a:p>
          <a:p>
            <a:pPr algn="ctr" defTabSz="914522"/>
            <a:r>
              <a:rPr lang="en-US" sz="3601" b="1" dirty="0" err="1">
                <a:solidFill>
                  <a:prstClr val="black"/>
                </a:solidFill>
                <a:latin typeface="Calibri" pitchFamily="34" charset="0"/>
              </a:rPr>
              <a:t>ತುಲಸೀದಾಸ</a:t>
            </a:r>
            <a:r>
              <a:rPr lang="en-US" sz="3601" b="1" dirty="0">
                <a:solidFill>
                  <a:prstClr val="black"/>
                </a:solidFill>
                <a:latin typeface="Calibri" pitchFamily="34" charset="0"/>
              </a:rPr>
              <a:t> </a:t>
            </a:r>
            <a:r>
              <a:rPr lang="en-US" sz="3601" b="1" dirty="0" err="1">
                <a:solidFill>
                  <a:prstClr val="black"/>
                </a:solidFill>
                <a:latin typeface="Calibri" pitchFamily="34" charset="0"/>
              </a:rPr>
              <a:t>ಸದಾ</a:t>
            </a:r>
            <a:r>
              <a:rPr lang="en-US" sz="3601" b="1" dirty="0">
                <a:solidFill>
                  <a:prstClr val="black"/>
                </a:solidFill>
                <a:latin typeface="Calibri" pitchFamily="34" charset="0"/>
              </a:rPr>
              <a:t> </a:t>
            </a:r>
            <a:r>
              <a:rPr lang="en-US" sz="3601" b="1" dirty="0" err="1">
                <a:solidFill>
                  <a:prstClr val="black"/>
                </a:solidFill>
                <a:latin typeface="Calibri" pitchFamily="34" charset="0"/>
              </a:rPr>
              <a:t>ಹರಿ</a:t>
            </a:r>
            <a:r>
              <a:rPr lang="en-US" sz="3601" b="1" dirty="0">
                <a:solidFill>
                  <a:prstClr val="black"/>
                </a:solidFill>
                <a:latin typeface="Calibri" pitchFamily="34" charset="0"/>
              </a:rPr>
              <a:t> </a:t>
            </a:r>
            <a:r>
              <a:rPr lang="en-US" sz="3601" b="1" dirty="0" err="1">
                <a:solidFill>
                  <a:prstClr val="black"/>
                </a:solidFill>
                <a:latin typeface="Calibri" pitchFamily="34" charset="0"/>
              </a:rPr>
              <a:t>ಚೇರಾ</a:t>
            </a:r>
            <a:r>
              <a:rPr lang="en-US" sz="3601" b="1" dirty="0">
                <a:solidFill>
                  <a:prstClr val="black"/>
                </a:solidFill>
                <a:latin typeface="Calibri" pitchFamily="34" charset="0"/>
              </a:rPr>
              <a:t> ।</a:t>
            </a:r>
          </a:p>
          <a:p>
            <a:pPr algn="ctr" defTabSz="914522"/>
            <a:r>
              <a:rPr lang="en-US" sz="3601" b="1" dirty="0" err="1">
                <a:solidFill>
                  <a:prstClr val="black"/>
                </a:solidFill>
                <a:latin typeface="Calibri" pitchFamily="34" charset="0"/>
              </a:rPr>
              <a:t>ಕೀಜೈ</a:t>
            </a:r>
            <a:r>
              <a:rPr lang="en-US" sz="3601" b="1" dirty="0">
                <a:solidFill>
                  <a:prstClr val="black"/>
                </a:solidFill>
                <a:latin typeface="Calibri" pitchFamily="34" charset="0"/>
              </a:rPr>
              <a:t> </a:t>
            </a:r>
            <a:r>
              <a:rPr lang="en-US" sz="3601" b="1" dirty="0" err="1">
                <a:solidFill>
                  <a:prstClr val="black"/>
                </a:solidFill>
                <a:latin typeface="Calibri" pitchFamily="34" charset="0"/>
              </a:rPr>
              <a:t>ನಾಥ</a:t>
            </a:r>
            <a:r>
              <a:rPr lang="en-US" sz="3601" b="1" dirty="0">
                <a:solidFill>
                  <a:prstClr val="black"/>
                </a:solidFill>
                <a:latin typeface="Calibri" pitchFamily="34" charset="0"/>
              </a:rPr>
              <a:t> </a:t>
            </a:r>
            <a:r>
              <a:rPr lang="en-US" sz="3601" b="1" dirty="0" err="1">
                <a:solidFill>
                  <a:prstClr val="black"/>
                </a:solidFill>
                <a:latin typeface="Calibri" pitchFamily="34" charset="0"/>
              </a:rPr>
              <a:t>ಹೃದಯ</a:t>
            </a:r>
            <a:r>
              <a:rPr lang="en-US" sz="3601" b="1" dirty="0">
                <a:solidFill>
                  <a:prstClr val="black"/>
                </a:solidFill>
                <a:latin typeface="Calibri" pitchFamily="34" charset="0"/>
              </a:rPr>
              <a:t> </a:t>
            </a:r>
            <a:r>
              <a:rPr lang="en-US" sz="3601" b="1" dirty="0" err="1">
                <a:solidFill>
                  <a:prstClr val="black"/>
                </a:solidFill>
                <a:latin typeface="Calibri" pitchFamily="34" charset="0"/>
              </a:rPr>
              <a:t>ಮಂಹ</a:t>
            </a:r>
            <a:r>
              <a:rPr lang="en-US" sz="3601" b="1" dirty="0">
                <a:solidFill>
                  <a:prstClr val="black"/>
                </a:solidFill>
                <a:latin typeface="Calibri" pitchFamily="34" charset="0"/>
              </a:rPr>
              <a:t> </a:t>
            </a:r>
            <a:r>
              <a:rPr lang="en-US" sz="3601" b="1" dirty="0" err="1">
                <a:solidFill>
                  <a:prstClr val="black"/>
                </a:solidFill>
                <a:latin typeface="Calibri" pitchFamily="34" charset="0"/>
              </a:rPr>
              <a:t>ಡೇರಾ</a:t>
            </a:r>
            <a:r>
              <a:rPr lang="en-US" sz="3601" b="1" dirty="0">
                <a:solidFill>
                  <a:prstClr val="black"/>
                </a:solidFill>
                <a:latin typeface="Calibri" pitchFamily="34" charset="0"/>
              </a:rPr>
              <a:t> ॥</a:t>
            </a:r>
            <a:r>
              <a:rPr lang="kn-IN" sz="3601" b="1" dirty="0">
                <a:solidFill>
                  <a:prstClr val="black"/>
                </a:solidFill>
                <a:latin typeface="Calibri" pitchFamily="34" charset="0"/>
                <a:ea typeface="Tunga" pitchFamily="2"/>
                <a:cs typeface="Tunga" pitchFamily="2"/>
              </a:rPr>
              <a:t>೪೦</a:t>
            </a:r>
            <a:r>
              <a:rPr lang="en-US" sz="3601" b="1" dirty="0">
                <a:solidFill>
                  <a:prstClr val="black"/>
                </a:solidFill>
                <a:latin typeface="Calibri" pitchFamily="34" charset="0"/>
              </a:rPr>
              <a:t>॥</a:t>
            </a:r>
          </a:p>
          <a:p>
            <a:pPr algn="ctr" defTabSz="914522"/>
            <a:endParaRPr lang="en-US" sz="4001" b="1" dirty="0">
              <a:solidFill>
                <a:prstClr val="black"/>
              </a:solidFill>
              <a:latin typeface="Calibri" pitchFamily="34" charset="0"/>
            </a:endParaRPr>
          </a:p>
          <a:p>
            <a:pPr algn="ctr" defTabSz="914522"/>
            <a:r>
              <a:rPr lang="en-US" sz="2400" b="1" dirty="0" err="1">
                <a:solidFill>
                  <a:prstClr val="black"/>
                </a:solidFill>
                <a:latin typeface="Palatino Linotype" pitchFamily="18" charset="0"/>
              </a:rPr>
              <a:t>Tulsidas</a:t>
            </a:r>
            <a:r>
              <a:rPr lang="en-US" sz="2400" b="1" dirty="0">
                <a:solidFill>
                  <a:prstClr val="black"/>
                </a:solidFill>
                <a:latin typeface="Palatino Linotype" pitchFamily="18" charset="0"/>
              </a:rPr>
              <a:t> always the servant of Lord prays. "Oh my Lord! You enshrine within my heart.!</a:t>
            </a:r>
          </a:p>
          <a:p>
            <a:pPr algn="ctr" defTabSz="914522"/>
            <a:r>
              <a:rPr lang="en-US" sz="4001" b="1" dirty="0">
                <a:solidFill>
                  <a:prstClr val="black"/>
                </a:solidFill>
                <a:latin typeface="Palatino Linotype" pitchFamily="18" charset="0"/>
              </a:rPr>
              <a:t>		</a:t>
            </a:r>
            <a:r>
              <a:rPr lang="en-US" sz="2000" dirty="0">
                <a:solidFill>
                  <a:prstClr val="black"/>
                </a:solidFill>
                <a:latin typeface="Calibri" pitchFamily="34" charset="0"/>
              </a:rPr>
              <a:t/>
            </a:r>
            <a:br>
              <a:rPr lang="en-US" sz="2000" dirty="0">
                <a:solidFill>
                  <a:prstClr val="black"/>
                </a:solidFill>
                <a:latin typeface="Calibri" pitchFamily="34" charset="0"/>
              </a:rPr>
            </a:br>
            <a:endParaRPr lang="en-US" sz="2000" dirty="0">
              <a:solidFill>
                <a:prstClr val="black"/>
              </a:solidFill>
              <a:latin typeface="Calibri" pitchFamily="34" charset="0"/>
            </a:endParaRPr>
          </a:p>
        </p:txBody>
      </p:sp>
    </p:spTree>
    <p:extLst>
      <p:ext uri="{BB962C8B-B14F-4D97-AF65-F5344CB8AC3E}">
        <p14:creationId xmlns:p14="http://schemas.microsoft.com/office/powerpoint/2010/main" val="216084831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nvSpPr>
        <p:spPr bwMode="auto">
          <a:xfrm>
            <a:off x="1524662" y="102"/>
            <a:ext cx="9145853" cy="862031"/>
          </a:xfrm>
          <a:prstGeom prst="rect">
            <a:avLst/>
          </a:prstGeom>
          <a:noFill/>
          <a:ln w="9525">
            <a:noFill/>
            <a:miter lim="800000"/>
            <a:headEnd/>
            <a:tailEnd/>
          </a:ln>
        </p:spPr>
        <p:txBody>
          <a:bodyPr>
            <a:spAutoFit/>
          </a:bodyPr>
          <a:lstStyle/>
          <a:p>
            <a:pPr algn="ctr" defTabSz="914522"/>
            <a:r>
              <a:rPr lang="en-IN" sz="2501" b="1">
                <a:solidFill>
                  <a:prstClr val="white"/>
                </a:solidFill>
                <a:latin typeface="Aparajita" pitchFamily="34" charset="0"/>
              </a:rPr>
              <a:t>॥ इति श्रीमद्गोस्वामीतुलसीदासजी अवधी भाषायां विरचितं श्रीहनुमान चालीसा ॥</a:t>
            </a:r>
            <a:endParaRPr lang="en-US" sz="2501" b="1">
              <a:solidFill>
                <a:prstClr val="white"/>
              </a:solidFill>
              <a:latin typeface="Aparajita" pitchFamily="34" charset="0"/>
            </a:endParaRPr>
          </a:p>
        </p:txBody>
      </p:sp>
      <p:sp>
        <p:nvSpPr>
          <p:cNvPr id="73731" name="Rectangle 1"/>
          <p:cNvSpPr>
            <a:spLocks noChangeArrowheads="1"/>
          </p:cNvSpPr>
          <p:nvPr/>
        </p:nvSpPr>
        <p:spPr bwMode="auto">
          <a:xfrm>
            <a:off x="1577061" y="4741352"/>
            <a:ext cx="9145853" cy="2247410"/>
          </a:xfrm>
          <a:prstGeom prst="rect">
            <a:avLst/>
          </a:prstGeom>
          <a:noFill/>
          <a:ln w="9525">
            <a:noFill/>
            <a:miter lim="800000"/>
            <a:headEnd/>
            <a:tailEnd/>
          </a:ln>
        </p:spPr>
        <p:txBody>
          <a:bodyPr>
            <a:spAutoFit/>
          </a:bodyPr>
          <a:lstStyle/>
          <a:p>
            <a:pPr defTabSz="914522"/>
            <a:r>
              <a:rPr lang="en-US" sz="2801" b="1" dirty="0">
                <a:solidFill>
                  <a:prstClr val="black"/>
                </a:solidFill>
                <a:latin typeface="Calibri"/>
              </a:rPr>
              <a:t>	</a:t>
            </a:r>
            <a:r>
              <a:rPr lang="hi-IN" sz="2801" b="1" dirty="0">
                <a:solidFill>
                  <a:prstClr val="black"/>
                </a:solidFill>
                <a:latin typeface="Calibri"/>
              </a:rPr>
              <a:t>राम लक्ष्मण जानकी</a:t>
            </a:r>
            <a:r>
              <a:rPr lang="en-US" sz="2801" b="1" dirty="0">
                <a:solidFill>
                  <a:prstClr val="black"/>
                </a:solidFill>
                <a:latin typeface="Calibri"/>
              </a:rPr>
              <a:t>	</a:t>
            </a:r>
            <a:r>
              <a:rPr lang="en-US" sz="2801" dirty="0" err="1">
                <a:solidFill>
                  <a:prstClr val="black"/>
                </a:solidFill>
                <a:latin typeface="URW Palladio IT" pitchFamily="2" charset="0"/>
              </a:rPr>
              <a:t>Räma</a:t>
            </a:r>
            <a:r>
              <a:rPr lang="en-US" sz="2801" dirty="0">
                <a:solidFill>
                  <a:prstClr val="black"/>
                </a:solidFill>
                <a:latin typeface="URW Palladio IT" pitchFamily="2" charset="0"/>
              </a:rPr>
              <a:t> </a:t>
            </a:r>
            <a:r>
              <a:rPr lang="en-US" sz="2801" dirty="0" err="1">
                <a:solidFill>
                  <a:prstClr val="black"/>
                </a:solidFill>
                <a:latin typeface="URW Palladio IT" pitchFamily="2" charset="0"/>
              </a:rPr>
              <a:t>La</a:t>
            </a:r>
            <a:r>
              <a:rPr lang="en-US" altLang="zh-CN" sz="2801" dirty="0" err="1">
                <a:solidFill>
                  <a:prstClr val="black"/>
                </a:solidFill>
                <a:latin typeface="URW Palladio IT" pitchFamily="2" charset="0"/>
                <a:ea typeface="宋体" panose="02010600030101010101" pitchFamily="2" charset="-122"/>
                <a:sym typeface="URW Palladio IT" pitchFamily="2" charset="0"/>
              </a:rPr>
              <a:t>kñ</a:t>
            </a:r>
            <a:r>
              <a:rPr lang="en-US" sz="2801" dirty="0" err="1">
                <a:solidFill>
                  <a:prstClr val="black"/>
                </a:solidFill>
                <a:latin typeface="URW Palladio IT" pitchFamily="2" charset="0"/>
              </a:rPr>
              <a:t>hmaëa</a:t>
            </a:r>
            <a:r>
              <a:rPr lang="en-US" sz="2801" dirty="0">
                <a:solidFill>
                  <a:prstClr val="black"/>
                </a:solidFill>
                <a:latin typeface="URW Palladio IT" pitchFamily="2" charset="0"/>
              </a:rPr>
              <a:t> </a:t>
            </a:r>
            <a:r>
              <a:rPr lang="en-US" sz="2801" dirty="0" err="1">
                <a:solidFill>
                  <a:prstClr val="black"/>
                </a:solidFill>
                <a:latin typeface="URW Palladio IT" pitchFamily="2" charset="0"/>
              </a:rPr>
              <a:t>Jänaké</a:t>
            </a:r>
            <a:endParaRPr lang="en-US" sz="2801" dirty="0">
              <a:solidFill>
                <a:prstClr val="black"/>
              </a:solidFill>
              <a:latin typeface="URW Palladio IT" pitchFamily="2" charset="0"/>
            </a:endParaRPr>
          </a:p>
          <a:p>
            <a:pPr defTabSz="914522"/>
            <a:r>
              <a:rPr lang="en-US" sz="2801" b="1" dirty="0">
                <a:solidFill>
                  <a:prstClr val="black"/>
                </a:solidFill>
                <a:latin typeface="Calibri"/>
              </a:rPr>
              <a:t>	</a:t>
            </a:r>
            <a:r>
              <a:rPr lang="hi-IN" sz="2801" b="1" dirty="0">
                <a:solidFill>
                  <a:prstClr val="black"/>
                </a:solidFill>
                <a:latin typeface="Calibri"/>
              </a:rPr>
              <a:t>जय बोलो हनुमान की</a:t>
            </a:r>
            <a:r>
              <a:rPr lang="en-US" sz="2801" b="1" dirty="0">
                <a:solidFill>
                  <a:prstClr val="black"/>
                </a:solidFill>
                <a:latin typeface="Calibri"/>
              </a:rPr>
              <a:t>	</a:t>
            </a:r>
            <a:r>
              <a:rPr lang="en-US" sz="2801" dirty="0">
                <a:solidFill>
                  <a:prstClr val="black"/>
                </a:solidFill>
                <a:latin typeface="URW Palladio IT" pitchFamily="2" charset="0"/>
              </a:rPr>
              <a:t> Jaya Bolo </a:t>
            </a:r>
            <a:r>
              <a:rPr lang="en-US" sz="2801" dirty="0" err="1">
                <a:solidFill>
                  <a:prstClr val="black"/>
                </a:solidFill>
                <a:latin typeface="URW Palladio IT" pitchFamily="2" charset="0"/>
              </a:rPr>
              <a:t>Hanumäna</a:t>
            </a:r>
            <a:r>
              <a:rPr lang="en-US" sz="2801" dirty="0">
                <a:solidFill>
                  <a:prstClr val="black"/>
                </a:solidFill>
                <a:latin typeface="URW Palladio IT" pitchFamily="2" charset="0"/>
              </a:rPr>
              <a:t> </a:t>
            </a:r>
            <a:r>
              <a:rPr lang="en-US" sz="2801" dirty="0" err="1">
                <a:solidFill>
                  <a:prstClr val="black"/>
                </a:solidFill>
                <a:latin typeface="URW Palladio IT" pitchFamily="2" charset="0"/>
              </a:rPr>
              <a:t>Ké</a:t>
            </a:r>
            <a:endParaRPr lang="en-CA" sz="2801" b="1" dirty="0">
              <a:solidFill>
                <a:prstClr val="black"/>
              </a:solidFill>
              <a:latin typeface="Calibri"/>
            </a:endParaRPr>
          </a:p>
          <a:p>
            <a:pPr defTabSz="914522"/>
            <a:r>
              <a:rPr lang="en-CA" sz="2801" b="1" dirty="0">
                <a:solidFill>
                  <a:prstClr val="black"/>
                </a:solidFill>
                <a:latin typeface="Calibri"/>
              </a:rPr>
              <a:t>			  </a:t>
            </a:r>
            <a:r>
              <a:rPr lang="kn-IN" sz="2801" b="1" dirty="0">
                <a:solidFill>
                  <a:prstClr val="black"/>
                </a:solidFill>
                <a:latin typeface="Calibri"/>
              </a:rPr>
              <a:t>ರಾಮ ಲಕ್ಷ್ಮಣ </a:t>
            </a:r>
            <a:r>
              <a:rPr lang="kn-IN" sz="2801" b="1" dirty="0" err="1">
                <a:solidFill>
                  <a:prstClr val="black"/>
                </a:solidFill>
                <a:latin typeface="Calibri"/>
              </a:rPr>
              <a:t>ಜಾನಕೀ</a:t>
            </a:r>
            <a:endParaRPr lang="kn-IN" sz="2801" b="1" dirty="0">
              <a:solidFill>
                <a:prstClr val="black"/>
              </a:solidFill>
              <a:latin typeface="Calibri"/>
            </a:endParaRPr>
          </a:p>
          <a:p>
            <a:pPr algn="ctr" defTabSz="914522"/>
            <a:r>
              <a:rPr lang="kn-IN" sz="2801" b="1" dirty="0">
                <a:solidFill>
                  <a:prstClr val="black"/>
                </a:solidFill>
                <a:latin typeface="Calibri"/>
              </a:rPr>
              <a:t>ಜೈ </a:t>
            </a:r>
            <a:r>
              <a:rPr lang="kn-IN" sz="2801" b="1" dirty="0" err="1">
                <a:solidFill>
                  <a:prstClr val="black"/>
                </a:solidFill>
                <a:latin typeface="Calibri"/>
              </a:rPr>
              <a:t>ಬೋಲೋ</a:t>
            </a:r>
            <a:r>
              <a:rPr lang="kn-IN" sz="2801" b="1" dirty="0">
                <a:solidFill>
                  <a:prstClr val="black"/>
                </a:solidFill>
                <a:latin typeface="Calibri"/>
              </a:rPr>
              <a:t> </a:t>
            </a:r>
            <a:r>
              <a:rPr lang="kn-IN" sz="2801" b="1" dirty="0" err="1">
                <a:solidFill>
                  <a:prstClr val="black"/>
                </a:solidFill>
                <a:latin typeface="Calibri"/>
              </a:rPr>
              <a:t>ಹನುಮಾನ್</a:t>
            </a:r>
            <a:r>
              <a:rPr lang="kn-IN" sz="2801" b="1" dirty="0">
                <a:solidFill>
                  <a:prstClr val="black"/>
                </a:solidFill>
                <a:latin typeface="Calibri"/>
              </a:rPr>
              <a:t> ಕೀ</a:t>
            </a:r>
            <a:endParaRPr lang="en-CA" sz="2801" b="1" dirty="0">
              <a:solidFill>
                <a:prstClr val="black"/>
              </a:solidFill>
              <a:latin typeface="Calibri"/>
            </a:endParaRPr>
          </a:p>
          <a:p>
            <a:pPr defTabSz="914522"/>
            <a:endParaRPr lang="en-IN" sz="2801" b="1" dirty="0">
              <a:solidFill>
                <a:prstClr val="black"/>
              </a:solidFill>
              <a:latin typeface="Calibri"/>
            </a:endParaRPr>
          </a:p>
        </p:txBody>
      </p:sp>
      <p:pic>
        <p:nvPicPr>
          <p:cNvPr id="73732" name="Picture 5" descr="C:\Users\GATEWAY\Desktop\HANUMAN_LANKA_by_VISHNU108.gif"/>
          <p:cNvPicPr>
            <a:picLocks noChangeAspect="1" noChangeArrowheads="1" noCrop="1"/>
          </p:cNvPicPr>
          <p:nvPr/>
        </p:nvPicPr>
        <p:blipFill>
          <a:blip r:embed="rId2"/>
          <a:srcRect/>
          <a:stretch>
            <a:fillRect/>
          </a:stretch>
        </p:blipFill>
        <p:spPr bwMode="auto">
          <a:xfrm>
            <a:off x="2210599" y="9628"/>
            <a:ext cx="7850190" cy="4792045"/>
          </a:xfrm>
          <a:prstGeom prst="rect">
            <a:avLst/>
          </a:prstGeom>
          <a:noFill/>
          <a:ln w="9525">
            <a:noFill/>
            <a:miter lim="800000"/>
            <a:headEnd/>
            <a:tailEnd/>
          </a:ln>
        </p:spPr>
      </p:pic>
    </p:spTree>
    <p:extLst>
      <p:ext uri="{BB962C8B-B14F-4D97-AF65-F5344CB8AC3E}">
        <p14:creationId xmlns:p14="http://schemas.microsoft.com/office/powerpoint/2010/main" val="339628552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2058052" y="5419408"/>
            <a:ext cx="79965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914583" fontAlgn="base">
              <a:spcBef>
                <a:spcPct val="0"/>
              </a:spcBef>
              <a:spcAft>
                <a:spcPct val="0"/>
              </a:spcAft>
            </a:pPr>
            <a:endParaRPr lang="en-IN" sz="2400" i="1" dirty="0">
              <a:solidFill>
                <a:srgbClr val="000000"/>
              </a:solidFill>
              <a:latin typeface="Palatino Linotype" pitchFamily="18" charset="0"/>
            </a:endParaRPr>
          </a:p>
        </p:txBody>
      </p:sp>
      <p:pic>
        <p:nvPicPr>
          <p:cNvPr id="7" name="Picture 6" descr="om-wallpaper-high-resolution.jpg"/>
          <p:cNvPicPr>
            <a:picLocks noChangeAspect="1"/>
          </p:cNvPicPr>
          <p:nvPr/>
        </p:nvPicPr>
        <p:blipFill>
          <a:blip r:embed="rId3"/>
          <a:stretch>
            <a:fillRect/>
          </a:stretch>
        </p:blipFill>
        <p:spPr>
          <a:xfrm>
            <a:off x="176" y="0"/>
            <a:ext cx="12194822" cy="6859588"/>
          </a:xfrm>
          <a:prstGeom prst="rect">
            <a:avLst/>
          </a:prstGeom>
        </p:spPr>
      </p:pic>
    </p:spTree>
    <p:extLst>
      <p:ext uri="{BB962C8B-B14F-4D97-AF65-F5344CB8AC3E}">
        <p14:creationId xmlns:p14="http://schemas.microsoft.com/office/powerpoint/2010/main" val="239063064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6386" name="Rectangle 1"/>
          <p:cNvSpPr>
            <a:spLocks noChangeArrowheads="1"/>
          </p:cNvSpPr>
          <p:nvPr/>
        </p:nvSpPr>
        <p:spPr bwMode="auto">
          <a:xfrm>
            <a:off x="4153371" y="4149874"/>
            <a:ext cx="4499014" cy="1477192"/>
          </a:xfrm>
          <a:prstGeom prst="rect">
            <a:avLst/>
          </a:prstGeom>
          <a:solidFill>
            <a:schemeClr val="tx2">
              <a:lumMod val="60000"/>
              <a:lumOff val="40000"/>
            </a:schemeClr>
          </a:solidFill>
          <a:ln>
            <a:noFill/>
          </a:ln>
          <a:extLst/>
        </p:spPr>
        <p:txBody>
          <a:bodyPr wrap="square" lIns="121791" tIns="60893" rIns="121791" bIns="60893">
            <a:spAutoFit/>
          </a:bodyPr>
          <a:lstStyle/>
          <a:p>
            <a:pPr marL="452763" indent="-452763" algn="ctr" defTabSz="1218646" eaLnBrk="0" fontAlgn="base" hangingPunct="0">
              <a:spcBef>
                <a:spcPts val="800"/>
              </a:spcBef>
              <a:spcAft>
                <a:spcPct val="0"/>
              </a:spcAft>
            </a:pPr>
            <a:r>
              <a:rPr lang="en-US" sz="2400" b="1" dirty="0" err="1">
                <a:solidFill>
                  <a:schemeClr val="bg1"/>
                </a:solidFill>
                <a:latin typeface="URW Palladio IT" pitchFamily="2" charset="0"/>
                <a:cs typeface="Times New Roman" pitchFamily="18" charset="0"/>
              </a:rPr>
              <a:t>Bhaktiyoga</a:t>
            </a:r>
            <a:r>
              <a:rPr lang="en-US" sz="2400" b="1" dirty="0">
                <a:solidFill>
                  <a:schemeClr val="bg1"/>
                </a:solidFill>
                <a:latin typeface="URW Palladio IT" pitchFamily="2" charset="0"/>
                <a:cs typeface="Times New Roman" pitchFamily="18" charset="0"/>
              </a:rPr>
              <a:t> </a:t>
            </a:r>
            <a:r>
              <a:rPr lang="en-US" sz="2400" b="1" dirty="0" err="1">
                <a:solidFill>
                  <a:schemeClr val="bg1"/>
                </a:solidFill>
                <a:latin typeface="URW Palladio IT" pitchFamily="2" charset="0"/>
                <a:cs typeface="Times New Roman" pitchFamily="18" charset="0"/>
              </a:rPr>
              <a:t>Śloka</a:t>
            </a:r>
            <a:r>
              <a:rPr lang="en-US" sz="2400" b="1" dirty="0">
                <a:solidFill>
                  <a:schemeClr val="bg1"/>
                </a:solidFill>
                <a:latin typeface="URW Palladio IT" pitchFamily="2" charset="0"/>
                <a:cs typeface="Times New Roman" pitchFamily="18" charset="0"/>
              </a:rPr>
              <a:t> </a:t>
            </a:r>
            <a:r>
              <a:rPr lang="en-US" sz="2400" b="1" dirty="0" err="1">
                <a:solidFill>
                  <a:schemeClr val="bg1"/>
                </a:solidFill>
                <a:latin typeface="URW Palladio IT" pitchFamily="2" charset="0"/>
                <a:cs typeface="Times New Roman" pitchFamily="18" charset="0"/>
              </a:rPr>
              <a:t>Saṁgrahaḥ</a:t>
            </a:r>
            <a:endParaRPr lang="en-US" sz="2400" b="1" dirty="0">
              <a:solidFill>
                <a:schemeClr val="bg1"/>
              </a:solidFill>
              <a:latin typeface="URW Palladio IT" pitchFamily="2" charset="0"/>
              <a:cs typeface="Times New Roman" pitchFamily="18" charset="0"/>
            </a:endParaRPr>
          </a:p>
          <a:p>
            <a:pPr marL="452763" indent="-452763" algn="ctr" defTabSz="1218646" eaLnBrk="0" fontAlgn="base" hangingPunct="0">
              <a:lnSpc>
                <a:spcPct val="150000"/>
              </a:lnSpc>
              <a:spcBef>
                <a:spcPct val="0"/>
              </a:spcBef>
              <a:spcAft>
                <a:spcPct val="0"/>
              </a:spcAft>
            </a:pPr>
            <a:r>
              <a:rPr lang="kn-IN" sz="2400" b="1" dirty="0">
                <a:solidFill>
                  <a:schemeClr val="bg1"/>
                </a:solidFill>
                <a:latin typeface="Arial" pitchFamily="34" charset="0"/>
              </a:rPr>
              <a:t>ಭಕ್ತಿಯೋಗ ಶ್ಲೋಕ ಸಂಗ್ರಹಃ</a:t>
            </a:r>
            <a:endParaRPr lang="en-CA" sz="2800" b="1" dirty="0">
              <a:solidFill>
                <a:schemeClr val="bg1"/>
              </a:solidFill>
              <a:latin typeface="Sanskrit 2003" pitchFamily="2" charset="-78"/>
              <a:cs typeface="Sanskrit 2003" pitchFamily="2" charset="-78"/>
            </a:endParaRPr>
          </a:p>
          <a:p>
            <a:pPr marL="452763" indent="-452763" algn="ctr" defTabSz="1218646" eaLnBrk="0" fontAlgn="base" hangingPunct="0">
              <a:spcBef>
                <a:spcPct val="0"/>
              </a:spcBef>
              <a:spcAft>
                <a:spcPct val="0"/>
              </a:spcAft>
            </a:pPr>
            <a:r>
              <a:rPr lang="hi-IN" sz="2800" b="1" dirty="0">
                <a:solidFill>
                  <a:schemeClr val="bg1"/>
                </a:solidFill>
                <a:latin typeface="Sanskrit 2003" pitchFamily="2" charset="-78"/>
                <a:cs typeface="Sanskrit 2003" pitchFamily="2" charset="-78"/>
              </a:rPr>
              <a:t>भक्तियॊगश्लॊकसंग्रहः</a:t>
            </a:r>
            <a:endParaRPr lang="en-US" sz="2000" b="1" dirty="0">
              <a:solidFill>
                <a:schemeClr val="bg1"/>
              </a:solidFill>
              <a:latin typeface="URW Palladio ITU" pitchFamily="2" charset="0"/>
              <a:cs typeface="Times New Roman" pitchFamily="18" charset="0"/>
            </a:endParaRPr>
          </a:p>
        </p:txBody>
      </p:sp>
    </p:spTree>
    <p:extLst>
      <p:ext uri="{BB962C8B-B14F-4D97-AF65-F5344CB8AC3E}">
        <p14:creationId xmlns:p14="http://schemas.microsoft.com/office/powerpoint/2010/main" val="404605672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609759" y="254200"/>
            <a:ext cx="10975659" cy="7455740"/>
          </a:xfrm>
          <a:prstGeom prst="rect">
            <a:avLst/>
          </a:prstGeom>
        </p:spPr>
        <p:txBody>
          <a:bodyPr lIns="94507" tIns="47259" rIns="94507" bIns="47259">
            <a:norm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algn="ctr" eaLnBrk="1" hangingPunct="1">
              <a:lnSpc>
                <a:spcPct val="150000"/>
              </a:lnSpc>
              <a:buNone/>
            </a:pPr>
            <a:r>
              <a:rPr lang="hi-IN" sz="6400" b="1" dirty="0">
                <a:latin typeface="Sanskrit 2003" pitchFamily="2" charset="-78"/>
                <a:cs typeface="Sanskrit 2003" pitchFamily="2" charset="-78"/>
              </a:rPr>
              <a:t>ध्यानश्लोकः</a:t>
            </a:r>
          </a:p>
          <a:p>
            <a:pPr marL="0" indent="0" algn="ctr" eaLnBrk="1" hangingPunct="1">
              <a:lnSpc>
                <a:spcPct val="150000"/>
              </a:lnSpc>
              <a:buNone/>
            </a:pPr>
            <a:r>
              <a:rPr lang="en-US" sz="6400" b="1" dirty="0" err="1">
                <a:latin typeface="URW Palladio IT" pitchFamily="2" charset="0"/>
              </a:rPr>
              <a:t>Dhyānaślo</a:t>
            </a:r>
            <a:r>
              <a:rPr lang="en-US" sz="6400" b="1" dirty="0" err="1">
                <a:latin typeface="URW Palladio IT" pitchFamily="2" charset="0"/>
                <a:cs typeface="Sanskrit 2003" pitchFamily="2" charset="-78"/>
              </a:rPr>
              <a:t>kaḥ</a:t>
            </a:r>
            <a:endParaRPr lang="en-US" sz="6400" b="1" dirty="0">
              <a:latin typeface="URW Palladio IT" pitchFamily="2" charset="0"/>
              <a:cs typeface="Sanskrit 2003" pitchFamily="2" charset="-78"/>
            </a:endParaRPr>
          </a:p>
          <a:p>
            <a:pPr marL="0" indent="0" algn="ctr" eaLnBrk="1" hangingPunct="1">
              <a:lnSpc>
                <a:spcPct val="150000"/>
              </a:lnSpc>
              <a:buNone/>
            </a:pPr>
            <a:r>
              <a:rPr lang="en-IN" sz="6400" b="1" dirty="0" err="1"/>
              <a:t>ಧ್ಯಾನಶ್ಲೋಕಃ</a:t>
            </a:r>
            <a:endParaRPr lang="en-US" sz="6400" b="1" dirty="0"/>
          </a:p>
        </p:txBody>
      </p:sp>
    </p:spTree>
    <p:extLst>
      <p:ext uri="{BB962C8B-B14F-4D97-AF65-F5344CB8AC3E}">
        <p14:creationId xmlns:p14="http://schemas.microsoft.com/office/powerpoint/2010/main" val="95735849"/>
      </p:ext>
    </p:extLst>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609759" y="261442"/>
            <a:ext cx="10975659" cy="6361034"/>
          </a:xfrm>
          <a:prstGeom prst="rect">
            <a:avLst/>
          </a:prstGeom>
        </p:spPr>
        <p:txBody>
          <a:bodyPr lIns="94507" tIns="47259" rIns="94507" bIns="47259">
            <a:no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algn="ctr" eaLnBrk="1" hangingPunct="1">
              <a:buNone/>
            </a:pPr>
            <a:r>
              <a:rPr lang="en-US" sz="4400" b="1" dirty="0">
                <a:latin typeface="Sanskrit 99" pitchFamily="2" charset="0"/>
                <a:cs typeface="Sanskrit 2003" pitchFamily="2" charset="-78"/>
              </a:rPr>
              <a:t> </a:t>
            </a:r>
            <a:r>
              <a:rPr lang="hi-IN" sz="4000" b="1" dirty="0" smtClean="0">
                <a:latin typeface="Sanskrit 99" pitchFamily="2" charset="0"/>
                <a:cs typeface="Sanskrit 2003" pitchFamily="2" charset="-78"/>
              </a:rPr>
              <a:t>वसुदॆवसुतं </a:t>
            </a:r>
            <a:r>
              <a:rPr lang="hi-IN" sz="4000" b="1" dirty="0">
                <a:latin typeface="Sanskrit 99" pitchFamily="2" charset="0"/>
                <a:cs typeface="Sanskrit 2003" pitchFamily="2" charset="-78"/>
              </a:rPr>
              <a:t>दॆवं कंसचाणूरमर्दनम्</a:t>
            </a:r>
            <a:r>
              <a:rPr lang="en-US" sz="4000" b="1" dirty="0">
                <a:latin typeface="Sanskrit 99" pitchFamily="2" charset="0"/>
                <a:cs typeface="Sanskrit 2003" pitchFamily="2" charset="-78"/>
              </a:rPr>
              <a:t> </a:t>
            </a:r>
            <a:r>
              <a:rPr lang="hi-IN" sz="4000" b="1" dirty="0">
                <a:latin typeface="Sanskrit 99" pitchFamily="2" charset="0"/>
                <a:cs typeface="Sanskrit 2003" pitchFamily="2" charset="-78"/>
              </a:rPr>
              <a:t>।</a:t>
            </a:r>
          </a:p>
          <a:p>
            <a:pPr marL="0" indent="0" algn="ctr" eaLnBrk="1" hangingPunct="1">
              <a:buNone/>
            </a:pPr>
            <a:r>
              <a:rPr lang="en-US" sz="4000" b="1" dirty="0">
                <a:latin typeface="Sanskrit 99" pitchFamily="2" charset="0"/>
                <a:cs typeface="Sanskrit 2003" pitchFamily="2" charset="-78"/>
              </a:rPr>
              <a:t>   </a:t>
            </a:r>
            <a:r>
              <a:rPr lang="hi-IN" sz="4000" b="1" dirty="0">
                <a:latin typeface="Sanskrit 99" pitchFamily="2" charset="0"/>
                <a:cs typeface="Sanskrit 2003" pitchFamily="2" charset="-78"/>
              </a:rPr>
              <a:t>दॆवकीपरमानन्दं कृष्णं वन्दॆ जगद्गुरुम् </a:t>
            </a:r>
            <a:r>
              <a:rPr lang="hi-IN" sz="4000" b="1" dirty="0" smtClean="0">
                <a:latin typeface="Sanskrit 99" pitchFamily="2" charset="0"/>
                <a:cs typeface="Sanskrit 2003" pitchFamily="2" charset="-78"/>
              </a:rPr>
              <a:t>॥</a:t>
            </a:r>
            <a:r>
              <a:rPr lang="en-US" sz="4000" b="1" dirty="0" smtClean="0">
                <a:latin typeface="URW Palladio IT" pitchFamily="2" charset="0"/>
              </a:rPr>
              <a:t>  </a:t>
            </a:r>
            <a:r>
              <a:rPr lang="en-US" sz="4400" b="1" dirty="0" smtClean="0">
                <a:latin typeface="URW Palladio IT" pitchFamily="2" charset="0"/>
              </a:rPr>
              <a:t> </a:t>
            </a:r>
            <a:endParaRPr lang="en-US" sz="4400" b="1" dirty="0">
              <a:latin typeface="URW Palladio IT" pitchFamily="2" charset="0"/>
            </a:endParaRPr>
          </a:p>
          <a:p>
            <a:pPr marL="0" indent="0" algn="ctr" eaLnBrk="1" hangingPunct="1">
              <a:buNone/>
            </a:pPr>
            <a:r>
              <a:rPr lang="en-US" sz="3200" b="1" dirty="0" err="1">
                <a:latin typeface="URW Palladio IT" pitchFamily="2" charset="0"/>
              </a:rPr>
              <a:t>Vasudeva</a:t>
            </a:r>
            <a:r>
              <a:rPr lang="en-US" sz="3200" b="1" dirty="0">
                <a:latin typeface="URW Palladio IT" pitchFamily="2" charset="0"/>
              </a:rPr>
              <a:t> </a:t>
            </a:r>
            <a:r>
              <a:rPr lang="en-US" sz="3200" b="1" dirty="0" err="1">
                <a:latin typeface="URW Palladio IT" pitchFamily="2" charset="0"/>
              </a:rPr>
              <a:t>sutaṁdevaṁ</a:t>
            </a:r>
            <a:r>
              <a:rPr lang="en-US" sz="3200" b="1" dirty="0">
                <a:latin typeface="URW Palladio IT" pitchFamily="2" charset="0"/>
              </a:rPr>
              <a:t> </a:t>
            </a:r>
            <a:r>
              <a:rPr lang="en-US" sz="3200" b="1" dirty="0" err="1">
                <a:latin typeface="URW Palladio IT" pitchFamily="2" charset="0"/>
              </a:rPr>
              <a:t>kaṁsacāṇūramardanam</a:t>
            </a:r>
            <a:r>
              <a:rPr lang="en-US" sz="3200" b="1" dirty="0">
                <a:latin typeface="URW Palladio IT" pitchFamily="2" charset="0"/>
              </a:rPr>
              <a:t> |</a:t>
            </a:r>
          </a:p>
          <a:p>
            <a:pPr marL="0" indent="0" algn="ctr" eaLnBrk="1" hangingPunct="1">
              <a:buNone/>
            </a:pPr>
            <a:r>
              <a:rPr lang="en-US" sz="3200" b="1" dirty="0">
                <a:latin typeface="URW Palladio IT" pitchFamily="2" charset="0"/>
              </a:rPr>
              <a:t> </a:t>
            </a:r>
            <a:r>
              <a:rPr lang="en-US" sz="3200" b="1" dirty="0" err="1">
                <a:latin typeface="URW Palladio IT" pitchFamily="2" charset="0"/>
              </a:rPr>
              <a:t>Devakīparamānandaṁ</a:t>
            </a:r>
            <a:r>
              <a:rPr lang="en-US" sz="3200" b="1" dirty="0">
                <a:latin typeface="URW Palladio IT" pitchFamily="2" charset="0"/>
              </a:rPr>
              <a:t> </a:t>
            </a:r>
            <a:r>
              <a:rPr lang="en-US" sz="3200" b="1" dirty="0" err="1">
                <a:latin typeface="URW Palladio IT" pitchFamily="2" charset="0"/>
              </a:rPr>
              <a:t>kr̥ṣṇaṁ</a:t>
            </a:r>
            <a:r>
              <a:rPr lang="en-US" sz="3200" b="1" dirty="0">
                <a:latin typeface="URW Palladio IT" pitchFamily="2" charset="0"/>
              </a:rPr>
              <a:t> </a:t>
            </a:r>
            <a:r>
              <a:rPr lang="en-US" sz="3200" b="1" dirty="0" err="1">
                <a:latin typeface="URW Palladio IT" pitchFamily="2" charset="0"/>
              </a:rPr>
              <a:t>vande</a:t>
            </a:r>
            <a:r>
              <a:rPr lang="en-US" sz="3200" b="1" dirty="0">
                <a:latin typeface="URW Palladio IT" pitchFamily="2" charset="0"/>
              </a:rPr>
              <a:t> </a:t>
            </a:r>
            <a:r>
              <a:rPr lang="en-US" sz="3200" b="1" dirty="0" err="1">
                <a:latin typeface="URW Palladio IT" pitchFamily="2" charset="0"/>
              </a:rPr>
              <a:t>jagadgurum</a:t>
            </a:r>
            <a:r>
              <a:rPr lang="en-US" sz="3200" b="1" dirty="0">
                <a:latin typeface="URW Palladio IT" pitchFamily="2" charset="0"/>
              </a:rPr>
              <a:t> ||</a:t>
            </a:r>
          </a:p>
          <a:p>
            <a:pPr marL="0" indent="0" algn="ctr" eaLnBrk="1" hangingPunct="1">
              <a:spcBef>
                <a:spcPts val="3714"/>
              </a:spcBef>
              <a:buNone/>
            </a:pPr>
            <a:r>
              <a:rPr lang="en-US" sz="3600" b="1" dirty="0">
                <a:latin typeface="Calibri" pitchFamily="34" charset="0"/>
              </a:rPr>
              <a:t>    </a:t>
            </a:r>
            <a:r>
              <a:rPr lang="kn-IN" sz="3600" b="1" dirty="0">
                <a:latin typeface="Calibri" pitchFamily="34" charset="0"/>
                <a:cs typeface="Tunga" pitchFamily="2"/>
              </a:rPr>
              <a:t>ವಸುದೇವಸುತಂ ದೇವಂ ಕಂಸಚಾಣೂರಮರ್ದನಂ</a:t>
            </a:r>
          </a:p>
          <a:p>
            <a:pPr marL="0" indent="0" algn="ctr" eaLnBrk="1" hangingPunct="1">
              <a:spcBef>
                <a:spcPts val="620"/>
              </a:spcBef>
              <a:buNone/>
            </a:pPr>
            <a:r>
              <a:rPr lang="en-US" sz="3600" b="1" dirty="0">
                <a:latin typeface="Calibri" pitchFamily="34" charset="0"/>
              </a:rPr>
              <a:t>    </a:t>
            </a:r>
            <a:r>
              <a:rPr lang="kn-IN" sz="3600" b="1" dirty="0">
                <a:latin typeface="Calibri" pitchFamily="34" charset="0"/>
                <a:cs typeface="Tunga" pitchFamily="2"/>
              </a:rPr>
              <a:t>ದೇವಕೀಪರಮಾನಂದಂ ಕೃಷ್ಣಂ ವಂದೇ ಜಗದ್ಗುರುಂ</a:t>
            </a:r>
            <a:r>
              <a:rPr lang="en-US" sz="3600" b="1" smtClean="0">
                <a:latin typeface="Calibri" pitchFamily="34" charset="0"/>
              </a:rPr>
              <a:t>.</a:t>
            </a:r>
            <a:r>
              <a:rPr lang="en-US" sz="300" b="1" smtClean="0">
                <a:latin typeface="URW Palladio IT" pitchFamily="2" charset="0"/>
              </a:rPr>
              <a:t>                                                                                                                                           </a:t>
            </a:r>
            <a:endParaRPr lang="en-US" sz="300" b="1" dirty="0">
              <a:latin typeface="URW Palladio IT" pitchFamily="2" charset="0"/>
            </a:endParaRPr>
          </a:p>
          <a:p>
            <a:pPr marL="0" indent="0" algn="ctr" eaLnBrk="1" hangingPunct="1">
              <a:spcBef>
                <a:spcPts val="620"/>
              </a:spcBef>
              <a:buNone/>
            </a:pPr>
            <a:r>
              <a:rPr lang="en-US" sz="300" b="1" dirty="0">
                <a:latin typeface="URW Palladio IT" pitchFamily="2" charset="0"/>
              </a:rPr>
              <a:t>         </a:t>
            </a:r>
          </a:p>
          <a:p>
            <a:pPr marL="0" indent="0" algn="ctr" eaLnBrk="1" hangingPunct="1">
              <a:spcBef>
                <a:spcPts val="620"/>
              </a:spcBef>
              <a:buNone/>
            </a:pPr>
            <a:r>
              <a:rPr lang="en-US" sz="300" b="1" dirty="0">
                <a:latin typeface="URW Palladio IT" pitchFamily="2" charset="0"/>
              </a:rPr>
              <a:t> </a:t>
            </a:r>
            <a:r>
              <a:rPr lang="en-US" sz="2400" b="1" dirty="0">
                <a:latin typeface="URW Palladio IT" pitchFamily="2" charset="0"/>
              </a:rPr>
              <a:t>I salute to Lord </a:t>
            </a:r>
            <a:r>
              <a:rPr lang="en-US" sz="2400" b="1" dirty="0" err="1">
                <a:latin typeface="URW Palladio IT" pitchFamily="2" charset="0"/>
              </a:rPr>
              <a:t>Kr̥ṣṇā</a:t>
            </a:r>
            <a:r>
              <a:rPr lang="en-US" sz="2400" b="1" dirty="0">
                <a:latin typeface="URW Palladio IT" pitchFamily="2" charset="0"/>
              </a:rPr>
              <a:t>, the world teacher, the son of </a:t>
            </a:r>
            <a:r>
              <a:rPr lang="en-US" sz="2400" b="1" dirty="0" err="1">
                <a:latin typeface="URW Palladio IT" pitchFamily="2" charset="0"/>
              </a:rPr>
              <a:t>Vasudeva</a:t>
            </a:r>
            <a:r>
              <a:rPr lang="en-US" sz="2400" b="1" dirty="0">
                <a:latin typeface="URW Palladio IT" pitchFamily="2" charset="0"/>
              </a:rPr>
              <a:t>, the destroyer of </a:t>
            </a:r>
            <a:r>
              <a:rPr lang="en-US" sz="2400" b="1" dirty="0" err="1">
                <a:latin typeface="URW Palladio IT" pitchFamily="2" charset="0"/>
              </a:rPr>
              <a:t>Kaṁsa</a:t>
            </a:r>
            <a:r>
              <a:rPr lang="en-US" sz="2400" b="1" dirty="0">
                <a:latin typeface="URW Palladio IT" pitchFamily="2" charset="0"/>
              </a:rPr>
              <a:t> and </a:t>
            </a:r>
            <a:r>
              <a:rPr lang="en-US" sz="2400" b="1" dirty="0" err="1">
                <a:latin typeface="URW Palladio IT" pitchFamily="2" charset="0"/>
              </a:rPr>
              <a:t>Cāṇūra</a:t>
            </a:r>
            <a:r>
              <a:rPr lang="en-US" sz="2400" b="1" dirty="0">
                <a:latin typeface="URW Palladio IT" pitchFamily="2" charset="0"/>
              </a:rPr>
              <a:t>, the supreme bliss of </a:t>
            </a:r>
            <a:r>
              <a:rPr lang="en-US" sz="2400" b="1" dirty="0" err="1">
                <a:latin typeface="URW Palladio IT" pitchFamily="2" charset="0"/>
              </a:rPr>
              <a:t>Devakī</a:t>
            </a:r>
            <a:r>
              <a:rPr lang="en-US" sz="2400" b="1" dirty="0">
                <a:latin typeface="URW Palladio IT" pitchFamily="2" charset="0"/>
              </a:rPr>
              <a:t>.</a:t>
            </a:r>
            <a:endParaRPr lang="hi-IN" sz="2400" b="1" dirty="0">
              <a:latin typeface="URW Palladio IT" pitchFamily="2" charset="0"/>
              <a:cs typeface="Sanskrit 2003" pitchFamily="2" charset="-78"/>
            </a:endParaRPr>
          </a:p>
        </p:txBody>
      </p:sp>
    </p:spTree>
    <p:extLst>
      <p:ext uri="{BB962C8B-B14F-4D97-AF65-F5344CB8AC3E}">
        <p14:creationId xmlns:p14="http://schemas.microsoft.com/office/powerpoint/2010/main" val="3950967823"/>
      </p:ext>
    </p:extLst>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609759" y="909514"/>
            <a:ext cx="10975659" cy="5256928"/>
          </a:xfrm>
          <a:prstGeom prst="rect">
            <a:avLst/>
          </a:prstGeom>
        </p:spPr>
        <p:txBody>
          <a:bodyPr lIns="94507" tIns="47259" rIns="94507" bIns="47259">
            <a:no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algn="ctr" eaLnBrk="1" hangingPunct="1">
              <a:buNone/>
            </a:pPr>
            <a:r>
              <a:rPr lang="hi-IN" sz="3600" b="1" dirty="0">
                <a:latin typeface="Sanskrit 2003" pitchFamily="2" charset="-78"/>
                <a:cs typeface="Sanskrit 2003" pitchFamily="2" charset="-78"/>
              </a:rPr>
              <a:t>मूकं करॊति वाचालं पङ्गुं</a:t>
            </a:r>
            <a:r>
              <a:rPr lang="en-US" sz="3600" b="1" dirty="0">
                <a:latin typeface="Sanskrit 2003" pitchFamily="2" charset="-78"/>
                <a:cs typeface="Sanskrit 2003" pitchFamily="2" charset="-78"/>
              </a:rPr>
              <a:t> </a:t>
            </a:r>
            <a:r>
              <a:rPr lang="hi-IN" sz="3600" b="1" dirty="0">
                <a:latin typeface="Sanskrit 2003" pitchFamily="2" charset="-78"/>
                <a:cs typeface="Sanskrit 2003" pitchFamily="2" charset="-78"/>
              </a:rPr>
              <a:t>लङ्घयतॆ</a:t>
            </a:r>
            <a:r>
              <a:rPr lang="en-US" sz="3600" b="1" dirty="0">
                <a:latin typeface="Sanskrit 2003" pitchFamily="2" charset="-78"/>
                <a:cs typeface="Sanskrit 2003" pitchFamily="2" charset="-78"/>
              </a:rPr>
              <a:t> </a:t>
            </a:r>
            <a:r>
              <a:rPr lang="hi-IN" sz="3600" b="1" dirty="0">
                <a:latin typeface="Sanskrit 2003" pitchFamily="2" charset="-78"/>
                <a:cs typeface="Sanskrit 2003" pitchFamily="2" charset="-78"/>
              </a:rPr>
              <a:t>गिरिम्</a:t>
            </a:r>
            <a:r>
              <a:rPr lang="en-US" sz="3600" b="1" dirty="0">
                <a:latin typeface="Sanskrit 2003" pitchFamily="2" charset="-78"/>
                <a:cs typeface="Sanskrit 2003" pitchFamily="2" charset="-78"/>
              </a:rPr>
              <a:t> </a:t>
            </a:r>
            <a:r>
              <a:rPr lang="hi-IN" sz="3600" b="1" dirty="0">
                <a:latin typeface="Sanskrit 2003" pitchFamily="2" charset="-78"/>
                <a:cs typeface="Sanskrit 2003" pitchFamily="2" charset="-78"/>
              </a:rPr>
              <a:t>।</a:t>
            </a:r>
          </a:p>
          <a:p>
            <a:pPr marL="0" indent="0" algn="ctr" eaLnBrk="1" hangingPunct="1">
              <a:buNone/>
            </a:pPr>
            <a:r>
              <a:rPr lang="en-US" sz="3600" b="1" dirty="0">
                <a:latin typeface="Sanskrit 2003" pitchFamily="2" charset="-78"/>
                <a:cs typeface="Sanskrit 2003" pitchFamily="2" charset="-78"/>
              </a:rPr>
              <a:t> </a:t>
            </a:r>
            <a:r>
              <a:rPr lang="hi-IN" sz="3600" b="1" dirty="0">
                <a:latin typeface="Sanskrit 2003" pitchFamily="2" charset="-78"/>
                <a:cs typeface="Sanskrit 2003" pitchFamily="2" charset="-78"/>
              </a:rPr>
              <a:t>यत्कृपा तमहं वन्दॆ परमानन्दमाधवम् ॥</a:t>
            </a:r>
          </a:p>
          <a:p>
            <a:pPr marL="0" indent="0" algn="ctr" eaLnBrk="1" hangingPunct="1">
              <a:buNone/>
            </a:pPr>
            <a:endParaRPr lang="en-US" sz="2000" b="1" dirty="0">
              <a:latin typeface="URW Palladio IT" pitchFamily="2" charset="0"/>
            </a:endParaRPr>
          </a:p>
          <a:p>
            <a:pPr marL="0" indent="0" algn="ctr" eaLnBrk="1" hangingPunct="1">
              <a:buNone/>
            </a:pPr>
            <a:r>
              <a:rPr lang="en-US" sz="2000" b="1" dirty="0" err="1">
                <a:latin typeface="URW Palladio IT" pitchFamily="2" charset="0"/>
              </a:rPr>
              <a:t>Mūkaṁ</a:t>
            </a:r>
            <a:r>
              <a:rPr lang="en-US" sz="2000" b="1" dirty="0">
                <a:latin typeface="URW Palladio IT" pitchFamily="2" charset="0"/>
              </a:rPr>
              <a:t> </a:t>
            </a:r>
            <a:r>
              <a:rPr lang="en-US" sz="2000" b="1" dirty="0" err="1">
                <a:latin typeface="URW Palladio IT" pitchFamily="2" charset="0"/>
              </a:rPr>
              <a:t>karoti</a:t>
            </a:r>
            <a:r>
              <a:rPr lang="en-US" sz="2000" b="1" dirty="0">
                <a:latin typeface="URW Palladio IT" pitchFamily="2" charset="0"/>
              </a:rPr>
              <a:t> </a:t>
            </a:r>
            <a:r>
              <a:rPr lang="en-US" sz="2000" b="1" dirty="0" err="1">
                <a:latin typeface="URW Palladio IT" pitchFamily="2" charset="0"/>
              </a:rPr>
              <a:t>vācālaṁ</a:t>
            </a:r>
            <a:r>
              <a:rPr lang="en-US" sz="2000" b="1" dirty="0">
                <a:latin typeface="URW Palladio IT" pitchFamily="2" charset="0"/>
              </a:rPr>
              <a:t> </a:t>
            </a:r>
            <a:r>
              <a:rPr lang="en-US" sz="2000" b="1" dirty="0" err="1">
                <a:latin typeface="URW Palladio IT" pitchFamily="2" charset="0"/>
              </a:rPr>
              <a:t>paṅguṁ</a:t>
            </a:r>
            <a:r>
              <a:rPr lang="en-US" sz="2000" b="1" dirty="0">
                <a:latin typeface="URW Palladio IT" pitchFamily="2" charset="0"/>
              </a:rPr>
              <a:t> </a:t>
            </a:r>
            <a:r>
              <a:rPr lang="en-US" sz="2000" b="1" dirty="0" err="1">
                <a:latin typeface="URW Palladio IT" pitchFamily="2" charset="0"/>
              </a:rPr>
              <a:t>laṅghayate</a:t>
            </a:r>
            <a:r>
              <a:rPr lang="en-US" sz="2000" b="1" dirty="0">
                <a:latin typeface="URW Palladio IT" pitchFamily="2" charset="0"/>
              </a:rPr>
              <a:t> </a:t>
            </a:r>
            <a:r>
              <a:rPr lang="en-US" sz="2000" b="1" dirty="0" err="1">
                <a:latin typeface="URW Palladio IT" pitchFamily="2" charset="0"/>
              </a:rPr>
              <a:t>girim</a:t>
            </a:r>
            <a:r>
              <a:rPr lang="hi-IN" sz="2000" b="1" dirty="0">
                <a:latin typeface="URW Palladio IT" pitchFamily="2" charset="0"/>
                <a:cs typeface="Sanskrit 2003" pitchFamily="2" charset="-78"/>
              </a:rPr>
              <a:t>।</a:t>
            </a:r>
            <a:endParaRPr lang="en-US" sz="2000" b="1" dirty="0">
              <a:latin typeface="URW Palladio IT" pitchFamily="2" charset="0"/>
            </a:endParaRPr>
          </a:p>
          <a:p>
            <a:pPr marL="0" indent="0" algn="ctr" eaLnBrk="1" hangingPunct="1">
              <a:buNone/>
            </a:pPr>
            <a:r>
              <a:rPr lang="en-US" sz="2000" b="1" dirty="0" err="1">
                <a:latin typeface="URW Palladio IT" pitchFamily="2" charset="0"/>
              </a:rPr>
              <a:t>Yatkr̥pā</a:t>
            </a:r>
            <a:r>
              <a:rPr lang="en-US" sz="2000" b="1" dirty="0">
                <a:latin typeface="URW Palladio IT" pitchFamily="2" charset="0"/>
              </a:rPr>
              <a:t> </a:t>
            </a:r>
            <a:r>
              <a:rPr lang="en-US" sz="2000" b="1" dirty="0" err="1">
                <a:latin typeface="URW Palladio IT" pitchFamily="2" charset="0"/>
              </a:rPr>
              <a:t>tamahaṁ</a:t>
            </a:r>
            <a:r>
              <a:rPr lang="en-US" sz="2000" b="1" dirty="0">
                <a:latin typeface="URW Palladio IT" pitchFamily="2" charset="0"/>
              </a:rPr>
              <a:t> </a:t>
            </a:r>
            <a:r>
              <a:rPr lang="en-US" sz="2000" b="1" dirty="0" err="1">
                <a:latin typeface="URW Palladio IT" pitchFamily="2" charset="0"/>
              </a:rPr>
              <a:t>vande</a:t>
            </a:r>
            <a:r>
              <a:rPr lang="en-US" sz="2000" b="1" dirty="0">
                <a:latin typeface="URW Palladio IT" pitchFamily="2" charset="0"/>
              </a:rPr>
              <a:t> </a:t>
            </a:r>
            <a:r>
              <a:rPr lang="en-US" sz="2000" b="1" dirty="0" err="1">
                <a:latin typeface="URW Palladio IT" pitchFamily="2" charset="0"/>
              </a:rPr>
              <a:t>paramānandamādhavam</a:t>
            </a:r>
            <a:r>
              <a:rPr lang="en-US" sz="2000" b="1" dirty="0">
                <a:latin typeface="URW Palladio IT" pitchFamily="2" charset="0"/>
              </a:rPr>
              <a:t> ||</a:t>
            </a:r>
          </a:p>
          <a:p>
            <a:pPr marL="0" indent="0" algn="ctr" eaLnBrk="1" hangingPunct="1">
              <a:spcBef>
                <a:spcPts val="3103"/>
              </a:spcBef>
              <a:buNone/>
            </a:pPr>
            <a:r>
              <a:rPr lang="en-US" sz="2800" b="1" dirty="0">
                <a:latin typeface="Calibri" pitchFamily="34" charset="0"/>
              </a:rPr>
              <a:t> </a:t>
            </a:r>
            <a:r>
              <a:rPr lang="kn-IN" sz="2800" b="1" dirty="0">
                <a:latin typeface="Calibri" pitchFamily="34" charset="0"/>
                <a:cs typeface="Tunga" pitchFamily="2"/>
              </a:rPr>
              <a:t>ಮೂಕಂ ಕರೋತಿ ವಾಚಾಲಂ ಪಂಗುಂ ಲಂಘಯತೇ ಗಿರಿಂ</a:t>
            </a:r>
            <a:r>
              <a:rPr lang="hi-IN" sz="2800" b="1" dirty="0">
                <a:latin typeface="Sanskrit 2003" pitchFamily="2" charset="-78"/>
                <a:cs typeface="Sanskrit 2003" pitchFamily="2" charset="-78"/>
              </a:rPr>
              <a:t> </a:t>
            </a:r>
            <a:r>
              <a:rPr lang="hi-IN" sz="1800" b="1" dirty="0">
                <a:latin typeface="Sanskrit 2003" pitchFamily="2" charset="-78"/>
                <a:cs typeface="Sanskrit 2003" pitchFamily="2" charset="-78"/>
              </a:rPr>
              <a:t>।</a:t>
            </a:r>
            <a:endParaRPr lang="kn-IN" sz="1800" b="1" dirty="0">
              <a:latin typeface="Calibri" pitchFamily="34" charset="0"/>
              <a:cs typeface="Tunga" pitchFamily="2"/>
            </a:endParaRPr>
          </a:p>
          <a:p>
            <a:pPr marL="0" indent="0" algn="ctr" eaLnBrk="1" hangingPunct="1">
              <a:spcBef>
                <a:spcPts val="620"/>
              </a:spcBef>
              <a:buNone/>
            </a:pPr>
            <a:r>
              <a:rPr lang="en-US" sz="2800" b="1" dirty="0">
                <a:latin typeface="Calibri" pitchFamily="34" charset="0"/>
              </a:rPr>
              <a:t>  	</a:t>
            </a:r>
            <a:r>
              <a:rPr lang="kn-IN" sz="2800" b="1" dirty="0">
                <a:latin typeface="Calibri" pitchFamily="34" charset="0"/>
                <a:cs typeface="Tunga" pitchFamily="2"/>
              </a:rPr>
              <a:t>ಯತ್ಕೃಪಾ ತಮಹಂ ವಂದೇ ಪರಮಾನಂದಮಾಧವಂ ||</a:t>
            </a:r>
            <a:endParaRPr lang="en-US" sz="2800" b="1" dirty="0">
              <a:latin typeface="Calibri" pitchFamily="34" charset="0"/>
            </a:endParaRPr>
          </a:p>
          <a:p>
            <a:pPr marL="0" indent="0" algn="ctr" eaLnBrk="1" hangingPunct="1">
              <a:spcBef>
                <a:spcPts val="620"/>
              </a:spcBef>
              <a:buNone/>
            </a:pPr>
            <a:endParaRPr lang="en-US" sz="600" b="1" dirty="0">
              <a:latin typeface="Calibri" pitchFamily="34" charset="0"/>
            </a:endParaRPr>
          </a:p>
          <a:p>
            <a:pPr marL="0" indent="0" algn="ctr" eaLnBrk="1" hangingPunct="1">
              <a:spcBef>
                <a:spcPts val="620"/>
              </a:spcBef>
              <a:buNone/>
            </a:pPr>
            <a:r>
              <a:rPr lang="en-US" sz="2800" b="1" dirty="0">
                <a:latin typeface="Calibri" pitchFamily="34" charset="0"/>
              </a:rPr>
              <a:t>	</a:t>
            </a:r>
            <a:r>
              <a:rPr lang="en-US" sz="2400" b="1" dirty="0">
                <a:latin typeface="URW Palladio IT" pitchFamily="2" charset="0"/>
              </a:rPr>
              <a:t>I salute that </a:t>
            </a:r>
            <a:r>
              <a:rPr lang="en-US" sz="2400" b="1" dirty="0" err="1">
                <a:latin typeface="URW Palladio IT" pitchFamily="2" charset="0"/>
              </a:rPr>
              <a:t>Mādhava</a:t>
            </a:r>
            <a:r>
              <a:rPr lang="en-US" sz="2400" b="1" dirty="0">
                <a:latin typeface="URW Palladio IT" pitchFamily="2" charset="0"/>
              </a:rPr>
              <a:t>, the source of supreme bliss, whose grace makes the dumb eloquent and cripple to cross mountains.</a:t>
            </a:r>
          </a:p>
          <a:p>
            <a:pPr marL="0" indent="0" algn="ctr" eaLnBrk="1" hangingPunct="1">
              <a:spcBef>
                <a:spcPts val="620"/>
              </a:spcBef>
              <a:buNone/>
            </a:pPr>
            <a:endParaRPr lang="kn-IN" sz="2800" b="1" dirty="0">
              <a:latin typeface="Calibri" pitchFamily="34" charset="0"/>
              <a:cs typeface="Tunga" pitchFamily="2"/>
            </a:endParaRPr>
          </a:p>
        </p:txBody>
      </p:sp>
    </p:spTree>
    <p:extLst>
      <p:ext uri="{BB962C8B-B14F-4D97-AF65-F5344CB8AC3E}">
        <p14:creationId xmlns:p14="http://schemas.microsoft.com/office/powerpoint/2010/main" val="3143213325"/>
      </p:ext>
    </p:extLst>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609759" y="254200"/>
            <a:ext cx="10975659" cy="6487962"/>
          </a:xfrm>
          <a:prstGeom prst="rect">
            <a:avLst/>
          </a:prstGeom>
        </p:spPr>
        <p:txBody>
          <a:bodyPr lIns="94507" tIns="47259" rIns="94507" bIns="47259">
            <a:no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algn="ctr" eaLnBrk="1" hangingPunct="1">
              <a:buNone/>
            </a:pPr>
            <a:endParaRPr lang="en-US" sz="3200" b="1" dirty="0">
              <a:latin typeface="Sanskrit 2003" pitchFamily="2" charset="-78"/>
              <a:cs typeface="Sanskrit 2003" pitchFamily="2" charset="-78"/>
            </a:endParaRPr>
          </a:p>
          <a:p>
            <a:pPr marL="0" indent="0" algn="ctr" eaLnBrk="1" hangingPunct="1">
              <a:buNone/>
            </a:pPr>
            <a:r>
              <a:rPr lang="en-US" sz="3200" b="1" dirty="0">
                <a:latin typeface="Sanskrit 2003" pitchFamily="2" charset="-78"/>
                <a:cs typeface="Sanskrit 2003" pitchFamily="2" charset="-78"/>
              </a:rPr>
              <a:t>   </a:t>
            </a:r>
            <a:r>
              <a:rPr lang="hi-IN" sz="4800" b="1" dirty="0">
                <a:latin typeface="Sanskrit 2003" pitchFamily="2" charset="-78"/>
                <a:cs typeface="Sanskrit 2003" pitchFamily="2" charset="-78"/>
              </a:rPr>
              <a:t>अथ श्रीमद्भगवद्गीतासु </a:t>
            </a:r>
            <a:endParaRPr lang="en-US" sz="4800" b="1" dirty="0">
              <a:latin typeface="Sanskrit 2003" pitchFamily="2" charset="-78"/>
              <a:cs typeface="Sanskrit 2003" pitchFamily="2" charset="-78"/>
            </a:endParaRPr>
          </a:p>
          <a:p>
            <a:pPr marL="0" indent="0" algn="ctr" eaLnBrk="1" hangingPunct="1">
              <a:buNone/>
            </a:pPr>
            <a:r>
              <a:rPr lang="hi-IN" sz="4800" b="1" dirty="0">
                <a:latin typeface="Sanskrit 2003" pitchFamily="2" charset="-78"/>
                <a:cs typeface="Sanskrit 2003" pitchFamily="2" charset="-78"/>
              </a:rPr>
              <a:t>भक्तियॊगश्लॊकसंग्रहः</a:t>
            </a:r>
            <a:endParaRPr lang="en-US" sz="4800" b="1" dirty="0">
              <a:latin typeface="Sanskrit 2003" pitchFamily="2" charset="-78"/>
              <a:cs typeface="Sanskrit 2003" pitchFamily="2" charset="-78"/>
            </a:endParaRPr>
          </a:p>
          <a:p>
            <a:pPr marL="0" indent="0" algn="ctr" eaLnBrk="1" hangingPunct="1">
              <a:buNone/>
            </a:pPr>
            <a:endParaRPr lang="hi-IN" sz="3200" b="1" dirty="0">
              <a:latin typeface="Sanskrit 2003" pitchFamily="2" charset="-78"/>
              <a:cs typeface="Sanskrit 2003" pitchFamily="2" charset="-78"/>
            </a:endParaRPr>
          </a:p>
          <a:p>
            <a:pPr marL="0" indent="0" algn="ctr" eaLnBrk="1" hangingPunct="1">
              <a:buNone/>
            </a:pPr>
            <a:endParaRPr lang="hi-IN" sz="100" b="1" dirty="0">
              <a:latin typeface="Sanskrit 2003" pitchFamily="2" charset="-78"/>
              <a:cs typeface="Sanskrit 2003" pitchFamily="2" charset="-78"/>
            </a:endParaRPr>
          </a:p>
          <a:p>
            <a:pPr marL="0" indent="0" algn="ctr" eaLnBrk="1" hangingPunct="1">
              <a:spcBef>
                <a:spcPts val="620"/>
              </a:spcBef>
              <a:buNone/>
            </a:pPr>
            <a:r>
              <a:rPr lang="en-US" sz="2800" b="1" dirty="0">
                <a:latin typeface="URW Palladio IT" pitchFamily="2" charset="0"/>
              </a:rPr>
              <a:t>   </a:t>
            </a:r>
            <a:r>
              <a:rPr lang="en-US" sz="3200" b="1" dirty="0" err="1">
                <a:latin typeface="URW Palladio IT" pitchFamily="2" charset="0"/>
              </a:rPr>
              <a:t>Atha</a:t>
            </a:r>
            <a:r>
              <a:rPr lang="en-US" sz="3200" b="1" dirty="0">
                <a:latin typeface="URW Palladio IT" pitchFamily="2" charset="0"/>
              </a:rPr>
              <a:t> </a:t>
            </a:r>
            <a:r>
              <a:rPr lang="en-US" sz="3200" b="1" dirty="0" err="1">
                <a:latin typeface="URW Palladio IT" pitchFamily="2" charset="0"/>
              </a:rPr>
              <a:t>śrīmadbhagavadgītāsu</a:t>
            </a:r>
            <a:r>
              <a:rPr lang="en-US" sz="3200" b="1" dirty="0">
                <a:latin typeface="URW Palladio IT" pitchFamily="2" charset="0"/>
              </a:rPr>
              <a:t> </a:t>
            </a:r>
          </a:p>
          <a:p>
            <a:pPr marL="0" indent="0" algn="ctr" eaLnBrk="1" hangingPunct="1">
              <a:buNone/>
            </a:pPr>
            <a:r>
              <a:rPr lang="en-US" sz="3200" b="1" dirty="0">
                <a:latin typeface="URW Palladio IT" pitchFamily="2" charset="0"/>
              </a:rPr>
              <a:t>   </a:t>
            </a:r>
            <a:r>
              <a:rPr lang="en-US" sz="3200" b="1" dirty="0" err="1">
                <a:latin typeface="URW Palladio IT" pitchFamily="2" charset="0"/>
              </a:rPr>
              <a:t>Bhaktiyogaślokasaṁgrahaḥ</a:t>
            </a:r>
            <a:endParaRPr lang="en-US" sz="3200" b="1" dirty="0">
              <a:latin typeface="URW Palladio IT" pitchFamily="2" charset="0"/>
            </a:endParaRPr>
          </a:p>
          <a:p>
            <a:pPr marL="0" indent="0" algn="ctr" eaLnBrk="1" hangingPunct="1">
              <a:buNone/>
            </a:pPr>
            <a:endParaRPr lang="en-US" sz="3200" b="1" dirty="0">
              <a:latin typeface="URW Palladio ITU" pitchFamily="2" charset="0"/>
            </a:endParaRPr>
          </a:p>
          <a:p>
            <a:pPr marL="0" indent="0" algn="ctr" eaLnBrk="1" hangingPunct="1">
              <a:spcBef>
                <a:spcPts val="1861"/>
              </a:spcBef>
              <a:buNone/>
            </a:pPr>
            <a:r>
              <a:rPr lang="en-US" sz="2400" b="1" dirty="0">
                <a:latin typeface="Calibri" pitchFamily="34" charset="0"/>
              </a:rPr>
              <a:t>    </a:t>
            </a:r>
            <a:r>
              <a:rPr lang="kn-IN" sz="4000" b="1" dirty="0">
                <a:latin typeface="Calibri" pitchFamily="34" charset="0"/>
                <a:cs typeface="Tunga" pitchFamily="2"/>
              </a:rPr>
              <a:t>ಅಥ ಶ್ರೀಮದ್ ಭಗವದ್ಗೀತಾಸು </a:t>
            </a:r>
            <a:endParaRPr lang="en-US" sz="4000" b="1" dirty="0">
              <a:latin typeface="Calibri" pitchFamily="34" charset="0"/>
            </a:endParaRPr>
          </a:p>
          <a:p>
            <a:pPr marL="0" indent="0" algn="ctr" eaLnBrk="1" hangingPunct="1">
              <a:spcBef>
                <a:spcPts val="620"/>
              </a:spcBef>
              <a:spcAft>
                <a:spcPts val="1861"/>
              </a:spcAft>
              <a:buNone/>
            </a:pPr>
            <a:r>
              <a:rPr lang="en-US" sz="4000" b="1" dirty="0">
                <a:latin typeface="Calibri" pitchFamily="34" charset="0"/>
              </a:rPr>
              <a:t>   </a:t>
            </a:r>
            <a:r>
              <a:rPr lang="kn-IN" sz="4000" b="1" dirty="0">
                <a:latin typeface="Calibri" pitchFamily="34" charset="0"/>
                <a:cs typeface="Tunga" pitchFamily="2"/>
              </a:rPr>
              <a:t>ಭಕ್ತಿಯೋಗ ಶ್ಲೋಕ ಸಂಗ್ರಹಃ</a:t>
            </a:r>
            <a:endParaRPr lang="en-US" sz="4000" b="1" dirty="0">
              <a:latin typeface="Calibri" pitchFamily="34" charset="0"/>
            </a:endParaRPr>
          </a:p>
          <a:p>
            <a:pPr marL="0" indent="0" algn="ctr" eaLnBrk="1" hangingPunct="1">
              <a:spcBef>
                <a:spcPts val="620"/>
              </a:spcBef>
              <a:spcAft>
                <a:spcPts val="1861"/>
              </a:spcAft>
              <a:buNone/>
            </a:pPr>
            <a:endParaRPr lang="en-US" sz="100" b="1" dirty="0">
              <a:latin typeface="Calibri" pitchFamily="34" charset="0"/>
            </a:endParaRPr>
          </a:p>
          <a:p>
            <a:pPr marL="0" indent="0" algn="ctr" eaLnBrk="1" hangingPunct="1">
              <a:buNone/>
            </a:pPr>
            <a:endParaRPr lang="en-US" sz="3200" b="1" dirty="0">
              <a:latin typeface="Sanskrit 2003" pitchFamily="2" charset="-78"/>
              <a:cs typeface="Sanskrit 2003" pitchFamily="2" charset="-78"/>
            </a:endParaRPr>
          </a:p>
        </p:txBody>
      </p:sp>
    </p:spTree>
    <p:extLst>
      <p:ext uri="{BB962C8B-B14F-4D97-AF65-F5344CB8AC3E}">
        <p14:creationId xmlns:p14="http://schemas.microsoft.com/office/powerpoint/2010/main" val="140375438"/>
      </p:ext>
    </p:extLst>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609759" y="254200"/>
            <a:ext cx="10975659" cy="7455740"/>
          </a:xfrm>
          <a:prstGeom prst="rect">
            <a:avLst/>
          </a:prstGeom>
        </p:spPr>
        <p:txBody>
          <a:bodyPr lIns="94507" tIns="47259" rIns="94507" bIns="47259">
            <a:norm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algn="ctr" eaLnBrk="1" hangingPunct="1">
              <a:lnSpc>
                <a:spcPct val="150000"/>
              </a:lnSpc>
              <a:buNone/>
            </a:pPr>
            <a:r>
              <a:rPr lang="hi-IN" sz="6800" b="1" dirty="0">
                <a:latin typeface="Sanskrit 2003" pitchFamily="2" charset="-78"/>
                <a:cs typeface="Sanskrit 2003" pitchFamily="2" charset="-78"/>
              </a:rPr>
              <a:t>श्रीभगवानुवाच</a:t>
            </a:r>
          </a:p>
          <a:p>
            <a:pPr marL="0" indent="0" algn="ctr" eaLnBrk="1" hangingPunct="1">
              <a:lnSpc>
                <a:spcPct val="150000"/>
              </a:lnSpc>
              <a:spcBef>
                <a:spcPts val="620"/>
              </a:spcBef>
              <a:buNone/>
            </a:pPr>
            <a:r>
              <a:rPr lang="en-US" sz="5600" b="1" dirty="0" err="1">
                <a:latin typeface="URW Palladio IT" pitchFamily="2" charset="0"/>
              </a:rPr>
              <a:t>Śrībhagavānuvāca</a:t>
            </a:r>
            <a:endParaRPr lang="kn-IN" sz="5600" b="1" dirty="0">
              <a:latin typeface="URW Palladio IT" pitchFamily="2" charset="0"/>
              <a:cs typeface="Tunga" pitchFamily="2"/>
            </a:endParaRPr>
          </a:p>
          <a:p>
            <a:pPr marL="0" indent="0" algn="ctr" eaLnBrk="1" hangingPunct="1">
              <a:lnSpc>
                <a:spcPct val="150000"/>
              </a:lnSpc>
              <a:spcBef>
                <a:spcPts val="620"/>
              </a:spcBef>
              <a:buNone/>
            </a:pPr>
            <a:r>
              <a:rPr lang="kn-IN" sz="5600" b="1" dirty="0">
                <a:latin typeface="Calibri" pitchFamily="34" charset="0"/>
                <a:cs typeface="Tunga" pitchFamily="2"/>
              </a:rPr>
              <a:t>ಶ್ರೀಭಗವಾನ್ ಉವಾಚ</a:t>
            </a:r>
          </a:p>
        </p:txBody>
      </p:sp>
    </p:spTree>
    <p:extLst>
      <p:ext uri="{BB962C8B-B14F-4D97-AF65-F5344CB8AC3E}">
        <p14:creationId xmlns:p14="http://schemas.microsoft.com/office/powerpoint/2010/main" val="1701181818"/>
      </p:ext>
    </p:extLst>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216025" y="477466"/>
            <a:ext cx="11786218" cy="5448946"/>
          </a:xfrm>
          <a:prstGeom prst="rect">
            <a:avLst/>
          </a:prstGeom>
        </p:spPr>
        <p:txBody>
          <a:bodyPr lIns="94507" tIns="47259" rIns="94507" bIns="47259">
            <a:no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algn="ctr" eaLnBrk="1" hangingPunct="1">
              <a:buNone/>
              <a:defRPr/>
            </a:pPr>
            <a:r>
              <a:rPr lang="hi-IN" sz="3600" b="1" dirty="0">
                <a:effectLst>
                  <a:outerShdw blurRad="38100" dist="38100" dir="2700000" algn="tl">
                    <a:srgbClr val="C0C0C0"/>
                  </a:outerShdw>
                </a:effectLst>
                <a:latin typeface="Sanskrit 2003" pitchFamily="2" charset="-78"/>
                <a:cs typeface="Sanskrit 2003" pitchFamily="2" charset="-78"/>
              </a:rPr>
              <a:t>१</a:t>
            </a:r>
            <a:r>
              <a:rPr lang="en-US" sz="3600" b="1" dirty="0">
                <a:effectLst>
                  <a:outerShdw blurRad="38100" dist="38100" dir="2700000" algn="tl">
                    <a:srgbClr val="C0C0C0"/>
                  </a:outerShdw>
                </a:effectLst>
                <a:latin typeface="Sanskrit 2003" pitchFamily="2" charset="-78"/>
                <a:cs typeface="Sanskrit 2003" pitchFamily="2" charset="-78"/>
              </a:rPr>
              <a:t>.	</a:t>
            </a:r>
            <a:r>
              <a:rPr lang="hi-IN" sz="3600" b="1" dirty="0">
                <a:latin typeface="Sanskrit 2003" pitchFamily="2" charset="-78"/>
                <a:cs typeface="Sanskrit 2003" pitchFamily="2" charset="-78"/>
              </a:rPr>
              <a:t>चतुर्विधा भजन्तॆ मां जनाः</a:t>
            </a:r>
            <a:r>
              <a:rPr lang="en-US" sz="3600" b="1" dirty="0">
                <a:latin typeface="Sanskrit 2003" pitchFamily="2" charset="-78"/>
                <a:cs typeface="Sanskrit 2003" pitchFamily="2" charset="-78"/>
              </a:rPr>
              <a:t> </a:t>
            </a:r>
            <a:r>
              <a:rPr lang="hi-IN" sz="3600" b="1" dirty="0">
                <a:latin typeface="Sanskrit 2003" pitchFamily="2" charset="-78"/>
                <a:cs typeface="Sanskrit 2003" pitchFamily="2" charset="-78"/>
              </a:rPr>
              <a:t>सुकृतिनॊऽर्जुन</a:t>
            </a:r>
            <a:r>
              <a:rPr lang="en-US" sz="3600" b="1" dirty="0">
                <a:latin typeface="Sanskrit 2003" pitchFamily="2" charset="-78"/>
                <a:cs typeface="Sanskrit 2003" pitchFamily="2" charset="-78"/>
              </a:rPr>
              <a:t> </a:t>
            </a:r>
            <a:r>
              <a:rPr lang="hi-IN" sz="3600" b="1" dirty="0">
                <a:latin typeface="Sanskrit 2003" pitchFamily="2" charset="-78"/>
                <a:cs typeface="Sanskrit 2003" pitchFamily="2" charset="-78"/>
              </a:rPr>
              <a:t>।</a:t>
            </a:r>
          </a:p>
          <a:p>
            <a:pPr marL="0" indent="0" algn="ctr" eaLnBrk="1" hangingPunct="1">
              <a:spcBef>
                <a:spcPts val="620"/>
              </a:spcBef>
              <a:buNone/>
              <a:defRPr/>
            </a:pPr>
            <a:r>
              <a:rPr lang="en-US" sz="3600" b="1" dirty="0">
                <a:latin typeface="Sanskrit 2003" pitchFamily="2" charset="-78"/>
                <a:cs typeface="Sanskrit 2003" pitchFamily="2" charset="-78"/>
              </a:rPr>
              <a:t>	</a:t>
            </a:r>
            <a:r>
              <a:rPr lang="hi-IN" sz="3600" b="1" dirty="0">
                <a:latin typeface="Sanskrit 2003" pitchFamily="2" charset="-78"/>
                <a:cs typeface="Sanskrit 2003" pitchFamily="2" charset="-78"/>
              </a:rPr>
              <a:t>आर्तॊ जिज्ञासुरर्थार्थी ज्ञानी च भरतर्षभ ॥७.१६॥</a:t>
            </a:r>
            <a:endParaRPr lang="en-US" sz="3600" b="1" dirty="0">
              <a:latin typeface="Sanskrit 2003" pitchFamily="2" charset="-78"/>
              <a:cs typeface="Sanskrit 2003" pitchFamily="2" charset="-78"/>
            </a:endParaRPr>
          </a:p>
          <a:p>
            <a:pPr marL="0" indent="0" algn="ctr" eaLnBrk="1" hangingPunct="1">
              <a:spcBef>
                <a:spcPts val="620"/>
              </a:spcBef>
              <a:buNone/>
              <a:defRPr/>
            </a:pPr>
            <a:r>
              <a:rPr lang="en-US" sz="3200" b="1" dirty="0">
                <a:latin typeface="URW Palladio IT" pitchFamily="2" charset="0"/>
              </a:rPr>
              <a:t>1.    </a:t>
            </a:r>
            <a:r>
              <a:rPr lang="en-US" sz="3200" b="1" dirty="0" err="1">
                <a:latin typeface="URW Palladio IT" pitchFamily="2" charset="0"/>
              </a:rPr>
              <a:t>Caturvidhā</a:t>
            </a:r>
            <a:r>
              <a:rPr lang="en-US" sz="3200" b="1" dirty="0">
                <a:latin typeface="URW Palladio IT" pitchFamily="2" charset="0"/>
              </a:rPr>
              <a:t> </a:t>
            </a:r>
            <a:r>
              <a:rPr lang="en-US" sz="3200" b="1" dirty="0" err="1">
                <a:latin typeface="URW Palladio IT" pitchFamily="2" charset="0"/>
              </a:rPr>
              <a:t>bhajante</a:t>
            </a:r>
            <a:r>
              <a:rPr lang="en-US" sz="3200" b="1" dirty="0">
                <a:latin typeface="URW Palladio IT" pitchFamily="2" charset="0"/>
              </a:rPr>
              <a:t> </a:t>
            </a:r>
            <a:r>
              <a:rPr lang="en-US" sz="3200" b="1" dirty="0" err="1">
                <a:latin typeface="URW Palladio IT" pitchFamily="2" charset="0"/>
              </a:rPr>
              <a:t>māṁ</a:t>
            </a:r>
            <a:r>
              <a:rPr lang="en-US" sz="3200" b="1" dirty="0">
                <a:latin typeface="URW Palladio IT" pitchFamily="2" charset="0"/>
              </a:rPr>
              <a:t> </a:t>
            </a:r>
          </a:p>
          <a:p>
            <a:pPr marL="0" indent="0" algn="ctr" eaLnBrk="1" hangingPunct="1">
              <a:buNone/>
              <a:defRPr/>
            </a:pPr>
            <a:r>
              <a:rPr lang="en-US" sz="3200" b="1" dirty="0">
                <a:latin typeface="URW Palladio IT" pitchFamily="2" charset="0"/>
              </a:rPr>
              <a:t>	</a:t>
            </a:r>
            <a:r>
              <a:rPr lang="en-US" sz="3200" b="1" dirty="0" err="1">
                <a:latin typeface="URW Palladio IT" pitchFamily="2" charset="0"/>
              </a:rPr>
              <a:t>Janāḥ</a:t>
            </a:r>
            <a:r>
              <a:rPr lang="en-US" sz="3200" b="1" dirty="0">
                <a:latin typeface="URW Palladio IT" pitchFamily="2" charset="0"/>
              </a:rPr>
              <a:t> </a:t>
            </a:r>
            <a:r>
              <a:rPr lang="en-US" sz="3200" b="1" dirty="0" err="1">
                <a:latin typeface="URW Palladio IT" pitchFamily="2" charset="0"/>
              </a:rPr>
              <a:t>sukr̥tino</a:t>
            </a:r>
            <a:r>
              <a:rPr lang="en-US" sz="3200" b="1" dirty="0">
                <a:latin typeface="URW Palladio IT" pitchFamily="2" charset="0"/>
              </a:rPr>
              <a:t>:'</a:t>
            </a:r>
            <a:r>
              <a:rPr lang="en-US" sz="3200" b="1" dirty="0" err="1">
                <a:latin typeface="URW Palladio IT" pitchFamily="2" charset="0"/>
              </a:rPr>
              <a:t>rjuna</a:t>
            </a:r>
            <a:r>
              <a:rPr lang="hi-IN" sz="3200" b="1" dirty="0">
                <a:latin typeface="URW Palladio IT" pitchFamily="2" charset="0"/>
                <a:cs typeface="Sanskrit 2003" pitchFamily="2" charset="-78"/>
              </a:rPr>
              <a:t>।</a:t>
            </a:r>
            <a:endParaRPr lang="en-US" sz="3200" b="1" dirty="0">
              <a:latin typeface="URW Palladio IT" pitchFamily="2" charset="0"/>
            </a:endParaRPr>
          </a:p>
          <a:p>
            <a:pPr marL="0" indent="0" algn="ctr" eaLnBrk="1" hangingPunct="1">
              <a:buNone/>
              <a:defRPr/>
            </a:pPr>
            <a:r>
              <a:rPr lang="en-US" sz="3200" b="1" dirty="0">
                <a:latin typeface="URW Palladio IT" pitchFamily="2" charset="0"/>
              </a:rPr>
              <a:t>	</a:t>
            </a:r>
            <a:r>
              <a:rPr lang="en-US" sz="3200" b="1" dirty="0" err="1">
                <a:latin typeface="URW Palladio IT" pitchFamily="2" charset="0"/>
              </a:rPr>
              <a:t>Ārto</a:t>
            </a:r>
            <a:r>
              <a:rPr lang="en-US" sz="3200" b="1" dirty="0">
                <a:latin typeface="URW Palladio IT" pitchFamily="2" charset="0"/>
              </a:rPr>
              <a:t> </a:t>
            </a:r>
            <a:r>
              <a:rPr lang="en-US" sz="3200" b="1" dirty="0" err="1">
                <a:latin typeface="URW Palladio IT" pitchFamily="2" charset="0"/>
              </a:rPr>
              <a:t>jijñāsurarthārthī</a:t>
            </a:r>
            <a:r>
              <a:rPr lang="en-US" sz="3200" b="1" dirty="0">
                <a:latin typeface="URW Palladio IT" pitchFamily="2" charset="0"/>
              </a:rPr>
              <a:t> </a:t>
            </a:r>
          </a:p>
          <a:p>
            <a:pPr marL="0" indent="0" algn="ctr" eaLnBrk="1" hangingPunct="1">
              <a:buNone/>
              <a:defRPr/>
            </a:pPr>
            <a:r>
              <a:rPr lang="en-US" sz="3200" b="1" dirty="0">
                <a:latin typeface="URW Palladio IT" pitchFamily="2" charset="0"/>
              </a:rPr>
              <a:t>	</a:t>
            </a:r>
            <a:r>
              <a:rPr lang="en-US" sz="3200" b="1" dirty="0" err="1">
                <a:latin typeface="URW Palladio IT" pitchFamily="2" charset="0"/>
              </a:rPr>
              <a:t>Jnānī</a:t>
            </a:r>
            <a:r>
              <a:rPr lang="en-US" sz="3200" b="1" dirty="0">
                <a:latin typeface="URW Palladio IT" pitchFamily="2" charset="0"/>
              </a:rPr>
              <a:t> </a:t>
            </a:r>
            <a:r>
              <a:rPr lang="en-US" sz="3200" b="1" dirty="0" err="1">
                <a:latin typeface="URW Palladio IT" pitchFamily="2" charset="0"/>
              </a:rPr>
              <a:t>ca</a:t>
            </a:r>
            <a:r>
              <a:rPr lang="en-US" sz="3200" b="1" dirty="0">
                <a:latin typeface="URW Palladio IT" pitchFamily="2" charset="0"/>
              </a:rPr>
              <a:t> </a:t>
            </a:r>
            <a:r>
              <a:rPr lang="en-US" sz="3200" b="1" dirty="0" err="1">
                <a:latin typeface="URW Palladio IT" pitchFamily="2" charset="0"/>
              </a:rPr>
              <a:t>bharatarṣabha</a:t>
            </a:r>
            <a:r>
              <a:rPr lang="en-US" sz="3200" b="1" dirty="0">
                <a:latin typeface="URW Palladio IT" pitchFamily="2" charset="0"/>
              </a:rPr>
              <a:t> ||7.16||</a:t>
            </a:r>
            <a:endParaRPr lang="en-US" sz="2400" b="1" dirty="0">
              <a:latin typeface="URW Palladio IT" pitchFamily="2" charset="0"/>
            </a:endParaRPr>
          </a:p>
          <a:p>
            <a:pPr marL="0" indent="0" algn="ctr" eaLnBrk="1" hangingPunct="1">
              <a:spcBef>
                <a:spcPts val="1241"/>
              </a:spcBef>
              <a:buNone/>
              <a:defRPr/>
            </a:pPr>
            <a:r>
              <a:rPr lang="kn-IN" sz="3200" b="1" dirty="0"/>
              <a:t>೧. </a:t>
            </a:r>
            <a:r>
              <a:rPr lang="en-US" sz="3200" b="1" dirty="0"/>
              <a:t>	</a:t>
            </a:r>
            <a:r>
              <a:rPr lang="kn-IN" sz="2800" b="1" dirty="0"/>
              <a:t>ಚತುರ್ವಿಧಾ ಭಜನ್ತೇ ಮಾಂ ಜನಾಃ ಸುಕೃತಿನೋಽರ್ಜುನ</a:t>
            </a:r>
            <a:r>
              <a:rPr lang="hi-IN" sz="2800" b="1" dirty="0">
                <a:latin typeface="Sanskrit 2003" pitchFamily="2" charset="-78"/>
                <a:cs typeface="Sanskrit 2003" pitchFamily="2" charset="-78"/>
              </a:rPr>
              <a:t>।</a:t>
            </a:r>
            <a:endParaRPr lang="kn-IN" sz="2800" b="1" dirty="0"/>
          </a:p>
          <a:p>
            <a:pPr marL="0" indent="0" algn="ctr" eaLnBrk="1" hangingPunct="1">
              <a:spcBef>
                <a:spcPts val="620"/>
              </a:spcBef>
              <a:buNone/>
              <a:defRPr/>
            </a:pPr>
            <a:r>
              <a:rPr lang="en-US" sz="2800" b="1" dirty="0"/>
              <a:t>	</a:t>
            </a:r>
            <a:r>
              <a:rPr lang="kn-IN" sz="2800" b="1" dirty="0"/>
              <a:t>ಆರ್ತೋ ಜಿಜ್ಞಾಸುರರ್ಥಾರ್ಥೀ ಜ್ಞಾನೀ ಚ ಭರತರ್ಷಭ ||೭.೧೬</a:t>
            </a:r>
            <a:r>
              <a:rPr lang="kn-IN" sz="2800" b="1" dirty="0" smtClean="0"/>
              <a:t>||</a:t>
            </a:r>
            <a:endParaRPr lang="en-US" sz="2800" b="1" dirty="0" smtClean="0"/>
          </a:p>
          <a:p>
            <a:pPr marL="0" indent="0" algn="ctr" eaLnBrk="1" hangingPunct="1">
              <a:spcBef>
                <a:spcPts val="620"/>
              </a:spcBef>
              <a:buNone/>
              <a:defRPr/>
            </a:pPr>
            <a:endParaRPr lang="en-US" sz="2800" b="1" dirty="0"/>
          </a:p>
          <a:p>
            <a:pPr marL="0" indent="0" algn="ctr" eaLnBrk="1" hangingPunct="1">
              <a:spcBef>
                <a:spcPts val="620"/>
              </a:spcBef>
              <a:buNone/>
              <a:defRPr/>
            </a:pPr>
            <a:r>
              <a:rPr lang="en-US" sz="2000" b="1" dirty="0"/>
              <a:t>         </a:t>
            </a:r>
            <a:r>
              <a:rPr lang="en-US" sz="2000" b="1" dirty="0">
                <a:latin typeface="URW Palladio IT" pitchFamily="2" charset="0"/>
              </a:rPr>
              <a:t>Four types of devotees of noble deeds worship Me, </a:t>
            </a:r>
            <a:r>
              <a:rPr lang="en-US" sz="2000" b="1" dirty="0" err="1">
                <a:latin typeface="URW Palladio IT" pitchFamily="2" charset="0"/>
              </a:rPr>
              <a:t>Arjuna</a:t>
            </a:r>
            <a:r>
              <a:rPr lang="en-US" sz="2000" b="1" dirty="0">
                <a:latin typeface="URW Palladio IT" pitchFamily="2" charset="0"/>
              </a:rPr>
              <a:t>, the seeker after worldly possessions, the afflicted, the seeker for knowledge, and man of wisdom, O best of </a:t>
            </a:r>
            <a:r>
              <a:rPr lang="en-US" sz="2000" b="1" dirty="0" err="1">
                <a:latin typeface="URW Palladio IT" pitchFamily="2" charset="0"/>
              </a:rPr>
              <a:t>Bharatās</a:t>
            </a:r>
            <a:r>
              <a:rPr lang="en-US" sz="2000" b="1" dirty="0">
                <a:latin typeface="URW Palladio IT" pitchFamily="2" charset="0"/>
              </a:rPr>
              <a:t>.</a:t>
            </a:r>
          </a:p>
          <a:p>
            <a:pPr marL="0" indent="0" algn="ctr" eaLnBrk="1" hangingPunct="1">
              <a:spcBef>
                <a:spcPts val="620"/>
              </a:spcBef>
              <a:buNone/>
              <a:defRPr/>
            </a:pPr>
            <a:endParaRPr lang="en-US" sz="2000" b="1" dirty="0"/>
          </a:p>
        </p:txBody>
      </p:sp>
    </p:spTree>
    <p:extLst>
      <p:ext uri="{BB962C8B-B14F-4D97-AF65-F5344CB8AC3E}">
        <p14:creationId xmlns:p14="http://schemas.microsoft.com/office/powerpoint/2010/main" val="2014686286"/>
      </p:ext>
    </p:extLst>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609759" y="333450"/>
            <a:ext cx="10975659" cy="6120680"/>
          </a:xfrm>
          <a:prstGeom prst="rect">
            <a:avLst/>
          </a:prstGeom>
        </p:spPr>
        <p:txBody>
          <a:bodyPr lIns="94507" tIns="47259" rIns="94507" bIns="47259">
            <a:no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eaLnBrk="1" hangingPunct="1">
              <a:buNone/>
              <a:defRPr/>
            </a:pPr>
            <a:r>
              <a:rPr lang="hi-IN" sz="2800" b="1" dirty="0">
                <a:solidFill>
                  <a:srgbClr val="000000"/>
                </a:solidFill>
                <a:effectLst>
                  <a:outerShdw blurRad="38100" dist="38100" dir="2700000" algn="tl">
                    <a:srgbClr val="C0C0C0"/>
                  </a:outerShdw>
                </a:effectLst>
                <a:latin typeface="Sanskrit 2003" pitchFamily="2" charset="-78"/>
                <a:cs typeface="Sanskrit 2003" pitchFamily="2" charset="-78"/>
              </a:rPr>
              <a:t>२.</a:t>
            </a:r>
            <a:r>
              <a:rPr lang="en-CA" sz="2800" b="1" dirty="0">
                <a:solidFill>
                  <a:srgbClr val="000000"/>
                </a:solidFill>
                <a:effectLst>
                  <a:outerShdw blurRad="38100" dist="38100" dir="2700000" algn="tl">
                    <a:srgbClr val="C0C0C0"/>
                  </a:outerShdw>
                </a:effectLst>
                <a:latin typeface="Sanskrit 2003" pitchFamily="2" charset="-78"/>
                <a:cs typeface="Sanskrit 2003" pitchFamily="2" charset="-78"/>
              </a:rPr>
              <a:t>	</a:t>
            </a:r>
            <a:r>
              <a:rPr lang="hi-IN" sz="2800" b="1" dirty="0">
                <a:solidFill>
                  <a:srgbClr val="000000"/>
                </a:solidFill>
                <a:latin typeface="Sanskrit 2003" pitchFamily="2" charset="-78"/>
                <a:cs typeface="Sanskrit 2003" pitchFamily="2" charset="-78"/>
              </a:rPr>
              <a:t>तॆजः क्षमा धृतिः शौचमद्रॊहॊ नातिमानिता</a:t>
            </a:r>
            <a:r>
              <a:rPr lang="en-US" sz="2800" b="1" dirty="0">
                <a:solidFill>
                  <a:srgbClr val="000000"/>
                </a:solidFill>
                <a:latin typeface="Sanskrit 2003" pitchFamily="2" charset="-78"/>
                <a:cs typeface="Sanskrit 2003" pitchFamily="2" charset="-78"/>
              </a:rPr>
              <a:t> </a:t>
            </a:r>
            <a:r>
              <a:rPr lang="hi-IN" sz="2800" b="1" dirty="0">
                <a:solidFill>
                  <a:srgbClr val="000000"/>
                </a:solidFill>
                <a:latin typeface="Sanskrit 2003" pitchFamily="2" charset="-78"/>
                <a:cs typeface="Sanskrit 2003" pitchFamily="2" charset="-78"/>
              </a:rPr>
              <a:t>।</a:t>
            </a:r>
          </a:p>
          <a:p>
            <a:pPr marL="0" indent="0" eaLnBrk="1" hangingPunct="1">
              <a:spcBef>
                <a:spcPts val="620"/>
              </a:spcBef>
              <a:buNone/>
              <a:defRPr/>
            </a:pPr>
            <a:r>
              <a:rPr lang="en-US" sz="2800" b="1" dirty="0">
                <a:latin typeface="Sanskrit 2003" pitchFamily="2" charset="-78"/>
                <a:cs typeface="Sanskrit 2003" pitchFamily="2" charset="-78"/>
              </a:rPr>
              <a:t> 	</a:t>
            </a:r>
            <a:r>
              <a:rPr lang="hi-IN" sz="2800" b="1" dirty="0">
                <a:latin typeface="Sanskrit 2003" pitchFamily="2" charset="-78"/>
                <a:cs typeface="Sanskrit 2003" pitchFamily="2" charset="-78"/>
              </a:rPr>
              <a:t>भवन्ति सम्पदं दैवीमभि</a:t>
            </a:r>
            <a:r>
              <a:rPr lang="hi-IN" sz="2800" b="1" dirty="0">
                <a:solidFill>
                  <a:srgbClr val="000000"/>
                </a:solidFill>
                <a:latin typeface="Sanskrit 2003" pitchFamily="2" charset="-78"/>
                <a:cs typeface="Sanskrit 2003" pitchFamily="2" charset="-78"/>
              </a:rPr>
              <a:t>जातस्य भारत ॥१६.३॥</a:t>
            </a:r>
            <a:endParaRPr lang="en-US" sz="2800" b="1" dirty="0">
              <a:solidFill>
                <a:srgbClr val="000000"/>
              </a:solidFill>
              <a:latin typeface="Sanskrit 2003" pitchFamily="2" charset="-78"/>
              <a:cs typeface="Sanskrit 2003" pitchFamily="2" charset="-78"/>
            </a:endParaRPr>
          </a:p>
          <a:p>
            <a:pPr marL="0" indent="0" eaLnBrk="1" hangingPunct="1">
              <a:spcBef>
                <a:spcPts val="1241"/>
              </a:spcBef>
              <a:buNone/>
              <a:defRPr/>
            </a:pPr>
            <a:r>
              <a:rPr lang="en-US" sz="3600" b="1" dirty="0">
                <a:latin typeface="URW Palladio ITU" pitchFamily="2" charset="0"/>
                <a:cs typeface="Sanskrit 2003" pitchFamily="2" charset="-78"/>
              </a:rPr>
              <a:t>2. </a:t>
            </a:r>
            <a:r>
              <a:rPr lang="en-US" sz="3600" b="1" dirty="0">
                <a:latin typeface="URW Palladio IT" pitchFamily="2" charset="0"/>
                <a:cs typeface="Sanskrit 2003" pitchFamily="2" charset="-78"/>
              </a:rPr>
              <a:t>	</a:t>
            </a:r>
            <a:r>
              <a:rPr lang="en-US" sz="2800" b="1" dirty="0" err="1">
                <a:latin typeface="URW Palladio IT" pitchFamily="2" charset="0"/>
                <a:cs typeface="Sanskrit 2003" pitchFamily="2" charset="-78"/>
              </a:rPr>
              <a:t>Tejaḥ</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kṣamā</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dhr̥tiḥ</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śaucam</a:t>
            </a:r>
            <a:r>
              <a:rPr lang="en-US" sz="2800" b="1" dirty="0">
                <a:latin typeface="URW Palladio IT" pitchFamily="2" charset="0"/>
                <a:cs typeface="Sanskrit 2003" pitchFamily="2" charset="-78"/>
              </a:rPr>
              <a:t> </a:t>
            </a:r>
          </a:p>
          <a:p>
            <a:pPr marL="0" indent="0" eaLnBrk="1" hangingPunct="1">
              <a:buNone/>
              <a:defRPr/>
            </a:pP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Adroho</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nātimānitā</a:t>
            </a:r>
            <a:r>
              <a:rPr lang="en-US" sz="2800" b="1" dirty="0">
                <a:latin typeface="URW Palladio IT" pitchFamily="2" charset="0"/>
                <a:cs typeface="Sanskrit 2003" pitchFamily="2" charset="-78"/>
              </a:rPr>
              <a:t> </a:t>
            </a:r>
            <a:r>
              <a:rPr lang="hi-IN" sz="2800" b="1" dirty="0">
                <a:solidFill>
                  <a:srgbClr val="000000"/>
                </a:solidFill>
                <a:latin typeface="URW Palladio IT" pitchFamily="2" charset="0"/>
                <a:cs typeface="Sanskrit 2003" pitchFamily="2" charset="-78"/>
              </a:rPr>
              <a:t>।</a:t>
            </a:r>
            <a:endParaRPr lang="en-US" sz="2800" b="1" dirty="0">
              <a:latin typeface="URW Palladio IT" pitchFamily="2" charset="0"/>
              <a:cs typeface="Sanskrit 2003" pitchFamily="2" charset="-78"/>
            </a:endParaRPr>
          </a:p>
          <a:p>
            <a:pPr marL="0" indent="0" eaLnBrk="1" hangingPunct="1">
              <a:buNone/>
              <a:defRPr/>
            </a:pP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Bhavanti</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sampadaṁ</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daivīm</a:t>
            </a:r>
            <a:r>
              <a:rPr lang="en-US" sz="2800" b="1" dirty="0">
                <a:latin typeface="URW Palladio IT" pitchFamily="2" charset="0"/>
                <a:cs typeface="Sanskrit 2003" pitchFamily="2" charset="-78"/>
              </a:rPr>
              <a:t> </a:t>
            </a:r>
          </a:p>
          <a:p>
            <a:pPr marL="0" indent="0" eaLnBrk="1" hangingPunct="1">
              <a:buNone/>
              <a:defRPr/>
            </a:pP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Abhijātasya</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bhārata</a:t>
            </a:r>
            <a:r>
              <a:rPr lang="en-US" sz="2800" b="1" dirty="0">
                <a:latin typeface="URW Palladio IT" pitchFamily="2" charset="0"/>
                <a:cs typeface="Sanskrit 2003" pitchFamily="2" charset="-78"/>
              </a:rPr>
              <a:t> ||16.3||</a:t>
            </a:r>
          </a:p>
          <a:p>
            <a:pPr marL="0" indent="0" eaLnBrk="1" hangingPunct="1">
              <a:buNone/>
              <a:defRPr/>
            </a:pPr>
            <a:endParaRPr lang="en-US" sz="2800" b="1" dirty="0">
              <a:latin typeface="URW Palladio IT" pitchFamily="2" charset="0"/>
              <a:cs typeface="Sanskrit 2003" pitchFamily="2" charset="-78"/>
            </a:endParaRPr>
          </a:p>
          <a:p>
            <a:pPr marL="0" indent="0" eaLnBrk="1" hangingPunct="1">
              <a:spcBef>
                <a:spcPts val="1241"/>
              </a:spcBef>
              <a:buNone/>
              <a:defRPr/>
            </a:pPr>
            <a:r>
              <a:rPr lang="kn-IN" sz="2800" b="1" dirty="0"/>
              <a:t>೨. </a:t>
            </a:r>
            <a:r>
              <a:rPr lang="en-US" sz="2800" b="1" dirty="0"/>
              <a:t>	</a:t>
            </a:r>
            <a:r>
              <a:rPr lang="kn-IN" sz="2400" b="1" dirty="0"/>
              <a:t>ತೇಜಃ ಕ್ಷಮಾ ಧೃತಿಃ ಶೌಚಂ ಅದ್ರೋಹೋ ನಾತಿಮಾನಿತಾ</a:t>
            </a:r>
            <a:r>
              <a:rPr lang="hi-IN" sz="2400" b="1" dirty="0">
                <a:solidFill>
                  <a:srgbClr val="000000"/>
                </a:solidFill>
                <a:latin typeface="Sanskrit 2003" pitchFamily="2" charset="-78"/>
                <a:cs typeface="Sanskrit 2003" pitchFamily="2" charset="-78"/>
              </a:rPr>
              <a:t>।</a:t>
            </a:r>
            <a:endParaRPr lang="kn-IN" sz="2400" b="1" dirty="0"/>
          </a:p>
          <a:p>
            <a:pPr marL="0" indent="0" eaLnBrk="1" hangingPunct="1">
              <a:spcBef>
                <a:spcPts val="620"/>
              </a:spcBef>
              <a:buNone/>
              <a:defRPr/>
            </a:pPr>
            <a:r>
              <a:rPr lang="en-US" sz="2400" b="1" dirty="0"/>
              <a:t>	</a:t>
            </a:r>
            <a:r>
              <a:rPr lang="kn-IN" sz="2400" b="1" dirty="0"/>
              <a:t>ಭವಂತಿ ಸಂಪದಂ ದೈವೀಂ ಅಭಿಜಾತಸ್ಯ ಭಾರತ ||೧೬.೩||</a:t>
            </a:r>
            <a:endParaRPr lang="en-US" sz="2400" b="1" dirty="0"/>
          </a:p>
          <a:p>
            <a:pPr marL="0" indent="0" eaLnBrk="1" hangingPunct="1">
              <a:spcBef>
                <a:spcPts val="620"/>
              </a:spcBef>
              <a:buNone/>
              <a:defRPr/>
            </a:pPr>
            <a:endParaRPr lang="en-US" sz="2400" b="1" dirty="0"/>
          </a:p>
          <a:p>
            <a:pPr marL="0" indent="0" algn="just" eaLnBrk="1" hangingPunct="1">
              <a:spcBef>
                <a:spcPts val="620"/>
              </a:spcBef>
              <a:buNone/>
              <a:defRPr/>
            </a:pPr>
            <a:r>
              <a:rPr lang="en-US" sz="2400" dirty="0">
                <a:latin typeface="URW Palladio IT" pitchFamily="2" charset="0"/>
              </a:rPr>
              <a:t>	</a:t>
            </a:r>
            <a:r>
              <a:rPr lang="en-US" sz="2000" b="1" dirty="0">
                <a:latin typeface="URW Palladio IT" pitchFamily="2" charset="0"/>
              </a:rPr>
              <a:t>Sublimity, forbearance, fortitude, external purity, bearing enmity to none and absence of self-esteem – these are the marks of him, who is born with the divine gifts, </a:t>
            </a:r>
            <a:r>
              <a:rPr lang="en-US" sz="2000" b="1" dirty="0" err="1">
                <a:latin typeface="URW Palladio IT" pitchFamily="2" charset="0"/>
              </a:rPr>
              <a:t>Arjuna</a:t>
            </a:r>
            <a:r>
              <a:rPr lang="en-US" sz="2000" b="1" dirty="0">
                <a:latin typeface="URW Palladio IT" pitchFamily="2" charset="0"/>
              </a:rPr>
              <a:t>.</a:t>
            </a:r>
          </a:p>
        </p:txBody>
      </p:sp>
    </p:spTree>
    <p:extLst>
      <p:ext uri="{BB962C8B-B14F-4D97-AF65-F5344CB8AC3E}">
        <p14:creationId xmlns:p14="http://schemas.microsoft.com/office/powerpoint/2010/main" val="2726144110"/>
      </p:ext>
    </p:extLst>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192931" y="333451"/>
            <a:ext cx="11809312" cy="6264696"/>
          </a:xfrm>
          <a:prstGeom prst="rect">
            <a:avLst/>
          </a:prstGeom>
        </p:spPr>
        <p:txBody>
          <a:bodyPr lIns="94507" tIns="47259" rIns="94507" bIns="47259">
            <a:no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eaLnBrk="1" hangingPunct="1">
              <a:buNone/>
            </a:pPr>
            <a:r>
              <a:rPr lang="hi-IN" sz="3200" b="1" dirty="0">
                <a:latin typeface="Sanskrit 2003" pitchFamily="2" charset="-78"/>
                <a:cs typeface="Sanskrit 2003" pitchFamily="2" charset="-78"/>
              </a:rPr>
              <a:t>३.</a:t>
            </a:r>
            <a:r>
              <a:rPr lang="en-CA" sz="3200" b="1" dirty="0">
                <a:latin typeface="Sanskrit 2003" pitchFamily="2" charset="-78"/>
                <a:cs typeface="Sanskrit 2003" pitchFamily="2" charset="-78"/>
              </a:rPr>
              <a:t>	</a:t>
            </a:r>
            <a:r>
              <a:rPr lang="hi-IN" sz="3200" b="1" dirty="0">
                <a:latin typeface="Sanskrit 2003" pitchFamily="2" charset="-78"/>
                <a:cs typeface="Sanskrit 2003" pitchFamily="2" charset="-78"/>
              </a:rPr>
              <a:t>दम्भॊ दर्पॊऽभिमानश्च क्रॊधः पारुष्यमॆव च</a:t>
            </a:r>
            <a:r>
              <a:rPr lang="en-US" sz="3200" b="1" dirty="0">
                <a:latin typeface="Sanskrit 2003" pitchFamily="2" charset="-78"/>
                <a:cs typeface="Sanskrit 2003" pitchFamily="2" charset="-78"/>
              </a:rPr>
              <a:t> </a:t>
            </a:r>
            <a:r>
              <a:rPr lang="hi-IN" sz="3200" b="1" dirty="0">
                <a:latin typeface="Sanskrit 2003" pitchFamily="2" charset="-78"/>
                <a:cs typeface="Sanskrit 2003" pitchFamily="2" charset="-78"/>
              </a:rPr>
              <a:t>।</a:t>
            </a:r>
            <a:endParaRPr lang="en-CA" sz="3200" b="1" dirty="0">
              <a:latin typeface="Sanskrit 2003" pitchFamily="2" charset="-78"/>
              <a:cs typeface="Sanskrit 2003" pitchFamily="2" charset="-78"/>
            </a:endParaRPr>
          </a:p>
          <a:p>
            <a:pPr marL="0" indent="0" eaLnBrk="1" hangingPunct="1">
              <a:buNone/>
            </a:pPr>
            <a:r>
              <a:rPr lang="en-CA" sz="3200" b="1" dirty="0">
                <a:latin typeface="Sanskrit 2003" pitchFamily="2" charset="-78"/>
                <a:cs typeface="Sanskrit 2003" pitchFamily="2" charset="-78"/>
              </a:rPr>
              <a:t>	</a:t>
            </a:r>
            <a:r>
              <a:rPr lang="hi-IN" sz="3200" b="1" dirty="0">
                <a:latin typeface="Sanskrit 2003" pitchFamily="2" charset="-78"/>
                <a:cs typeface="Sanskrit 2003" pitchFamily="2" charset="-78"/>
              </a:rPr>
              <a:t>अज्ञानं चाभिजातस्य पार्थसम्पदमासुरीम्</a:t>
            </a:r>
            <a:r>
              <a:rPr lang="en-US" sz="3200" b="1" dirty="0">
                <a:latin typeface="Sanskrit 2003" pitchFamily="2" charset="-78"/>
                <a:cs typeface="Sanskrit 2003" pitchFamily="2" charset="-78"/>
              </a:rPr>
              <a:t> </a:t>
            </a:r>
            <a:r>
              <a:rPr lang="hi-IN" sz="3200" b="1" dirty="0">
                <a:latin typeface="Sanskrit 2003" pitchFamily="2" charset="-78"/>
                <a:cs typeface="Sanskrit 2003" pitchFamily="2" charset="-78"/>
              </a:rPr>
              <a:t>॥१६.४॥</a:t>
            </a:r>
            <a:endParaRPr lang="en-US" sz="3200" b="1" dirty="0">
              <a:latin typeface="Sanskrit 2003" pitchFamily="2" charset="-78"/>
              <a:cs typeface="Sanskrit 2003" pitchFamily="2" charset="-78"/>
            </a:endParaRPr>
          </a:p>
          <a:p>
            <a:pPr marL="0" indent="0" eaLnBrk="1" hangingPunct="1">
              <a:spcBef>
                <a:spcPts val="620"/>
              </a:spcBef>
              <a:buNone/>
            </a:pPr>
            <a:r>
              <a:rPr lang="en-US" sz="3200" b="1" dirty="0">
                <a:latin typeface="URW Palladio ITU" pitchFamily="2" charset="0"/>
                <a:cs typeface="Sanskrit 2003" pitchFamily="2" charset="-78"/>
              </a:rPr>
              <a:t>3</a:t>
            </a:r>
            <a:r>
              <a:rPr lang="en-US" sz="4000" b="1" dirty="0">
                <a:latin typeface="URW Palladio ITU" pitchFamily="2" charset="0"/>
                <a:cs typeface="Sanskrit 2003" pitchFamily="2" charset="-78"/>
              </a:rPr>
              <a:t>. 	</a:t>
            </a:r>
            <a:r>
              <a:rPr lang="en-US" sz="3200" b="1" dirty="0" err="1">
                <a:latin typeface="URW Palladio IT" pitchFamily="2" charset="0"/>
                <a:cs typeface="Sanskrit 2003" pitchFamily="2" charset="-78"/>
              </a:rPr>
              <a:t>Dambho</a:t>
            </a: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darpo</a:t>
            </a:r>
            <a:r>
              <a:rPr lang="en-US" sz="3200" b="1" dirty="0">
                <a:latin typeface="URW Palladio IT" pitchFamily="2" charset="0"/>
                <a:cs typeface="Sanskrit 2003" pitchFamily="2" charset="-78"/>
              </a:rPr>
              <a:t>:'</a:t>
            </a:r>
            <a:r>
              <a:rPr lang="en-US" sz="3200" b="1" dirty="0" err="1">
                <a:latin typeface="URW Palladio IT" pitchFamily="2" charset="0"/>
                <a:cs typeface="Sanskrit 2003" pitchFamily="2" charset="-78"/>
              </a:rPr>
              <a:t>bhimānaśca</a:t>
            </a:r>
            <a:r>
              <a:rPr lang="en-US" sz="3200" b="1" dirty="0">
                <a:latin typeface="URW Palladio IT" pitchFamily="2" charset="0"/>
                <a:cs typeface="Sanskrit 2003" pitchFamily="2" charset="-78"/>
              </a:rPr>
              <a:t> </a:t>
            </a:r>
          </a:p>
          <a:p>
            <a:pPr marL="0" indent="0" eaLnBrk="1" hangingPunct="1">
              <a:buNone/>
            </a:pP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Krodhaḥ</a:t>
            </a: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pāruṣyameva</a:t>
            </a: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ca</a:t>
            </a:r>
            <a:r>
              <a:rPr lang="en-US" sz="3200" b="1" dirty="0">
                <a:latin typeface="URW Palladio IT" pitchFamily="2" charset="0"/>
                <a:cs typeface="Sanskrit 2003" pitchFamily="2" charset="-78"/>
              </a:rPr>
              <a:t> </a:t>
            </a:r>
            <a:r>
              <a:rPr lang="hi-IN" sz="3200" b="1" dirty="0">
                <a:solidFill>
                  <a:srgbClr val="000000"/>
                </a:solidFill>
                <a:latin typeface="URW Palladio IT" pitchFamily="2" charset="0"/>
                <a:cs typeface="Sanskrit 2003" pitchFamily="2" charset="-78"/>
              </a:rPr>
              <a:t>।</a:t>
            </a:r>
            <a:endParaRPr lang="en-US" sz="3200" b="1" dirty="0">
              <a:latin typeface="URW Palladio IT" pitchFamily="2" charset="0"/>
              <a:cs typeface="Sanskrit 2003" pitchFamily="2" charset="-78"/>
            </a:endParaRPr>
          </a:p>
          <a:p>
            <a:pPr marL="0" indent="0" eaLnBrk="1" hangingPunct="1">
              <a:buNone/>
            </a:pP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Aj</a:t>
            </a:r>
            <a:r>
              <a:rPr lang="en-US" sz="3200" b="1" dirty="0" err="1">
                <a:solidFill>
                  <a:srgbClr val="000000"/>
                </a:solidFill>
                <a:latin typeface="URW Palladio IT" pitchFamily="2" charset="0"/>
                <a:ea typeface="Calibri" pitchFamily="34" charset="0"/>
                <a:cs typeface="URW Palladio IT" pitchFamily="2" charset="0"/>
              </a:rPr>
              <a:t>ïä</a:t>
            </a:r>
            <a:r>
              <a:rPr lang="en-US" sz="3200" b="1" dirty="0" err="1">
                <a:latin typeface="URW Palladio IT" pitchFamily="2" charset="0"/>
                <a:cs typeface="Sanskrit 2003" pitchFamily="2" charset="-78"/>
              </a:rPr>
              <a:t>naṁ</a:t>
            </a: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cābhijātasya</a:t>
            </a:r>
            <a:r>
              <a:rPr lang="en-US" sz="3200" b="1" dirty="0">
                <a:latin typeface="URW Palladio IT" pitchFamily="2" charset="0"/>
                <a:cs typeface="Sanskrit 2003" pitchFamily="2" charset="-78"/>
              </a:rPr>
              <a:t> </a:t>
            </a:r>
          </a:p>
          <a:p>
            <a:pPr marL="0" indent="0" eaLnBrk="1" hangingPunct="1">
              <a:buNone/>
            </a:pP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Pārtha</a:t>
            </a: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sampadamāsurīm</a:t>
            </a:r>
            <a:r>
              <a:rPr lang="en-US" sz="3200" b="1" dirty="0">
                <a:latin typeface="URW Palladio IT" pitchFamily="2" charset="0"/>
                <a:cs typeface="Sanskrit 2003" pitchFamily="2" charset="-78"/>
              </a:rPr>
              <a:t> ||16.4||</a:t>
            </a:r>
          </a:p>
          <a:p>
            <a:pPr marL="0" indent="0" eaLnBrk="1" hangingPunct="1">
              <a:spcBef>
                <a:spcPts val="2483"/>
              </a:spcBef>
              <a:buNone/>
            </a:pPr>
            <a:r>
              <a:rPr lang="kn-IN" sz="3200" b="1" dirty="0"/>
              <a:t>೩. </a:t>
            </a:r>
            <a:r>
              <a:rPr lang="en-US" sz="2800" b="1" dirty="0"/>
              <a:t>	</a:t>
            </a:r>
            <a:r>
              <a:rPr lang="kn-IN" sz="2800" b="1" dirty="0"/>
              <a:t>ದಂಭೋ ದರ್ಪೋಽಭಿಮಾನಶ್ಚ ಕ್ರೋಧಃ ಪಾರುಷ್ಯಮೇವ ಚ</a:t>
            </a:r>
            <a:r>
              <a:rPr lang="en-US" sz="2800" b="1" dirty="0"/>
              <a:t> </a:t>
            </a:r>
            <a:r>
              <a:rPr lang="hi-IN" sz="2800" b="1" dirty="0">
                <a:solidFill>
                  <a:srgbClr val="000000"/>
                </a:solidFill>
                <a:latin typeface="Sanskrit 2003" pitchFamily="2" charset="-78"/>
                <a:cs typeface="Sanskrit 2003" pitchFamily="2" charset="-78"/>
              </a:rPr>
              <a:t>।</a:t>
            </a:r>
            <a:endParaRPr lang="en-US" sz="2800" b="1" dirty="0"/>
          </a:p>
          <a:p>
            <a:pPr marL="0" indent="0" eaLnBrk="1" hangingPunct="1">
              <a:spcBef>
                <a:spcPts val="620"/>
              </a:spcBef>
              <a:buNone/>
            </a:pPr>
            <a:r>
              <a:rPr lang="en-US" sz="2800" b="1" dirty="0"/>
              <a:t>	</a:t>
            </a:r>
            <a:r>
              <a:rPr lang="kn-IN" sz="2800" b="1" dirty="0"/>
              <a:t>ಅಜ್ಞಾನಂ ಚಾಭಿಜಾತಸ್ಯ ಪಾರ್ಥ ಸಂಪದಮಾಸುರೀಂ ||೧೬.೪||</a:t>
            </a:r>
            <a:endParaRPr lang="en-US" sz="2800" b="1" dirty="0"/>
          </a:p>
          <a:p>
            <a:pPr marL="0" indent="0" algn="just" eaLnBrk="1" hangingPunct="1">
              <a:spcBef>
                <a:spcPts val="620"/>
              </a:spcBef>
              <a:buNone/>
            </a:pPr>
            <a:r>
              <a:rPr lang="en-US" sz="2800" b="1" dirty="0"/>
              <a:t>	</a:t>
            </a:r>
            <a:r>
              <a:rPr lang="en-US" sz="2400" b="1" dirty="0">
                <a:latin typeface="URW Palladio IT" pitchFamily="2" charset="0"/>
              </a:rPr>
              <a:t>Hypocrisy, arrogance and pride, and anger, sternness and ignorance too, these are the marks of him, who is born with demonic properties.</a:t>
            </a:r>
          </a:p>
        </p:txBody>
      </p:sp>
    </p:spTree>
    <p:extLst>
      <p:ext uri="{BB962C8B-B14F-4D97-AF65-F5344CB8AC3E}">
        <p14:creationId xmlns:p14="http://schemas.microsoft.com/office/powerpoint/2010/main" val="494979933"/>
      </p:ext>
    </p:extLst>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336947" y="261442"/>
            <a:ext cx="11585416" cy="6598146"/>
          </a:xfrm>
          <a:prstGeom prst="rect">
            <a:avLst/>
          </a:prstGeom>
        </p:spPr>
        <p:txBody>
          <a:bodyPr lIns="94507" tIns="47259" rIns="94507" bIns="47259">
            <a:normAutofit lnSpcReduction="10000"/>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eaLnBrk="1" hangingPunct="1">
              <a:buNone/>
              <a:defRPr/>
            </a:pPr>
            <a:r>
              <a:rPr lang="hi-IN" sz="3200" b="1" dirty="0">
                <a:effectLst>
                  <a:outerShdw blurRad="38100" dist="38100" dir="2700000" algn="tl">
                    <a:srgbClr val="C0C0C0"/>
                  </a:outerShdw>
                </a:effectLst>
                <a:latin typeface="Sanskrit 2003" pitchFamily="2" charset="-78"/>
                <a:cs typeface="Sanskrit 2003" pitchFamily="2" charset="-78"/>
              </a:rPr>
              <a:t>४.</a:t>
            </a:r>
            <a:r>
              <a:rPr lang="en-CA" sz="3200" b="1" dirty="0">
                <a:effectLst>
                  <a:outerShdw blurRad="38100" dist="38100" dir="2700000" algn="tl">
                    <a:srgbClr val="C0C0C0"/>
                  </a:outerShdw>
                </a:effectLst>
                <a:latin typeface="Sanskrit 2003" pitchFamily="2" charset="-78"/>
                <a:cs typeface="Sanskrit 2003" pitchFamily="2" charset="-78"/>
              </a:rPr>
              <a:t>	</a:t>
            </a:r>
            <a:r>
              <a:rPr lang="hi-IN" sz="3200" b="1" dirty="0">
                <a:latin typeface="Sanskrit 2003" pitchFamily="2" charset="-78"/>
                <a:cs typeface="Sanskrit 2003" pitchFamily="2" charset="-78"/>
              </a:rPr>
              <a:t>दैवीस</a:t>
            </a:r>
            <a:r>
              <a:rPr lang="en-IN" sz="3200" b="1" dirty="0" err="1">
                <a:solidFill>
                  <a:srgbClr val="000000"/>
                </a:solidFill>
                <a:latin typeface="Sanskrit 99"/>
              </a:rPr>
              <a:t>Mpt</a:t>
            </a:r>
            <a:r>
              <a:rPr lang="en-IN" sz="3200" b="1" dirty="0">
                <a:solidFill>
                  <a:srgbClr val="000000"/>
                </a:solidFill>
                <a:latin typeface="Sanskrit 99"/>
              </a:rPr>
              <a:t>! iv</a:t>
            </a:r>
            <a:r>
              <a:rPr lang="hi-IN" sz="3200" b="1" dirty="0">
                <a:latin typeface="Sanskrit 2003" pitchFamily="2" charset="-78"/>
                <a:cs typeface="Sanskrit 2003" pitchFamily="2" charset="-78"/>
              </a:rPr>
              <a:t>मॊक्षाय निबन्धायासुरी मता</a:t>
            </a:r>
            <a:r>
              <a:rPr lang="en-US" sz="3200" b="1" dirty="0">
                <a:latin typeface="Sanskrit 2003" pitchFamily="2" charset="-78"/>
                <a:cs typeface="Sanskrit 2003" pitchFamily="2" charset="-78"/>
              </a:rPr>
              <a:t> </a:t>
            </a:r>
            <a:r>
              <a:rPr lang="hi-IN" sz="3200" b="1" dirty="0">
                <a:latin typeface="Sanskrit 2003" pitchFamily="2" charset="-78"/>
                <a:cs typeface="Sanskrit 2003" pitchFamily="2" charset="-78"/>
              </a:rPr>
              <a:t>।</a:t>
            </a:r>
          </a:p>
          <a:p>
            <a:pPr marL="0" indent="0" eaLnBrk="1" hangingPunct="1">
              <a:buNone/>
              <a:defRPr/>
            </a:pPr>
            <a:r>
              <a:rPr lang="en-US" sz="3200" b="1" dirty="0">
                <a:latin typeface="Sanskrit 2003" pitchFamily="2" charset="-78"/>
                <a:cs typeface="Sanskrit 2003" pitchFamily="2" charset="-78"/>
              </a:rPr>
              <a:t>	</a:t>
            </a:r>
            <a:r>
              <a:rPr lang="hi-IN" sz="3200" b="1" dirty="0">
                <a:latin typeface="Sanskrit 2003" pitchFamily="2" charset="-78"/>
                <a:cs typeface="Sanskrit 2003" pitchFamily="2" charset="-78"/>
              </a:rPr>
              <a:t>मा शुचः सम्पदं दैवीमभिजातॊऽसि पाण्डव</a:t>
            </a:r>
            <a:r>
              <a:rPr lang="en-US" sz="3200" b="1" dirty="0">
                <a:latin typeface="Sanskrit 2003" pitchFamily="2" charset="-78"/>
                <a:cs typeface="Sanskrit 2003" pitchFamily="2" charset="-78"/>
              </a:rPr>
              <a:t> </a:t>
            </a:r>
            <a:r>
              <a:rPr lang="hi-IN" sz="3200" b="1" dirty="0">
                <a:latin typeface="Sanskrit 2003" pitchFamily="2" charset="-78"/>
                <a:cs typeface="Sanskrit 2003" pitchFamily="2" charset="-78"/>
              </a:rPr>
              <a:t>॥१६.५॥</a:t>
            </a:r>
            <a:endParaRPr lang="en-US" sz="3200" b="1" dirty="0">
              <a:latin typeface="Sanskrit 2003" pitchFamily="2" charset="-78"/>
              <a:cs typeface="Sanskrit 2003" pitchFamily="2" charset="-78"/>
            </a:endParaRPr>
          </a:p>
          <a:p>
            <a:pPr marL="0" indent="0" eaLnBrk="1" hangingPunct="1">
              <a:buNone/>
              <a:defRPr/>
            </a:pPr>
            <a:endParaRPr lang="en-US" sz="3200" b="1" dirty="0">
              <a:latin typeface="Sanskrit 2003" pitchFamily="2" charset="-78"/>
              <a:cs typeface="Sanskrit 2003" pitchFamily="2" charset="-78"/>
            </a:endParaRPr>
          </a:p>
          <a:p>
            <a:pPr marL="0" indent="0" eaLnBrk="1" hangingPunct="1">
              <a:spcBef>
                <a:spcPts val="620"/>
              </a:spcBef>
              <a:buNone/>
              <a:defRPr/>
            </a:pPr>
            <a:r>
              <a:rPr lang="en-US" sz="3200" b="1" dirty="0">
                <a:latin typeface="URW Palladio ITU" pitchFamily="2" charset="0"/>
                <a:cs typeface="Sanskrit 2003" pitchFamily="2" charset="-78"/>
              </a:rPr>
              <a:t>4. 	</a:t>
            </a:r>
            <a:r>
              <a:rPr lang="en-US" sz="3200" b="1" dirty="0" err="1">
                <a:latin typeface="URW Palladio IT" pitchFamily="2" charset="0"/>
                <a:cs typeface="Sanskrit 2003" pitchFamily="2" charset="-78"/>
              </a:rPr>
              <a:t>Daivī</a:t>
            </a: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sampadvimokṣāya</a:t>
            </a:r>
            <a:r>
              <a:rPr lang="en-US" sz="3200" b="1" dirty="0">
                <a:latin typeface="URW Palladio IT" pitchFamily="2" charset="0"/>
                <a:cs typeface="Sanskrit 2003" pitchFamily="2" charset="-78"/>
              </a:rPr>
              <a:t> </a:t>
            </a:r>
          </a:p>
          <a:p>
            <a:pPr marL="0" indent="0" eaLnBrk="1" hangingPunct="1">
              <a:buNone/>
              <a:defRPr/>
            </a:pP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Nibandhāyāsurī</a:t>
            </a: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matā</a:t>
            </a:r>
            <a:r>
              <a:rPr lang="en-US" sz="3200" b="1" dirty="0">
                <a:latin typeface="URW Palladio IT" pitchFamily="2" charset="0"/>
                <a:cs typeface="Sanskrit 2003" pitchFamily="2" charset="-78"/>
              </a:rPr>
              <a:t> </a:t>
            </a:r>
            <a:r>
              <a:rPr lang="hi-IN" sz="3200" b="1" dirty="0">
                <a:solidFill>
                  <a:srgbClr val="000000"/>
                </a:solidFill>
                <a:latin typeface="URW Palladio IT" pitchFamily="2" charset="0"/>
                <a:cs typeface="Sanskrit 2003" pitchFamily="2" charset="-78"/>
              </a:rPr>
              <a:t>।</a:t>
            </a:r>
            <a:endParaRPr lang="en-US" sz="3200" b="1" dirty="0">
              <a:latin typeface="URW Palladio IT" pitchFamily="2" charset="0"/>
              <a:cs typeface="Sanskrit 2003" pitchFamily="2" charset="-78"/>
            </a:endParaRPr>
          </a:p>
          <a:p>
            <a:pPr marL="0" indent="0" eaLnBrk="1" hangingPunct="1">
              <a:buNone/>
              <a:defRPr/>
            </a:pP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Mā</a:t>
            </a: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śucaḥ</a:t>
            </a: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sampadaṁ</a:t>
            </a: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daivīm</a:t>
            </a:r>
            <a:r>
              <a:rPr lang="en-US" sz="3200" b="1" dirty="0">
                <a:latin typeface="URW Palladio IT" pitchFamily="2" charset="0"/>
                <a:cs typeface="Sanskrit 2003" pitchFamily="2" charset="-78"/>
              </a:rPr>
              <a:t> </a:t>
            </a:r>
          </a:p>
          <a:p>
            <a:pPr marL="0" indent="0" eaLnBrk="1" hangingPunct="1">
              <a:buNone/>
              <a:defRPr/>
            </a:pP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Abhijāto</a:t>
            </a:r>
            <a:r>
              <a:rPr lang="en-US" sz="3200" b="1" dirty="0">
                <a:latin typeface="URW Palladio IT" pitchFamily="2" charset="0"/>
                <a:cs typeface="Sanskrit 2003" pitchFamily="2" charset="-78"/>
              </a:rPr>
              <a:t>:'</a:t>
            </a:r>
            <a:r>
              <a:rPr lang="en-US" sz="3200" b="1" dirty="0" err="1">
                <a:latin typeface="URW Palladio IT" pitchFamily="2" charset="0"/>
                <a:cs typeface="Sanskrit 2003" pitchFamily="2" charset="-78"/>
              </a:rPr>
              <a:t>si</a:t>
            </a: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pāṇḍava</a:t>
            </a:r>
            <a:r>
              <a:rPr lang="en-US" sz="3200" b="1" dirty="0">
                <a:latin typeface="URW Palladio IT" pitchFamily="2" charset="0"/>
                <a:cs typeface="Sanskrit 2003" pitchFamily="2" charset="-78"/>
              </a:rPr>
              <a:t> ||16.5||</a:t>
            </a:r>
          </a:p>
          <a:p>
            <a:pPr marL="0" indent="0" eaLnBrk="1" hangingPunct="1">
              <a:spcBef>
                <a:spcPts val="2483"/>
              </a:spcBef>
              <a:buNone/>
              <a:defRPr/>
            </a:pPr>
            <a:r>
              <a:rPr lang="kn-IN" sz="3200" b="1" dirty="0"/>
              <a:t>೪. </a:t>
            </a:r>
            <a:r>
              <a:rPr lang="en-US" sz="3200" b="1" dirty="0"/>
              <a:t>	</a:t>
            </a:r>
            <a:r>
              <a:rPr lang="kn-IN" sz="2800" b="1" dirty="0"/>
              <a:t>ದೈವೀ ಸಂಪದ್ವಿಮೋಕ್ಷಾಯ ನಿಬಂಧಾಯಾಸುರೀ ಮತಾ</a:t>
            </a:r>
            <a:r>
              <a:rPr lang="en-US" sz="2800" b="1" dirty="0"/>
              <a:t> </a:t>
            </a:r>
            <a:r>
              <a:rPr lang="hi-IN" sz="2800" b="1" dirty="0">
                <a:solidFill>
                  <a:srgbClr val="000000"/>
                </a:solidFill>
                <a:latin typeface="Sanskrit 2003" pitchFamily="2" charset="-78"/>
                <a:cs typeface="Sanskrit 2003" pitchFamily="2" charset="-78"/>
              </a:rPr>
              <a:t>।</a:t>
            </a:r>
            <a:endParaRPr lang="kn-IN" sz="2800" b="1" dirty="0"/>
          </a:p>
          <a:p>
            <a:pPr marL="0" indent="0" eaLnBrk="1" hangingPunct="1">
              <a:spcBef>
                <a:spcPts val="620"/>
              </a:spcBef>
              <a:buNone/>
              <a:defRPr/>
            </a:pPr>
            <a:r>
              <a:rPr lang="en-US" sz="2800" b="1" dirty="0"/>
              <a:t>	</a:t>
            </a:r>
            <a:r>
              <a:rPr lang="kn-IN" sz="2800" b="1" dirty="0"/>
              <a:t>ಮಾ ಶುಚಃ ಸಂಪದಂ ದೈವೀಂ ಅಭಿಜಾತೋಸಿ ಪಾಂಡವ </a:t>
            </a:r>
            <a:r>
              <a:rPr lang="kn-IN" sz="2400" b="1" dirty="0"/>
              <a:t>||೧೬.೫||</a:t>
            </a:r>
            <a:endParaRPr lang="en-US" sz="2800" b="1" dirty="0"/>
          </a:p>
          <a:p>
            <a:pPr marL="0" indent="0" algn="just" eaLnBrk="1" hangingPunct="1">
              <a:spcBef>
                <a:spcPts val="620"/>
              </a:spcBef>
              <a:buNone/>
              <a:defRPr/>
            </a:pPr>
            <a:r>
              <a:rPr lang="en-US" sz="2800" dirty="0"/>
              <a:t>	</a:t>
            </a:r>
            <a:r>
              <a:rPr lang="en-US" sz="2400" b="1" dirty="0">
                <a:latin typeface="URW Palladio IT" pitchFamily="2" charset="0"/>
              </a:rPr>
              <a:t>The divine gift has been recognized as conducive to liberation, and the demoniac gift as conducive to bondage; Grieve not </a:t>
            </a:r>
            <a:r>
              <a:rPr lang="en-US" sz="2400" b="1" dirty="0" err="1">
                <a:latin typeface="URW Palladio IT" pitchFamily="2" charset="0"/>
              </a:rPr>
              <a:t>Arjuna</a:t>
            </a:r>
            <a:r>
              <a:rPr lang="en-US" sz="2400" b="1" dirty="0">
                <a:latin typeface="URW Palladio IT" pitchFamily="2" charset="0"/>
              </a:rPr>
              <a:t>; for you are born with the divine endowment</a:t>
            </a:r>
            <a:r>
              <a:rPr lang="en-US" sz="2400" b="1" dirty="0"/>
              <a:t>.</a:t>
            </a:r>
          </a:p>
        </p:txBody>
      </p:sp>
    </p:spTree>
    <p:extLst>
      <p:ext uri="{BB962C8B-B14F-4D97-AF65-F5344CB8AC3E}">
        <p14:creationId xmlns:p14="http://schemas.microsoft.com/office/powerpoint/2010/main" val="550708176"/>
      </p:ext>
    </p:extLst>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264939" y="189435"/>
            <a:ext cx="11809312" cy="6552728"/>
          </a:xfrm>
          <a:prstGeom prst="rect">
            <a:avLst/>
          </a:prstGeom>
        </p:spPr>
        <p:txBody>
          <a:bodyPr lIns="94507" tIns="47259" rIns="94507" bIns="47259">
            <a:norm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eaLnBrk="1" hangingPunct="1">
              <a:buNone/>
            </a:pPr>
            <a:r>
              <a:rPr lang="hi-IN" sz="3200" b="1" dirty="0">
                <a:latin typeface="Sanskrit 2003" pitchFamily="2" charset="-78"/>
                <a:cs typeface="Sanskrit 2003" pitchFamily="2" charset="-78"/>
              </a:rPr>
              <a:t>५.</a:t>
            </a:r>
            <a:r>
              <a:rPr lang="en-CA" sz="3200" b="1" dirty="0">
                <a:latin typeface="Sanskrit 2003" pitchFamily="2" charset="-78"/>
                <a:cs typeface="Sanskrit 2003" pitchFamily="2" charset="-78"/>
              </a:rPr>
              <a:t>	</a:t>
            </a:r>
            <a:r>
              <a:rPr lang="hi-IN" sz="3200" b="1" dirty="0">
                <a:latin typeface="Sanskrit 2003" pitchFamily="2" charset="-78"/>
                <a:cs typeface="Sanskrit 2003" pitchFamily="2" charset="-78"/>
              </a:rPr>
              <a:t>नान्तॊऽस्ति मम दिव्यानां विभूतीनां परन्तप</a:t>
            </a:r>
            <a:r>
              <a:rPr lang="en-US" sz="3200" b="1" dirty="0">
                <a:latin typeface="Sanskrit 2003" pitchFamily="2" charset="-78"/>
                <a:cs typeface="Sanskrit 2003" pitchFamily="2" charset="-78"/>
              </a:rPr>
              <a:t> ।</a:t>
            </a:r>
            <a:endParaRPr lang="hi-IN" sz="3200" b="1" dirty="0">
              <a:latin typeface="Sanskrit 2003" pitchFamily="2" charset="-78"/>
              <a:cs typeface="Sanskrit 2003" pitchFamily="2" charset="-78"/>
            </a:endParaRPr>
          </a:p>
          <a:p>
            <a:pPr marL="0" indent="0" eaLnBrk="1" hangingPunct="1">
              <a:buNone/>
            </a:pPr>
            <a:r>
              <a:rPr lang="en-US" sz="3200" b="1" dirty="0">
                <a:latin typeface="Sanskrit 2003" pitchFamily="2" charset="-78"/>
                <a:cs typeface="Sanskrit 2003" pitchFamily="2" charset="-78"/>
              </a:rPr>
              <a:t>	</a:t>
            </a:r>
            <a:r>
              <a:rPr lang="hi-IN" sz="3200" b="1" dirty="0">
                <a:latin typeface="Sanskrit 2003" pitchFamily="2" charset="-78"/>
                <a:cs typeface="Sanskrit 2003" pitchFamily="2" charset="-78"/>
              </a:rPr>
              <a:t>एष तूद्दॆशतः प्रोक्त</a:t>
            </a:r>
            <a:r>
              <a:rPr lang="en-IN" sz="3200" dirty="0">
                <a:solidFill>
                  <a:srgbClr val="000000"/>
                </a:solidFill>
                <a:latin typeface="Sanskrit 99" pitchFamily="2" charset="0"/>
              </a:rPr>
              <a:t>&gt;</a:t>
            </a:r>
            <a:r>
              <a:rPr lang="hi-IN" sz="3200" b="1" dirty="0">
                <a:latin typeface="Sanskrit 2003" pitchFamily="2" charset="-78"/>
                <a:cs typeface="Sanskrit 2003" pitchFamily="2" charset="-78"/>
              </a:rPr>
              <a:t> विभूतॆर्विस्तरॊ मया॥१०.४०</a:t>
            </a:r>
            <a:r>
              <a:rPr lang="hi-IN" sz="3200" b="1" dirty="0" smtClean="0">
                <a:latin typeface="Sanskrit 2003" pitchFamily="2" charset="-78"/>
                <a:cs typeface="Sanskrit 2003" pitchFamily="2" charset="-78"/>
              </a:rPr>
              <a:t>॥</a:t>
            </a:r>
            <a:endParaRPr lang="en-US" sz="3200" b="1" dirty="0" smtClean="0">
              <a:latin typeface="Sanskrit 2003" pitchFamily="2" charset="-78"/>
              <a:cs typeface="Sanskrit 2003" pitchFamily="2" charset="-78"/>
            </a:endParaRPr>
          </a:p>
          <a:p>
            <a:pPr marL="0" indent="0" eaLnBrk="1" hangingPunct="1">
              <a:buNone/>
            </a:pPr>
            <a:endParaRPr lang="en-US" sz="1200" b="1" dirty="0">
              <a:latin typeface="Sanskrit 2003" pitchFamily="2" charset="-78"/>
              <a:cs typeface="Sanskrit 2003" pitchFamily="2" charset="-78"/>
            </a:endParaRPr>
          </a:p>
          <a:p>
            <a:pPr marL="0" indent="0" eaLnBrk="1" hangingPunct="1">
              <a:spcBef>
                <a:spcPts val="620"/>
              </a:spcBef>
              <a:buNone/>
            </a:pPr>
            <a:r>
              <a:rPr lang="en-US" sz="3200" b="1" dirty="0">
                <a:latin typeface="URW Palladio ITU" pitchFamily="2" charset="0"/>
                <a:cs typeface="Sanskrit 2003" pitchFamily="2" charset="-78"/>
              </a:rPr>
              <a:t>5. 	</a:t>
            </a:r>
            <a:r>
              <a:rPr lang="en-US" sz="3200" b="1" dirty="0" err="1">
                <a:latin typeface="URW Palladio IT" pitchFamily="2" charset="0"/>
                <a:cs typeface="Sanskrit 2003" pitchFamily="2" charset="-78"/>
              </a:rPr>
              <a:t>Nānto</a:t>
            </a:r>
            <a:r>
              <a:rPr lang="en-US" sz="3200" b="1" dirty="0">
                <a:latin typeface="URW Palladio IT" pitchFamily="2" charset="0"/>
                <a:cs typeface="Sanskrit 2003" pitchFamily="2" charset="-78"/>
              </a:rPr>
              <a:t>:'</a:t>
            </a:r>
            <a:r>
              <a:rPr lang="en-US" sz="3200" b="1" dirty="0" err="1">
                <a:latin typeface="URW Palladio IT" pitchFamily="2" charset="0"/>
                <a:cs typeface="Sanskrit 2003" pitchFamily="2" charset="-78"/>
              </a:rPr>
              <a:t>sti</a:t>
            </a:r>
            <a:r>
              <a:rPr lang="en-US" sz="3200" b="1" dirty="0">
                <a:latin typeface="URW Palladio IT" pitchFamily="2" charset="0"/>
                <a:cs typeface="Sanskrit 2003" pitchFamily="2" charset="-78"/>
              </a:rPr>
              <a:t> mama </a:t>
            </a:r>
            <a:r>
              <a:rPr lang="en-US" sz="3200" b="1" dirty="0" err="1">
                <a:latin typeface="URW Palladio IT" pitchFamily="2" charset="0"/>
                <a:cs typeface="Sanskrit 2003" pitchFamily="2" charset="-78"/>
              </a:rPr>
              <a:t>divyānāṁ</a:t>
            </a:r>
            <a:r>
              <a:rPr lang="en-US" sz="3200" b="1" dirty="0">
                <a:latin typeface="URW Palladio IT" pitchFamily="2" charset="0"/>
                <a:cs typeface="Sanskrit 2003" pitchFamily="2" charset="-78"/>
              </a:rPr>
              <a:t> </a:t>
            </a:r>
          </a:p>
          <a:p>
            <a:pPr marL="0" indent="0" eaLnBrk="1" hangingPunct="1">
              <a:buNone/>
            </a:pP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Vibhūtīnāṁ</a:t>
            </a: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parantapa</a:t>
            </a:r>
            <a:r>
              <a:rPr lang="en-US" sz="3200" b="1" dirty="0">
                <a:latin typeface="URW Palladio IT" pitchFamily="2" charset="0"/>
                <a:cs typeface="Sanskrit 2003" pitchFamily="2" charset="-78"/>
              </a:rPr>
              <a:t> </a:t>
            </a:r>
            <a:r>
              <a:rPr lang="hi-IN" sz="3200" b="1" dirty="0">
                <a:solidFill>
                  <a:srgbClr val="000000"/>
                </a:solidFill>
                <a:latin typeface="URW Palladio IT" pitchFamily="2" charset="0"/>
                <a:cs typeface="Sanskrit 2003" pitchFamily="2" charset="-78"/>
              </a:rPr>
              <a:t>।</a:t>
            </a:r>
            <a:endParaRPr lang="en-US" sz="3200" b="1" dirty="0">
              <a:latin typeface="URW Palladio IT" pitchFamily="2" charset="0"/>
              <a:cs typeface="Sanskrit 2003" pitchFamily="2" charset="-78"/>
            </a:endParaRPr>
          </a:p>
          <a:p>
            <a:pPr marL="0" indent="0" eaLnBrk="1" hangingPunct="1">
              <a:buNone/>
            </a:pP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Eṣa</a:t>
            </a: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tūddeśataḥ</a:t>
            </a: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proktaḥ</a:t>
            </a:r>
            <a:r>
              <a:rPr lang="en-US" sz="3200" b="1" dirty="0">
                <a:latin typeface="URW Palladio IT" pitchFamily="2" charset="0"/>
                <a:cs typeface="Sanskrit 2003" pitchFamily="2" charset="-78"/>
              </a:rPr>
              <a:t> </a:t>
            </a:r>
          </a:p>
          <a:p>
            <a:pPr marL="0" indent="0" eaLnBrk="1" hangingPunct="1">
              <a:buNone/>
            </a:pP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Vibhūtervistaro</a:t>
            </a:r>
            <a:r>
              <a:rPr lang="en-US" sz="3200" b="1" dirty="0">
                <a:latin typeface="URW Palladio IT" pitchFamily="2" charset="0"/>
                <a:cs typeface="Sanskrit 2003" pitchFamily="2" charset="-78"/>
              </a:rPr>
              <a:t> </a:t>
            </a:r>
            <a:r>
              <a:rPr lang="en-US" sz="3200" b="1" dirty="0" err="1">
                <a:latin typeface="URW Palladio IT" pitchFamily="2" charset="0"/>
                <a:cs typeface="Sanskrit 2003" pitchFamily="2" charset="-78"/>
              </a:rPr>
              <a:t>mayā</a:t>
            </a:r>
            <a:r>
              <a:rPr lang="en-US" sz="3200" b="1" dirty="0">
                <a:latin typeface="URW Palladio IT" pitchFamily="2" charset="0"/>
                <a:cs typeface="Sanskrit 2003" pitchFamily="2" charset="-78"/>
              </a:rPr>
              <a:t> </a:t>
            </a:r>
            <a:r>
              <a:rPr lang="en-US" sz="2400" b="1" dirty="0">
                <a:latin typeface="URW Palladio IT" pitchFamily="2" charset="0"/>
                <a:cs typeface="Sanskrit 2003" pitchFamily="2" charset="-78"/>
              </a:rPr>
              <a:t>||10.40||</a:t>
            </a:r>
          </a:p>
          <a:p>
            <a:pPr marL="0" indent="0" eaLnBrk="1" hangingPunct="1">
              <a:buNone/>
            </a:pPr>
            <a:endParaRPr lang="en-US" sz="1200" b="1" dirty="0">
              <a:latin typeface="URW Palladio IT" pitchFamily="2" charset="0"/>
              <a:cs typeface="Sanskrit 2003" pitchFamily="2" charset="-78"/>
            </a:endParaRPr>
          </a:p>
          <a:p>
            <a:pPr marL="0" indent="0" eaLnBrk="1" hangingPunct="1">
              <a:spcBef>
                <a:spcPts val="1861"/>
              </a:spcBef>
              <a:buNone/>
            </a:pPr>
            <a:r>
              <a:rPr lang="kn-IN" sz="3200" b="1" dirty="0"/>
              <a:t>೫. </a:t>
            </a:r>
            <a:r>
              <a:rPr lang="en-US" sz="3200" b="1" dirty="0"/>
              <a:t>	</a:t>
            </a:r>
            <a:r>
              <a:rPr lang="kn-IN" sz="2400" b="1" dirty="0"/>
              <a:t>ನಾಂತೋಽಸ್ತಿ ಮಮ ದಿವ್ಯಾನಾಂ ವಿಭೂತೀನಾಂ ಪರಂತಪ</a:t>
            </a:r>
            <a:r>
              <a:rPr lang="en-US" sz="2400" b="1" dirty="0"/>
              <a:t> </a:t>
            </a:r>
            <a:r>
              <a:rPr lang="hi-IN" sz="2400" b="1" dirty="0">
                <a:solidFill>
                  <a:srgbClr val="000000"/>
                </a:solidFill>
                <a:latin typeface="Sanskrit 2003" pitchFamily="2" charset="-78"/>
                <a:cs typeface="Sanskrit 2003" pitchFamily="2" charset="-78"/>
              </a:rPr>
              <a:t>।</a:t>
            </a:r>
            <a:endParaRPr lang="en-US" sz="2400" b="1" dirty="0"/>
          </a:p>
          <a:p>
            <a:pPr marL="0" indent="0" eaLnBrk="1" hangingPunct="1">
              <a:spcBef>
                <a:spcPts val="620"/>
              </a:spcBef>
              <a:buNone/>
            </a:pPr>
            <a:r>
              <a:rPr lang="en-US" sz="2400" b="1" dirty="0"/>
              <a:t>	</a:t>
            </a:r>
            <a:r>
              <a:rPr lang="kn-IN" sz="2400" b="1" dirty="0"/>
              <a:t>ಏಷ ತೂದ್ದೇಶತಃ ಪ್ರೋಕ್ತಃ ವಿಭೂತೇರ್ವಿಸ್ತರೋ ಮಯಾ ||೧೦.೪೦||</a:t>
            </a:r>
            <a:endParaRPr lang="en-US" sz="2400" b="1" dirty="0"/>
          </a:p>
          <a:p>
            <a:pPr marL="0" indent="0" eaLnBrk="1" hangingPunct="1">
              <a:spcBef>
                <a:spcPts val="620"/>
              </a:spcBef>
              <a:buNone/>
            </a:pPr>
            <a:r>
              <a:rPr lang="en-US" sz="2400" dirty="0"/>
              <a:t>	</a:t>
            </a:r>
          </a:p>
          <a:p>
            <a:pPr marL="0" indent="0" eaLnBrk="1" hangingPunct="1">
              <a:spcBef>
                <a:spcPts val="620"/>
              </a:spcBef>
              <a:buNone/>
            </a:pPr>
            <a:r>
              <a:rPr lang="en-US" sz="2400" b="1" dirty="0" err="1">
                <a:latin typeface="URW Palladio IT" pitchFamily="2" charset="0"/>
              </a:rPr>
              <a:t>Arjuna</a:t>
            </a:r>
            <a:r>
              <a:rPr lang="en-US" sz="2400" b="1" dirty="0">
                <a:latin typeface="URW Palladio IT" pitchFamily="2" charset="0"/>
              </a:rPr>
              <a:t>, there is no limit to my divine manifestations. </a:t>
            </a:r>
          </a:p>
          <a:p>
            <a:pPr marL="0" indent="0" eaLnBrk="1" hangingPunct="1">
              <a:spcBef>
                <a:spcPts val="620"/>
              </a:spcBef>
              <a:buNone/>
            </a:pPr>
            <a:r>
              <a:rPr lang="en-US" sz="2400" b="1" dirty="0">
                <a:latin typeface="URW Palladio IT" pitchFamily="2" charset="0"/>
              </a:rPr>
              <a:t>This is only a brief description by Me of the extent of My glory.</a:t>
            </a:r>
            <a:endParaRPr lang="en-US" sz="2800" b="1" dirty="0">
              <a:latin typeface="URW Palladio IT" pitchFamily="2" charset="0"/>
            </a:endParaRPr>
          </a:p>
        </p:txBody>
      </p:sp>
    </p:spTree>
    <p:extLst>
      <p:ext uri="{BB962C8B-B14F-4D97-AF65-F5344CB8AC3E}">
        <p14:creationId xmlns:p14="http://schemas.microsoft.com/office/powerpoint/2010/main" val="757970416"/>
      </p:ext>
    </p:extLst>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609759" y="333451"/>
            <a:ext cx="10975659" cy="6336704"/>
          </a:xfrm>
          <a:prstGeom prst="rect">
            <a:avLst/>
          </a:prstGeom>
        </p:spPr>
        <p:txBody>
          <a:bodyPr lIns="94507" tIns="47259" rIns="94507" bIns="47259">
            <a:norm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eaLnBrk="1" hangingPunct="1">
              <a:buNone/>
            </a:pPr>
            <a:r>
              <a:rPr lang="hi-IN" sz="2800" b="1" dirty="0">
                <a:latin typeface="Sanskrit 2003" pitchFamily="2" charset="-78"/>
                <a:cs typeface="Sanskrit 2003" pitchFamily="2" charset="-78"/>
              </a:rPr>
              <a:t>६.</a:t>
            </a:r>
            <a:r>
              <a:rPr lang="en-CA" sz="2800" b="1" dirty="0">
                <a:latin typeface="Sanskrit 2003" pitchFamily="2" charset="-78"/>
                <a:cs typeface="Sanskrit 2003" pitchFamily="2" charset="-78"/>
              </a:rPr>
              <a:t>	</a:t>
            </a:r>
            <a:r>
              <a:rPr lang="hi-IN" sz="2800" b="1" dirty="0">
                <a:latin typeface="Sanskrit 2003" pitchFamily="2" charset="-78"/>
                <a:cs typeface="Sanskrit 2003" pitchFamily="2" charset="-78"/>
              </a:rPr>
              <a:t>यद्यद्विभूतिमत्सत्त्वं श्रीमदूर्जितमॆव वा</a:t>
            </a:r>
            <a:r>
              <a:rPr lang="en-US" sz="2800" b="1" dirty="0">
                <a:latin typeface="Sanskrit 2003" pitchFamily="2" charset="-78"/>
                <a:cs typeface="Sanskrit 2003" pitchFamily="2" charset="-78"/>
              </a:rPr>
              <a:t> ।</a:t>
            </a:r>
            <a:endParaRPr lang="hi-IN" sz="2800" b="1" dirty="0">
              <a:latin typeface="Sanskrit 2003" pitchFamily="2" charset="-78"/>
              <a:cs typeface="Sanskrit 2003" pitchFamily="2" charset="-78"/>
            </a:endParaRPr>
          </a:p>
          <a:p>
            <a:pPr marL="0" indent="0" eaLnBrk="1" hangingPunct="1">
              <a:buNone/>
            </a:pPr>
            <a:r>
              <a:rPr lang="en-US" sz="2800" b="1" dirty="0">
                <a:latin typeface="Sanskrit 2003" pitchFamily="2" charset="-78"/>
                <a:cs typeface="Sanskrit 2003" pitchFamily="2" charset="-78"/>
              </a:rPr>
              <a:t>	</a:t>
            </a:r>
            <a:r>
              <a:rPr lang="hi-IN" sz="2800" b="1" dirty="0">
                <a:latin typeface="Sanskrit 2003" pitchFamily="2" charset="-78"/>
                <a:cs typeface="Sanskrit 2003" pitchFamily="2" charset="-78"/>
              </a:rPr>
              <a:t>तत्तदॆवावगच्छ त्वं मम </a:t>
            </a:r>
            <a:r>
              <a:rPr lang="en-IN" sz="2800" b="1" dirty="0" err="1">
                <a:solidFill>
                  <a:srgbClr val="000000"/>
                </a:solidFill>
                <a:latin typeface="Sanskrit 99" pitchFamily="2" charset="0"/>
              </a:rPr>
              <a:t>tejae</a:t>
            </a:r>
            <a:r>
              <a:rPr lang="en-IN" sz="2800" b="1" dirty="0">
                <a:solidFill>
                  <a:srgbClr val="000000"/>
                </a:solidFill>
                <a:latin typeface="Sanskrit 99" pitchFamily="2" charset="0"/>
              </a:rPr>
              <a:t>&lt;=</a:t>
            </a:r>
            <a:r>
              <a:rPr lang="en-IN" sz="2800" b="1" dirty="0" err="1">
                <a:solidFill>
                  <a:srgbClr val="000000"/>
                </a:solidFill>
                <a:latin typeface="Sanskrit 99" pitchFamily="2" charset="0"/>
              </a:rPr>
              <a:t>zsMÉvm</a:t>
            </a:r>
            <a:r>
              <a:rPr lang="en-IN" sz="2800" b="1" dirty="0">
                <a:solidFill>
                  <a:srgbClr val="000000"/>
                </a:solidFill>
                <a:latin typeface="Sanskrit 99" pitchFamily="2" charset="0"/>
              </a:rPr>
              <a:t>!</a:t>
            </a:r>
            <a:r>
              <a:rPr lang="hi-IN" sz="2800" b="1" dirty="0">
                <a:latin typeface="Sanskrit 2003" pitchFamily="2" charset="-78"/>
                <a:cs typeface="Sanskrit 2003" pitchFamily="2" charset="-78"/>
              </a:rPr>
              <a:t>॥१०.४१॥</a:t>
            </a:r>
            <a:endParaRPr lang="en-US" sz="2800" b="1" dirty="0">
              <a:latin typeface="Sanskrit 2003" pitchFamily="2" charset="-78"/>
              <a:cs typeface="Sanskrit 2003" pitchFamily="2" charset="-78"/>
            </a:endParaRPr>
          </a:p>
          <a:p>
            <a:pPr marL="0" indent="0" eaLnBrk="1" hangingPunct="1">
              <a:spcBef>
                <a:spcPts val="620"/>
              </a:spcBef>
              <a:buNone/>
            </a:pPr>
            <a:r>
              <a:rPr lang="en-US" sz="2800" b="1" dirty="0">
                <a:latin typeface="URW Palladio ITU" pitchFamily="2" charset="0"/>
                <a:cs typeface="Sanskrit 2003" pitchFamily="2" charset="-78"/>
              </a:rPr>
              <a:t>6. 	</a:t>
            </a:r>
            <a:r>
              <a:rPr lang="en-US" sz="2800" b="1" dirty="0" err="1">
                <a:latin typeface="URW Palladio IT" pitchFamily="2" charset="0"/>
                <a:cs typeface="Sanskrit 2003" pitchFamily="2" charset="-78"/>
              </a:rPr>
              <a:t>Yadyadvibhūtimat</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sattvaṁ</a:t>
            </a:r>
            <a:r>
              <a:rPr lang="en-US" sz="2800" b="1" dirty="0">
                <a:latin typeface="URW Palladio IT" pitchFamily="2" charset="0"/>
                <a:cs typeface="Sanskrit 2003" pitchFamily="2" charset="-78"/>
              </a:rPr>
              <a:t> </a:t>
            </a:r>
          </a:p>
          <a:p>
            <a:pPr marL="0" indent="0" eaLnBrk="1" hangingPunct="1">
              <a:buNone/>
            </a:pP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Śrīmadūrjitameva</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vā</a:t>
            </a:r>
            <a:r>
              <a:rPr lang="en-US" sz="2800" b="1" dirty="0">
                <a:latin typeface="URW Palladio IT" pitchFamily="2" charset="0"/>
                <a:cs typeface="Sanskrit 2003" pitchFamily="2" charset="-78"/>
              </a:rPr>
              <a:t> </a:t>
            </a:r>
            <a:r>
              <a:rPr lang="hi-IN" sz="2800" b="1" dirty="0">
                <a:solidFill>
                  <a:srgbClr val="000000"/>
                </a:solidFill>
                <a:latin typeface="URW Palladio IT" pitchFamily="2" charset="0"/>
                <a:cs typeface="Sanskrit 2003" pitchFamily="2" charset="-78"/>
              </a:rPr>
              <a:t>।</a:t>
            </a:r>
            <a:endParaRPr lang="en-US" sz="2800" b="1" dirty="0">
              <a:latin typeface="URW Palladio IT" pitchFamily="2" charset="0"/>
              <a:cs typeface="Sanskrit 2003" pitchFamily="2" charset="-78"/>
            </a:endParaRPr>
          </a:p>
          <a:p>
            <a:pPr marL="0" indent="0" eaLnBrk="1" hangingPunct="1">
              <a:buNone/>
            </a:pP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Tattadevāvagaccha</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tvaṁ</a:t>
            </a:r>
            <a:r>
              <a:rPr lang="en-US" sz="2800" b="1" dirty="0">
                <a:latin typeface="URW Palladio IT" pitchFamily="2" charset="0"/>
                <a:cs typeface="Sanskrit 2003" pitchFamily="2" charset="-78"/>
              </a:rPr>
              <a:t> mama </a:t>
            </a:r>
          </a:p>
          <a:p>
            <a:pPr marL="0" indent="0" eaLnBrk="1" hangingPunct="1">
              <a:buNone/>
            </a:pP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Tejō</a:t>
            </a:r>
            <a:r>
              <a:rPr lang="en-US" sz="2800" b="1" dirty="0">
                <a:latin typeface="URW Palladio IT" pitchFamily="2" charset="0"/>
                <a:cs typeface="Sanskrit 2003" pitchFamily="2" charset="-78"/>
              </a:rPr>
              <a:t>:'</a:t>
            </a:r>
            <a:r>
              <a:rPr lang="en-US" sz="2800" b="1" dirty="0" err="1">
                <a:latin typeface="URW Palladio IT" pitchFamily="2" charset="0"/>
                <a:cs typeface="Sanskrit 2003" pitchFamily="2" charset="-78"/>
              </a:rPr>
              <a:t>ṁśasambhavam</a:t>
            </a:r>
            <a:r>
              <a:rPr lang="en-US" sz="2800" b="1" dirty="0">
                <a:latin typeface="URW Palladio IT" pitchFamily="2" charset="0"/>
                <a:cs typeface="Sanskrit 2003" pitchFamily="2" charset="-78"/>
              </a:rPr>
              <a:t> ||10.41||</a:t>
            </a:r>
          </a:p>
          <a:p>
            <a:pPr marL="0" indent="0" eaLnBrk="1" hangingPunct="1">
              <a:buNone/>
            </a:pPr>
            <a:endParaRPr lang="en-US" sz="3600" b="1" dirty="0">
              <a:latin typeface="URW Palladio IT" pitchFamily="2" charset="0"/>
              <a:cs typeface="Sanskrit 2003" pitchFamily="2" charset="-78"/>
            </a:endParaRPr>
          </a:p>
          <a:p>
            <a:pPr marL="0" indent="0" eaLnBrk="1" hangingPunct="1">
              <a:spcBef>
                <a:spcPts val="1861"/>
              </a:spcBef>
              <a:buNone/>
            </a:pPr>
            <a:r>
              <a:rPr lang="kn-IN" sz="2800" b="1" dirty="0"/>
              <a:t>೬. </a:t>
            </a:r>
            <a:r>
              <a:rPr lang="en-US" sz="2800" b="1" dirty="0"/>
              <a:t>	</a:t>
            </a:r>
            <a:r>
              <a:rPr lang="kn-IN" sz="2400" b="1" dirty="0"/>
              <a:t>ಯದ್ಯದ್ ವಿಭೂತಿಮತ್ ಸತ್ತ್ವಂ ಶ್ರೀಮದೂರ್ಜಿತಮೇವ ವಾ</a:t>
            </a:r>
            <a:r>
              <a:rPr lang="en-US" sz="2400" b="1" dirty="0"/>
              <a:t> </a:t>
            </a:r>
            <a:r>
              <a:rPr lang="hi-IN" sz="2400" b="1" dirty="0">
                <a:solidFill>
                  <a:srgbClr val="000000"/>
                </a:solidFill>
                <a:latin typeface="Sanskrit 2003" pitchFamily="2" charset="-78"/>
                <a:cs typeface="Sanskrit 2003" pitchFamily="2" charset="-78"/>
              </a:rPr>
              <a:t>।</a:t>
            </a:r>
            <a:endParaRPr lang="en-US" sz="2400" b="1" dirty="0"/>
          </a:p>
          <a:p>
            <a:pPr marL="0" indent="0" eaLnBrk="1" hangingPunct="1">
              <a:spcBef>
                <a:spcPts val="620"/>
              </a:spcBef>
              <a:buNone/>
            </a:pPr>
            <a:r>
              <a:rPr lang="en-US" sz="2400" b="1" dirty="0"/>
              <a:t>	</a:t>
            </a:r>
            <a:r>
              <a:rPr lang="kn-IN" sz="2400" b="1" dirty="0"/>
              <a:t>ತತ್ತದೇವಾವಗಚ್ಛ ತ್ವಂ ಮಮ ತೇಜೋಽಂಶಸಂಭವಂ ||೧೦.೪೧||</a:t>
            </a:r>
            <a:endParaRPr lang="en-US" sz="2400" b="1" dirty="0"/>
          </a:p>
          <a:p>
            <a:pPr marL="0" indent="0" eaLnBrk="1" hangingPunct="1">
              <a:spcBef>
                <a:spcPts val="620"/>
              </a:spcBef>
              <a:buNone/>
            </a:pPr>
            <a:endParaRPr lang="en-US" sz="300" b="1" dirty="0"/>
          </a:p>
          <a:p>
            <a:pPr marL="0" indent="0" algn="just" eaLnBrk="1" hangingPunct="1">
              <a:spcBef>
                <a:spcPts val="620"/>
              </a:spcBef>
              <a:buNone/>
            </a:pPr>
            <a:r>
              <a:rPr lang="en-US" sz="2400" b="1" dirty="0">
                <a:latin typeface="URW Palladio IT" pitchFamily="2" charset="0"/>
              </a:rPr>
              <a:t>	</a:t>
            </a:r>
            <a:r>
              <a:rPr lang="en-US" sz="2000" b="1" dirty="0">
                <a:latin typeface="URW Palladio IT" pitchFamily="2" charset="0"/>
              </a:rPr>
              <a:t>Every such being as is glorious, brilliant and powerful, know that to be a part manifestation of My glory.</a:t>
            </a:r>
          </a:p>
        </p:txBody>
      </p:sp>
    </p:spTree>
    <p:extLst>
      <p:ext uri="{BB962C8B-B14F-4D97-AF65-F5344CB8AC3E}">
        <p14:creationId xmlns:p14="http://schemas.microsoft.com/office/powerpoint/2010/main" val="277295050"/>
      </p:ext>
    </p:extLst>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192931" y="157754"/>
            <a:ext cx="11585416" cy="6512400"/>
          </a:xfrm>
          <a:prstGeom prst="rect">
            <a:avLst/>
          </a:prstGeom>
        </p:spPr>
        <p:txBody>
          <a:bodyPr lIns="94507" tIns="47259" rIns="94507" bIns="47259">
            <a:no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eaLnBrk="1" hangingPunct="1">
              <a:buNone/>
              <a:defRPr/>
            </a:pPr>
            <a:r>
              <a:rPr lang="hi-IN" sz="3200" b="1" dirty="0">
                <a:effectLst>
                  <a:outerShdw blurRad="38100" dist="38100" dir="2700000" algn="tl">
                    <a:srgbClr val="C0C0C0"/>
                  </a:outerShdw>
                </a:effectLst>
                <a:latin typeface="Sanskrit 2003" pitchFamily="2" charset="-78"/>
                <a:cs typeface="Sanskrit 2003" pitchFamily="2" charset="-78"/>
              </a:rPr>
              <a:t>७</a:t>
            </a:r>
            <a:r>
              <a:rPr lang="hi-IN" sz="3200" b="1" dirty="0">
                <a:latin typeface="Sanskrit 2003" pitchFamily="2" charset="-78"/>
                <a:cs typeface="Sanskrit 2003" pitchFamily="2" charset="-78"/>
              </a:rPr>
              <a:t>.</a:t>
            </a:r>
            <a:r>
              <a:rPr lang="en-CA" sz="3200" b="1" dirty="0">
                <a:latin typeface="Sanskrit 2003" pitchFamily="2" charset="-78"/>
                <a:cs typeface="Sanskrit 2003" pitchFamily="2" charset="-78"/>
              </a:rPr>
              <a:t>	</a:t>
            </a:r>
            <a:r>
              <a:rPr lang="hi-IN" sz="3200" b="1" dirty="0">
                <a:latin typeface="Sanskrit 2003" pitchFamily="2" charset="-78"/>
                <a:cs typeface="Sanskrit 2003" pitchFamily="2" charset="-78"/>
              </a:rPr>
              <a:t>मय्यॆव मन आधत्स्व मयि बुद्धिं निवॆशय</a:t>
            </a:r>
            <a:r>
              <a:rPr lang="en-US" sz="3200" b="1" dirty="0">
                <a:latin typeface="Sanskrit 2003" pitchFamily="2" charset="-78"/>
                <a:cs typeface="Sanskrit 2003" pitchFamily="2" charset="-78"/>
              </a:rPr>
              <a:t> ।</a:t>
            </a:r>
            <a:endParaRPr lang="hi-IN" sz="3200" b="1" dirty="0">
              <a:latin typeface="Sanskrit 2003" pitchFamily="2" charset="-78"/>
              <a:cs typeface="Sanskrit 2003" pitchFamily="2" charset="-78"/>
            </a:endParaRPr>
          </a:p>
          <a:p>
            <a:pPr marL="0" indent="0" eaLnBrk="1" hangingPunct="1">
              <a:buNone/>
              <a:defRPr/>
            </a:pPr>
            <a:r>
              <a:rPr lang="en-US" sz="3200" b="1" dirty="0">
                <a:latin typeface="Sanskrit 2003" pitchFamily="2" charset="-78"/>
                <a:cs typeface="Sanskrit 2003" pitchFamily="2" charset="-78"/>
              </a:rPr>
              <a:t>	</a:t>
            </a:r>
            <a:r>
              <a:rPr lang="hi-IN" sz="3200" b="1" dirty="0">
                <a:latin typeface="Sanskrit 2003" pitchFamily="2" charset="-78"/>
                <a:cs typeface="Sanskrit 2003" pitchFamily="2" charset="-78"/>
              </a:rPr>
              <a:t>निवसिष्यसि मय्यॆव अत ऊर्ध्वं न</a:t>
            </a:r>
            <a:r>
              <a:rPr lang="en-US" sz="3200" b="1" dirty="0">
                <a:latin typeface="Sanskrit 2003" pitchFamily="2" charset="-78"/>
                <a:cs typeface="Sanskrit 2003" pitchFamily="2" charset="-78"/>
              </a:rPr>
              <a:t> </a:t>
            </a:r>
            <a:r>
              <a:rPr lang="hi-IN" sz="3200" b="1" dirty="0">
                <a:latin typeface="Sanskrit 2003" pitchFamily="2" charset="-78"/>
                <a:cs typeface="Sanskrit 2003" pitchFamily="2" charset="-78"/>
              </a:rPr>
              <a:t>संशयः॥१२.८॥</a:t>
            </a:r>
            <a:endParaRPr lang="en-US" sz="3200" b="1" dirty="0">
              <a:latin typeface="Sanskrit 2003" pitchFamily="2" charset="-78"/>
              <a:cs typeface="Sanskrit 2003" pitchFamily="2" charset="-78"/>
            </a:endParaRPr>
          </a:p>
          <a:p>
            <a:pPr marL="0" indent="0" eaLnBrk="1" hangingPunct="1">
              <a:spcBef>
                <a:spcPts val="620"/>
              </a:spcBef>
              <a:buNone/>
              <a:defRPr/>
            </a:pPr>
            <a:r>
              <a:rPr lang="en-US" sz="2800" b="1" dirty="0">
                <a:latin typeface="URW Palladio ITU" pitchFamily="2" charset="0"/>
                <a:cs typeface="Sanskrit 2003" pitchFamily="2" charset="-78"/>
              </a:rPr>
              <a:t>7. 	</a:t>
            </a:r>
            <a:r>
              <a:rPr lang="en-US" sz="2800" b="1" dirty="0" err="1">
                <a:latin typeface="URW Palladio IT" pitchFamily="2" charset="0"/>
                <a:cs typeface="Sanskrit 2003" pitchFamily="2" charset="-78"/>
              </a:rPr>
              <a:t>Mayyeva</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mana</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ādhatsva</a:t>
            </a:r>
            <a:r>
              <a:rPr lang="en-US" sz="2800" b="1" dirty="0">
                <a:latin typeface="URW Palladio IT" pitchFamily="2" charset="0"/>
                <a:cs typeface="Sanskrit 2003" pitchFamily="2" charset="-78"/>
              </a:rPr>
              <a:t> </a:t>
            </a:r>
          </a:p>
          <a:p>
            <a:pPr marL="0" indent="0" eaLnBrk="1" hangingPunct="1">
              <a:buNone/>
              <a:defRPr/>
            </a:pP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Mayi</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buddhiṁ</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niveśaya</a:t>
            </a:r>
            <a:r>
              <a:rPr lang="en-US" sz="2800" b="1" dirty="0">
                <a:latin typeface="URW Palladio IT" pitchFamily="2" charset="0"/>
                <a:cs typeface="Sanskrit 2003" pitchFamily="2" charset="-78"/>
              </a:rPr>
              <a:t> </a:t>
            </a:r>
            <a:r>
              <a:rPr lang="hi-IN" sz="2800" b="1" dirty="0">
                <a:solidFill>
                  <a:srgbClr val="000000"/>
                </a:solidFill>
                <a:latin typeface="URW Palladio IT" pitchFamily="2" charset="0"/>
                <a:cs typeface="Sanskrit 2003" pitchFamily="2" charset="-78"/>
              </a:rPr>
              <a:t>।</a:t>
            </a:r>
            <a:endParaRPr lang="en-US" sz="2800" b="1" dirty="0">
              <a:latin typeface="URW Palladio IT" pitchFamily="2" charset="0"/>
              <a:cs typeface="Sanskrit 2003" pitchFamily="2" charset="-78"/>
            </a:endParaRPr>
          </a:p>
          <a:p>
            <a:pPr marL="0" indent="0" eaLnBrk="1" hangingPunct="1">
              <a:buNone/>
              <a:defRPr/>
            </a:pP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Nivasiṣyasi</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mayyeva</a:t>
            </a:r>
            <a:r>
              <a:rPr lang="en-US" sz="2800" b="1" dirty="0">
                <a:latin typeface="URW Palladio IT" pitchFamily="2" charset="0"/>
                <a:cs typeface="Sanskrit 2003" pitchFamily="2" charset="-78"/>
              </a:rPr>
              <a:t> </a:t>
            </a:r>
          </a:p>
          <a:p>
            <a:pPr marL="0" indent="0" eaLnBrk="1" hangingPunct="1">
              <a:buNone/>
              <a:defRPr/>
            </a:pPr>
            <a:r>
              <a:rPr lang="en-US" sz="2800" b="1" dirty="0">
                <a:latin typeface="URW Palladio IT" pitchFamily="2" charset="0"/>
                <a:cs typeface="Sanskrit 2003" pitchFamily="2" charset="-78"/>
              </a:rPr>
              <a:t>	Ata </a:t>
            </a:r>
            <a:r>
              <a:rPr lang="en-US" sz="2800" b="1" dirty="0" err="1">
                <a:latin typeface="URW Palladio IT" pitchFamily="2" charset="0"/>
                <a:cs typeface="Sanskrit 2003" pitchFamily="2" charset="-78"/>
              </a:rPr>
              <a:t>ūrdhvaṁ</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na</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saṁśayaḥ</a:t>
            </a:r>
            <a:r>
              <a:rPr lang="en-US" sz="2800" b="1" dirty="0">
                <a:latin typeface="URW Palladio IT" pitchFamily="2" charset="0"/>
                <a:cs typeface="Sanskrit 2003" pitchFamily="2" charset="-78"/>
              </a:rPr>
              <a:t> ||12.8||</a:t>
            </a:r>
          </a:p>
          <a:p>
            <a:pPr marL="0" indent="0" eaLnBrk="1" hangingPunct="1">
              <a:buNone/>
              <a:defRPr/>
            </a:pPr>
            <a:endParaRPr lang="en-US" sz="2800" b="1" dirty="0">
              <a:latin typeface="URW Palladio IT" pitchFamily="2" charset="0"/>
              <a:cs typeface="Sanskrit 2003" pitchFamily="2" charset="-78"/>
            </a:endParaRPr>
          </a:p>
          <a:p>
            <a:pPr marL="0" indent="0" eaLnBrk="1" hangingPunct="1">
              <a:spcBef>
                <a:spcPts val="1861"/>
              </a:spcBef>
              <a:buNone/>
              <a:defRPr/>
            </a:pPr>
            <a:r>
              <a:rPr lang="kn-IN" sz="2800" b="1" dirty="0"/>
              <a:t>೭. </a:t>
            </a:r>
            <a:r>
              <a:rPr lang="en-US" sz="2800" b="1" dirty="0"/>
              <a:t>	</a:t>
            </a:r>
            <a:r>
              <a:rPr lang="kn-IN" sz="2800" b="1" dirty="0"/>
              <a:t>ಮಯ್ಯೇವ ಮನ ಆಧತ್ಸ್ವಮಯಿ ಬುದ್ಧಿಂ ನಿವೇಶಯ</a:t>
            </a:r>
            <a:r>
              <a:rPr lang="en-US" sz="2800" b="1" dirty="0"/>
              <a:t> </a:t>
            </a:r>
            <a:r>
              <a:rPr lang="hi-IN" sz="2800" b="1" dirty="0">
                <a:solidFill>
                  <a:srgbClr val="000000"/>
                </a:solidFill>
                <a:latin typeface="Sanskrit 2003" pitchFamily="2" charset="-78"/>
                <a:cs typeface="Sanskrit 2003" pitchFamily="2" charset="-78"/>
              </a:rPr>
              <a:t>।</a:t>
            </a:r>
            <a:endParaRPr lang="en-US" sz="2800" b="1" dirty="0"/>
          </a:p>
          <a:p>
            <a:pPr marL="0" indent="0" eaLnBrk="1" hangingPunct="1">
              <a:spcBef>
                <a:spcPts val="620"/>
              </a:spcBef>
              <a:buNone/>
              <a:defRPr/>
            </a:pPr>
            <a:r>
              <a:rPr lang="en-US" sz="2800" b="1" dirty="0"/>
              <a:t>	</a:t>
            </a:r>
            <a:r>
              <a:rPr lang="kn-IN" sz="2800" b="1" dirty="0"/>
              <a:t>ನಿವಸಿಷ್ಯಸಿ ಮಯ್ಯೇವ ಅತ ಊರ್ಧ್ವಂ ನ ಸಂಶಯಃ ||೧೨.೮||</a:t>
            </a:r>
            <a:endParaRPr lang="en-US" sz="2800" b="1" dirty="0"/>
          </a:p>
          <a:p>
            <a:pPr marL="0" indent="0" algn="just" eaLnBrk="1" hangingPunct="1">
              <a:spcBef>
                <a:spcPts val="620"/>
              </a:spcBef>
              <a:buNone/>
              <a:defRPr/>
            </a:pPr>
            <a:r>
              <a:rPr lang="en-US" sz="3200" b="1" dirty="0"/>
              <a:t>                 </a:t>
            </a:r>
          </a:p>
          <a:p>
            <a:pPr marL="0" indent="0" algn="just" eaLnBrk="1" hangingPunct="1">
              <a:spcBef>
                <a:spcPts val="620"/>
              </a:spcBef>
              <a:buNone/>
              <a:defRPr/>
            </a:pPr>
            <a:r>
              <a:rPr lang="en-US" sz="3200" b="1" dirty="0"/>
              <a:t>                 </a:t>
            </a:r>
            <a:r>
              <a:rPr lang="en-US" sz="2000" b="1" dirty="0">
                <a:latin typeface="URW Palladio IT" pitchFamily="2" charset="0"/>
              </a:rPr>
              <a:t>Therefore, fix your mind on Me, and establish your intellect in Me alone; thereafter you will abide solely in Me. There is no doubt about it.</a:t>
            </a:r>
          </a:p>
        </p:txBody>
      </p:sp>
    </p:spTree>
    <p:extLst>
      <p:ext uri="{BB962C8B-B14F-4D97-AF65-F5344CB8AC3E}">
        <p14:creationId xmlns:p14="http://schemas.microsoft.com/office/powerpoint/2010/main" val="1802983835"/>
      </p:ext>
    </p:extLst>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609759" y="254200"/>
            <a:ext cx="10975659" cy="7455740"/>
          </a:xfrm>
          <a:prstGeom prst="rect">
            <a:avLst/>
          </a:prstGeom>
        </p:spPr>
        <p:txBody>
          <a:bodyPr lIns="94507" tIns="47259" rIns="94507" bIns="47259">
            <a:norm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algn="ctr">
              <a:lnSpc>
                <a:spcPct val="150000"/>
              </a:lnSpc>
              <a:buNone/>
            </a:pPr>
            <a:endParaRPr lang="en-US" sz="5600" b="1" dirty="0">
              <a:latin typeface="Sanskrit 2003" pitchFamily="2" charset="-78"/>
              <a:cs typeface="Sanskrit 2003" pitchFamily="2" charset="-78"/>
            </a:endParaRPr>
          </a:p>
          <a:p>
            <a:pPr algn="ctr">
              <a:lnSpc>
                <a:spcPct val="150000"/>
              </a:lnSpc>
              <a:buNone/>
            </a:pPr>
            <a:r>
              <a:rPr lang="hi-IN" sz="5600" b="1" dirty="0">
                <a:latin typeface="Sanskrit 2003" pitchFamily="2" charset="-78"/>
                <a:cs typeface="Sanskrit 2003" pitchFamily="2" charset="-78"/>
              </a:rPr>
              <a:t>अर्जुन उवाच</a:t>
            </a:r>
          </a:p>
          <a:p>
            <a:pPr algn="ctr">
              <a:lnSpc>
                <a:spcPct val="150000"/>
              </a:lnSpc>
              <a:buNone/>
            </a:pPr>
            <a:r>
              <a:rPr lang="en-US" sz="5600" b="1" dirty="0" err="1">
                <a:latin typeface="URW Palladio IT" pitchFamily="2" charset="0"/>
                <a:cs typeface="Sanskrit 2003" pitchFamily="2" charset="-78"/>
              </a:rPr>
              <a:t>Arjuna</a:t>
            </a:r>
            <a:r>
              <a:rPr lang="en-US" sz="5600" b="1" dirty="0">
                <a:latin typeface="URW Palladio IT" pitchFamily="2" charset="0"/>
                <a:cs typeface="Sanskrit 2003" pitchFamily="2" charset="-78"/>
              </a:rPr>
              <a:t> </a:t>
            </a:r>
            <a:r>
              <a:rPr lang="en-US" sz="5600" b="1" dirty="0" err="1">
                <a:latin typeface="URW Palladio IT" pitchFamily="2" charset="0"/>
                <a:cs typeface="Sanskrit 2003" pitchFamily="2" charset="-78"/>
              </a:rPr>
              <a:t>uvāca</a:t>
            </a:r>
            <a:endParaRPr lang="en-US" sz="5600" b="1" dirty="0">
              <a:latin typeface="URW Palladio IT" pitchFamily="2" charset="0"/>
              <a:cs typeface="Sanskrit 2003" pitchFamily="2" charset="-78"/>
            </a:endParaRPr>
          </a:p>
          <a:p>
            <a:pPr algn="ctr">
              <a:lnSpc>
                <a:spcPct val="150000"/>
              </a:lnSpc>
              <a:buNone/>
            </a:pPr>
            <a:r>
              <a:rPr lang="kn-IN" sz="4934" b="1" dirty="0">
                <a:latin typeface="Arial" pitchFamily="34" charset="0"/>
                <a:cs typeface="Arial" pitchFamily="34" charset="0"/>
              </a:rPr>
              <a:t>ಅರ್ಜುನ ಉವಾಚ</a:t>
            </a:r>
            <a:endParaRPr lang="en-US" sz="4934" dirty="0"/>
          </a:p>
        </p:txBody>
      </p:sp>
    </p:spTree>
    <p:extLst>
      <p:ext uri="{BB962C8B-B14F-4D97-AF65-F5344CB8AC3E}">
        <p14:creationId xmlns:p14="http://schemas.microsoft.com/office/powerpoint/2010/main" val="1406988843"/>
      </p:ext>
    </p:extLst>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1" y="0"/>
            <a:ext cx="12074250" cy="6742162"/>
          </a:xfrm>
          <a:prstGeom prst="rect">
            <a:avLst/>
          </a:prstGeom>
        </p:spPr>
        <p:txBody>
          <a:bodyPr lIns="94507" tIns="47259" rIns="94507" bIns="47259">
            <a:norm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eaLnBrk="1" hangingPunct="1">
              <a:buNone/>
              <a:defRPr/>
            </a:pPr>
            <a:endParaRPr lang="hi-IN" sz="300" b="1" dirty="0">
              <a:latin typeface="Sanskrit 2003" pitchFamily="2" charset="-78"/>
              <a:cs typeface="Sanskrit 2003" pitchFamily="2" charset="-78"/>
            </a:endParaRPr>
          </a:p>
          <a:p>
            <a:pPr marL="0" indent="0" eaLnBrk="1" hangingPunct="1">
              <a:buNone/>
              <a:defRPr/>
            </a:pPr>
            <a:r>
              <a:rPr lang="hi-IN" sz="2800" b="1" dirty="0">
                <a:effectLst>
                  <a:outerShdw blurRad="38100" dist="38100" dir="2700000" algn="tl">
                    <a:srgbClr val="C0C0C0"/>
                  </a:outerShdw>
                </a:effectLst>
                <a:latin typeface="Sanskrit 2003" pitchFamily="2" charset="-78"/>
                <a:cs typeface="Sanskrit 2003" pitchFamily="2" charset="-78"/>
              </a:rPr>
              <a:t>८.</a:t>
            </a:r>
            <a:r>
              <a:rPr lang="en-CA" sz="2800" b="1" dirty="0">
                <a:effectLst>
                  <a:outerShdw blurRad="38100" dist="38100" dir="2700000" algn="tl">
                    <a:srgbClr val="C0C0C0"/>
                  </a:outerShdw>
                </a:effectLst>
                <a:latin typeface="Sanskrit 2003" pitchFamily="2" charset="-78"/>
                <a:cs typeface="Sanskrit 2003" pitchFamily="2" charset="-78"/>
              </a:rPr>
              <a:t>	</a:t>
            </a:r>
            <a:r>
              <a:rPr lang="hi-IN" sz="2800" b="1" dirty="0">
                <a:latin typeface="Sanskrit 2003" pitchFamily="2" charset="-78"/>
                <a:cs typeface="Sanskrit 2003" pitchFamily="2" charset="-78"/>
              </a:rPr>
              <a:t>एवमेतद्यथात्थ</a:t>
            </a:r>
            <a:r>
              <a:rPr lang="en-US" sz="2800" b="1" dirty="0">
                <a:latin typeface="Sanskrit 2003" pitchFamily="2" charset="-78"/>
                <a:cs typeface="Sanskrit 2003" pitchFamily="2" charset="-78"/>
              </a:rPr>
              <a:t> </a:t>
            </a:r>
            <a:r>
              <a:rPr lang="hi-IN" sz="2800" b="1" dirty="0">
                <a:latin typeface="Sanskrit 2003" pitchFamily="2" charset="-78"/>
                <a:cs typeface="Sanskrit 2003" pitchFamily="2" charset="-78"/>
              </a:rPr>
              <a:t>त्वमात्मानं परमॆश्वर</a:t>
            </a:r>
            <a:r>
              <a:rPr lang="en-US" sz="2800" b="1" dirty="0">
                <a:latin typeface="Sanskrit 2003" pitchFamily="2" charset="-78"/>
                <a:cs typeface="Sanskrit 2003" pitchFamily="2" charset="-78"/>
              </a:rPr>
              <a:t> ।</a:t>
            </a:r>
            <a:endParaRPr lang="hi-IN" sz="2800" b="1" dirty="0">
              <a:latin typeface="Sanskrit 2003" pitchFamily="2" charset="-78"/>
              <a:cs typeface="Sanskrit 2003" pitchFamily="2" charset="-78"/>
            </a:endParaRPr>
          </a:p>
          <a:p>
            <a:pPr marL="0" indent="0" eaLnBrk="1" hangingPunct="1">
              <a:buNone/>
              <a:defRPr/>
            </a:pPr>
            <a:r>
              <a:rPr lang="en-US" sz="2800" b="1" dirty="0">
                <a:latin typeface="Sanskrit 2003" pitchFamily="2" charset="-78"/>
                <a:cs typeface="Sanskrit 2003" pitchFamily="2" charset="-78"/>
              </a:rPr>
              <a:t>	</a:t>
            </a:r>
            <a:r>
              <a:rPr lang="hi-IN" sz="2800" b="1" dirty="0">
                <a:latin typeface="Sanskrit 2003" pitchFamily="2" charset="-78"/>
                <a:cs typeface="Sanskrit 2003" pitchFamily="2" charset="-78"/>
              </a:rPr>
              <a:t>द्रष्टुमिच्छामि तॆ रुपमैश्वरं पुरुषॊत्तम ॥११.३॥</a:t>
            </a:r>
            <a:endParaRPr lang="en-US" sz="2800" b="1" dirty="0">
              <a:latin typeface="Sanskrit 2003" pitchFamily="2" charset="-78"/>
              <a:cs typeface="Sanskrit 2003" pitchFamily="2" charset="-78"/>
            </a:endParaRPr>
          </a:p>
          <a:p>
            <a:pPr marL="0" indent="0" eaLnBrk="1" hangingPunct="1">
              <a:spcBef>
                <a:spcPts val="620"/>
              </a:spcBef>
              <a:buNone/>
              <a:defRPr/>
            </a:pPr>
            <a:endParaRPr lang="en-US" sz="300" b="1" dirty="0">
              <a:latin typeface="URW Palladio ITU" pitchFamily="2" charset="0"/>
              <a:cs typeface="Sanskrit 2003" pitchFamily="2" charset="-78"/>
            </a:endParaRPr>
          </a:p>
          <a:p>
            <a:pPr marL="0" indent="0" eaLnBrk="1" hangingPunct="1">
              <a:buNone/>
              <a:defRPr/>
            </a:pPr>
            <a:r>
              <a:rPr lang="en-US" sz="2800" b="1" dirty="0">
                <a:latin typeface="URW Palladio IT" pitchFamily="2" charset="0"/>
                <a:cs typeface="Sanskrit 2003" pitchFamily="2" charset="-78"/>
              </a:rPr>
              <a:t>8.     </a:t>
            </a:r>
            <a:r>
              <a:rPr lang="en-US" sz="2800" b="1" dirty="0" err="1">
                <a:latin typeface="URW Palladio IT" pitchFamily="2" charset="0"/>
                <a:cs typeface="Sanskrit 2003" pitchFamily="2" charset="-78"/>
              </a:rPr>
              <a:t>Evametad</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yathātthatvaṁ</a:t>
            </a:r>
            <a:r>
              <a:rPr lang="en-US" sz="2800" b="1" dirty="0">
                <a:latin typeface="URW Palladio IT" pitchFamily="2" charset="0"/>
                <a:cs typeface="Sanskrit 2003" pitchFamily="2" charset="-78"/>
              </a:rPr>
              <a:t> </a:t>
            </a:r>
          </a:p>
          <a:p>
            <a:pPr marL="0" indent="0" eaLnBrk="1" hangingPunct="1">
              <a:buNone/>
              <a:defRPr/>
            </a:pP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Ātmānaṁ</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parameśvara</a:t>
            </a:r>
            <a:r>
              <a:rPr lang="hi-IN" sz="2800" b="1" dirty="0">
                <a:solidFill>
                  <a:srgbClr val="000000"/>
                </a:solidFill>
                <a:latin typeface="URW Palladio IT" pitchFamily="2" charset="0"/>
                <a:cs typeface="Sanskrit 2003" pitchFamily="2" charset="-78"/>
              </a:rPr>
              <a:t> ।</a:t>
            </a:r>
            <a:endParaRPr lang="en-US" sz="2800" b="1" dirty="0">
              <a:latin typeface="URW Palladio IT" pitchFamily="2" charset="0"/>
              <a:cs typeface="Sanskrit 2003" pitchFamily="2" charset="-78"/>
            </a:endParaRPr>
          </a:p>
          <a:p>
            <a:pPr marL="0" indent="0" eaLnBrk="1" hangingPunct="1">
              <a:buNone/>
              <a:defRPr/>
            </a:pP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Draṣṭumicchāmi</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te</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rūpam</a:t>
            </a:r>
            <a:r>
              <a:rPr lang="en-US" sz="2800" b="1" dirty="0">
                <a:latin typeface="URW Palladio IT" pitchFamily="2" charset="0"/>
                <a:cs typeface="Sanskrit 2003" pitchFamily="2" charset="-78"/>
              </a:rPr>
              <a:t> </a:t>
            </a:r>
          </a:p>
          <a:p>
            <a:pPr marL="0" indent="0" eaLnBrk="1" hangingPunct="1">
              <a:buNone/>
              <a:defRPr/>
            </a:pP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Aiśvaraṁ</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puruṣottama</a:t>
            </a:r>
            <a:r>
              <a:rPr lang="en-US" sz="2800" b="1" dirty="0">
                <a:latin typeface="URW Palladio IT" pitchFamily="2" charset="0"/>
                <a:cs typeface="Sanskrit 2003" pitchFamily="2" charset="-78"/>
              </a:rPr>
              <a:t> ||11.3||</a:t>
            </a:r>
          </a:p>
          <a:p>
            <a:pPr marL="0" indent="0" eaLnBrk="1" hangingPunct="1">
              <a:buNone/>
              <a:defRPr/>
            </a:pPr>
            <a:endParaRPr lang="en-US" sz="2800" b="1" dirty="0"/>
          </a:p>
          <a:p>
            <a:pPr marL="0" indent="0" eaLnBrk="1" hangingPunct="1">
              <a:buNone/>
              <a:defRPr/>
            </a:pPr>
            <a:r>
              <a:rPr lang="kn-IN" sz="2800" b="1" dirty="0"/>
              <a:t>೮. </a:t>
            </a:r>
            <a:r>
              <a:rPr lang="kn-IN" sz="2400" b="1" dirty="0"/>
              <a:t>ಏವಮೇತದ್ ಯಥಾಽತ್ಥ ತ್ವಂ ಆತ್ಮಾನಂ ಪರಮೇಶ್ವರ</a:t>
            </a:r>
            <a:r>
              <a:rPr lang="hi-IN" sz="2400" b="1" dirty="0">
                <a:solidFill>
                  <a:srgbClr val="000000"/>
                </a:solidFill>
                <a:latin typeface="Sanskrit 2003" pitchFamily="2" charset="-78"/>
                <a:cs typeface="Sanskrit 2003" pitchFamily="2" charset="-78"/>
              </a:rPr>
              <a:t> ।</a:t>
            </a:r>
            <a:endParaRPr lang="en-US" sz="2400" b="1" dirty="0"/>
          </a:p>
          <a:p>
            <a:pPr marL="0" indent="0" eaLnBrk="1" hangingPunct="1">
              <a:buNone/>
              <a:defRPr/>
            </a:pPr>
            <a:r>
              <a:rPr lang="en-US" sz="2400" b="1" dirty="0"/>
              <a:t>	</a:t>
            </a:r>
            <a:r>
              <a:rPr lang="kn-IN" sz="2400" b="1" dirty="0"/>
              <a:t>ದ್ರಷ್ಟುಮಿಚ್ಛಾಮಿ ತೇ ರೂಪಂ ಐಶ್ವರಂ ಪುರುಷೋತ್ತಮ ||೧೧.೩||</a:t>
            </a:r>
            <a:endParaRPr lang="en-US" sz="2400" b="1" dirty="0"/>
          </a:p>
          <a:p>
            <a:pPr marL="0" indent="0" eaLnBrk="1" hangingPunct="1">
              <a:buNone/>
              <a:defRPr/>
            </a:pPr>
            <a:endParaRPr lang="en-US" sz="2800" b="1" dirty="0"/>
          </a:p>
          <a:p>
            <a:pPr marL="0" indent="0" algn="just" eaLnBrk="1" hangingPunct="1">
              <a:buNone/>
              <a:defRPr/>
            </a:pPr>
            <a:r>
              <a:rPr lang="en-US" sz="2000" b="1" dirty="0"/>
              <a:t>	</a:t>
            </a:r>
            <a:r>
              <a:rPr lang="en-US" sz="2000" b="1" dirty="0" err="1">
                <a:latin typeface="URW Palladio IT" pitchFamily="2" charset="0"/>
              </a:rPr>
              <a:t>Arjuna</a:t>
            </a:r>
            <a:r>
              <a:rPr lang="en-US" sz="2000" b="1" dirty="0">
                <a:latin typeface="URW Palladio IT" pitchFamily="2" charset="0"/>
              </a:rPr>
              <a:t> said: Lord, you are precisely what You declare Yourself to be. But I long to see Your divine form (possessed of wisdom, glory, energy, strength, valor and effulgence), O best of persons!</a:t>
            </a:r>
          </a:p>
        </p:txBody>
      </p:sp>
    </p:spTree>
    <p:extLst>
      <p:ext uri="{BB962C8B-B14F-4D97-AF65-F5344CB8AC3E}">
        <p14:creationId xmlns:p14="http://schemas.microsoft.com/office/powerpoint/2010/main" val="2238024726"/>
      </p:ext>
    </p:extLst>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480963" y="981522"/>
            <a:ext cx="11104455" cy="4975794"/>
          </a:xfrm>
          <a:prstGeom prst="rect">
            <a:avLst/>
          </a:prstGeom>
        </p:spPr>
        <p:txBody>
          <a:bodyPr lIns="94507" tIns="47259" rIns="94507" bIns="47259">
            <a:norm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algn="ctr" eaLnBrk="1" hangingPunct="1">
              <a:lnSpc>
                <a:spcPct val="150000"/>
              </a:lnSpc>
              <a:buNone/>
            </a:pPr>
            <a:r>
              <a:rPr lang="hi-IN" sz="6800" b="1" dirty="0" smtClean="0">
                <a:latin typeface="Sanskrit 2003" pitchFamily="2" charset="-78"/>
                <a:cs typeface="Sanskrit 2003" pitchFamily="2" charset="-78"/>
              </a:rPr>
              <a:t>श्रीभगवानुवाच</a:t>
            </a:r>
            <a:endParaRPr lang="hi-IN" sz="6800" b="1" dirty="0">
              <a:latin typeface="Sanskrit 2003" pitchFamily="2" charset="-78"/>
              <a:cs typeface="Sanskrit 2003" pitchFamily="2" charset="-78"/>
            </a:endParaRPr>
          </a:p>
          <a:p>
            <a:pPr marL="0" indent="0" algn="ctr" eaLnBrk="1" hangingPunct="1">
              <a:lnSpc>
                <a:spcPct val="150000"/>
              </a:lnSpc>
              <a:spcBef>
                <a:spcPts val="620"/>
              </a:spcBef>
              <a:buNone/>
            </a:pPr>
            <a:r>
              <a:rPr lang="en-US" sz="5600" b="1" dirty="0" err="1">
                <a:latin typeface="URW Palladio IT" pitchFamily="2" charset="0"/>
              </a:rPr>
              <a:t>Śrībhagavānuvāca</a:t>
            </a:r>
            <a:endParaRPr lang="kn-IN" sz="5600" b="1" dirty="0">
              <a:latin typeface="URW Palladio IT" pitchFamily="2" charset="0"/>
              <a:cs typeface="Tunga" pitchFamily="2"/>
            </a:endParaRPr>
          </a:p>
          <a:p>
            <a:pPr marL="0" indent="0" algn="ctr" eaLnBrk="1" hangingPunct="1">
              <a:lnSpc>
                <a:spcPct val="150000"/>
              </a:lnSpc>
              <a:spcBef>
                <a:spcPts val="620"/>
              </a:spcBef>
              <a:buNone/>
            </a:pPr>
            <a:r>
              <a:rPr lang="kn-IN" sz="5600" b="1" dirty="0">
                <a:latin typeface="Calibri" pitchFamily="34" charset="0"/>
                <a:cs typeface="Tunga" pitchFamily="2"/>
              </a:rPr>
              <a:t>ಶ್ರೀಭಗವಾನ್ ಉವಾಚ</a:t>
            </a:r>
          </a:p>
        </p:txBody>
      </p:sp>
    </p:spTree>
    <p:extLst>
      <p:ext uri="{BB962C8B-B14F-4D97-AF65-F5344CB8AC3E}">
        <p14:creationId xmlns:p14="http://schemas.microsoft.com/office/powerpoint/2010/main" val="2343133478"/>
      </p:ext>
    </p:extLst>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192931" y="333450"/>
            <a:ext cx="12002244" cy="6526138"/>
          </a:xfrm>
          <a:prstGeom prst="rect">
            <a:avLst/>
          </a:prstGeom>
        </p:spPr>
        <p:txBody>
          <a:bodyPr lIns="94507" tIns="47259" rIns="94507" bIns="47259">
            <a:norm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eaLnBrk="1" hangingPunct="1">
              <a:buNone/>
              <a:defRPr/>
            </a:pPr>
            <a:endParaRPr lang="hi-IN" sz="100" b="1" dirty="0">
              <a:latin typeface="Sanskrit 2003" pitchFamily="2" charset="-78"/>
              <a:cs typeface="Sanskrit 2003" pitchFamily="2" charset="-78"/>
            </a:endParaRPr>
          </a:p>
          <a:p>
            <a:pPr marL="0" indent="0" eaLnBrk="1" hangingPunct="1">
              <a:buNone/>
              <a:defRPr/>
            </a:pPr>
            <a:r>
              <a:rPr lang="hi-IN" sz="2800" b="1" dirty="0">
                <a:effectLst>
                  <a:outerShdw blurRad="38100" dist="38100" dir="2700000" algn="tl">
                    <a:srgbClr val="C0C0C0"/>
                  </a:outerShdw>
                </a:effectLst>
                <a:latin typeface="Sanskrit 2003" pitchFamily="2" charset="-78"/>
                <a:cs typeface="Sanskrit 2003" pitchFamily="2" charset="-78"/>
              </a:rPr>
              <a:t>९.</a:t>
            </a:r>
            <a:r>
              <a:rPr lang="en-CA" sz="2800" b="1" dirty="0">
                <a:effectLst>
                  <a:outerShdw blurRad="38100" dist="38100" dir="2700000" algn="tl">
                    <a:srgbClr val="C0C0C0"/>
                  </a:outerShdw>
                </a:effectLst>
                <a:latin typeface="Sanskrit 2003" pitchFamily="2" charset="-78"/>
                <a:cs typeface="Sanskrit 2003" pitchFamily="2" charset="-78"/>
              </a:rPr>
              <a:t>	</a:t>
            </a:r>
            <a:r>
              <a:rPr lang="hi-IN" sz="2800" b="1" dirty="0">
                <a:latin typeface="Sanskrit 2003" pitchFamily="2" charset="-78"/>
                <a:cs typeface="Sanskrit 2003" pitchFamily="2" charset="-78"/>
              </a:rPr>
              <a:t>न तु मां शक्यसॆ द्रष्टुमनॆनैव स्वचक्षुषा</a:t>
            </a:r>
            <a:r>
              <a:rPr lang="en-US" sz="2800" b="1" dirty="0">
                <a:latin typeface="Sanskrit 2003" pitchFamily="2" charset="-78"/>
                <a:cs typeface="Sanskrit 2003" pitchFamily="2" charset="-78"/>
              </a:rPr>
              <a:t> ।</a:t>
            </a:r>
            <a:endParaRPr lang="hi-IN" sz="2800" b="1" dirty="0">
              <a:latin typeface="Sanskrit 2003" pitchFamily="2" charset="-78"/>
              <a:cs typeface="Sanskrit 2003" pitchFamily="2" charset="-78"/>
            </a:endParaRPr>
          </a:p>
          <a:p>
            <a:pPr marL="0" indent="0" eaLnBrk="1" hangingPunct="1">
              <a:buNone/>
              <a:defRPr/>
            </a:pPr>
            <a:r>
              <a:rPr lang="en-US" sz="2800" b="1" dirty="0">
                <a:latin typeface="Sanskrit 2003" pitchFamily="2" charset="-78"/>
                <a:cs typeface="Sanskrit 2003" pitchFamily="2" charset="-78"/>
              </a:rPr>
              <a:t>	</a:t>
            </a:r>
            <a:r>
              <a:rPr lang="hi-IN" sz="2800" b="1" dirty="0">
                <a:latin typeface="Sanskrit 2003" pitchFamily="2" charset="-78"/>
                <a:cs typeface="Sanskrit 2003" pitchFamily="2" charset="-78"/>
              </a:rPr>
              <a:t>दिव्यं ददामि तॆ चक्षुः पश्य मॆ यॊगमैश्वरम्॥११.८॥</a:t>
            </a:r>
            <a:endParaRPr lang="en-US" sz="2800" b="1" dirty="0">
              <a:latin typeface="Sanskrit 2003" pitchFamily="2" charset="-78"/>
              <a:cs typeface="Sanskrit 2003" pitchFamily="2" charset="-78"/>
            </a:endParaRPr>
          </a:p>
          <a:p>
            <a:pPr marL="0" indent="0" eaLnBrk="1" hangingPunct="1">
              <a:buNone/>
              <a:defRPr/>
            </a:pPr>
            <a:r>
              <a:rPr lang="en-US" sz="2800" b="1" dirty="0">
                <a:latin typeface="URW Palladio IT" pitchFamily="2" charset="0"/>
                <a:cs typeface="Sanskrit 2003" pitchFamily="2" charset="-78"/>
              </a:rPr>
              <a:t>9.     Na </a:t>
            </a:r>
            <a:r>
              <a:rPr lang="en-US" sz="2800" b="1" dirty="0" err="1">
                <a:latin typeface="URW Palladio IT" pitchFamily="2" charset="0"/>
                <a:cs typeface="Sanskrit 2003" pitchFamily="2" charset="-78"/>
              </a:rPr>
              <a:t>tu</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māṁ</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śakyase</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draṣṭum</a:t>
            </a:r>
            <a:r>
              <a:rPr lang="en-US" sz="2800" b="1" dirty="0">
                <a:latin typeface="URW Palladio IT" pitchFamily="2" charset="0"/>
                <a:cs typeface="Sanskrit 2003" pitchFamily="2" charset="-78"/>
              </a:rPr>
              <a:t> </a:t>
            </a:r>
          </a:p>
          <a:p>
            <a:pPr marL="0" indent="0" eaLnBrk="1" hangingPunct="1">
              <a:buNone/>
              <a:defRPr/>
            </a:pP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Anenaiva</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svacakṣuṣā</a:t>
            </a:r>
            <a:r>
              <a:rPr lang="hi-IN" sz="2800" b="1" dirty="0">
                <a:solidFill>
                  <a:srgbClr val="000000"/>
                </a:solidFill>
                <a:latin typeface="URW Palladio IT" pitchFamily="2" charset="0"/>
                <a:cs typeface="Sanskrit 2003" pitchFamily="2" charset="-78"/>
              </a:rPr>
              <a:t> ।</a:t>
            </a:r>
            <a:endParaRPr lang="en-US" sz="2800" b="1" dirty="0">
              <a:latin typeface="URW Palladio IT" pitchFamily="2" charset="0"/>
              <a:cs typeface="Sanskrit 2003" pitchFamily="2" charset="-78"/>
            </a:endParaRPr>
          </a:p>
          <a:p>
            <a:pPr marL="0" indent="0" eaLnBrk="1" hangingPunct="1">
              <a:buNone/>
              <a:defRPr/>
            </a:pP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Divyaṁ</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dadāmi</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te</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cakṣuḥ</a:t>
            </a:r>
            <a:r>
              <a:rPr lang="en-US" sz="2800" b="1" dirty="0">
                <a:latin typeface="URW Palladio IT" pitchFamily="2" charset="0"/>
                <a:cs typeface="Sanskrit 2003" pitchFamily="2" charset="-78"/>
              </a:rPr>
              <a:t> </a:t>
            </a:r>
          </a:p>
          <a:p>
            <a:pPr marL="0" indent="0" eaLnBrk="1" hangingPunct="1">
              <a:buNone/>
              <a:defRPr/>
            </a:pP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Paśya</a:t>
            </a:r>
            <a:r>
              <a:rPr lang="en-US" sz="2800" b="1" dirty="0">
                <a:latin typeface="URW Palladio IT" pitchFamily="2" charset="0"/>
                <a:cs typeface="Sanskrit 2003" pitchFamily="2" charset="-78"/>
              </a:rPr>
              <a:t> me </a:t>
            </a:r>
            <a:r>
              <a:rPr lang="en-US" sz="2800" b="1" dirty="0" err="1">
                <a:latin typeface="URW Palladio IT" pitchFamily="2" charset="0"/>
                <a:cs typeface="Sanskrit 2003" pitchFamily="2" charset="-78"/>
              </a:rPr>
              <a:t>yogamaiśvaram</a:t>
            </a:r>
            <a:r>
              <a:rPr lang="en-US" sz="2800" b="1" dirty="0">
                <a:latin typeface="URW Palladio IT" pitchFamily="2" charset="0"/>
                <a:cs typeface="Sanskrit 2003" pitchFamily="2" charset="-78"/>
              </a:rPr>
              <a:t> ||11.8||</a:t>
            </a:r>
          </a:p>
          <a:p>
            <a:pPr marL="0" indent="0" eaLnBrk="1" hangingPunct="1">
              <a:buNone/>
              <a:defRPr/>
            </a:pPr>
            <a:endParaRPr lang="en-US" sz="2800" b="1" dirty="0">
              <a:latin typeface="URW Palladio IT" pitchFamily="2" charset="0"/>
              <a:cs typeface="Sanskrit 2003" pitchFamily="2" charset="-78"/>
            </a:endParaRPr>
          </a:p>
          <a:p>
            <a:pPr marL="0" indent="0" eaLnBrk="1" hangingPunct="1">
              <a:spcBef>
                <a:spcPts val="1861"/>
              </a:spcBef>
              <a:buNone/>
              <a:defRPr/>
            </a:pPr>
            <a:r>
              <a:rPr lang="kn-IN" sz="2800" b="1" dirty="0"/>
              <a:t>೯. </a:t>
            </a:r>
            <a:r>
              <a:rPr lang="kn-IN" sz="2400" b="1" dirty="0"/>
              <a:t>ನ ತು ಮಾಂ ಶಕ್ಯಸೇ ದ್ರಷ್ಟುಂ ಅನೇನೈವ ಸ್ವಚಕ್ಷುಷಾ</a:t>
            </a:r>
            <a:r>
              <a:rPr lang="hi-IN" sz="2400" b="1" dirty="0">
                <a:solidFill>
                  <a:srgbClr val="000000"/>
                </a:solidFill>
                <a:latin typeface="Sanskrit 2003" pitchFamily="2" charset="-78"/>
                <a:cs typeface="Sanskrit 2003" pitchFamily="2" charset="-78"/>
              </a:rPr>
              <a:t> ।</a:t>
            </a:r>
            <a:endParaRPr lang="en-US" sz="2400" b="1" dirty="0"/>
          </a:p>
          <a:p>
            <a:pPr marL="0" indent="0" eaLnBrk="1" hangingPunct="1">
              <a:buNone/>
              <a:defRPr/>
            </a:pPr>
            <a:r>
              <a:rPr lang="en-US" sz="2000" b="1" dirty="0"/>
              <a:t>	</a:t>
            </a:r>
            <a:r>
              <a:rPr lang="kn-IN" sz="2400" b="1" dirty="0"/>
              <a:t>ದಿವ್ಯಂ ದದಾಮಿ ತೇ ಚಕ್ಷುಃ ಪಶ್ಯ ಮೇ ಯೋಗಮೈಶ್ವರಂ ||೧೧.೮||</a:t>
            </a:r>
            <a:endParaRPr lang="en-US" sz="2400" b="1" dirty="0"/>
          </a:p>
          <a:p>
            <a:pPr marL="0" indent="0" eaLnBrk="1" hangingPunct="1">
              <a:buNone/>
              <a:defRPr/>
            </a:pPr>
            <a:endParaRPr lang="en-US" sz="2800" b="1" dirty="0"/>
          </a:p>
          <a:p>
            <a:pPr marL="0" indent="0" algn="just" eaLnBrk="1" hangingPunct="1">
              <a:buNone/>
              <a:defRPr/>
            </a:pPr>
            <a:r>
              <a:rPr lang="en-US" sz="2400" b="1" dirty="0"/>
              <a:t>	</a:t>
            </a:r>
            <a:r>
              <a:rPr lang="en-US" sz="2000" b="1" dirty="0" err="1">
                <a:solidFill>
                  <a:srgbClr val="000000"/>
                </a:solidFill>
                <a:latin typeface="URW Palladio IT" pitchFamily="2" charset="0"/>
              </a:rPr>
              <a:t>Śrībhagavāna</a:t>
            </a:r>
            <a:r>
              <a:rPr lang="en-US" sz="2000" b="1" dirty="0">
                <a:solidFill>
                  <a:srgbClr val="000000"/>
                </a:solidFill>
                <a:latin typeface="URW Palladio IT" pitchFamily="2" charset="0"/>
              </a:rPr>
              <a:t> said: </a:t>
            </a:r>
            <a:r>
              <a:rPr lang="en-US" sz="2000" b="1" dirty="0">
                <a:latin typeface="URW Palladio IT" pitchFamily="2" charset="0"/>
              </a:rPr>
              <a:t>But surely you cannot see Me with these human eyes of yours; therefore; I vouchsafe to you the divine eye. With this you behold My divine power of Yoga.</a:t>
            </a:r>
          </a:p>
        </p:txBody>
      </p:sp>
    </p:spTree>
    <p:extLst>
      <p:ext uri="{BB962C8B-B14F-4D97-AF65-F5344CB8AC3E}">
        <p14:creationId xmlns:p14="http://schemas.microsoft.com/office/powerpoint/2010/main" val="2446342618"/>
      </p:ext>
    </p:extLst>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609759" y="254200"/>
            <a:ext cx="10975659" cy="7455740"/>
          </a:xfrm>
          <a:prstGeom prst="rect">
            <a:avLst/>
          </a:prstGeom>
        </p:spPr>
        <p:txBody>
          <a:bodyPr lIns="94507" tIns="47259" rIns="94507" bIns="47259">
            <a:norm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algn="ctr">
              <a:buNone/>
            </a:pPr>
            <a:endParaRPr lang="en-US" sz="5600" b="1" dirty="0">
              <a:latin typeface="Sanskrit 2003" pitchFamily="2" charset="-78"/>
              <a:cs typeface="Sanskrit 2003" pitchFamily="2" charset="-78"/>
            </a:endParaRPr>
          </a:p>
          <a:p>
            <a:pPr algn="ctr">
              <a:buNone/>
            </a:pPr>
            <a:endParaRPr lang="en-US" sz="5600" b="1" dirty="0">
              <a:latin typeface="Sanskrit 2003" pitchFamily="2" charset="-78"/>
              <a:cs typeface="Sanskrit 2003" pitchFamily="2" charset="-78"/>
            </a:endParaRPr>
          </a:p>
          <a:p>
            <a:pPr algn="ctr">
              <a:buNone/>
            </a:pPr>
            <a:r>
              <a:rPr lang="hi-IN" sz="5600" b="1" dirty="0">
                <a:latin typeface="Sanskrit 2003" pitchFamily="2" charset="-78"/>
                <a:cs typeface="Sanskrit 2003" pitchFamily="2" charset="-78"/>
              </a:rPr>
              <a:t>सञ्जय उवाच</a:t>
            </a:r>
          </a:p>
          <a:p>
            <a:pPr algn="ctr">
              <a:buNone/>
            </a:pPr>
            <a:r>
              <a:rPr lang="en-US" sz="5600" b="1" dirty="0" err="1">
                <a:latin typeface="URW Palladio IT" pitchFamily="2" charset="0"/>
                <a:cs typeface="Sanskrit 2003" pitchFamily="2" charset="-78"/>
              </a:rPr>
              <a:t>Sanjaya</a:t>
            </a:r>
            <a:r>
              <a:rPr lang="en-US" sz="5600" b="1" dirty="0">
                <a:latin typeface="URW Palladio IT" pitchFamily="2" charset="0"/>
                <a:cs typeface="Sanskrit 2003" pitchFamily="2" charset="-78"/>
              </a:rPr>
              <a:t> </a:t>
            </a:r>
            <a:r>
              <a:rPr lang="en-US" sz="5600" b="1" dirty="0" err="1">
                <a:latin typeface="URW Palladio IT" pitchFamily="2" charset="0"/>
                <a:cs typeface="Sanskrit 2003" pitchFamily="2" charset="-78"/>
              </a:rPr>
              <a:t>uvāca</a:t>
            </a:r>
            <a:endParaRPr lang="en-US" sz="5600" b="1" dirty="0">
              <a:latin typeface="URW Palladio IT" pitchFamily="2" charset="0"/>
              <a:cs typeface="Sanskrit 2003" pitchFamily="2" charset="-78"/>
            </a:endParaRPr>
          </a:p>
          <a:p>
            <a:pPr algn="ctr">
              <a:buNone/>
            </a:pPr>
            <a:r>
              <a:rPr lang="kn-IN" sz="4934" b="1" dirty="0">
                <a:latin typeface="Arial" pitchFamily="34" charset="0"/>
                <a:cs typeface="Arial" pitchFamily="34" charset="0"/>
              </a:rPr>
              <a:t>ಸಂಜಯ ಉವಾಚ</a:t>
            </a:r>
            <a:endParaRPr lang="en-US" sz="5600" dirty="0"/>
          </a:p>
        </p:txBody>
      </p:sp>
    </p:spTree>
    <p:extLst>
      <p:ext uri="{BB962C8B-B14F-4D97-AF65-F5344CB8AC3E}">
        <p14:creationId xmlns:p14="http://schemas.microsoft.com/office/powerpoint/2010/main" val="1072220777"/>
      </p:ext>
    </p:extLst>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0" y="405458"/>
            <a:ext cx="12195175" cy="6454130"/>
          </a:xfrm>
          <a:prstGeom prst="rect">
            <a:avLst/>
          </a:prstGeom>
        </p:spPr>
        <p:txBody>
          <a:bodyPr lIns="94507" tIns="47259" rIns="94507" bIns="47259">
            <a:normAutofit fontScale="62500" lnSpcReduction="20000"/>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eaLnBrk="1" hangingPunct="1">
              <a:buNone/>
              <a:defRPr/>
            </a:pPr>
            <a:r>
              <a:rPr lang="hi-IN" sz="5600" b="1" dirty="0">
                <a:latin typeface="Sanskrit 2003" pitchFamily="2" charset="-78"/>
                <a:cs typeface="Sanskrit 2003" pitchFamily="2" charset="-78"/>
              </a:rPr>
              <a:t>१०.</a:t>
            </a:r>
            <a:r>
              <a:rPr lang="en-CA" sz="5600" b="1" dirty="0">
                <a:latin typeface="Sanskrit 2003" pitchFamily="2" charset="-78"/>
                <a:cs typeface="Sanskrit 2003" pitchFamily="2" charset="-78"/>
              </a:rPr>
              <a:t>	</a:t>
            </a:r>
            <a:r>
              <a:rPr lang="hi-IN" sz="5600" b="1" dirty="0">
                <a:latin typeface="Sanskrit 2003" pitchFamily="2" charset="-78"/>
                <a:cs typeface="Sanskrit 2003" pitchFamily="2" charset="-78"/>
              </a:rPr>
              <a:t>एवमुक्त्वा ततॊ राजन्महायॊगॆश्वरॊ हरिः</a:t>
            </a:r>
            <a:r>
              <a:rPr lang="en-US" sz="5600" b="1" dirty="0">
                <a:latin typeface="Sanskrit 2003" pitchFamily="2" charset="-78"/>
                <a:cs typeface="Sanskrit 2003" pitchFamily="2" charset="-78"/>
              </a:rPr>
              <a:t> ।</a:t>
            </a:r>
            <a:endParaRPr lang="hi-IN" sz="5600" b="1" dirty="0">
              <a:latin typeface="Sanskrit 2003" pitchFamily="2" charset="-78"/>
              <a:cs typeface="Sanskrit 2003" pitchFamily="2" charset="-78"/>
            </a:endParaRPr>
          </a:p>
          <a:p>
            <a:pPr marL="0" indent="0" eaLnBrk="1" hangingPunct="1">
              <a:buNone/>
              <a:defRPr/>
            </a:pPr>
            <a:r>
              <a:rPr lang="en-CA" sz="5600" b="1" dirty="0">
                <a:latin typeface="Sanskrit 2003" pitchFamily="2" charset="-78"/>
                <a:cs typeface="Sanskrit 2003" pitchFamily="2" charset="-78"/>
              </a:rPr>
              <a:t>	</a:t>
            </a:r>
            <a:r>
              <a:rPr lang="hi-IN" sz="5600" b="1" dirty="0">
                <a:latin typeface="Sanskrit 2003" pitchFamily="2" charset="-78"/>
                <a:cs typeface="Sanskrit 2003" pitchFamily="2" charset="-78"/>
              </a:rPr>
              <a:t>दर्शयामास पार्थाय परमं रूपमैश्वरम् ॥११.९॥</a:t>
            </a:r>
            <a:endParaRPr lang="en-US" sz="5600" b="1" dirty="0">
              <a:latin typeface="Sanskrit 2003" pitchFamily="2" charset="-78"/>
              <a:cs typeface="Sanskrit 2003" pitchFamily="2" charset="-78"/>
            </a:endParaRPr>
          </a:p>
          <a:p>
            <a:pPr marL="0" indent="0" eaLnBrk="1" hangingPunct="1">
              <a:spcBef>
                <a:spcPts val="620"/>
              </a:spcBef>
              <a:buNone/>
              <a:defRPr/>
            </a:pPr>
            <a:endParaRPr lang="en-US" sz="533" b="1" dirty="0">
              <a:latin typeface="URW Palladio ITU" pitchFamily="2" charset="0"/>
              <a:cs typeface="Sanskrit 2003" pitchFamily="2" charset="-78"/>
            </a:endParaRPr>
          </a:p>
          <a:p>
            <a:pPr marL="0" indent="0" eaLnBrk="1" hangingPunct="1">
              <a:spcBef>
                <a:spcPts val="620"/>
              </a:spcBef>
              <a:buNone/>
              <a:defRPr/>
            </a:pPr>
            <a:r>
              <a:rPr lang="en-US" sz="5600" b="1" dirty="0">
                <a:latin typeface="URW Palladio IT" pitchFamily="2" charset="0"/>
                <a:cs typeface="Sanskrit 2003" pitchFamily="2" charset="-78"/>
              </a:rPr>
              <a:t>10.  </a:t>
            </a:r>
            <a:r>
              <a:rPr lang="en-US" sz="5600" b="1" dirty="0" err="1">
                <a:latin typeface="URW Palladio IT" pitchFamily="2" charset="0"/>
                <a:cs typeface="Sanskrit 2003" pitchFamily="2" charset="-78"/>
              </a:rPr>
              <a:t>Evamuktvā</a:t>
            </a:r>
            <a:r>
              <a:rPr lang="en-US" sz="5600" b="1" dirty="0">
                <a:latin typeface="URW Palladio IT" pitchFamily="2" charset="0"/>
                <a:cs typeface="Sanskrit 2003" pitchFamily="2" charset="-78"/>
              </a:rPr>
              <a:t> </a:t>
            </a:r>
            <a:r>
              <a:rPr lang="en-US" sz="5600" b="1" dirty="0" err="1">
                <a:latin typeface="URW Palladio IT" pitchFamily="2" charset="0"/>
                <a:cs typeface="Sanskrit 2003" pitchFamily="2" charset="-78"/>
              </a:rPr>
              <a:t>tato</a:t>
            </a:r>
            <a:r>
              <a:rPr lang="en-US" sz="5600" b="1" dirty="0">
                <a:latin typeface="URW Palladio IT" pitchFamily="2" charset="0"/>
                <a:cs typeface="Sanskrit 2003" pitchFamily="2" charset="-78"/>
              </a:rPr>
              <a:t> </a:t>
            </a:r>
            <a:r>
              <a:rPr lang="en-US" sz="5600" b="1" dirty="0" err="1">
                <a:latin typeface="URW Palladio IT" pitchFamily="2" charset="0"/>
                <a:cs typeface="Sanskrit 2003" pitchFamily="2" charset="-78"/>
              </a:rPr>
              <a:t>rājan</a:t>
            </a:r>
            <a:r>
              <a:rPr lang="en-US" sz="5600" b="1" dirty="0">
                <a:latin typeface="URW Palladio IT" pitchFamily="2" charset="0"/>
                <a:cs typeface="Sanskrit 2003" pitchFamily="2" charset="-78"/>
              </a:rPr>
              <a:t> </a:t>
            </a:r>
          </a:p>
          <a:p>
            <a:pPr marL="14757" indent="0" eaLnBrk="1" hangingPunct="1">
              <a:spcBef>
                <a:spcPts val="620"/>
              </a:spcBef>
              <a:buNone/>
              <a:defRPr/>
            </a:pPr>
            <a:r>
              <a:rPr lang="en-US" sz="5600" b="1" dirty="0">
                <a:latin typeface="URW Palladio IT" pitchFamily="2" charset="0"/>
                <a:cs typeface="Sanskrit 2003" pitchFamily="2" charset="-78"/>
              </a:rPr>
              <a:t>	</a:t>
            </a:r>
            <a:r>
              <a:rPr lang="en-US" sz="5600" b="1" dirty="0" err="1">
                <a:latin typeface="URW Palladio IT" pitchFamily="2" charset="0"/>
                <a:cs typeface="Sanskrit 2003" pitchFamily="2" charset="-78"/>
              </a:rPr>
              <a:t>Mahāyogeśvaro</a:t>
            </a:r>
            <a:r>
              <a:rPr lang="en-US" sz="5600" b="1" dirty="0">
                <a:latin typeface="URW Palladio IT" pitchFamily="2" charset="0"/>
                <a:cs typeface="Sanskrit 2003" pitchFamily="2" charset="-78"/>
              </a:rPr>
              <a:t> </a:t>
            </a:r>
            <a:r>
              <a:rPr lang="en-US" sz="5600" b="1" dirty="0" err="1">
                <a:latin typeface="URW Palladio IT" pitchFamily="2" charset="0"/>
                <a:cs typeface="Sanskrit 2003" pitchFamily="2" charset="-78"/>
              </a:rPr>
              <a:t>hari</a:t>
            </a:r>
            <a:r>
              <a:rPr lang="en-US" sz="5600" dirty="0" err="1">
                <a:latin typeface="URW Palladio IT" pitchFamily="2" charset="0"/>
                <a:cs typeface="Sanskrit 2003" pitchFamily="2" charset="-78"/>
              </a:rPr>
              <a:t>ḥ</a:t>
            </a:r>
            <a:r>
              <a:rPr lang="hi-IN" sz="5600" b="1" dirty="0">
                <a:solidFill>
                  <a:srgbClr val="000000"/>
                </a:solidFill>
                <a:latin typeface="URW Palladio IT" pitchFamily="2" charset="0"/>
                <a:cs typeface="Sanskrit 2003" pitchFamily="2" charset="-78"/>
              </a:rPr>
              <a:t> ।</a:t>
            </a:r>
            <a:endParaRPr lang="en-US" sz="5600" dirty="0">
              <a:latin typeface="URW Palladio IT" pitchFamily="2" charset="0"/>
              <a:cs typeface="Sanskrit 2003" pitchFamily="2" charset="-78"/>
            </a:endParaRPr>
          </a:p>
          <a:p>
            <a:pPr marL="0" indent="0" eaLnBrk="1" hangingPunct="1">
              <a:buNone/>
              <a:defRPr/>
            </a:pPr>
            <a:r>
              <a:rPr lang="en-US" sz="5600" b="1" dirty="0">
                <a:latin typeface="URW Palladio IT" pitchFamily="2" charset="0"/>
                <a:cs typeface="Sanskrit 2003" pitchFamily="2" charset="-78"/>
              </a:rPr>
              <a:t>	</a:t>
            </a:r>
            <a:r>
              <a:rPr lang="en-US" sz="5600" b="1" dirty="0" err="1">
                <a:latin typeface="URW Palladio IT" pitchFamily="2" charset="0"/>
                <a:cs typeface="Sanskrit 2003" pitchFamily="2" charset="-78"/>
              </a:rPr>
              <a:t>Darśayāmāsa</a:t>
            </a:r>
            <a:r>
              <a:rPr lang="en-US" sz="5600" b="1" dirty="0">
                <a:latin typeface="URW Palladio IT" pitchFamily="2" charset="0"/>
                <a:cs typeface="Sanskrit 2003" pitchFamily="2" charset="-78"/>
              </a:rPr>
              <a:t> </a:t>
            </a:r>
            <a:r>
              <a:rPr lang="en-US" sz="5600" b="1" dirty="0" err="1">
                <a:latin typeface="URW Palladio IT" pitchFamily="2" charset="0"/>
                <a:cs typeface="Sanskrit 2003" pitchFamily="2" charset="-78"/>
              </a:rPr>
              <a:t>pārthāya</a:t>
            </a:r>
            <a:r>
              <a:rPr lang="en-US" sz="5600" b="1" dirty="0">
                <a:latin typeface="URW Palladio IT" pitchFamily="2" charset="0"/>
                <a:cs typeface="Sanskrit 2003" pitchFamily="2" charset="-78"/>
              </a:rPr>
              <a:t> </a:t>
            </a:r>
          </a:p>
          <a:p>
            <a:pPr marL="0" indent="0" eaLnBrk="1" hangingPunct="1">
              <a:buNone/>
              <a:defRPr/>
            </a:pPr>
            <a:r>
              <a:rPr lang="en-US" sz="5600" b="1" dirty="0">
                <a:latin typeface="URW Palladio IT" pitchFamily="2" charset="0"/>
                <a:cs typeface="Sanskrit 2003" pitchFamily="2" charset="-78"/>
              </a:rPr>
              <a:t>	</a:t>
            </a:r>
            <a:r>
              <a:rPr lang="en-US" sz="5600" b="1" dirty="0" err="1">
                <a:latin typeface="URW Palladio IT" pitchFamily="2" charset="0"/>
                <a:cs typeface="Sanskrit 2003" pitchFamily="2" charset="-78"/>
              </a:rPr>
              <a:t>Paramaṁ</a:t>
            </a:r>
            <a:r>
              <a:rPr lang="en-US" sz="5600" b="1" dirty="0">
                <a:latin typeface="URW Palladio IT" pitchFamily="2" charset="0"/>
                <a:cs typeface="Sanskrit 2003" pitchFamily="2" charset="-78"/>
              </a:rPr>
              <a:t> </a:t>
            </a:r>
            <a:r>
              <a:rPr lang="en-US" sz="5600" b="1" dirty="0" err="1">
                <a:latin typeface="URW Palladio IT" pitchFamily="2" charset="0"/>
                <a:cs typeface="Sanskrit 2003" pitchFamily="2" charset="-78"/>
              </a:rPr>
              <a:t>rūpamaiśvaram</a:t>
            </a:r>
            <a:r>
              <a:rPr lang="en-US" sz="5600" b="1" dirty="0">
                <a:latin typeface="URW Palladio IT" pitchFamily="2" charset="0"/>
                <a:cs typeface="Sanskrit 2003" pitchFamily="2" charset="-78"/>
              </a:rPr>
              <a:t> ||11.9||</a:t>
            </a:r>
          </a:p>
          <a:p>
            <a:pPr marL="0" indent="0" eaLnBrk="1" hangingPunct="1">
              <a:buNone/>
              <a:defRPr/>
            </a:pPr>
            <a:endParaRPr lang="en-US" sz="5600" b="1" dirty="0">
              <a:latin typeface="URW Palladio IT" pitchFamily="2" charset="0"/>
              <a:cs typeface="Sanskrit 2003" pitchFamily="2" charset="-78"/>
            </a:endParaRPr>
          </a:p>
          <a:p>
            <a:pPr marL="0" indent="0" eaLnBrk="1" hangingPunct="1">
              <a:spcBef>
                <a:spcPts val="1241"/>
              </a:spcBef>
              <a:buNone/>
              <a:defRPr/>
            </a:pPr>
            <a:endParaRPr lang="en-US" sz="533" b="1" dirty="0"/>
          </a:p>
          <a:p>
            <a:pPr marL="0" indent="0" eaLnBrk="1" hangingPunct="1">
              <a:spcBef>
                <a:spcPts val="1241"/>
              </a:spcBef>
              <a:buNone/>
              <a:defRPr/>
            </a:pPr>
            <a:r>
              <a:rPr lang="kn-IN" sz="4534" b="1" dirty="0"/>
              <a:t>೧೦.</a:t>
            </a:r>
            <a:r>
              <a:rPr lang="en-US" sz="4534" b="1" dirty="0"/>
              <a:t>  </a:t>
            </a:r>
            <a:r>
              <a:rPr lang="kn-IN" sz="4934" b="1" dirty="0"/>
              <a:t>ಏವಮುಕ್ತ್ವಾ ತತೋ ರಾಜನ್ ಮಹಾಯೋಗೇಶ್ವರೋ ಹರಿಃ</a:t>
            </a:r>
            <a:r>
              <a:rPr lang="hi-IN" sz="4934" b="1" dirty="0">
                <a:solidFill>
                  <a:srgbClr val="000000"/>
                </a:solidFill>
                <a:latin typeface="Sanskrit 2003" pitchFamily="2" charset="-78"/>
                <a:cs typeface="Sanskrit 2003" pitchFamily="2" charset="-78"/>
              </a:rPr>
              <a:t> ।</a:t>
            </a:r>
            <a:endParaRPr lang="en-US" sz="4934" b="1" dirty="0"/>
          </a:p>
          <a:p>
            <a:pPr marL="0" indent="0" eaLnBrk="1" hangingPunct="1">
              <a:buNone/>
              <a:defRPr/>
            </a:pPr>
            <a:r>
              <a:rPr lang="en-US" sz="4934" b="1" dirty="0"/>
              <a:t>	</a:t>
            </a:r>
            <a:r>
              <a:rPr lang="kn-IN" sz="4934" b="1" dirty="0"/>
              <a:t>ದರ್ಶಯಾಮಾಸ ಪಾರ್ಥಾಯ ಪರಮಂ ರೂಪಮೈಶ್ವರಂ ||೧೧.೯||</a:t>
            </a:r>
            <a:endParaRPr lang="en-US" sz="4934" b="1" dirty="0"/>
          </a:p>
          <a:p>
            <a:pPr marL="0" indent="0" eaLnBrk="1" hangingPunct="1">
              <a:buNone/>
              <a:defRPr/>
            </a:pPr>
            <a:endParaRPr lang="en-US" sz="800" b="1" dirty="0"/>
          </a:p>
          <a:p>
            <a:pPr marL="0" indent="0" eaLnBrk="1" hangingPunct="1">
              <a:buNone/>
              <a:defRPr/>
            </a:pPr>
            <a:r>
              <a:rPr lang="en-IN" sz="4934" i="1" dirty="0"/>
              <a:t>	</a:t>
            </a:r>
            <a:r>
              <a:rPr lang="en-IN" sz="4134" b="1" dirty="0" err="1">
                <a:latin typeface="URW Palladio IT" pitchFamily="2" charset="0"/>
              </a:rPr>
              <a:t>Saïjaya</a:t>
            </a:r>
            <a:r>
              <a:rPr lang="en-IN" sz="4134" b="1" dirty="0">
                <a:latin typeface="URW Palladio IT" pitchFamily="2" charset="0"/>
              </a:rPr>
              <a:t> </a:t>
            </a:r>
            <a:r>
              <a:rPr lang="en-US" sz="4134" b="1" dirty="0">
                <a:latin typeface="URW Palladio IT" pitchFamily="2" charset="0"/>
              </a:rPr>
              <a:t>said: My lord! having spoken thus, </a:t>
            </a:r>
            <a:r>
              <a:rPr lang="en-IN" sz="4134" b="1" dirty="0" err="1">
                <a:latin typeface="URW Palladio IT" pitchFamily="2" charset="0"/>
              </a:rPr>
              <a:t>Çré</a:t>
            </a:r>
            <a:r>
              <a:rPr lang="en-IN" sz="4134" b="1" dirty="0">
                <a:latin typeface="URW Palladio IT" pitchFamily="2" charset="0"/>
              </a:rPr>
              <a:t> </a:t>
            </a:r>
            <a:r>
              <a:rPr lang="en-IN" sz="4134" b="1" dirty="0" err="1">
                <a:latin typeface="URW Palladio IT" pitchFamily="2" charset="0"/>
              </a:rPr>
              <a:t>Kåçëa</a:t>
            </a:r>
            <a:r>
              <a:rPr lang="en-US" sz="4134" b="1" dirty="0">
                <a:latin typeface="URW Palladio IT" pitchFamily="2" charset="0"/>
              </a:rPr>
              <a:t>, the supreme Master of Yoga, forthwith revealed to </a:t>
            </a:r>
            <a:r>
              <a:rPr lang="en-US" sz="4134" b="1" dirty="0" err="1">
                <a:latin typeface="URW Palladio IT" pitchFamily="2" charset="0"/>
              </a:rPr>
              <a:t>Arjuna</a:t>
            </a:r>
            <a:r>
              <a:rPr lang="en-US" sz="4134" b="1" dirty="0">
                <a:latin typeface="URW Palladio IT" pitchFamily="2" charset="0"/>
              </a:rPr>
              <a:t>. His supremely glorious divine Form.</a:t>
            </a:r>
            <a:endParaRPr lang="kn-IN" sz="4134" b="1" dirty="0">
              <a:latin typeface="URW Palladio IT" pitchFamily="2" charset="0"/>
            </a:endParaRPr>
          </a:p>
          <a:p>
            <a:pPr marL="0" indent="0" eaLnBrk="1" hangingPunct="1">
              <a:buNone/>
              <a:defRPr/>
            </a:pPr>
            <a:endParaRPr lang="en-US" sz="5600" b="1" dirty="0"/>
          </a:p>
        </p:txBody>
      </p:sp>
    </p:spTree>
    <p:extLst>
      <p:ext uri="{BB962C8B-B14F-4D97-AF65-F5344CB8AC3E}">
        <p14:creationId xmlns:p14="http://schemas.microsoft.com/office/powerpoint/2010/main" val="1804017721"/>
      </p:ext>
    </p:extLst>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609759" y="254200"/>
            <a:ext cx="10975659" cy="7455740"/>
          </a:xfrm>
          <a:prstGeom prst="rect">
            <a:avLst/>
          </a:prstGeom>
        </p:spPr>
        <p:txBody>
          <a:bodyPr lIns="94507" tIns="47259" rIns="94507" bIns="47259">
            <a:norm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algn="ctr">
              <a:buNone/>
            </a:pPr>
            <a:endParaRPr lang="en-US" sz="5600" b="1" dirty="0">
              <a:latin typeface="Sanskrit 2003" pitchFamily="2" charset="-78"/>
              <a:cs typeface="Sanskrit 2003" pitchFamily="2" charset="-78"/>
            </a:endParaRPr>
          </a:p>
          <a:p>
            <a:pPr algn="ctr">
              <a:buNone/>
            </a:pPr>
            <a:endParaRPr lang="en-US" sz="5600" b="1" dirty="0">
              <a:latin typeface="Sanskrit 2003" pitchFamily="2" charset="-78"/>
              <a:cs typeface="Sanskrit 2003" pitchFamily="2" charset="-78"/>
            </a:endParaRPr>
          </a:p>
          <a:p>
            <a:pPr algn="ctr">
              <a:buNone/>
            </a:pPr>
            <a:r>
              <a:rPr lang="hi-IN" sz="5600" b="1" dirty="0">
                <a:latin typeface="Sanskrit 2003" pitchFamily="2" charset="-78"/>
                <a:cs typeface="Sanskrit 2003" pitchFamily="2" charset="-78"/>
              </a:rPr>
              <a:t>अर्जुन उवाच</a:t>
            </a:r>
          </a:p>
          <a:p>
            <a:pPr algn="ctr">
              <a:buNone/>
            </a:pPr>
            <a:r>
              <a:rPr lang="en-US" sz="5600" b="1" dirty="0" err="1">
                <a:latin typeface="URW Palladio IT" pitchFamily="2" charset="0"/>
                <a:cs typeface="Sanskrit 2003" pitchFamily="2" charset="-78"/>
              </a:rPr>
              <a:t>Arjuna</a:t>
            </a:r>
            <a:r>
              <a:rPr lang="en-US" sz="5600" b="1" dirty="0">
                <a:latin typeface="URW Palladio IT" pitchFamily="2" charset="0"/>
                <a:cs typeface="Sanskrit 2003" pitchFamily="2" charset="-78"/>
              </a:rPr>
              <a:t> </a:t>
            </a:r>
            <a:r>
              <a:rPr lang="en-US" sz="5600" b="1" dirty="0" err="1">
                <a:latin typeface="URW Palladio IT" pitchFamily="2" charset="0"/>
                <a:cs typeface="Sanskrit 2003" pitchFamily="2" charset="-78"/>
              </a:rPr>
              <a:t>uvāca</a:t>
            </a:r>
            <a:endParaRPr lang="en-US" sz="5600" b="1" dirty="0">
              <a:latin typeface="URW Palladio IT" pitchFamily="2" charset="0"/>
              <a:cs typeface="Sanskrit 2003" pitchFamily="2" charset="-78"/>
            </a:endParaRPr>
          </a:p>
          <a:p>
            <a:pPr algn="ctr">
              <a:buNone/>
            </a:pPr>
            <a:r>
              <a:rPr lang="kn-IN" sz="5600" b="1" dirty="0">
                <a:latin typeface="Arial" pitchFamily="34" charset="0"/>
                <a:cs typeface="Arial" pitchFamily="34" charset="0"/>
              </a:rPr>
              <a:t>ಅರ್ಜುನ ಉವಾಚ</a:t>
            </a:r>
            <a:endParaRPr lang="en-US" sz="5600" dirty="0"/>
          </a:p>
        </p:txBody>
      </p:sp>
    </p:spTree>
    <p:extLst>
      <p:ext uri="{BB962C8B-B14F-4D97-AF65-F5344CB8AC3E}">
        <p14:creationId xmlns:p14="http://schemas.microsoft.com/office/powerpoint/2010/main" val="2935487260"/>
      </p:ext>
    </p:extLst>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120923" y="261442"/>
            <a:ext cx="11809312" cy="6598146"/>
          </a:xfrm>
          <a:prstGeom prst="rect">
            <a:avLst/>
          </a:prstGeom>
        </p:spPr>
        <p:txBody>
          <a:bodyPr lIns="94507" tIns="47259" rIns="94507" bIns="47259">
            <a:normAutofit fontScale="40000" lnSpcReduction="20000"/>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eaLnBrk="1" hangingPunct="1">
              <a:buNone/>
              <a:defRPr/>
            </a:pPr>
            <a:r>
              <a:rPr lang="hi-IN" sz="9734" b="1" dirty="0">
                <a:effectLst>
                  <a:outerShdw blurRad="38100" dist="38100" dir="2700000" algn="tl">
                    <a:srgbClr val="C0C0C0"/>
                  </a:outerShdw>
                </a:effectLst>
                <a:latin typeface="Sanskrit 2003" pitchFamily="2" charset="-78"/>
                <a:cs typeface="Sanskrit 2003" pitchFamily="2" charset="-78"/>
              </a:rPr>
              <a:t>११.</a:t>
            </a:r>
            <a:r>
              <a:rPr lang="en-CA" sz="9734" b="1" dirty="0">
                <a:effectLst>
                  <a:outerShdw blurRad="38100" dist="38100" dir="2700000" algn="tl">
                    <a:srgbClr val="C0C0C0"/>
                  </a:outerShdw>
                </a:effectLst>
                <a:latin typeface="Sanskrit 2003" pitchFamily="2" charset="-78"/>
                <a:cs typeface="Sanskrit 2003" pitchFamily="2" charset="-78"/>
              </a:rPr>
              <a:t>		</a:t>
            </a:r>
            <a:r>
              <a:rPr lang="hi-IN" sz="9734" b="1" dirty="0">
                <a:latin typeface="Sanskrit 2003" pitchFamily="2" charset="-78"/>
                <a:cs typeface="Sanskrit 2003" pitchFamily="2" charset="-78"/>
              </a:rPr>
              <a:t>किरीटिनं गदिनं चक्रिणं च</a:t>
            </a:r>
          </a:p>
          <a:p>
            <a:pPr marL="0" indent="0" eaLnBrk="1" hangingPunct="1">
              <a:buNone/>
              <a:defRPr/>
            </a:pPr>
            <a:r>
              <a:rPr lang="en-US" sz="9734" b="1" dirty="0">
                <a:latin typeface="Sanskrit 2003" pitchFamily="2" charset="-78"/>
                <a:cs typeface="Sanskrit 2003" pitchFamily="2" charset="-78"/>
              </a:rPr>
              <a:t>		</a:t>
            </a:r>
            <a:r>
              <a:rPr lang="hi-IN" sz="9734" b="1" dirty="0">
                <a:latin typeface="Sanskrit 2003" pitchFamily="2" charset="-78"/>
                <a:cs typeface="Sanskrit 2003" pitchFamily="2" charset="-78"/>
              </a:rPr>
              <a:t>तॆजॊराशिं सर्वतॊ दीप्तिमन्तम् ।</a:t>
            </a:r>
            <a:endParaRPr lang="en-US" sz="9734" b="1" dirty="0">
              <a:latin typeface="Sanskrit 2003" pitchFamily="2" charset="-78"/>
              <a:cs typeface="Sanskrit 2003" pitchFamily="2" charset="-78"/>
            </a:endParaRPr>
          </a:p>
          <a:p>
            <a:pPr marL="0" indent="0" eaLnBrk="1" hangingPunct="1">
              <a:buNone/>
              <a:defRPr/>
            </a:pPr>
            <a:endParaRPr lang="en-US" sz="5600" b="1" dirty="0">
              <a:latin typeface="Sanskrit 2003" pitchFamily="2" charset="-78"/>
              <a:cs typeface="Sanskrit 2003" pitchFamily="2" charset="-78"/>
            </a:endParaRPr>
          </a:p>
          <a:p>
            <a:pPr marL="0" indent="0" eaLnBrk="1" hangingPunct="1">
              <a:spcBef>
                <a:spcPts val="620"/>
              </a:spcBef>
              <a:buNone/>
              <a:defRPr/>
            </a:pPr>
            <a:r>
              <a:rPr lang="en-US" sz="6800" b="1" dirty="0">
                <a:latin typeface="URW Palladio ITU" pitchFamily="2" charset="0"/>
                <a:cs typeface="Sanskrit 2003" pitchFamily="2" charset="-78"/>
              </a:rPr>
              <a:t>11. </a:t>
            </a:r>
            <a:r>
              <a:rPr lang="en-US" sz="4134" b="1" dirty="0">
                <a:latin typeface="URW Palladio ITU" pitchFamily="2" charset="0"/>
                <a:cs typeface="Sanskrit 2003" pitchFamily="2" charset="-78"/>
              </a:rPr>
              <a:t>		</a:t>
            </a:r>
            <a:r>
              <a:rPr lang="en-US" sz="8934" b="1" dirty="0" err="1">
                <a:latin typeface="URW Palladio IT" pitchFamily="2" charset="0"/>
                <a:cs typeface="Sanskrit 2003" pitchFamily="2" charset="-78"/>
              </a:rPr>
              <a:t>Kirīṭinaṁ</a:t>
            </a:r>
            <a:r>
              <a:rPr lang="en-US" sz="8934" b="1" dirty="0">
                <a:latin typeface="URW Palladio IT" pitchFamily="2" charset="0"/>
                <a:cs typeface="Sanskrit 2003" pitchFamily="2" charset="-78"/>
              </a:rPr>
              <a:t> </a:t>
            </a:r>
            <a:r>
              <a:rPr lang="en-US" sz="8934" b="1" dirty="0" err="1">
                <a:latin typeface="URW Palladio IT" pitchFamily="2" charset="0"/>
                <a:cs typeface="Sanskrit 2003" pitchFamily="2" charset="-78"/>
              </a:rPr>
              <a:t>gadinaṁ</a:t>
            </a:r>
            <a:r>
              <a:rPr lang="en-US" sz="8934" b="1" dirty="0">
                <a:latin typeface="URW Palladio IT" pitchFamily="2" charset="0"/>
                <a:cs typeface="Sanskrit 2003" pitchFamily="2" charset="-78"/>
              </a:rPr>
              <a:t> </a:t>
            </a:r>
            <a:r>
              <a:rPr lang="en-US" sz="8934" b="1" dirty="0" err="1">
                <a:latin typeface="URW Palladio IT" pitchFamily="2" charset="0"/>
                <a:cs typeface="Sanskrit 2003" pitchFamily="2" charset="-78"/>
              </a:rPr>
              <a:t>cakriṇaṁ</a:t>
            </a:r>
            <a:r>
              <a:rPr lang="en-US" sz="8934" b="1" dirty="0">
                <a:latin typeface="URW Palladio IT" pitchFamily="2" charset="0"/>
                <a:cs typeface="Sanskrit 2003" pitchFamily="2" charset="-78"/>
              </a:rPr>
              <a:t> </a:t>
            </a:r>
            <a:r>
              <a:rPr lang="en-US" sz="8934" b="1" dirty="0" err="1">
                <a:latin typeface="URW Palladio IT" pitchFamily="2" charset="0"/>
                <a:cs typeface="Sanskrit 2003" pitchFamily="2" charset="-78"/>
              </a:rPr>
              <a:t>ca</a:t>
            </a:r>
            <a:endParaRPr lang="en-US" sz="8934" b="1" dirty="0">
              <a:latin typeface="URW Palladio IT" pitchFamily="2" charset="0"/>
              <a:cs typeface="Sanskrit 2003" pitchFamily="2" charset="-78"/>
            </a:endParaRPr>
          </a:p>
          <a:p>
            <a:pPr marL="0" indent="0" eaLnBrk="1" hangingPunct="1">
              <a:spcBef>
                <a:spcPts val="620"/>
              </a:spcBef>
              <a:buNone/>
              <a:defRPr/>
            </a:pPr>
            <a:r>
              <a:rPr lang="en-US" sz="8934" b="1" dirty="0">
                <a:latin typeface="URW Palladio IT" pitchFamily="2" charset="0"/>
                <a:cs typeface="Sanskrit 2003" pitchFamily="2" charset="-78"/>
              </a:rPr>
              <a:t>		</a:t>
            </a:r>
            <a:r>
              <a:rPr lang="en-US" sz="8934" b="1" dirty="0" err="1">
                <a:latin typeface="URW Palladio IT" pitchFamily="2" charset="0"/>
                <a:cs typeface="Sanskrit 2003" pitchFamily="2" charset="-78"/>
              </a:rPr>
              <a:t>Tejorāśiṁ</a:t>
            </a:r>
            <a:r>
              <a:rPr lang="en-US" sz="8934" b="1" dirty="0">
                <a:latin typeface="URW Palladio IT" pitchFamily="2" charset="0"/>
                <a:cs typeface="Sanskrit 2003" pitchFamily="2" charset="-78"/>
              </a:rPr>
              <a:t> </a:t>
            </a:r>
            <a:r>
              <a:rPr lang="en-US" sz="8934" b="1" dirty="0" err="1">
                <a:latin typeface="URW Palladio IT" pitchFamily="2" charset="0"/>
                <a:cs typeface="Sanskrit 2003" pitchFamily="2" charset="-78"/>
              </a:rPr>
              <a:t>sarvato</a:t>
            </a:r>
            <a:r>
              <a:rPr lang="en-US" sz="8934" b="1" dirty="0">
                <a:latin typeface="URW Palladio IT" pitchFamily="2" charset="0"/>
                <a:cs typeface="Sanskrit 2003" pitchFamily="2" charset="-78"/>
              </a:rPr>
              <a:t> </a:t>
            </a:r>
            <a:r>
              <a:rPr lang="en-US" sz="8934" b="1" dirty="0" err="1">
                <a:latin typeface="URW Palladio IT" pitchFamily="2" charset="0"/>
                <a:cs typeface="Sanskrit 2003" pitchFamily="2" charset="-78"/>
              </a:rPr>
              <a:t>dīptimantam</a:t>
            </a:r>
            <a:r>
              <a:rPr lang="en-US" sz="8934" b="1" dirty="0">
                <a:latin typeface="URW Palladio IT" pitchFamily="2" charset="0"/>
                <a:cs typeface="Sanskrit 2003" pitchFamily="2" charset="-78"/>
              </a:rPr>
              <a:t> |</a:t>
            </a:r>
          </a:p>
          <a:p>
            <a:pPr marL="0" indent="0" eaLnBrk="1" hangingPunct="1">
              <a:spcBef>
                <a:spcPts val="620"/>
              </a:spcBef>
              <a:buNone/>
              <a:defRPr/>
            </a:pPr>
            <a:endParaRPr lang="en-US" sz="5600" b="1" dirty="0">
              <a:latin typeface="URW Palladio IT" pitchFamily="2" charset="0"/>
              <a:cs typeface="Sanskrit 2003" pitchFamily="2" charset="-78"/>
            </a:endParaRPr>
          </a:p>
          <a:p>
            <a:pPr marL="0" indent="0" eaLnBrk="1" hangingPunct="1">
              <a:spcBef>
                <a:spcPts val="1861"/>
              </a:spcBef>
              <a:buNone/>
              <a:defRPr/>
            </a:pPr>
            <a:r>
              <a:rPr lang="kn-IN" sz="7867" b="1" dirty="0"/>
              <a:t>೧೧. </a:t>
            </a:r>
            <a:r>
              <a:rPr lang="en-US" sz="7867" b="1" dirty="0"/>
              <a:t>		</a:t>
            </a:r>
            <a:r>
              <a:rPr lang="kn-IN" sz="7867" b="1" dirty="0"/>
              <a:t>ಕಿರೀಟಿನಂ ಗದಿನಂ ಚಕ್ರಿಣಂ ಚ</a:t>
            </a:r>
            <a:r>
              <a:rPr lang="en-US" sz="7867" b="1" dirty="0"/>
              <a:t> </a:t>
            </a:r>
          </a:p>
          <a:p>
            <a:pPr marL="0" indent="0" eaLnBrk="1" hangingPunct="1">
              <a:buNone/>
              <a:defRPr/>
            </a:pPr>
            <a:r>
              <a:rPr lang="en-US" sz="7867" b="1" dirty="0"/>
              <a:t>		</a:t>
            </a:r>
            <a:r>
              <a:rPr lang="kn-IN" sz="7867" b="1" dirty="0"/>
              <a:t>ತೇಜೋರಾಶಿಂ ಸರ್ವತೋ ದೀಪ್ತಿಮಂತಂ |</a:t>
            </a:r>
            <a:endParaRPr lang="en-US" sz="7867" b="1" dirty="0"/>
          </a:p>
          <a:p>
            <a:pPr marL="0" indent="0" eaLnBrk="1" hangingPunct="1">
              <a:buNone/>
              <a:defRPr/>
            </a:pPr>
            <a:endParaRPr lang="en-US" sz="5600" b="1" dirty="0"/>
          </a:p>
          <a:p>
            <a:pPr marL="0" indent="0" eaLnBrk="1" hangingPunct="1">
              <a:buNone/>
              <a:defRPr/>
            </a:pPr>
            <a:endParaRPr lang="en-US" sz="6800" b="1" dirty="0"/>
          </a:p>
          <a:p>
            <a:pPr marL="0" indent="0" eaLnBrk="1" hangingPunct="1">
              <a:buNone/>
              <a:defRPr/>
            </a:pPr>
            <a:endParaRPr lang="en-US" sz="6800" b="1" dirty="0"/>
          </a:p>
          <a:p>
            <a:pPr marL="0" indent="0" algn="just" eaLnBrk="1" hangingPunct="1">
              <a:buNone/>
              <a:defRPr/>
            </a:pPr>
            <a:r>
              <a:rPr lang="en-US" sz="6800" dirty="0"/>
              <a:t>	</a:t>
            </a:r>
            <a:r>
              <a:rPr lang="en-US" sz="6800" b="1" dirty="0" err="1">
                <a:latin typeface="URW Palladio IT" pitchFamily="2" charset="0"/>
              </a:rPr>
              <a:t>Arjuna</a:t>
            </a:r>
            <a:r>
              <a:rPr lang="en-US" sz="6800" b="1" dirty="0">
                <a:latin typeface="URW Palladio IT" pitchFamily="2" charset="0"/>
              </a:rPr>
              <a:t> said: I see You endowed with diadems, clubs and discusses, a mass of splendor flaming all round, having the brilliance of a blazing fire and the sun, hard to gaze at and immeasurable on all sides.</a:t>
            </a:r>
          </a:p>
        </p:txBody>
      </p:sp>
    </p:spTree>
    <p:extLst>
      <p:ext uri="{BB962C8B-B14F-4D97-AF65-F5344CB8AC3E}">
        <p14:creationId xmlns:p14="http://schemas.microsoft.com/office/powerpoint/2010/main" val="2425923101"/>
      </p:ext>
    </p:extLst>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0" y="261443"/>
            <a:ext cx="12195175" cy="6598146"/>
          </a:xfrm>
          <a:prstGeom prst="rect">
            <a:avLst/>
          </a:prstGeom>
        </p:spPr>
        <p:txBody>
          <a:bodyPr lIns="94507" tIns="47259" rIns="94507" bIns="47259">
            <a:no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eaLnBrk="1" hangingPunct="1">
              <a:buNone/>
              <a:defRPr/>
            </a:pPr>
            <a:r>
              <a:rPr lang="en-US" sz="4000" dirty="0"/>
              <a:t>	</a:t>
            </a:r>
            <a:r>
              <a:rPr lang="hi-IN" sz="4000" b="1" dirty="0">
                <a:latin typeface="Sanskrit 2003" pitchFamily="2" charset="-78"/>
                <a:cs typeface="Sanskrit 2003" pitchFamily="2" charset="-78"/>
              </a:rPr>
              <a:t>पश्यामि त्वां दुर्निरीक्ष्यं समन्ता</a:t>
            </a:r>
            <a:r>
              <a:rPr lang="en-US" sz="4000" b="1" dirty="0">
                <a:latin typeface="Sanskrit 99" pitchFamily="2" charset="0"/>
                <a:cs typeface="Sanskrit 2003" pitchFamily="2" charset="-78"/>
              </a:rPr>
              <a:t>t!</a:t>
            </a:r>
            <a:endParaRPr lang="hi-IN" sz="4000" b="1" dirty="0">
              <a:latin typeface="Sanskrit 2003" pitchFamily="2" charset="-78"/>
              <a:cs typeface="Sanskrit 2003" pitchFamily="2" charset="-78"/>
            </a:endParaRPr>
          </a:p>
          <a:p>
            <a:pPr marL="0" indent="0" eaLnBrk="1" hangingPunct="1">
              <a:buNone/>
              <a:defRPr/>
            </a:pPr>
            <a:r>
              <a:rPr lang="en-US" sz="4000" b="1" dirty="0">
                <a:latin typeface="Sanskrit 99" pitchFamily="2" charset="0"/>
                <a:cs typeface="Sanskrit 2003" pitchFamily="2" charset="-78"/>
              </a:rPr>
              <a:t>	</a:t>
            </a:r>
            <a:r>
              <a:rPr lang="en-US" sz="4000" b="1" dirty="0" err="1">
                <a:latin typeface="Sanskrit 99" pitchFamily="2" charset="0"/>
                <a:cs typeface="Sanskrit 2003" pitchFamily="2" charset="-78"/>
              </a:rPr>
              <a:t>dIÝa</a:t>
            </a:r>
            <a:r>
              <a:rPr lang="hi-IN" sz="4000" b="1" dirty="0">
                <a:latin typeface="Sanskrit 2003" pitchFamily="2" charset="-78"/>
                <a:cs typeface="Sanskrit 2003" pitchFamily="2" charset="-78"/>
              </a:rPr>
              <a:t>नलार्कद्युतिमप्रमॆयम् ॥११.१७</a:t>
            </a:r>
            <a:r>
              <a:rPr lang="hi-IN" sz="4000" b="1" dirty="0">
                <a:effectLst>
                  <a:outerShdw blurRad="38100" dist="38100" dir="2700000" algn="tl">
                    <a:srgbClr val="C0C0C0"/>
                  </a:outerShdw>
                </a:effectLst>
                <a:latin typeface="Sanskrit 2003" pitchFamily="2" charset="-78"/>
                <a:cs typeface="Sanskrit 2003" pitchFamily="2" charset="-78"/>
              </a:rPr>
              <a:t>॥</a:t>
            </a:r>
          </a:p>
          <a:p>
            <a:pPr marL="0" indent="0" eaLnBrk="1" hangingPunct="1">
              <a:spcBef>
                <a:spcPts val="1861"/>
              </a:spcBef>
              <a:buNone/>
              <a:defRPr/>
            </a:pPr>
            <a:r>
              <a:rPr lang="en-US" sz="3200" b="1" dirty="0">
                <a:latin typeface="URW Palladio ITU" pitchFamily="2" charset="0"/>
                <a:cs typeface="Sanskrit 2003" pitchFamily="2" charset="-78"/>
              </a:rPr>
              <a:t>	</a:t>
            </a:r>
            <a:r>
              <a:rPr lang="en-US" sz="2800" b="1" dirty="0" err="1">
                <a:latin typeface="URW Palladio IT" pitchFamily="2" charset="0"/>
                <a:cs typeface="Sanskrit 2003" pitchFamily="2" charset="-78"/>
              </a:rPr>
              <a:t>Paśyāmi</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tvāṁ</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durnirīkṣyaṁ</a:t>
            </a: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samantāt</a:t>
            </a:r>
            <a:r>
              <a:rPr lang="hi-IN" sz="2800" b="1" dirty="0">
                <a:solidFill>
                  <a:srgbClr val="000000"/>
                </a:solidFill>
                <a:latin typeface="URW Palladio IT" pitchFamily="2" charset="0"/>
                <a:cs typeface="Sanskrit 2003" pitchFamily="2" charset="-78"/>
              </a:rPr>
              <a:t> ।</a:t>
            </a:r>
            <a:endParaRPr lang="en-US" sz="2800" b="1" dirty="0">
              <a:latin typeface="URW Palladio IT" pitchFamily="2" charset="0"/>
              <a:cs typeface="Sanskrit 2003" pitchFamily="2" charset="-78"/>
            </a:endParaRPr>
          </a:p>
          <a:p>
            <a:pPr marL="0" indent="0" eaLnBrk="1" hangingPunct="1">
              <a:spcBef>
                <a:spcPts val="620"/>
              </a:spcBef>
              <a:buNone/>
              <a:defRPr/>
            </a:pPr>
            <a:r>
              <a:rPr lang="en-US" sz="2800" b="1" dirty="0">
                <a:latin typeface="URW Palladio IT" pitchFamily="2" charset="0"/>
                <a:cs typeface="Sanskrit 2003" pitchFamily="2" charset="-78"/>
              </a:rPr>
              <a:t>	</a:t>
            </a:r>
            <a:r>
              <a:rPr lang="en-US" sz="2800" b="1" dirty="0" err="1">
                <a:latin typeface="URW Palladio IT" pitchFamily="2" charset="0"/>
                <a:cs typeface="Sanskrit 2003" pitchFamily="2" charset="-78"/>
              </a:rPr>
              <a:t>Dīptānalārkadyutimaprameyam</a:t>
            </a:r>
            <a:r>
              <a:rPr lang="en-US" sz="2800" b="1" dirty="0">
                <a:latin typeface="URW Palladio IT" pitchFamily="2" charset="0"/>
                <a:cs typeface="Sanskrit 2003" pitchFamily="2" charset="-78"/>
              </a:rPr>
              <a:t>  </a:t>
            </a:r>
            <a:r>
              <a:rPr lang="en-US" sz="2000" b="1" dirty="0">
                <a:latin typeface="URW Palladio IT" pitchFamily="2" charset="0"/>
                <a:cs typeface="Sanskrit 2003" pitchFamily="2" charset="-78"/>
              </a:rPr>
              <a:t>||11.17||</a:t>
            </a:r>
          </a:p>
          <a:p>
            <a:pPr marL="0" indent="0" eaLnBrk="1" hangingPunct="1">
              <a:spcBef>
                <a:spcPts val="620"/>
              </a:spcBef>
              <a:buNone/>
              <a:defRPr/>
            </a:pPr>
            <a:endParaRPr lang="en-US" sz="200" b="1" dirty="0">
              <a:latin typeface="Sanskrit 2003" pitchFamily="2" charset="-78"/>
              <a:cs typeface="Sanskrit 2003" pitchFamily="2" charset="-78"/>
            </a:endParaRPr>
          </a:p>
          <a:p>
            <a:pPr marL="0" indent="0" eaLnBrk="1" hangingPunct="1">
              <a:buNone/>
              <a:defRPr/>
            </a:pPr>
            <a:endParaRPr lang="en-US" sz="1200" b="1" dirty="0"/>
          </a:p>
          <a:p>
            <a:pPr marL="0" indent="0" eaLnBrk="1" hangingPunct="1">
              <a:buNone/>
              <a:defRPr/>
            </a:pPr>
            <a:r>
              <a:rPr lang="en-US" sz="3600" b="1" dirty="0"/>
              <a:t>	</a:t>
            </a:r>
            <a:r>
              <a:rPr lang="kn-IN" sz="3200" b="1" dirty="0"/>
              <a:t>ಪಶ್ಯಾಮಿ ತ್ವಾಂ ದುರ್ನಿರೀಕ್ಷ್ಯಂ ಸಮಂತಾತ್</a:t>
            </a:r>
            <a:r>
              <a:rPr lang="hi-IN" sz="3200" b="1" dirty="0">
                <a:solidFill>
                  <a:srgbClr val="000000"/>
                </a:solidFill>
                <a:latin typeface="Sanskrit 2003" pitchFamily="2" charset="-78"/>
                <a:cs typeface="Sanskrit 2003" pitchFamily="2" charset="-78"/>
              </a:rPr>
              <a:t> ।</a:t>
            </a:r>
            <a:endParaRPr lang="en-US" sz="3200" b="1" dirty="0"/>
          </a:p>
          <a:p>
            <a:pPr marL="0" indent="0" eaLnBrk="1" hangingPunct="1">
              <a:buNone/>
              <a:defRPr/>
            </a:pPr>
            <a:r>
              <a:rPr lang="en-US" sz="3200" b="1" dirty="0"/>
              <a:t>	</a:t>
            </a:r>
            <a:r>
              <a:rPr lang="kn-IN" sz="3200" b="1" dirty="0"/>
              <a:t>ದೀಪ್ತಾನಲಾರ್ಕದ್ಯುತಿಮಪ್ರಮೇಯಂ ||೧೧.೧೭</a:t>
            </a:r>
            <a:r>
              <a:rPr lang="kn-IN" sz="3200" b="1" dirty="0" smtClean="0"/>
              <a:t>||</a:t>
            </a:r>
            <a:endParaRPr lang="en-US" sz="3200" b="1" dirty="0" smtClean="0"/>
          </a:p>
          <a:p>
            <a:pPr marL="0" indent="0" eaLnBrk="1" hangingPunct="1">
              <a:buNone/>
              <a:defRPr/>
            </a:pPr>
            <a:endParaRPr lang="en-US" sz="3200" b="1" dirty="0"/>
          </a:p>
          <a:p>
            <a:pPr marL="0" indent="0" eaLnBrk="1" hangingPunct="1">
              <a:buNone/>
              <a:defRPr/>
            </a:pPr>
            <a:endParaRPr lang="en-US" sz="400" b="1" dirty="0"/>
          </a:p>
          <a:p>
            <a:pPr marL="0" indent="0" algn="just" eaLnBrk="1" hangingPunct="1">
              <a:buNone/>
              <a:defRPr/>
            </a:pPr>
            <a:r>
              <a:rPr lang="en-US" sz="2000" b="1" dirty="0">
                <a:latin typeface="URW Palladio IT" pitchFamily="2" charset="0"/>
              </a:rPr>
              <a:t>           </a:t>
            </a:r>
            <a:r>
              <a:rPr lang="en-US" sz="2000" b="1" dirty="0" err="1">
                <a:latin typeface="URW Palladio IT" pitchFamily="2" charset="0"/>
              </a:rPr>
              <a:t>Arjuna</a:t>
            </a:r>
            <a:r>
              <a:rPr lang="en-US" sz="2000" b="1" dirty="0">
                <a:latin typeface="URW Palladio IT" pitchFamily="2" charset="0"/>
              </a:rPr>
              <a:t> said: I see You endowed with diadems, clubs and discusses, a mass of splendor flaming all round, having</a:t>
            </a:r>
          </a:p>
          <a:p>
            <a:pPr marL="0" indent="0" algn="just" eaLnBrk="1" hangingPunct="1">
              <a:buNone/>
              <a:defRPr/>
            </a:pPr>
            <a:r>
              <a:rPr lang="en-US" sz="2000" b="1" dirty="0">
                <a:latin typeface="URW Palladio IT" pitchFamily="2" charset="0"/>
              </a:rPr>
              <a:t>the brilliance of a blazing fire and the sun, hard to gaze at</a:t>
            </a:r>
          </a:p>
          <a:p>
            <a:pPr marL="0" indent="0" algn="just" eaLnBrk="1" hangingPunct="1">
              <a:buNone/>
              <a:defRPr/>
            </a:pPr>
            <a:r>
              <a:rPr lang="en-US" sz="2000" b="1" dirty="0">
                <a:latin typeface="URW Palladio IT" pitchFamily="2" charset="0"/>
              </a:rPr>
              <a:t> and immeasurable on all sides.</a:t>
            </a:r>
          </a:p>
          <a:p>
            <a:pPr marL="0" indent="0" algn="just" eaLnBrk="1" hangingPunct="1">
              <a:buNone/>
              <a:defRPr/>
            </a:pPr>
            <a:endParaRPr lang="en-US" sz="2400" b="1" dirty="0">
              <a:latin typeface="URW Palladio IT" pitchFamily="2" charset="0"/>
            </a:endParaRPr>
          </a:p>
          <a:p>
            <a:pPr marL="0" indent="0" eaLnBrk="1" hangingPunct="1">
              <a:buNone/>
              <a:defRPr/>
            </a:pPr>
            <a:endParaRPr lang="kn-IN" sz="3600" b="1" dirty="0">
              <a:latin typeface="URW Palladio IT" pitchFamily="2" charset="0"/>
            </a:endParaRPr>
          </a:p>
          <a:p>
            <a:pPr marL="0" indent="0" eaLnBrk="1" hangingPunct="1">
              <a:buNone/>
              <a:defRPr/>
            </a:pPr>
            <a:endParaRPr lang="en-US" sz="3200" b="1" dirty="0">
              <a:latin typeface="URW Palladio IT" pitchFamily="2" charset="0"/>
            </a:endParaRPr>
          </a:p>
        </p:txBody>
      </p:sp>
    </p:spTree>
    <p:extLst>
      <p:ext uri="{BB962C8B-B14F-4D97-AF65-F5344CB8AC3E}">
        <p14:creationId xmlns:p14="http://schemas.microsoft.com/office/powerpoint/2010/main" val="4105392593"/>
      </p:ext>
    </p:extLst>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240434" y="261442"/>
            <a:ext cx="11761810" cy="6480720"/>
          </a:xfrm>
          <a:prstGeom prst="rect">
            <a:avLst/>
          </a:prstGeom>
        </p:spPr>
        <p:txBody>
          <a:bodyPr lIns="94507" tIns="47259" rIns="94507" bIns="47259">
            <a:no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eaLnBrk="1" hangingPunct="1">
              <a:buNone/>
              <a:defRPr/>
            </a:pPr>
            <a:r>
              <a:rPr lang="hi-IN" sz="4000" b="1" dirty="0">
                <a:effectLst>
                  <a:outerShdw blurRad="38100" dist="38100" dir="2700000" algn="tl">
                    <a:srgbClr val="C0C0C0"/>
                  </a:outerShdw>
                </a:effectLst>
                <a:latin typeface="Sanskrit 2003" pitchFamily="2" charset="-78"/>
                <a:cs typeface="Sanskrit 2003" pitchFamily="2" charset="-78"/>
              </a:rPr>
              <a:t>१२. </a:t>
            </a:r>
            <a:r>
              <a:rPr lang="en-US" sz="4000" b="1" dirty="0">
                <a:latin typeface="Sanskrit 2003" pitchFamily="2" charset="-78"/>
                <a:cs typeface="Sanskrit 2003" pitchFamily="2" charset="-78"/>
              </a:rPr>
              <a:t>	</a:t>
            </a:r>
            <a:r>
              <a:rPr lang="hi-IN" sz="4000" b="1" dirty="0">
                <a:latin typeface="Sanskrit 2003" pitchFamily="2" charset="-78"/>
                <a:cs typeface="Sanskrit 2003" pitchFamily="2" charset="-78"/>
              </a:rPr>
              <a:t>अदृष्टपूर्वं हृषितॊऽस्मि दृष्ट्वा</a:t>
            </a:r>
          </a:p>
          <a:p>
            <a:pPr marL="0" indent="0" eaLnBrk="1" hangingPunct="1">
              <a:buNone/>
              <a:defRPr/>
            </a:pPr>
            <a:r>
              <a:rPr lang="en-US" sz="4000" b="1" dirty="0">
                <a:latin typeface="Sanskrit 2003" pitchFamily="2" charset="-78"/>
                <a:cs typeface="Sanskrit 2003" pitchFamily="2" charset="-78"/>
              </a:rPr>
              <a:t>	</a:t>
            </a:r>
            <a:r>
              <a:rPr lang="en-US" sz="4000" b="1" dirty="0" smtClean="0">
                <a:latin typeface="Sanskrit 2003" pitchFamily="2" charset="-78"/>
                <a:cs typeface="Sanskrit 2003" pitchFamily="2" charset="-78"/>
              </a:rPr>
              <a:t>     </a:t>
            </a:r>
            <a:r>
              <a:rPr lang="hi-IN" sz="4000" b="1" dirty="0" smtClean="0">
                <a:latin typeface="Sanskrit 2003" pitchFamily="2" charset="-78"/>
                <a:cs typeface="Sanskrit 2003" pitchFamily="2" charset="-78"/>
              </a:rPr>
              <a:t>भयॆन </a:t>
            </a:r>
            <a:r>
              <a:rPr lang="hi-IN" sz="4000" b="1" dirty="0">
                <a:latin typeface="Sanskrit 2003" pitchFamily="2" charset="-78"/>
                <a:cs typeface="Sanskrit 2003" pitchFamily="2" charset="-78"/>
              </a:rPr>
              <a:t>च प्रव्यथितं मनॊ मॆ ।</a:t>
            </a:r>
            <a:endParaRPr lang="en-US" sz="4000" b="1" dirty="0">
              <a:latin typeface="Sanskrit 2003" pitchFamily="2" charset="-78"/>
              <a:cs typeface="Sanskrit 2003" pitchFamily="2" charset="-78"/>
            </a:endParaRPr>
          </a:p>
          <a:p>
            <a:pPr marL="0" indent="0" eaLnBrk="1" hangingPunct="1">
              <a:buNone/>
              <a:defRPr/>
            </a:pPr>
            <a:endParaRPr lang="en-US" sz="100" b="1" dirty="0">
              <a:latin typeface="Sanskrit 2003" pitchFamily="2" charset="-78"/>
              <a:cs typeface="Sanskrit 2003" pitchFamily="2" charset="-78"/>
            </a:endParaRPr>
          </a:p>
          <a:p>
            <a:pPr marL="0" indent="0" eaLnBrk="1" hangingPunct="1">
              <a:spcBef>
                <a:spcPts val="1861"/>
              </a:spcBef>
              <a:buNone/>
              <a:defRPr/>
            </a:pPr>
            <a:r>
              <a:rPr lang="en-US" sz="3600" b="1" dirty="0">
                <a:latin typeface="URW Palladio ITU" pitchFamily="2" charset="0"/>
                <a:cs typeface="Sanskrit 2003" pitchFamily="2" charset="-78"/>
              </a:rPr>
              <a:t>12. </a:t>
            </a:r>
            <a:r>
              <a:rPr lang="en-US" sz="3600" b="1" dirty="0" err="1">
                <a:latin typeface="URW Palladio IT" pitchFamily="2" charset="0"/>
                <a:cs typeface="Sanskrit 2003" pitchFamily="2" charset="-78"/>
              </a:rPr>
              <a:t>Adr̥ṣṭapūrvaṁ</a:t>
            </a:r>
            <a:r>
              <a:rPr lang="en-US" sz="3600" b="1" dirty="0">
                <a:latin typeface="URW Palladio IT" pitchFamily="2" charset="0"/>
                <a:cs typeface="Sanskrit 2003" pitchFamily="2" charset="-78"/>
              </a:rPr>
              <a:t> </a:t>
            </a:r>
            <a:r>
              <a:rPr lang="en-US" sz="3600" b="1" dirty="0" err="1">
                <a:latin typeface="URW Palladio IT" pitchFamily="2" charset="0"/>
                <a:cs typeface="Sanskrit 2003" pitchFamily="2" charset="-78"/>
              </a:rPr>
              <a:t>hr̥ṣito</a:t>
            </a:r>
            <a:r>
              <a:rPr lang="en-US" sz="3600" b="1" dirty="0">
                <a:latin typeface="URW Palladio IT" pitchFamily="2" charset="0"/>
                <a:cs typeface="Sanskrit 2003" pitchFamily="2" charset="-78"/>
              </a:rPr>
              <a:t>:'</a:t>
            </a:r>
            <a:r>
              <a:rPr lang="en-US" sz="3600" b="1" dirty="0" err="1">
                <a:latin typeface="URW Palladio IT" pitchFamily="2" charset="0"/>
                <a:cs typeface="Sanskrit 2003" pitchFamily="2" charset="-78"/>
              </a:rPr>
              <a:t>smi</a:t>
            </a:r>
            <a:r>
              <a:rPr lang="en-US" sz="3600" b="1" dirty="0">
                <a:latin typeface="URW Palladio IT" pitchFamily="2" charset="0"/>
                <a:cs typeface="Sanskrit 2003" pitchFamily="2" charset="-78"/>
              </a:rPr>
              <a:t> </a:t>
            </a:r>
            <a:r>
              <a:rPr lang="en-US" sz="3600" b="1" dirty="0" err="1">
                <a:latin typeface="URW Palladio IT" pitchFamily="2" charset="0"/>
                <a:cs typeface="Sanskrit 2003" pitchFamily="2" charset="-78"/>
              </a:rPr>
              <a:t>dr̥ṣṭvā</a:t>
            </a:r>
            <a:endParaRPr lang="en-US" sz="3600" b="1" dirty="0">
              <a:latin typeface="URW Palladio IT" pitchFamily="2" charset="0"/>
              <a:cs typeface="Sanskrit 2003" pitchFamily="2" charset="-78"/>
            </a:endParaRPr>
          </a:p>
          <a:p>
            <a:pPr marL="0" indent="0" eaLnBrk="1" hangingPunct="1">
              <a:buNone/>
              <a:defRPr/>
            </a:pPr>
            <a:r>
              <a:rPr lang="en-US" sz="3600" b="1" dirty="0">
                <a:latin typeface="URW Palladio IT" pitchFamily="2" charset="0"/>
                <a:cs typeface="Sanskrit 2003" pitchFamily="2" charset="-78"/>
              </a:rPr>
              <a:t>	</a:t>
            </a:r>
            <a:r>
              <a:rPr lang="en-US" sz="3600" b="1" dirty="0" err="1">
                <a:latin typeface="URW Palladio IT" pitchFamily="2" charset="0"/>
                <a:cs typeface="Sanskrit 2003" pitchFamily="2" charset="-78"/>
              </a:rPr>
              <a:t>Bhayena</a:t>
            </a:r>
            <a:r>
              <a:rPr lang="en-US" sz="3600" b="1" dirty="0">
                <a:latin typeface="URW Palladio IT" pitchFamily="2" charset="0"/>
                <a:cs typeface="Sanskrit 2003" pitchFamily="2" charset="-78"/>
              </a:rPr>
              <a:t> </a:t>
            </a:r>
            <a:r>
              <a:rPr lang="en-US" sz="3600" b="1" dirty="0" err="1">
                <a:latin typeface="URW Palladio IT" pitchFamily="2" charset="0"/>
                <a:cs typeface="Sanskrit 2003" pitchFamily="2" charset="-78"/>
              </a:rPr>
              <a:t>ca</a:t>
            </a:r>
            <a:r>
              <a:rPr lang="en-US" sz="3600" b="1" dirty="0">
                <a:latin typeface="URW Palladio IT" pitchFamily="2" charset="0"/>
                <a:cs typeface="Sanskrit 2003" pitchFamily="2" charset="-78"/>
              </a:rPr>
              <a:t> </a:t>
            </a:r>
            <a:r>
              <a:rPr lang="en-US" sz="3600" b="1" dirty="0" err="1">
                <a:latin typeface="URW Palladio IT" pitchFamily="2" charset="0"/>
                <a:cs typeface="Sanskrit 2003" pitchFamily="2" charset="-78"/>
              </a:rPr>
              <a:t>pravyathitaṁ</a:t>
            </a:r>
            <a:r>
              <a:rPr lang="en-US" sz="3600" b="1" dirty="0">
                <a:latin typeface="URW Palladio IT" pitchFamily="2" charset="0"/>
                <a:cs typeface="Sanskrit 2003" pitchFamily="2" charset="-78"/>
              </a:rPr>
              <a:t> </a:t>
            </a:r>
            <a:r>
              <a:rPr lang="en-US" sz="3600" b="1" dirty="0" err="1">
                <a:latin typeface="URW Palladio IT" pitchFamily="2" charset="0"/>
                <a:cs typeface="Sanskrit 2003" pitchFamily="2" charset="-78"/>
              </a:rPr>
              <a:t>mano</a:t>
            </a:r>
            <a:r>
              <a:rPr lang="en-US" sz="3600" b="1" dirty="0">
                <a:latin typeface="URW Palladio IT" pitchFamily="2" charset="0"/>
                <a:cs typeface="Sanskrit 2003" pitchFamily="2" charset="-78"/>
              </a:rPr>
              <a:t> me|</a:t>
            </a:r>
          </a:p>
          <a:p>
            <a:pPr marL="0" indent="0" eaLnBrk="1" hangingPunct="1">
              <a:buNone/>
              <a:defRPr/>
            </a:pPr>
            <a:endParaRPr lang="en-US" sz="2800" dirty="0"/>
          </a:p>
          <a:p>
            <a:pPr marL="0" indent="0" eaLnBrk="1" hangingPunct="1">
              <a:buNone/>
              <a:defRPr/>
            </a:pPr>
            <a:r>
              <a:rPr lang="kn-IN" sz="3200" b="1" dirty="0"/>
              <a:t>೧೨.</a:t>
            </a:r>
            <a:r>
              <a:rPr lang="en-US" sz="3200" b="1" dirty="0"/>
              <a:t>	</a:t>
            </a:r>
            <a:r>
              <a:rPr lang="kn-IN" sz="4000" b="1" dirty="0"/>
              <a:t>ಅದೃಷ್ಟಪೂರ್ವಂ ಹೃಷಿತೋಽಸ್ಮಿ ದೃಷ್ಟ್ವಾ</a:t>
            </a:r>
            <a:endParaRPr lang="en-US" sz="4000" b="1" dirty="0"/>
          </a:p>
          <a:p>
            <a:pPr marL="0" indent="0" eaLnBrk="1" hangingPunct="1">
              <a:buNone/>
              <a:defRPr/>
            </a:pPr>
            <a:r>
              <a:rPr lang="en-US" sz="4000" b="1" dirty="0"/>
              <a:t>	</a:t>
            </a:r>
            <a:r>
              <a:rPr lang="kn-IN" sz="4000" b="1" dirty="0"/>
              <a:t>ಭಯೇನ ಚ ಪ್ರವ್ಯಥಿತಂ ಮನೋ ಮೇ |</a:t>
            </a:r>
            <a:endParaRPr lang="en-US" sz="4800" b="1" dirty="0"/>
          </a:p>
          <a:p>
            <a:pPr marL="0" indent="0" algn="just" eaLnBrk="1" hangingPunct="1">
              <a:buNone/>
              <a:defRPr/>
            </a:pPr>
            <a:r>
              <a:rPr lang="en-US" sz="400" b="1" dirty="0"/>
              <a:t>                                          </a:t>
            </a:r>
          </a:p>
          <a:p>
            <a:pPr marL="0" indent="0" algn="just" eaLnBrk="1" hangingPunct="1">
              <a:buNone/>
              <a:defRPr/>
            </a:pPr>
            <a:r>
              <a:rPr lang="en-US" sz="400" b="1" dirty="0">
                <a:latin typeface="URW Palladio IT" pitchFamily="2" charset="0"/>
              </a:rPr>
              <a:t>                                           </a:t>
            </a:r>
            <a:r>
              <a:rPr lang="en-US" sz="2800" b="1" dirty="0">
                <a:latin typeface="URW Palladio IT" pitchFamily="2" charset="0"/>
              </a:rPr>
              <a:t>Having seen Your wondrous form which was never seen before, I feel transported with joy; at the same time my mind is tormented   by fear. </a:t>
            </a:r>
          </a:p>
          <a:p>
            <a:pPr marL="0" indent="0" eaLnBrk="1" hangingPunct="1">
              <a:buNone/>
              <a:defRPr/>
            </a:pPr>
            <a:endParaRPr lang="en-US" sz="3600" b="1" dirty="0"/>
          </a:p>
        </p:txBody>
      </p:sp>
    </p:spTree>
    <p:extLst>
      <p:ext uri="{BB962C8B-B14F-4D97-AF65-F5344CB8AC3E}">
        <p14:creationId xmlns:p14="http://schemas.microsoft.com/office/powerpoint/2010/main" val="282167045"/>
      </p:ext>
    </p:extLst>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264939" y="261442"/>
            <a:ext cx="11320479" cy="6408712"/>
          </a:xfrm>
          <a:prstGeom prst="rect">
            <a:avLst/>
          </a:prstGeom>
        </p:spPr>
        <p:txBody>
          <a:bodyPr lIns="94507" tIns="47259" rIns="94507" bIns="47259">
            <a:no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eaLnBrk="1" hangingPunct="1">
              <a:buNone/>
              <a:defRPr/>
            </a:pPr>
            <a:endParaRPr lang="en-US" sz="700" dirty="0"/>
          </a:p>
          <a:p>
            <a:pPr marL="0" indent="0" eaLnBrk="1" hangingPunct="1">
              <a:buNone/>
              <a:defRPr/>
            </a:pPr>
            <a:r>
              <a:rPr lang="hi-IN" sz="4400" b="1" dirty="0">
                <a:latin typeface="Sanskrit 2003" pitchFamily="2" charset="-78"/>
                <a:cs typeface="Sanskrit 2003" pitchFamily="2" charset="-78"/>
              </a:rPr>
              <a:t>तदॆव मॆ दर्शय दॆव </a:t>
            </a:r>
            <a:r>
              <a:rPr lang="hi-IN" sz="4000" b="1" dirty="0">
                <a:latin typeface="Sanskrit 2003" pitchFamily="2" charset="-78"/>
                <a:cs typeface="Sanskrit 2003" pitchFamily="2" charset="-78"/>
              </a:rPr>
              <a:t>रूपं </a:t>
            </a:r>
            <a:endParaRPr lang="en-US" sz="4000" b="1" dirty="0">
              <a:latin typeface="Sanskrit 2003" pitchFamily="2" charset="-78"/>
              <a:cs typeface="Sanskrit 2003" pitchFamily="2" charset="-78"/>
            </a:endParaRPr>
          </a:p>
          <a:p>
            <a:pPr marL="0" indent="0" eaLnBrk="1" hangingPunct="1">
              <a:buNone/>
              <a:defRPr/>
            </a:pPr>
            <a:r>
              <a:rPr lang="hi-IN" sz="4400" b="1" dirty="0">
                <a:latin typeface="Sanskrit 2003" pitchFamily="2" charset="-78"/>
                <a:cs typeface="Sanskrit 2003" pitchFamily="2" charset="-78"/>
              </a:rPr>
              <a:t>प्रसीद दॆवॆश जगन्निवास ॥११.४५</a:t>
            </a:r>
            <a:r>
              <a:rPr lang="hi-IN" sz="4400" b="1" dirty="0">
                <a:effectLst>
                  <a:outerShdw blurRad="38100" dist="38100" dir="2700000" algn="tl">
                    <a:srgbClr val="C0C0C0"/>
                  </a:outerShdw>
                </a:effectLst>
                <a:latin typeface="Sanskrit 2003" pitchFamily="2" charset="-78"/>
                <a:cs typeface="Sanskrit 2003" pitchFamily="2" charset="-78"/>
              </a:rPr>
              <a:t>॥</a:t>
            </a:r>
            <a:endParaRPr lang="en-US" sz="4000" b="1" dirty="0">
              <a:effectLst>
                <a:outerShdw blurRad="38100" dist="38100" dir="2700000" algn="tl">
                  <a:srgbClr val="C0C0C0"/>
                </a:outerShdw>
              </a:effectLst>
              <a:latin typeface="Sanskrit 2003" pitchFamily="2" charset="-78"/>
              <a:cs typeface="Sanskrit 2003" pitchFamily="2" charset="-78"/>
            </a:endParaRPr>
          </a:p>
          <a:p>
            <a:pPr marL="0" indent="0" eaLnBrk="1" hangingPunct="1">
              <a:spcBef>
                <a:spcPts val="1861"/>
              </a:spcBef>
              <a:buNone/>
              <a:defRPr/>
            </a:pPr>
            <a:r>
              <a:rPr lang="en-US" sz="4000" b="1" dirty="0" err="1">
                <a:latin typeface="URW Palladio IT" pitchFamily="2" charset="0"/>
              </a:rPr>
              <a:t>Tadeva</a:t>
            </a:r>
            <a:r>
              <a:rPr lang="en-US" sz="4000" b="1" dirty="0">
                <a:latin typeface="URW Palladio IT" pitchFamily="2" charset="0"/>
              </a:rPr>
              <a:t> me </a:t>
            </a:r>
            <a:r>
              <a:rPr lang="en-US" sz="4000" b="1" dirty="0" err="1">
                <a:latin typeface="URW Palladio IT" pitchFamily="2" charset="0"/>
              </a:rPr>
              <a:t>darśaya</a:t>
            </a:r>
            <a:r>
              <a:rPr lang="en-US" sz="4000" b="1" dirty="0">
                <a:latin typeface="URW Palladio IT" pitchFamily="2" charset="0"/>
              </a:rPr>
              <a:t> deva </a:t>
            </a:r>
            <a:r>
              <a:rPr lang="en-US" sz="4000" b="1" dirty="0" err="1">
                <a:latin typeface="URW Palladio IT" pitchFamily="2" charset="0"/>
              </a:rPr>
              <a:t>rūpam</a:t>
            </a:r>
            <a:endParaRPr lang="en-US" sz="4000" b="1" dirty="0">
              <a:latin typeface="URW Palladio IT" pitchFamily="2" charset="0"/>
            </a:endParaRPr>
          </a:p>
          <a:p>
            <a:pPr marL="0" indent="0" eaLnBrk="1" hangingPunct="1">
              <a:buNone/>
              <a:defRPr/>
            </a:pPr>
            <a:r>
              <a:rPr lang="en-US" sz="4000" b="1" dirty="0" err="1">
                <a:latin typeface="URW Palladio IT" pitchFamily="2" charset="0"/>
              </a:rPr>
              <a:t>Prasīda</a:t>
            </a:r>
            <a:r>
              <a:rPr lang="en-US" sz="4000" b="1" dirty="0">
                <a:latin typeface="URW Palladio IT" pitchFamily="2" charset="0"/>
              </a:rPr>
              <a:t> </a:t>
            </a:r>
            <a:r>
              <a:rPr lang="en-US" sz="4000" b="1" dirty="0" err="1">
                <a:latin typeface="URW Palladio IT" pitchFamily="2" charset="0"/>
              </a:rPr>
              <a:t>deveśa</a:t>
            </a:r>
            <a:r>
              <a:rPr lang="en-US" sz="4000" b="1" dirty="0">
                <a:latin typeface="URW Palladio IT" pitchFamily="2" charset="0"/>
              </a:rPr>
              <a:t> </a:t>
            </a:r>
            <a:r>
              <a:rPr lang="en-US" sz="4000" b="1" dirty="0" err="1">
                <a:latin typeface="URW Palladio IT" pitchFamily="2" charset="0"/>
              </a:rPr>
              <a:t>jagannivāsa</a:t>
            </a:r>
            <a:r>
              <a:rPr lang="en-US" sz="2000" b="1" dirty="0">
                <a:latin typeface="URW Palladio IT" pitchFamily="2" charset="0"/>
              </a:rPr>
              <a:t>||11.45||</a:t>
            </a:r>
          </a:p>
          <a:p>
            <a:pPr marL="0" indent="0" eaLnBrk="1" hangingPunct="1">
              <a:buNone/>
              <a:defRPr/>
            </a:pPr>
            <a:endParaRPr lang="en-US" sz="2000" dirty="0">
              <a:latin typeface="URW Palladio IT" pitchFamily="2" charset="0"/>
            </a:endParaRPr>
          </a:p>
          <a:p>
            <a:pPr marL="0" indent="0" eaLnBrk="1" hangingPunct="1">
              <a:buNone/>
              <a:defRPr/>
            </a:pPr>
            <a:r>
              <a:rPr lang="kn-IN" sz="3600" b="1" dirty="0"/>
              <a:t>ತದೇವ ಮೇ ದರ್ಶಯ ದೇವ ರೂಪಂ</a:t>
            </a:r>
            <a:endParaRPr lang="en-US" sz="3600" b="1" dirty="0"/>
          </a:p>
          <a:p>
            <a:pPr marL="0" indent="0" eaLnBrk="1" hangingPunct="1">
              <a:buNone/>
              <a:defRPr/>
            </a:pPr>
            <a:r>
              <a:rPr lang="kn-IN" sz="3600" b="1" dirty="0"/>
              <a:t>ಪ್ರಸೀದ ದೇವೇಶ ಜಗನ್ನಿವಾಸ ||೧೧.೪೫||</a:t>
            </a:r>
            <a:endParaRPr lang="en-US" sz="4400" b="1" dirty="0"/>
          </a:p>
          <a:p>
            <a:pPr marL="0" indent="0" eaLnBrk="1" hangingPunct="1">
              <a:buNone/>
              <a:defRPr/>
            </a:pPr>
            <a:endParaRPr lang="en-US" sz="400" b="1" dirty="0"/>
          </a:p>
          <a:p>
            <a:pPr marL="0" indent="0" algn="just" eaLnBrk="1" hangingPunct="1">
              <a:buNone/>
              <a:defRPr/>
            </a:pPr>
            <a:r>
              <a:rPr lang="en-US" sz="2400" b="1" dirty="0">
                <a:latin typeface="URW Palladio IT" pitchFamily="2" charset="0"/>
              </a:rPr>
              <a:t>Pray reveal to me that divine form; the form </a:t>
            </a:r>
            <a:r>
              <a:rPr lang="en-US" sz="2400" b="1" dirty="0" err="1">
                <a:latin typeface="URW Palladio IT" pitchFamily="2" charset="0"/>
              </a:rPr>
              <a:t>Viñëu</a:t>
            </a:r>
            <a:r>
              <a:rPr lang="en-US" sz="2400" b="1" dirty="0">
                <a:latin typeface="URW Palladio IT" pitchFamily="2" charset="0"/>
              </a:rPr>
              <a:t> of with four arms; O Lord of celestials, Abode of the universe, be gracious.</a:t>
            </a:r>
            <a:endParaRPr lang="kn-IN" sz="3600" b="1" dirty="0">
              <a:latin typeface="URW Palladio IT" pitchFamily="2" charset="0"/>
            </a:endParaRPr>
          </a:p>
        </p:txBody>
      </p:sp>
    </p:spTree>
    <p:extLst>
      <p:ext uri="{BB962C8B-B14F-4D97-AF65-F5344CB8AC3E}">
        <p14:creationId xmlns:p14="http://schemas.microsoft.com/office/powerpoint/2010/main" val="3495816339"/>
      </p:ext>
    </p:extLst>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609759" y="254200"/>
            <a:ext cx="10975659" cy="7455740"/>
          </a:xfrm>
          <a:prstGeom prst="rect">
            <a:avLst/>
          </a:prstGeom>
        </p:spPr>
        <p:txBody>
          <a:bodyPr lIns="94507" tIns="47259" rIns="94507" bIns="47259">
            <a:norm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algn="ctr" eaLnBrk="1" hangingPunct="1">
              <a:lnSpc>
                <a:spcPct val="150000"/>
              </a:lnSpc>
              <a:buNone/>
            </a:pPr>
            <a:r>
              <a:rPr lang="hi-IN" sz="6800" b="1" dirty="0">
                <a:latin typeface="Sanskrit 2003" pitchFamily="2" charset="-78"/>
                <a:cs typeface="Sanskrit 2003" pitchFamily="2" charset="-78"/>
              </a:rPr>
              <a:t>श्रीभगवानुवाच</a:t>
            </a:r>
          </a:p>
          <a:p>
            <a:pPr marL="0" indent="0" algn="ctr" eaLnBrk="1" hangingPunct="1">
              <a:lnSpc>
                <a:spcPct val="150000"/>
              </a:lnSpc>
              <a:spcBef>
                <a:spcPts val="620"/>
              </a:spcBef>
              <a:buNone/>
            </a:pPr>
            <a:r>
              <a:rPr lang="en-US" sz="5600" b="1" dirty="0" err="1">
                <a:latin typeface="URW Palladio IT" pitchFamily="2" charset="0"/>
              </a:rPr>
              <a:t>Śrībhagavānuvāca</a:t>
            </a:r>
            <a:endParaRPr lang="kn-IN" sz="5600" b="1" dirty="0">
              <a:latin typeface="URW Palladio IT" pitchFamily="2" charset="0"/>
              <a:cs typeface="Tunga" pitchFamily="2"/>
            </a:endParaRPr>
          </a:p>
          <a:p>
            <a:pPr marL="0" indent="0" algn="ctr" eaLnBrk="1" hangingPunct="1">
              <a:lnSpc>
                <a:spcPct val="150000"/>
              </a:lnSpc>
              <a:spcBef>
                <a:spcPts val="620"/>
              </a:spcBef>
              <a:buNone/>
            </a:pPr>
            <a:r>
              <a:rPr lang="kn-IN" sz="5600" b="1" dirty="0">
                <a:latin typeface="Calibri" pitchFamily="34" charset="0"/>
                <a:cs typeface="Tunga" pitchFamily="2"/>
              </a:rPr>
              <a:t>ಶ್ರೀಭಗವಾನ್ ಉವಾಚ</a:t>
            </a:r>
          </a:p>
        </p:txBody>
      </p:sp>
    </p:spTree>
    <p:extLst>
      <p:ext uri="{BB962C8B-B14F-4D97-AF65-F5344CB8AC3E}">
        <p14:creationId xmlns:p14="http://schemas.microsoft.com/office/powerpoint/2010/main" val="973008960"/>
      </p:ext>
    </p:extLst>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120923" y="261443"/>
            <a:ext cx="12074252" cy="6408712"/>
          </a:xfrm>
          <a:prstGeom prst="rect">
            <a:avLst/>
          </a:prstGeom>
        </p:spPr>
        <p:txBody>
          <a:bodyPr lIns="94507" tIns="47259" rIns="94507" bIns="47259">
            <a:no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eaLnBrk="1" hangingPunct="1">
              <a:buNone/>
              <a:defRPr/>
            </a:pPr>
            <a:r>
              <a:rPr lang="hi-IN" sz="3600" b="1" dirty="0">
                <a:effectLst>
                  <a:outerShdw blurRad="38100" dist="38100" dir="2700000" algn="tl">
                    <a:srgbClr val="C0C0C0"/>
                  </a:outerShdw>
                </a:effectLst>
                <a:latin typeface="Sanskrit 2003" pitchFamily="2" charset="-78"/>
                <a:cs typeface="Sanskrit 2003" pitchFamily="2" charset="-78"/>
              </a:rPr>
              <a:t>१३. </a:t>
            </a:r>
            <a:r>
              <a:rPr lang="hi-IN" sz="3600" b="1" dirty="0">
                <a:latin typeface="Sanskrit 2003" pitchFamily="2" charset="-78"/>
                <a:cs typeface="Sanskrit 2003" pitchFamily="2" charset="-78"/>
              </a:rPr>
              <a:t>सुदुर्दर्शमिदं रूपं दृष्टवानसि यन्मम</a:t>
            </a:r>
            <a:r>
              <a:rPr lang="en-US" sz="3600" b="1" dirty="0">
                <a:latin typeface="Sanskrit 2003" pitchFamily="2" charset="-78"/>
                <a:cs typeface="Sanskrit 2003" pitchFamily="2" charset="-78"/>
              </a:rPr>
              <a:t> ।</a:t>
            </a:r>
            <a:endParaRPr lang="hi-IN" sz="3600" b="1" dirty="0">
              <a:latin typeface="Sanskrit 2003" pitchFamily="2" charset="-78"/>
              <a:cs typeface="Sanskrit 2003" pitchFamily="2" charset="-78"/>
            </a:endParaRPr>
          </a:p>
          <a:p>
            <a:pPr marL="0" indent="0" eaLnBrk="1" hangingPunct="1">
              <a:buNone/>
              <a:defRPr/>
            </a:pPr>
            <a:r>
              <a:rPr lang="en-US" sz="3600" b="1" dirty="0">
                <a:latin typeface="Sanskrit 2003" pitchFamily="2" charset="-78"/>
                <a:cs typeface="Sanskrit 2003" pitchFamily="2" charset="-78"/>
              </a:rPr>
              <a:t>	</a:t>
            </a:r>
            <a:r>
              <a:rPr lang="hi-IN" sz="3600" b="1" dirty="0">
                <a:latin typeface="Sanskrit 2003" pitchFamily="2" charset="-78"/>
                <a:cs typeface="Sanskrit 2003" pitchFamily="2" charset="-78"/>
              </a:rPr>
              <a:t>दॆवा अप्यस्य रूपस्य नित्यं</a:t>
            </a:r>
            <a:r>
              <a:rPr lang="en-US" sz="3600" b="1" dirty="0">
                <a:latin typeface="Sanskrit 2003" pitchFamily="2" charset="-78"/>
                <a:cs typeface="Sanskrit 2003" pitchFamily="2" charset="-78"/>
              </a:rPr>
              <a:t> </a:t>
            </a:r>
            <a:r>
              <a:rPr lang="hi-IN" sz="3600" b="1" dirty="0">
                <a:latin typeface="Sanskrit 2003" pitchFamily="2" charset="-78"/>
                <a:cs typeface="Sanskrit 2003" pitchFamily="2" charset="-78"/>
              </a:rPr>
              <a:t>दर्शनकाङ्क्षिणः</a:t>
            </a:r>
            <a:r>
              <a:rPr lang="hi-IN" sz="3600" b="1" dirty="0">
                <a:effectLst>
                  <a:outerShdw blurRad="38100" dist="38100" dir="2700000" algn="tl">
                    <a:srgbClr val="C0C0C0"/>
                  </a:outerShdw>
                </a:effectLst>
                <a:latin typeface="Sanskrit 2003" pitchFamily="2" charset="-78"/>
                <a:cs typeface="Sanskrit 2003" pitchFamily="2" charset="-78"/>
              </a:rPr>
              <a:t>॥११.५२॥</a:t>
            </a:r>
            <a:endParaRPr lang="en-US" sz="3200" b="1" dirty="0">
              <a:effectLst>
                <a:outerShdw blurRad="38100" dist="38100" dir="2700000" algn="tl">
                  <a:srgbClr val="C0C0C0"/>
                </a:outerShdw>
              </a:effectLst>
              <a:latin typeface="Sanskrit 2003" pitchFamily="2" charset="-78"/>
              <a:cs typeface="Sanskrit 2003" pitchFamily="2" charset="-78"/>
            </a:endParaRPr>
          </a:p>
          <a:p>
            <a:pPr marL="0" indent="0" eaLnBrk="1" hangingPunct="1">
              <a:spcBef>
                <a:spcPts val="620"/>
              </a:spcBef>
              <a:buNone/>
              <a:defRPr/>
            </a:pPr>
            <a:r>
              <a:rPr lang="en-US" sz="3200" b="1" dirty="0">
                <a:latin typeface="URW Palladio IT" pitchFamily="2" charset="0"/>
              </a:rPr>
              <a:t>13. </a:t>
            </a:r>
            <a:r>
              <a:rPr lang="en-US" sz="3200" b="1" dirty="0" err="1">
                <a:latin typeface="URW Palladio IT" pitchFamily="2" charset="0"/>
              </a:rPr>
              <a:t>Sudurdarśamidaṁ</a:t>
            </a:r>
            <a:r>
              <a:rPr lang="en-US" sz="3200" b="1" dirty="0">
                <a:latin typeface="URW Palladio IT" pitchFamily="2" charset="0"/>
              </a:rPr>
              <a:t> </a:t>
            </a:r>
            <a:r>
              <a:rPr lang="en-US" sz="3200" b="1" dirty="0" err="1">
                <a:latin typeface="URW Palladio IT" pitchFamily="2" charset="0"/>
              </a:rPr>
              <a:t>rūpaṁ</a:t>
            </a:r>
            <a:r>
              <a:rPr lang="en-US" sz="3200" b="1" dirty="0">
                <a:latin typeface="URW Palladio IT" pitchFamily="2" charset="0"/>
              </a:rPr>
              <a:t> </a:t>
            </a:r>
          </a:p>
          <a:p>
            <a:pPr marL="0" indent="0" eaLnBrk="1" hangingPunct="1">
              <a:spcBef>
                <a:spcPts val="620"/>
              </a:spcBef>
              <a:buNone/>
              <a:defRPr/>
            </a:pPr>
            <a:r>
              <a:rPr lang="en-US" sz="3200" b="1" dirty="0">
                <a:latin typeface="URW Palladio IT" pitchFamily="2" charset="0"/>
              </a:rPr>
              <a:t>	</a:t>
            </a:r>
            <a:r>
              <a:rPr lang="en-US" sz="3200" b="1" dirty="0" err="1">
                <a:latin typeface="URW Palladio IT" pitchFamily="2" charset="0"/>
              </a:rPr>
              <a:t>Dr̥ṣṭavānasi</a:t>
            </a:r>
            <a:r>
              <a:rPr lang="en-US" sz="3200" b="1" dirty="0">
                <a:latin typeface="URW Palladio IT" pitchFamily="2" charset="0"/>
              </a:rPr>
              <a:t> </a:t>
            </a:r>
            <a:r>
              <a:rPr lang="en-US" sz="3200" b="1" dirty="0" err="1">
                <a:latin typeface="URW Palladio IT" pitchFamily="2" charset="0"/>
              </a:rPr>
              <a:t>yanmama</a:t>
            </a:r>
            <a:r>
              <a:rPr lang="hi-IN" sz="3200" b="1" dirty="0">
                <a:solidFill>
                  <a:srgbClr val="000000"/>
                </a:solidFill>
                <a:latin typeface="URW Palladio IT" pitchFamily="2" charset="0"/>
                <a:cs typeface="Sanskrit 2003" pitchFamily="2" charset="-78"/>
              </a:rPr>
              <a:t>।</a:t>
            </a:r>
            <a:endParaRPr lang="en-US" sz="3200" b="1" dirty="0">
              <a:latin typeface="URW Palladio IT" pitchFamily="2" charset="0"/>
            </a:endParaRPr>
          </a:p>
          <a:p>
            <a:pPr marL="0" indent="0" eaLnBrk="1" hangingPunct="1">
              <a:buNone/>
              <a:defRPr/>
            </a:pPr>
            <a:r>
              <a:rPr lang="en-US" sz="3200" b="1" dirty="0">
                <a:latin typeface="URW Palladio IT" pitchFamily="2" charset="0"/>
              </a:rPr>
              <a:t>	</a:t>
            </a:r>
            <a:r>
              <a:rPr lang="en-US" sz="3200" b="1" dirty="0" err="1">
                <a:latin typeface="URW Palladio IT" pitchFamily="2" charset="0"/>
              </a:rPr>
              <a:t>Devā</a:t>
            </a:r>
            <a:r>
              <a:rPr lang="en-US" sz="3200" b="1" dirty="0">
                <a:latin typeface="URW Palladio IT" pitchFamily="2" charset="0"/>
              </a:rPr>
              <a:t> </a:t>
            </a:r>
            <a:r>
              <a:rPr lang="en-US" sz="3200" b="1" dirty="0" err="1">
                <a:latin typeface="URW Palladio IT" pitchFamily="2" charset="0"/>
              </a:rPr>
              <a:t>apyasya</a:t>
            </a:r>
            <a:r>
              <a:rPr lang="en-US" sz="3200" b="1" dirty="0">
                <a:latin typeface="URW Palladio IT" pitchFamily="2" charset="0"/>
              </a:rPr>
              <a:t> </a:t>
            </a:r>
            <a:r>
              <a:rPr lang="en-US" sz="3200" b="1" dirty="0" err="1">
                <a:latin typeface="URW Palladio IT" pitchFamily="2" charset="0"/>
              </a:rPr>
              <a:t>rūpasya</a:t>
            </a:r>
            <a:r>
              <a:rPr lang="en-US" sz="3200" b="1" dirty="0">
                <a:latin typeface="URW Palladio IT" pitchFamily="2" charset="0"/>
              </a:rPr>
              <a:t> </a:t>
            </a:r>
          </a:p>
          <a:p>
            <a:pPr marL="0" indent="0" eaLnBrk="1" hangingPunct="1">
              <a:buNone/>
              <a:defRPr/>
            </a:pPr>
            <a:r>
              <a:rPr lang="en-US" sz="3200" b="1" dirty="0">
                <a:latin typeface="URW Palladio IT" pitchFamily="2" charset="0"/>
              </a:rPr>
              <a:t>	</a:t>
            </a:r>
            <a:r>
              <a:rPr lang="en-US" sz="3200" b="1" dirty="0" err="1">
                <a:latin typeface="URW Palladio IT" pitchFamily="2" charset="0"/>
              </a:rPr>
              <a:t>Nityaṁ</a:t>
            </a:r>
            <a:r>
              <a:rPr lang="en-US" sz="3200" b="1" dirty="0">
                <a:latin typeface="URW Palladio IT" pitchFamily="2" charset="0"/>
              </a:rPr>
              <a:t> </a:t>
            </a:r>
            <a:r>
              <a:rPr lang="en-US" sz="3200" b="1" dirty="0" err="1">
                <a:latin typeface="URW Palladio IT" pitchFamily="2" charset="0"/>
              </a:rPr>
              <a:t>darśanakāṅkṣiṇaḥ</a:t>
            </a:r>
            <a:r>
              <a:rPr lang="en-US" sz="3200" b="1" dirty="0">
                <a:latin typeface="URW Palladio IT" pitchFamily="2" charset="0"/>
              </a:rPr>
              <a:t> |11.52||</a:t>
            </a:r>
          </a:p>
          <a:p>
            <a:pPr marL="0" indent="0" eaLnBrk="1" hangingPunct="1">
              <a:spcBef>
                <a:spcPts val="1861"/>
              </a:spcBef>
              <a:buNone/>
              <a:defRPr/>
            </a:pPr>
            <a:r>
              <a:rPr lang="kn-IN" sz="2800" b="1" dirty="0"/>
              <a:t>೧೩.</a:t>
            </a:r>
            <a:r>
              <a:rPr lang="en-US" sz="2800" b="1" dirty="0"/>
              <a:t> </a:t>
            </a:r>
            <a:r>
              <a:rPr lang="kn-IN" sz="2800" b="1" dirty="0"/>
              <a:t>ಸುದುರ್ದರ್ಶಮಿದಂ ರೂಪಂ ದೃಷ್ಟವಾನಸಿ ಯನ್ಮಮ</a:t>
            </a:r>
            <a:r>
              <a:rPr lang="hi-IN" sz="2800" b="1" dirty="0">
                <a:solidFill>
                  <a:srgbClr val="000000"/>
                </a:solidFill>
                <a:latin typeface="Sanskrit 2003" pitchFamily="2" charset="-78"/>
                <a:cs typeface="Sanskrit 2003" pitchFamily="2" charset="-78"/>
              </a:rPr>
              <a:t> ।</a:t>
            </a:r>
            <a:endParaRPr lang="en-US" sz="2800" b="1" dirty="0"/>
          </a:p>
          <a:p>
            <a:pPr marL="0" indent="0" eaLnBrk="1" hangingPunct="1">
              <a:buNone/>
              <a:defRPr/>
            </a:pPr>
            <a:r>
              <a:rPr lang="en-US" sz="2800" b="1" dirty="0"/>
              <a:t>	</a:t>
            </a:r>
            <a:r>
              <a:rPr lang="kn-IN" sz="2800" b="1" dirty="0"/>
              <a:t>ದೇವಾ ಅಪ್ಯಸ್ಯ ರೂಪಸ್ಯ ನಿತ್ಯಂ ದರ್ಶನಕಾಂಕ್ಷಿಣಃ </a:t>
            </a:r>
            <a:r>
              <a:rPr lang="kn-IN" sz="2000" b="1" dirty="0"/>
              <a:t>||೧೧.೫೨||</a:t>
            </a:r>
            <a:endParaRPr lang="en-US" sz="2000" b="1" dirty="0"/>
          </a:p>
          <a:p>
            <a:pPr marL="0" indent="0" eaLnBrk="1" hangingPunct="1">
              <a:buNone/>
              <a:defRPr/>
            </a:pPr>
            <a:endParaRPr lang="en-US" sz="400" b="1" dirty="0"/>
          </a:p>
          <a:p>
            <a:pPr marL="0" indent="0" algn="just" eaLnBrk="1" hangingPunct="1">
              <a:buNone/>
              <a:defRPr/>
            </a:pPr>
            <a:r>
              <a:rPr lang="en-IN" sz="2000" i="1" dirty="0"/>
              <a:t>	</a:t>
            </a:r>
            <a:r>
              <a:rPr lang="en-IN" sz="2400" b="1" dirty="0" err="1">
                <a:latin typeface="URW Palladio IT" pitchFamily="2" charset="0"/>
              </a:rPr>
              <a:t>Çré</a:t>
            </a:r>
            <a:r>
              <a:rPr lang="en-US" sz="2400" b="1" dirty="0" err="1">
                <a:latin typeface="URW Palladio IT" pitchFamily="2" charset="0"/>
              </a:rPr>
              <a:t>bhagavān</a:t>
            </a:r>
            <a:r>
              <a:rPr lang="en-US" sz="2400" b="1" dirty="0">
                <a:latin typeface="URW Palladio IT" pitchFamily="2" charset="0"/>
              </a:rPr>
              <a:t> said: This form of Mine (with your arms) which you have just seen is exceedingly difficult to perceive. Even the Gods are always eager to behold this form.</a:t>
            </a:r>
            <a:endParaRPr lang="kn-IN" sz="2400" b="1" dirty="0">
              <a:latin typeface="URW Palladio IT" pitchFamily="2" charset="0"/>
            </a:endParaRPr>
          </a:p>
          <a:p>
            <a:pPr marL="0" indent="0" eaLnBrk="1" hangingPunct="1">
              <a:buNone/>
              <a:defRPr/>
            </a:pPr>
            <a:endParaRPr lang="en-US" sz="4000" b="1" dirty="0"/>
          </a:p>
        </p:txBody>
      </p:sp>
    </p:spTree>
    <p:extLst>
      <p:ext uri="{BB962C8B-B14F-4D97-AF65-F5344CB8AC3E}">
        <p14:creationId xmlns:p14="http://schemas.microsoft.com/office/powerpoint/2010/main" val="2038616071"/>
      </p:ext>
    </p:extLst>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solidFill>
                <a:prstClr val="black"/>
              </a:solidFill>
            </a:endParaRPr>
          </a:p>
        </p:txBody>
      </p:sp>
      <p:sp>
        <p:nvSpPr>
          <p:cNvPr id="3" name="Content Placeholder 2"/>
          <p:cNvSpPr txBox="1">
            <a:spLocks/>
          </p:cNvSpPr>
          <p:nvPr/>
        </p:nvSpPr>
        <p:spPr>
          <a:xfrm>
            <a:off x="264939" y="261442"/>
            <a:ext cx="11737304" cy="6408712"/>
          </a:xfrm>
          <a:prstGeom prst="rect">
            <a:avLst/>
          </a:prstGeom>
        </p:spPr>
        <p:txBody>
          <a:bodyPr lIns="94507" tIns="47259" rIns="94507" bIns="47259">
            <a:normAutofit fontScale="70000" lnSpcReduction="20000"/>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eaLnBrk="1" hangingPunct="1">
              <a:buNone/>
              <a:defRPr/>
            </a:pPr>
            <a:r>
              <a:rPr lang="hi-IN" sz="5600" b="1" dirty="0">
                <a:effectLst>
                  <a:outerShdw blurRad="38100" dist="38100" dir="2700000" algn="tl">
                    <a:srgbClr val="C0C0C0"/>
                  </a:outerShdw>
                </a:effectLst>
                <a:latin typeface="Sanskrit 2003" pitchFamily="2" charset="-78"/>
                <a:cs typeface="Sanskrit 2003" pitchFamily="2" charset="-78"/>
              </a:rPr>
              <a:t>१४. </a:t>
            </a:r>
            <a:r>
              <a:rPr lang="hi-IN" sz="5600" b="1" dirty="0">
                <a:latin typeface="Sanskrit 2003" pitchFamily="2" charset="-78"/>
                <a:cs typeface="Sanskrit 2003" pitchFamily="2" charset="-78"/>
              </a:rPr>
              <a:t>ब्रह्मभूतः प्रसन्नात्मा न शॊचति न काङ्क्षति</a:t>
            </a:r>
            <a:r>
              <a:rPr lang="en-US" sz="5600" b="1" dirty="0">
                <a:latin typeface="Sanskrit 2003" pitchFamily="2" charset="-78"/>
                <a:cs typeface="Sanskrit 2003" pitchFamily="2" charset="-78"/>
              </a:rPr>
              <a:t> ।</a:t>
            </a:r>
            <a:endParaRPr lang="hi-IN" sz="5600" b="1" dirty="0">
              <a:latin typeface="Sanskrit 2003" pitchFamily="2" charset="-78"/>
              <a:cs typeface="Sanskrit 2003" pitchFamily="2" charset="-78"/>
            </a:endParaRPr>
          </a:p>
          <a:p>
            <a:pPr marL="0" indent="0" eaLnBrk="1" hangingPunct="1">
              <a:buNone/>
              <a:defRPr/>
            </a:pPr>
            <a:r>
              <a:rPr lang="en-US" sz="5600" b="1" dirty="0">
                <a:latin typeface="Sanskrit 2003" pitchFamily="2" charset="-78"/>
                <a:cs typeface="Sanskrit 2003" pitchFamily="2" charset="-78"/>
              </a:rPr>
              <a:t>   </a:t>
            </a:r>
            <a:r>
              <a:rPr lang="hi-IN" sz="5600" b="1" dirty="0">
                <a:latin typeface="Sanskrit 2003" pitchFamily="2" charset="-78"/>
                <a:cs typeface="Sanskrit 2003" pitchFamily="2" charset="-78"/>
              </a:rPr>
              <a:t>समः सर्वॆषु भूतॆषु मद्भक्तिं लभतॆ पराम् ॥१८.५४</a:t>
            </a:r>
            <a:r>
              <a:rPr lang="hi-IN" sz="5600" b="1" dirty="0">
                <a:effectLst>
                  <a:outerShdw blurRad="38100" dist="38100" dir="2700000" algn="tl">
                    <a:srgbClr val="C0C0C0"/>
                  </a:outerShdw>
                </a:effectLst>
                <a:latin typeface="Sanskrit 2003" pitchFamily="2" charset="-78"/>
                <a:cs typeface="Sanskrit 2003" pitchFamily="2" charset="-78"/>
              </a:rPr>
              <a:t>॥</a:t>
            </a:r>
            <a:endParaRPr lang="en-US" sz="4934" b="1" dirty="0">
              <a:effectLst>
                <a:outerShdw blurRad="38100" dist="38100" dir="2700000" algn="tl">
                  <a:srgbClr val="C0C0C0"/>
                </a:outerShdw>
              </a:effectLst>
              <a:latin typeface="Sanskrit 2003" pitchFamily="2" charset="-78"/>
              <a:cs typeface="Sanskrit 2003" pitchFamily="2" charset="-78"/>
            </a:endParaRPr>
          </a:p>
          <a:p>
            <a:pPr marL="0" indent="0" eaLnBrk="1" hangingPunct="1">
              <a:buNone/>
              <a:defRPr/>
            </a:pPr>
            <a:endParaRPr lang="en-US" sz="1200" b="1" dirty="0">
              <a:latin typeface="Sanskrit 2003" pitchFamily="2" charset="-78"/>
              <a:cs typeface="Sanskrit 2003" pitchFamily="2" charset="-78"/>
            </a:endParaRPr>
          </a:p>
          <a:p>
            <a:pPr marL="0" indent="0" eaLnBrk="1" hangingPunct="1">
              <a:spcBef>
                <a:spcPts val="620"/>
              </a:spcBef>
              <a:buNone/>
              <a:defRPr/>
            </a:pPr>
            <a:r>
              <a:rPr lang="en-US" sz="4934" b="1" dirty="0">
                <a:latin typeface="URW Palladio ITU" pitchFamily="2" charset="0"/>
              </a:rPr>
              <a:t>14. </a:t>
            </a:r>
            <a:r>
              <a:rPr lang="en-US" sz="4934" b="1" dirty="0" err="1">
                <a:latin typeface="URW Palladio IT" pitchFamily="2" charset="0"/>
              </a:rPr>
              <a:t>Brahmabhūtaḥ</a:t>
            </a:r>
            <a:r>
              <a:rPr lang="en-US" sz="4934" b="1" dirty="0">
                <a:latin typeface="URW Palladio IT" pitchFamily="2" charset="0"/>
              </a:rPr>
              <a:t> </a:t>
            </a:r>
            <a:r>
              <a:rPr lang="en-US" sz="4934" b="1" dirty="0" err="1">
                <a:latin typeface="URW Palladio IT" pitchFamily="2" charset="0"/>
              </a:rPr>
              <a:t>prasannātmā</a:t>
            </a:r>
            <a:r>
              <a:rPr lang="en-US" sz="4934" b="1" dirty="0">
                <a:latin typeface="URW Palladio IT" pitchFamily="2" charset="0"/>
              </a:rPr>
              <a:t> </a:t>
            </a:r>
          </a:p>
          <a:p>
            <a:pPr marL="0" indent="0" eaLnBrk="1" hangingPunct="1">
              <a:buNone/>
              <a:defRPr/>
            </a:pPr>
            <a:r>
              <a:rPr lang="en-US" sz="4934" b="1" dirty="0">
                <a:latin typeface="URW Palladio IT" pitchFamily="2" charset="0"/>
              </a:rPr>
              <a:t>	Na </a:t>
            </a:r>
            <a:r>
              <a:rPr lang="en-US" sz="4934" b="1" dirty="0" err="1">
                <a:latin typeface="URW Palladio IT" pitchFamily="2" charset="0"/>
              </a:rPr>
              <a:t>śocati</a:t>
            </a:r>
            <a:r>
              <a:rPr lang="en-US" sz="4934" b="1" dirty="0">
                <a:latin typeface="URW Palladio IT" pitchFamily="2" charset="0"/>
              </a:rPr>
              <a:t> </a:t>
            </a:r>
            <a:r>
              <a:rPr lang="en-US" sz="4934" b="1" dirty="0" err="1">
                <a:latin typeface="URW Palladio IT" pitchFamily="2" charset="0"/>
              </a:rPr>
              <a:t>na</a:t>
            </a:r>
            <a:r>
              <a:rPr lang="en-US" sz="4934" b="1" dirty="0">
                <a:latin typeface="URW Palladio IT" pitchFamily="2" charset="0"/>
              </a:rPr>
              <a:t> </a:t>
            </a:r>
            <a:r>
              <a:rPr lang="en-US" sz="4934" b="1" dirty="0" err="1">
                <a:latin typeface="URW Palladio IT" pitchFamily="2" charset="0"/>
              </a:rPr>
              <a:t>kāṅkṣati</a:t>
            </a:r>
            <a:r>
              <a:rPr lang="en-US" sz="4934" b="1" dirty="0">
                <a:latin typeface="URW Palladio IT" pitchFamily="2" charset="0"/>
              </a:rPr>
              <a:t> </a:t>
            </a:r>
            <a:r>
              <a:rPr lang="en-US" sz="4934" b="1" dirty="0">
                <a:latin typeface="URW Palladio IT" pitchFamily="2" charset="0"/>
                <a:cs typeface="Sanskrit 2003" pitchFamily="2" charset="-78"/>
              </a:rPr>
              <a:t>।</a:t>
            </a:r>
            <a:endParaRPr lang="en-US" sz="4934" b="1" dirty="0">
              <a:latin typeface="URW Palladio IT" pitchFamily="2" charset="0"/>
            </a:endParaRPr>
          </a:p>
          <a:p>
            <a:pPr marL="0" indent="0" eaLnBrk="1" hangingPunct="1">
              <a:buNone/>
              <a:defRPr/>
            </a:pPr>
            <a:r>
              <a:rPr lang="en-US" sz="4934" b="1" dirty="0">
                <a:latin typeface="URW Palladio IT" pitchFamily="2" charset="0"/>
              </a:rPr>
              <a:t>	</a:t>
            </a:r>
            <a:r>
              <a:rPr lang="en-US" sz="4934" b="1" dirty="0" err="1">
                <a:latin typeface="URW Palladio IT" pitchFamily="2" charset="0"/>
              </a:rPr>
              <a:t>Samaḥ</a:t>
            </a:r>
            <a:r>
              <a:rPr lang="en-US" sz="4934" b="1" dirty="0">
                <a:latin typeface="URW Palladio IT" pitchFamily="2" charset="0"/>
              </a:rPr>
              <a:t> </a:t>
            </a:r>
            <a:r>
              <a:rPr lang="en-US" sz="4934" b="1" dirty="0" err="1">
                <a:latin typeface="URW Palladio IT" pitchFamily="2" charset="0"/>
              </a:rPr>
              <a:t>sarveṣu</a:t>
            </a:r>
            <a:r>
              <a:rPr lang="en-US" sz="4934" b="1" dirty="0">
                <a:latin typeface="URW Palladio IT" pitchFamily="2" charset="0"/>
              </a:rPr>
              <a:t> </a:t>
            </a:r>
            <a:r>
              <a:rPr lang="en-US" sz="4934" b="1" dirty="0" err="1">
                <a:latin typeface="URW Palladio IT" pitchFamily="2" charset="0"/>
              </a:rPr>
              <a:t>bhūteṣu</a:t>
            </a:r>
            <a:r>
              <a:rPr lang="en-US" sz="4934" b="1" dirty="0">
                <a:latin typeface="URW Palladio IT" pitchFamily="2" charset="0"/>
              </a:rPr>
              <a:t> </a:t>
            </a:r>
          </a:p>
          <a:p>
            <a:pPr marL="0" indent="0" eaLnBrk="1" hangingPunct="1">
              <a:buNone/>
              <a:defRPr/>
            </a:pPr>
            <a:r>
              <a:rPr lang="en-US" sz="4934" b="1" dirty="0">
                <a:latin typeface="URW Palladio IT" pitchFamily="2" charset="0"/>
              </a:rPr>
              <a:t>	</a:t>
            </a:r>
            <a:r>
              <a:rPr lang="en-US" sz="4934" b="1" dirty="0" err="1">
                <a:latin typeface="URW Palladio IT" pitchFamily="2" charset="0"/>
              </a:rPr>
              <a:t>Madbhaktiṁ</a:t>
            </a:r>
            <a:r>
              <a:rPr lang="en-US" sz="4934" b="1" dirty="0">
                <a:latin typeface="URW Palladio IT" pitchFamily="2" charset="0"/>
              </a:rPr>
              <a:t> </a:t>
            </a:r>
            <a:r>
              <a:rPr lang="en-US" sz="4934" b="1" dirty="0" err="1">
                <a:latin typeface="URW Palladio IT" pitchFamily="2" charset="0"/>
              </a:rPr>
              <a:t>labhate</a:t>
            </a:r>
            <a:r>
              <a:rPr lang="en-US" sz="4934" b="1" dirty="0">
                <a:latin typeface="URW Palladio IT" pitchFamily="2" charset="0"/>
              </a:rPr>
              <a:t> </a:t>
            </a:r>
            <a:r>
              <a:rPr lang="en-US" sz="4934" b="1" dirty="0" err="1">
                <a:latin typeface="URW Palladio IT" pitchFamily="2" charset="0"/>
              </a:rPr>
              <a:t>parām</a:t>
            </a:r>
            <a:r>
              <a:rPr lang="en-US" sz="3734" b="1" dirty="0">
                <a:latin typeface="URW Palladio IT" pitchFamily="2" charset="0"/>
              </a:rPr>
              <a:t>||18.54||</a:t>
            </a:r>
          </a:p>
          <a:p>
            <a:pPr marL="0" indent="0" eaLnBrk="1" hangingPunct="1">
              <a:buNone/>
              <a:defRPr/>
            </a:pPr>
            <a:endParaRPr lang="en-US" sz="1200" b="1" dirty="0">
              <a:latin typeface="URW Palladio ITU" pitchFamily="2" charset="0"/>
            </a:endParaRPr>
          </a:p>
          <a:p>
            <a:pPr marL="0" indent="0" eaLnBrk="1" hangingPunct="1">
              <a:spcBef>
                <a:spcPts val="1861"/>
              </a:spcBef>
              <a:buNone/>
              <a:defRPr/>
            </a:pPr>
            <a:r>
              <a:rPr lang="kn-IN" sz="4534" b="1" dirty="0"/>
              <a:t>೧೪.</a:t>
            </a:r>
            <a:r>
              <a:rPr lang="en-US" sz="4534" b="1" dirty="0"/>
              <a:t>	</a:t>
            </a:r>
            <a:r>
              <a:rPr lang="kn-IN" sz="4534" b="1" dirty="0"/>
              <a:t>ಬ್ರಹ್ಮಭೂತಃ ಪ್ರಸನ್ನಾತ್ಮಾ</a:t>
            </a:r>
            <a:r>
              <a:rPr lang="en-CA" sz="4534" b="1" dirty="0"/>
              <a:t> </a:t>
            </a:r>
            <a:r>
              <a:rPr lang="kn-IN" sz="4534" b="1" dirty="0"/>
              <a:t>ನ ಶೋಚತಿ ನ ಕಾಂಕ್ಷತಿ</a:t>
            </a:r>
          </a:p>
          <a:p>
            <a:pPr marL="0" indent="0" eaLnBrk="1" hangingPunct="1">
              <a:buNone/>
              <a:defRPr/>
            </a:pPr>
            <a:r>
              <a:rPr lang="en-US" sz="4534" b="1" dirty="0"/>
              <a:t>	</a:t>
            </a:r>
            <a:r>
              <a:rPr lang="kn-IN" sz="4534" b="1" dirty="0"/>
              <a:t>ಸಮಃ ಸರ್ವೇಷು ಭೂತೇಷು ಮದ್ಭಕ್ತಿಂ ಲಭತೇ ಪರಾಮ್ </a:t>
            </a:r>
            <a:r>
              <a:rPr lang="kn-IN" sz="3334" b="1" dirty="0"/>
              <a:t>||೧೮.೫೪||</a:t>
            </a:r>
            <a:endParaRPr lang="en-US" sz="3734" b="1" dirty="0"/>
          </a:p>
          <a:p>
            <a:pPr marL="0" indent="0" eaLnBrk="1" hangingPunct="1">
              <a:buNone/>
              <a:defRPr/>
            </a:pPr>
            <a:endParaRPr lang="en-US" sz="800" b="1" dirty="0"/>
          </a:p>
          <a:p>
            <a:pPr marL="0" indent="0" algn="just" eaLnBrk="1" hangingPunct="1">
              <a:buNone/>
              <a:defRPr/>
            </a:pPr>
            <a:r>
              <a:rPr lang="en-US" sz="3734" dirty="0"/>
              <a:t>	</a:t>
            </a:r>
            <a:r>
              <a:rPr lang="en-US" sz="3734" b="1" dirty="0">
                <a:latin typeface="URW Palladio IT" pitchFamily="2" charset="0"/>
              </a:rPr>
              <a:t>Established in identity with Brahma (who is Truth, Consciousness and Bliss solidified); and cheerful in mind, the </a:t>
            </a:r>
            <a:r>
              <a:rPr lang="en-IN" sz="3734" b="1" dirty="0" err="1">
                <a:latin typeface="URW Palladio IT" pitchFamily="2" charset="0"/>
              </a:rPr>
              <a:t>Sänkhyayogi</a:t>
            </a:r>
            <a:r>
              <a:rPr lang="en-US" sz="3734" b="1" dirty="0">
                <a:latin typeface="URW Palladio IT" pitchFamily="2" charset="0"/>
              </a:rPr>
              <a:t> no longer grieves nor craves for anything. The same to all beings, such a Yogi attains supreme devotion to Me.</a:t>
            </a:r>
          </a:p>
        </p:txBody>
      </p:sp>
    </p:spTree>
    <p:extLst>
      <p:ext uri="{BB962C8B-B14F-4D97-AF65-F5344CB8AC3E}">
        <p14:creationId xmlns:p14="http://schemas.microsoft.com/office/powerpoint/2010/main" val="2149006311"/>
      </p:ext>
    </p:extLst>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solidFill>
                <a:prstClr val="black"/>
              </a:solidFill>
            </a:endParaRPr>
          </a:p>
        </p:txBody>
      </p:sp>
      <p:sp>
        <p:nvSpPr>
          <p:cNvPr id="3" name="Content Placeholder 2"/>
          <p:cNvSpPr txBox="1">
            <a:spLocks/>
          </p:cNvSpPr>
          <p:nvPr/>
        </p:nvSpPr>
        <p:spPr>
          <a:xfrm>
            <a:off x="1" y="333450"/>
            <a:ext cx="12195174" cy="6336704"/>
          </a:xfrm>
          <a:prstGeom prst="rect">
            <a:avLst/>
          </a:prstGeom>
        </p:spPr>
        <p:txBody>
          <a:bodyPr lIns="94507" tIns="47259" rIns="94507" bIns="47259">
            <a:no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eaLnBrk="1" hangingPunct="1">
              <a:buNone/>
              <a:defRPr/>
            </a:pPr>
            <a:r>
              <a:rPr lang="hi-IN" sz="3600" b="1" dirty="0">
                <a:effectLst>
                  <a:outerShdw blurRad="38100" dist="38100" dir="2700000" algn="tl">
                    <a:srgbClr val="C0C0C0"/>
                  </a:outerShdw>
                </a:effectLst>
                <a:latin typeface="Sanskrit 2003" pitchFamily="2" charset="-78"/>
                <a:cs typeface="Sanskrit 2003" pitchFamily="2" charset="-78"/>
              </a:rPr>
              <a:t>१५</a:t>
            </a:r>
            <a:r>
              <a:rPr lang="hi-IN" sz="3600" b="1" dirty="0">
                <a:latin typeface="Sanskrit 2003" pitchFamily="2" charset="-78"/>
                <a:cs typeface="Sanskrit 2003" pitchFamily="2" charset="-78"/>
              </a:rPr>
              <a:t>. सर्वधर्मान्परित्यज्य मामॆकं शरणं व्रज</a:t>
            </a:r>
            <a:r>
              <a:rPr lang="en-US" sz="3600" b="1" dirty="0">
                <a:latin typeface="Sanskrit 2003" pitchFamily="2" charset="-78"/>
                <a:cs typeface="Sanskrit 2003" pitchFamily="2" charset="-78"/>
              </a:rPr>
              <a:t> ।</a:t>
            </a:r>
            <a:endParaRPr lang="hi-IN" sz="3600" b="1" dirty="0">
              <a:latin typeface="Sanskrit 2003" pitchFamily="2" charset="-78"/>
              <a:cs typeface="Sanskrit 2003" pitchFamily="2" charset="-78"/>
            </a:endParaRPr>
          </a:p>
          <a:p>
            <a:pPr marL="0" indent="0" eaLnBrk="1" hangingPunct="1">
              <a:buNone/>
              <a:defRPr/>
            </a:pPr>
            <a:r>
              <a:rPr lang="en-US" sz="3600" b="1" dirty="0">
                <a:latin typeface="Sanskrit 2003" pitchFamily="2" charset="-78"/>
                <a:cs typeface="Sanskrit 2003" pitchFamily="2" charset="-78"/>
              </a:rPr>
              <a:t>  </a:t>
            </a:r>
            <a:r>
              <a:rPr lang="hi-IN" sz="3600" b="1" dirty="0">
                <a:latin typeface="Sanskrit 2003" pitchFamily="2" charset="-78"/>
                <a:cs typeface="Sanskrit 2003" pitchFamily="2" charset="-78"/>
              </a:rPr>
              <a:t>अहं त्वा सर्व पापॆभ्य</a:t>
            </a:r>
            <a:r>
              <a:rPr lang="en-IN" sz="3600" dirty="0">
                <a:latin typeface="Sanskrit 99"/>
              </a:rPr>
              <a:t>&gt;</a:t>
            </a:r>
            <a:r>
              <a:rPr lang="hi-IN" sz="3600" b="1" dirty="0">
                <a:latin typeface="Sanskrit 2003" pitchFamily="2" charset="-78"/>
                <a:cs typeface="Sanskrit 2003" pitchFamily="2" charset="-78"/>
              </a:rPr>
              <a:t> मॊक्षयिष्यामि</a:t>
            </a:r>
            <a:r>
              <a:rPr lang="en-US" sz="3600" b="1" dirty="0">
                <a:latin typeface="Sanskrit 2003" pitchFamily="2" charset="-78"/>
                <a:cs typeface="Sanskrit 2003" pitchFamily="2" charset="-78"/>
              </a:rPr>
              <a:t> </a:t>
            </a:r>
            <a:r>
              <a:rPr lang="hi-IN" sz="3600" b="1" dirty="0">
                <a:latin typeface="Sanskrit 2003" pitchFamily="2" charset="-78"/>
                <a:cs typeface="Sanskrit 2003" pitchFamily="2" charset="-78"/>
              </a:rPr>
              <a:t>मा</a:t>
            </a:r>
            <a:r>
              <a:rPr lang="en-US" sz="3600" b="1" dirty="0">
                <a:latin typeface="Sanskrit 2003" pitchFamily="2" charset="-78"/>
                <a:cs typeface="Sanskrit 2003" pitchFamily="2" charset="-78"/>
              </a:rPr>
              <a:t> </a:t>
            </a:r>
            <a:r>
              <a:rPr lang="hi-IN" sz="3600" b="1" dirty="0">
                <a:latin typeface="Sanskrit 2003" pitchFamily="2" charset="-78"/>
                <a:cs typeface="Sanskrit 2003" pitchFamily="2" charset="-78"/>
              </a:rPr>
              <a:t>शुचः॥१८.६६॥</a:t>
            </a:r>
            <a:endParaRPr lang="en-US" sz="3600" b="1" dirty="0">
              <a:latin typeface="Sanskrit 2003" pitchFamily="2" charset="-78"/>
              <a:cs typeface="Sanskrit 2003" pitchFamily="2" charset="-78"/>
            </a:endParaRPr>
          </a:p>
          <a:p>
            <a:pPr marL="0" indent="0" eaLnBrk="1" hangingPunct="1">
              <a:spcBef>
                <a:spcPts val="620"/>
              </a:spcBef>
              <a:buNone/>
              <a:defRPr/>
            </a:pPr>
            <a:r>
              <a:rPr lang="en-US" sz="3600" b="1" dirty="0">
                <a:latin typeface="URW Palladio ITU" pitchFamily="2" charset="0"/>
              </a:rPr>
              <a:t>15. </a:t>
            </a:r>
            <a:r>
              <a:rPr lang="en-US" sz="3600" b="1" dirty="0" err="1">
                <a:latin typeface="URW Palladio IT" pitchFamily="2" charset="0"/>
              </a:rPr>
              <a:t>Sarvadharmānparityajya</a:t>
            </a:r>
            <a:r>
              <a:rPr lang="en-US" sz="3600" b="1" dirty="0">
                <a:latin typeface="URW Palladio IT" pitchFamily="2" charset="0"/>
              </a:rPr>
              <a:t> </a:t>
            </a:r>
          </a:p>
          <a:p>
            <a:pPr marL="0" indent="0" eaLnBrk="1" hangingPunct="1">
              <a:buNone/>
              <a:defRPr/>
            </a:pPr>
            <a:r>
              <a:rPr lang="en-US" sz="3600" b="1" dirty="0">
                <a:latin typeface="URW Palladio IT" pitchFamily="2" charset="0"/>
              </a:rPr>
              <a:t>	</a:t>
            </a:r>
            <a:r>
              <a:rPr lang="en-US" sz="3600" b="1" dirty="0" err="1">
                <a:latin typeface="URW Palladio IT" pitchFamily="2" charset="0"/>
              </a:rPr>
              <a:t>Māmekaṁ</a:t>
            </a:r>
            <a:r>
              <a:rPr lang="en-US" sz="3600" b="1" dirty="0">
                <a:latin typeface="URW Palladio IT" pitchFamily="2" charset="0"/>
              </a:rPr>
              <a:t> </a:t>
            </a:r>
            <a:r>
              <a:rPr lang="en-US" sz="3600" b="1" dirty="0" err="1">
                <a:latin typeface="URW Palladio IT" pitchFamily="2" charset="0"/>
              </a:rPr>
              <a:t>śaraṇaṁ</a:t>
            </a:r>
            <a:r>
              <a:rPr lang="en-US" sz="3600" b="1" dirty="0">
                <a:latin typeface="URW Palladio IT" pitchFamily="2" charset="0"/>
              </a:rPr>
              <a:t> </a:t>
            </a:r>
            <a:r>
              <a:rPr lang="en-US" sz="3600" b="1" dirty="0" err="1">
                <a:latin typeface="URW Palladio IT" pitchFamily="2" charset="0"/>
              </a:rPr>
              <a:t>vraja</a:t>
            </a:r>
            <a:r>
              <a:rPr lang="en-US" sz="3600" b="1" dirty="0">
                <a:latin typeface="URW Palladio IT" pitchFamily="2" charset="0"/>
              </a:rPr>
              <a:t> </a:t>
            </a:r>
            <a:r>
              <a:rPr lang="en-US" sz="3600" b="1" dirty="0">
                <a:latin typeface="URW Palladio IT" pitchFamily="2" charset="0"/>
                <a:cs typeface="Sanskrit 2003" pitchFamily="2" charset="-78"/>
              </a:rPr>
              <a:t>।</a:t>
            </a:r>
            <a:endParaRPr lang="en-US" sz="3600" b="1" dirty="0">
              <a:latin typeface="URW Palladio IT" pitchFamily="2" charset="0"/>
            </a:endParaRPr>
          </a:p>
          <a:p>
            <a:pPr marL="0" indent="0" eaLnBrk="1" hangingPunct="1">
              <a:buNone/>
              <a:defRPr/>
            </a:pPr>
            <a:r>
              <a:rPr lang="en-US" sz="3600" b="1" dirty="0">
                <a:latin typeface="URW Palladio IT" pitchFamily="2" charset="0"/>
              </a:rPr>
              <a:t>	</a:t>
            </a:r>
            <a:r>
              <a:rPr lang="en-US" sz="3600" b="1" dirty="0" err="1">
                <a:latin typeface="URW Palladio IT" pitchFamily="2" charset="0"/>
              </a:rPr>
              <a:t>Ahaṁ</a:t>
            </a:r>
            <a:r>
              <a:rPr lang="en-US" sz="3600" b="1" dirty="0">
                <a:latin typeface="URW Palladio IT" pitchFamily="2" charset="0"/>
              </a:rPr>
              <a:t> </a:t>
            </a:r>
            <a:r>
              <a:rPr lang="en-US" sz="3600" b="1" dirty="0" err="1">
                <a:latin typeface="URW Palladio IT" pitchFamily="2" charset="0"/>
              </a:rPr>
              <a:t>tvā</a:t>
            </a:r>
            <a:r>
              <a:rPr lang="en-US" sz="3600" b="1" dirty="0">
                <a:latin typeface="URW Palladio IT" pitchFamily="2" charset="0"/>
              </a:rPr>
              <a:t> </a:t>
            </a:r>
            <a:r>
              <a:rPr lang="en-US" sz="3600" b="1" dirty="0" err="1">
                <a:latin typeface="URW Palladio IT" pitchFamily="2" charset="0"/>
              </a:rPr>
              <a:t>sarva</a:t>
            </a:r>
            <a:r>
              <a:rPr lang="en-US" sz="3600" b="1" dirty="0">
                <a:latin typeface="URW Palladio IT" pitchFamily="2" charset="0"/>
              </a:rPr>
              <a:t> </a:t>
            </a:r>
            <a:r>
              <a:rPr lang="en-US" sz="3600" b="1" dirty="0" err="1">
                <a:latin typeface="URW Palladio IT" pitchFamily="2" charset="0"/>
              </a:rPr>
              <a:t>pāpebhyaḥ</a:t>
            </a:r>
            <a:r>
              <a:rPr lang="en-US" sz="3600" b="1" dirty="0">
                <a:latin typeface="URW Palladio IT" pitchFamily="2" charset="0"/>
              </a:rPr>
              <a:t> </a:t>
            </a:r>
          </a:p>
          <a:p>
            <a:pPr marL="0" indent="0" eaLnBrk="1" hangingPunct="1">
              <a:buNone/>
              <a:defRPr/>
            </a:pPr>
            <a:r>
              <a:rPr lang="en-US" sz="3600" b="1" dirty="0">
                <a:latin typeface="URW Palladio IT" pitchFamily="2" charset="0"/>
              </a:rPr>
              <a:t>	</a:t>
            </a:r>
            <a:r>
              <a:rPr lang="en-US" sz="3600" b="1" dirty="0" err="1">
                <a:latin typeface="URW Palladio IT" pitchFamily="2" charset="0"/>
              </a:rPr>
              <a:t>Mokṣayiṣyāmi</a:t>
            </a:r>
            <a:r>
              <a:rPr lang="en-US" sz="3600" b="1" dirty="0">
                <a:latin typeface="URW Palladio IT" pitchFamily="2" charset="0"/>
              </a:rPr>
              <a:t> </a:t>
            </a:r>
            <a:r>
              <a:rPr lang="en-US" sz="3600" b="1" dirty="0" err="1">
                <a:latin typeface="URW Palladio IT" pitchFamily="2" charset="0"/>
              </a:rPr>
              <a:t>mā</a:t>
            </a:r>
            <a:r>
              <a:rPr lang="en-US" sz="3600" b="1" dirty="0">
                <a:latin typeface="URW Palladio IT" pitchFamily="2" charset="0"/>
              </a:rPr>
              <a:t> </a:t>
            </a:r>
            <a:r>
              <a:rPr lang="en-US" sz="3600" b="1" dirty="0" err="1">
                <a:latin typeface="URW Palladio IT" pitchFamily="2" charset="0"/>
              </a:rPr>
              <a:t>śucaḥ</a:t>
            </a:r>
            <a:r>
              <a:rPr lang="en-US" sz="3600" b="1" dirty="0">
                <a:latin typeface="URW Palladio IT" pitchFamily="2" charset="0"/>
              </a:rPr>
              <a:t> </a:t>
            </a:r>
            <a:r>
              <a:rPr lang="en-US" sz="2400" b="1" dirty="0">
                <a:latin typeface="URW Palladio IT" pitchFamily="2" charset="0"/>
              </a:rPr>
              <a:t>||18.66||</a:t>
            </a:r>
            <a:endParaRPr lang="en-US" sz="3200" b="1" dirty="0">
              <a:latin typeface="URW Palladio IT" pitchFamily="2" charset="0"/>
            </a:endParaRPr>
          </a:p>
          <a:p>
            <a:pPr marL="0" indent="0" eaLnBrk="1" hangingPunct="1">
              <a:spcBef>
                <a:spcPts val="2483"/>
              </a:spcBef>
              <a:buNone/>
              <a:defRPr/>
            </a:pPr>
            <a:r>
              <a:rPr lang="kn-IN" sz="3200" b="1" dirty="0"/>
              <a:t>೧೫.</a:t>
            </a:r>
            <a:r>
              <a:rPr lang="en-US" sz="3200" b="1" dirty="0"/>
              <a:t> </a:t>
            </a:r>
            <a:r>
              <a:rPr lang="kn-IN" sz="3200" b="1" dirty="0"/>
              <a:t>ಸರ್ವಧರ್ಮಾನ್ ಪರಿತ್ಯಜ್ಯ ಮಾಮೇಕಂ ಶರಣಂ ವ್ರಜ</a:t>
            </a:r>
            <a:r>
              <a:rPr lang="en-US" sz="3200" b="1" dirty="0"/>
              <a:t> </a:t>
            </a:r>
            <a:r>
              <a:rPr lang="en-US" sz="3200" b="1" dirty="0">
                <a:latin typeface="Sanskrit 2003" pitchFamily="2" charset="-78"/>
                <a:cs typeface="Sanskrit 2003" pitchFamily="2" charset="-78"/>
              </a:rPr>
              <a:t>।</a:t>
            </a:r>
            <a:endParaRPr lang="en-US" sz="3200" b="1" dirty="0"/>
          </a:p>
          <a:p>
            <a:pPr marL="195704" indent="0" eaLnBrk="1" hangingPunct="1">
              <a:buNone/>
              <a:defRPr/>
            </a:pPr>
            <a:r>
              <a:rPr lang="kn-IN" sz="2800" b="1" dirty="0"/>
              <a:t>ಅಹಂ ತ್ವಾ ಸರ್ವ ಪಾಪೇಭ್ಯಃ</a:t>
            </a:r>
            <a:r>
              <a:rPr lang="en-US" sz="2800" b="1" dirty="0"/>
              <a:t> </a:t>
            </a:r>
            <a:r>
              <a:rPr lang="kn-IN" sz="2800" b="1" dirty="0"/>
              <a:t>ಮೋಕ್ಷಯಿಷ್ಯಾಮಿ ಮಾ ಶುಚಃ </a:t>
            </a:r>
            <a:r>
              <a:rPr lang="kn-IN" sz="2400" b="1" dirty="0"/>
              <a:t>||೧೮.೬೬||</a:t>
            </a:r>
            <a:endParaRPr lang="en-US" sz="2400" b="1" dirty="0"/>
          </a:p>
          <a:p>
            <a:pPr marL="0" indent="0" eaLnBrk="1" hangingPunct="1">
              <a:buNone/>
              <a:defRPr/>
            </a:pPr>
            <a:endParaRPr lang="en-US" sz="400" b="1" dirty="0"/>
          </a:p>
          <a:p>
            <a:pPr marL="183637" indent="0" algn="just" eaLnBrk="1" hangingPunct="1">
              <a:buNone/>
              <a:defRPr/>
            </a:pPr>
            <a:r>
              <a:rPr lang="en-US" sz="2400" dirty="0"/>
              <a:t>	</a:t>
            </a:r>
            <a:r>
              <a:rPr lang="en-US" sz="2400" b="1" dirty="0">
                <a:latin typeface="URW Palladio IT" pitchFamily="2" charset="0"/>
              </a:rPr>
              <a:t>Resigning all your duties to Me, the all powerful and all-supporting Lord, take refuge in Me alone. I shall absolve you of all sins, worry not</a:t>
            </a:r>
            <a:r>
              <a:rPr lang="en-US" sz="2400" b="1" dirty="0"/>
              <a:t>.</a:t>
            </a:r>
            <a:endParaRPr lang="kn-IN" sz="2400" b="1" dirty="0"/>
          </a:p>
        </p:txBody>
      </p:sp>
    </p:spTree>
    <p:extLst>
      <p:ext uri="{BB962C8B-B14F-4D97-AF65-F5344CB8AC3E}">
        <p14:creationId xmlns:p14="http://schemas.microsoft.com/office/powerpoint/2010/main" val="3720889754"/>
      </p:ext>
    </p:extLst>
  </p:cSld>
  <p:clrMapOvr>
    <a:masterClrMapping/>
  </p:clrMapOv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p>
        </p:txBody>
      </p:sp>
      <p:sp>
        <p:nvSpPr>
          <p:cNvPr id="3" name="Content Placeholder 2"/>
          <p:cNvSpPr txBox="1">
            <a:spLocks/>
          </p:cNvSpPr>
          <p:nvPr/>
        </p:nvSpPr>
        <p:spPr>
          <a:xfrm>
            <a:off x="1" y="261442"/>
            <a:ext cx="12195174" cy="6598146"/>
          </a:xfrm>
          <a:prstGeom prst="rect">
            <a:avLst/>
          </a:prstGeom>
        </p:spPr>
        <p:txBody>
          <a:bodyPr lIns="94507" tIns="47259" rIns="94507" bIns="47259">
            <a:norm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eaLnBrk="1" hangingPunct="1">
              <a:buNone/>
              <a:defRPr/>
            </a:pPr>
            <a:r>
              <a:rPr lang="hi-IN" sz="3200" b="1" dirty="0">
                <a:effectLst>
                  <a:outerShdw blurRad="38100" dist="38100" dir="2700000" algn="tl">
                    <a:srgbClr val="C0C0C0"/>
                  </a:outerShdw>
                </a:effectLst>
                <a:latin typeface="Sanskrit 2003" pitchFamily="2" charset="-78"/>
                <a:cs typeface="Sanskrit 2003" pitchFamily="2" charset="-78"/>
              </a:rPr>
              <a:t>१६. </a:t>
            </a:r>
            <a:r>
              <a:rPr lang="hi-IN" sz="3200" b="1" dirty="0">
                <a:latin typeface="Sanskrit 2003" pitchFamily="2" charset="-78"/>
                <a:cs typeface="Sanskrit 2003" pitchFamily="2" charset="-78"/>
              </a:rPr>
              <a:t>अन्तकालॆ च मामॆव स्मरन्मुक्त्वा कलॆवरम्</a:t>
            </a:r>
            <a:r>
              <a:rPr lang="en-US" sz="3200" b="1" dirty="0">
                <a:latin typeface="Sanskrit 2003" pitchFamily="2" charset="-78"/>
                <a:cs typeface="Sanskrit 2003" pitchFamily="2" charset="-78"/>
              </a:rPr>
              <a:t> ।</a:t>
            </a:r>
            <a:endParaRPr lang="hi-IN" sz="3200" b="1" dirty="0">
              <a:latin typeface="Sanskrit 2003" pitchFamily="2" charset="-78"/>
              <a:cs typeface="Sanskrit 2003" pitchFamily="2" charset="-78"/>
            </a:endParaRPr>
          </a:p>
          <a:p>
            <a:pPr marL="0" indent="0" eaLnBrk="1" hangingPunct="1">
              <a:buNone/>
              <a:defRPr/>
            </a:pPr>
            <a:r>
              <a:rPr lang="en-US" sz="3200" b="1" dirty="0">
                <a:latin typeface="Sanskrit 2003" pitchFamily="2" charset="-78"/>
                <a:cs typeface="Sanskrit 2003" pitchFamily="2" charset="-78"/>
              </a:rPr>
              <a:t>	</a:t>
            </a:r>
            <a:r>
              <a:rPr lang="hi-IN" sz="3200" b="1" dirty="0">
                <a:latin typeface="Sanskrit 2003" pitchFamily="2" charset="-78"/>
                <a:cs typeface="Sanskrit 2003" pitchFamily="2" charset="-78"/>
              </a:rPr>
              <a:t>यः प्रयाति स मद्भावं याति नास्त्यत्र संशयः॥८.५</a:t>
            </a:r>
            <a:r>
              <a:rPr lang="hi-IN" sz="3200" b="1" dirty="0">
                <a:effectLst>
                  <a:outerShdw blurRad="38100" dist="38100" dir="2700000" algn="tl">
                    <a:srgbClr val="C0C0C0"/>
                  </a:outerShdw>
                </a:effectLst>
                <a:latin typeface="Sanskrit 2003" pitchFamily="2" charset="-78"/>
                <a:cs typeface="Sanskrit 2003" pitchFamily="2" charset="-78"/>
              </a:rPr>
              <a:t>॥</a:t>
            </a:r>
            <a:endParaRPr lang="en-US" sz="3200" b="1" dirty="0">
              <a:effectLst>
                <a:outerShdw blurRad="38100" dist="38100" dir="2700000" algn="tl">
                  <a:srgbClr val="C0C0C0"/>
                </a:outerShdw>
              </a:effectLst>
              <a:latin typeface="Sanskrit 2003" pitchFamily="2" charset="-78"/>
              <a:cs typeface="Sanskrit 2003" pitchFamily="2" charset="-78"/>
            </a:endParaRPr>
          </a:p>
          <a:p>
            <a:pPr marL="0" indent="0" eaLnBrk="1" hangingPunct="1">
              <a:spcBef>
                <a:spcPts val="620"/>
              </a:spcBef>
              <a:buNone/>
              <a:defRPr/>
            </a:pPr>
            <a:r>
              <a:rPr lang="en-US" sz="2800" b="1" dirty="0">
                <a:latin typeface="URW Palladio ITU" pitchFamily="2" charset="0"/>
              </a:rPr>
              <a:t>16.  </a:t>
            </a:r>
            <a:r>
              <a:rPr lang="en-US" sz="3200" b="1" dirty="0" err="1">
                <a:latin typeface="URW Palladio IT" pitchFamily="2" charset="0"/>
              </a:rPr>
              <a:t>Antakāle</a:t>
            </a:r>
            <a:r>
              <a:rPr lang="en-US" sz="3200" b="1" dirty="0">
                <a:latin typeface="URW Palladio IT" pitchFamily="2" charset="0"/>
              </a:rPr>
              <a:t> </a:t>
            </a:r>
            <a:r>
              <a:rPr lang="en-US" sz="3200" b="1" dirty="0" err="1">
                <a:latin typeface="URW Palladio IT" pitchFamily="2" charset="0"/>
              </a:rPr>
              <a:t>ca</a:t>
            </a:r>
            <a:r>
              <a:rPr lang="en-US" sz="3200" b="1" dirty="0">
                <a:latin typeface="URW Palladio IT" pitchFamily="2" charset="0"/>
              </a:rPr>
              <a:t> </a:t>
            </a:r>
            <a:r>
              <a:rPr lang="en-US" sz="3200" b="1" dirty="0" err="1">
                <a:latin typeface="URW Palladio IT" pitchFamily="2" charset="0"/>
              </a:rPr>
              <a:t>māmeva</a:t>
            </a:r>
            <a:r>
              <a:rPr lang="en-US" sz="3200" b="1" dirty="0">
                <a:latin typeface="URW Palladio IT" pitchFamily="2" charset="0"/>
              </a:rPr>
              <a:t> </a:t>
            </a:r>
          </a:p>
          <a:p>
            <a:pPr marL="0" indent="0" eaLnBrk="1" hangingPunct="1">
              <a:buNone/>
              <a:defRPr/>
            </a:pPr>
            <a:r>
              <a:rPr lang="en-US" sz="3200" b="1" dirty="0">
                <a:latin typeface="URW Palladio IT" pitchFamily="2" charset="0"/>
              </a:rPr>
              <a:t>	</a:t>
            </a:r>
            <a:r>
              <a:rPr lang="en-US" sz="3200" b="1" dirty="0" err="1">
                <a:latin typeface="URW Palladio IT" pitchFamily="2" charset="0"/>
              </a:rPr>
              <a:t>Smaran</a:t>
            </a:r>
            <a:r>
              <a:rPr lang="en-US" sz="3200" b="1" dirty="0">
                <a:latin typeface="URW Palladio IT" pitchFamily="2" charset="0"/>
              </a:rPr>
              <a:t> </a:t>
            </a:r>
            <a:r>
              <a:rPr lang="en-US" sz="3200" b="1" dirty="0" err="1">
                <a:latin typeface="URW Palladio IT" pitchFamily="2" charset="0"/>
              </a:rPr>
              <a:t>muktvā</a:t>
            </a:r>
            <a:r>
              <a:rPr lang="en-US" sz="3200" b="1" dirty="0">
                <a:latin typeface="URW Palladio IT" pitchFamily="2" charset="0"/>
              </a:rPr>
              <a:t> </a:t>
            </a:r>
            <a:r>
              <a:rPr lang="en-US" sz="3200" b="1" dirty="0" err="1">
                <a:latin typeface="URW Palladio IT" pitchFamily="2" charset="0"/>
              </a:rPr>
              <a:t>kalevaram</a:t>
            </a:r>
            <a:r>
              <a:rPr lang="en-US" sz="3200" b="1" dirty="0">
                <a:latin typeface="URW Palladio IT" pitchFamily="2" charset="0"/>
              </a:rPr>
              <a:t> </a:t>
            </a:r>
            <a:r>
              <a:rPr lang="en-US" sz="3200" b="1" dirty="0">
                <a:latin typeface="URW Palladio IT" pitchFamily="2" charset="0"/>
                <a:cs typeface="Sanskrit 2003" pitchFamily="2" charset="-78"/>
              </a:rPr>
              <a:t>।</a:t>
            </a:r>
            <a:endParaRPr lang="en-US" sz="3200" b="1" dirty="0">
              <a:latin typeface="URW Palladio IT" pitchFamily="2" charset="0"/>
            </a:endParaRPr>
          </a:p>
          <a:p>
            <a:pPr marL="0" indent="0" eaLnBrk="1" hangingPunct="1">
              <a:buNone/>
              <a:defRPr/>
            </a:pPr>
            <a:r>
              <a:rPr lang="en-US" sz="3200" b="1" dirty="0">
                <a:latin typeface="URW Palladio IT" pitchFamily="2" charset="0"/>
              </a:rPr>
              <a:t>	</a:t>
            </a:r>
            <a:r>
              <a:rPr lang="en-US" sz="3200" b="1" dirty="0" err="1">
                <a:latin typeface="URW Palladio IT" pitchFamily="2" charset="0"/>
              </a:rPr>
              <a:t>Yaḥ</a:t>
            </a:r>
            <a:r>
              <a:rPr lang="en-US" sz="3200" b="1" dirty="0">
                <a:latin typeface="URW Palladio IT" pitchFamily="2" charset="0"/>
              </a:rPr>
              <a:t> </a:t>
            </a:r>
            <a:r>
              <a:rPr lang="en-US" sz="3200" b="1" dirty="0" err="1">
                <a:latin typeface="URW Palladio IT" pitchFamily="2" charset="0"/>
              </a:rPr>
              <a:t>prayāti</a:t>
            </a:r>
            <a:r>
              <a:rPr lang="en-US" sz="3200" b="1" dirty="0">
                <a:latin typeface="URW Palladio IT" pitchFamily="2" charset="0"/>
              </a:rPr>
              <a:t> </a:t>
            </a:r>
            <a:r>
              <a:rPr lang="en-US" sz="3200" b="1" dirty="0" err="1">
                <a:latin typeface="URW Palladio IT" pitchFamily="2" charset="0"/>
              </a:rPr>
              <a:t>sa</a:t>
            </a:r>
            <a:r>
              <a:rPr lang="en-US" sz="3200" b="1" dirty="0">
                <a:latin typeface="URW Palladio IT" pitchFamily="2" charset="0"/>
              </a:rPr>
              <a:t> </a:t>
            </a:r>
            <a:r>
              <a:rPr lang="en-US" sz="3200" b="1" dirty="0" err="1">
                <a:latin typeface="URW Palladio IT" pitchFamily="2" charset="0"/>
              </a:rPr>
              <a:t>madbhāvaṁ</a:t>
            </a:r>
            <a:r>
              <a:rPr lang="en-US" sz="3200" b="1" dirty="0">
                <a:latin typeface="URW Palladio IT" pitchFamily="2" charset="0"/>
              </a:rPr>
              <a:t> </a:t>
            </a:r>
          </a:p>
          <a:p>
            <a:pPr marL="0" indent="0" eaLnBrk="1" hangingPunct="1">
              <a:buNone/>
              <a:defRPr/>
            </a:pPr>
            <a:r>
              <a:rPr lang="en-US" sz="3200" b="1" dirty="0">
                <a:latin typeface="URW Palladio IT" pitchFamily="2" charset="0"/>
              </a:rPr>
              <a:t>	</a:t>
            </a:r>
            <a:r>
              <a:rPr lang="en-US" sz="3200" b="1" dirty="0" err="1">
                <a:latin typeface="URW Palladio IT" pitchFamily="2" charset="0"/>
              </a:rPr>
              <a:t>Yāti</a:t>
            </a:r>
            <a:r>
              <a:rPr lang="en-US" sz="3200" b="1" dirty="0">
                <a:latin typeface="URW Palladio IT" pitchFamily="2" charset="0"/>
              </a:rPr>
              <a:t> </a:t>
            </a:r>
            <a:r>
              <a:rPr lang="en-US" sz="3200" b="1" dirty="0" err="1">
                <a:latin typeface="URW Palladio IT" pitchFamily="2" charset="0"/>
              </a:rPr>
              <a:t>nāstyatra</a:t>
            </a:r>
            <a:r>
              <a:rPr lang="en-US" sz="3200" b="1" dirty="0">
                <a:latin typeface="URW Palladio IT" pitchFamily="2" charset="0"/>
              </a:rPr>
              <a:t> </a:t>
            </a:r>
            <a:r>
              <a:rPr lang="en-US" sz="3200" b="1" dirty="0" err="1">
                <a:latin typeface="URW Palladio IT" pitchFamily="2" charset="0"/>
              </a:rPr>
              <a:t>saṁśayaḥ</a:t>
            </a:r>
            <a:r>
              <a:rPr lang="en-US" sz="3200" b="1" dirty="0">
                <a:latin typeface="URW Palladio IT" pitchFamily="2" charset="0"/>
              </a:rPr>
              <a:t> ||8.5||</a:t>
            </a:r>
          </a:p>
          <a:p>
            <a:pPr marL="0" indent="0" eaLnBrk="1" hangingPunct="1">
              <a:spcBef>
                <a:spcPts val="2483"/>
              </a:spcBef>
              <a:buNone/>
              <a:defRPr/>
            </a:pPr>
            <a:r>
              <a:rPr lang="kn-IN" sz="2800" b="1" dirty="0"/>
              <a:t>೧೬.</a:t>
            </a:r>
            <a:r>
              <a:rPr lang="en-US" sz="2800" b="1" dirty="0"/>
              <a:t>	</a:t>
            </a:r>
            <a:r>
              <a:rPr lang="kn-IN" sz="2800" b="1" dirty="0"/>
              <a:t>ಅಂತಕಾಲೇ ಚ ಮಾಮೇವ ಸ್ಮರನ್ ಮುಕ್ತ್ವಾ ಕಲೇವರಂ</a:t>
            </a:r>
            <a:r>
              <a:rPr lang="en-US" sz="2800" b="1" dirty="0"/>
              <a:t> </a:t>
            </a:r>
            <a:r>
              <a:rPr lang="en-US" sz="2800" b="1" dirty="0">
                <a:latin typeface="Sanskrit 2003" pitchFamily="2" charset="-78"/>
                <a:cs typeface="Sanskrit 2003" pitchFamily="2" charset="-78"/>
              </a:rPr>
              <a:t>।</a:t>
            </a:r>
            <a:endParaRPr lang="en-US" sz="2800" b="1" dirty="0"/>
          </a:p>
          <a:p>
            <a:pPr marL="0" indent="0" eaLnBrk="1" hangingPunct="1">
              <a:buNone/>
              <a:defRPr/>
            </a:pPr>
            <a:r>
              <a:rPr lang="en-US" sz="2800" b="1" dirty="0"/>
              <a:t>	</a:t>
            </a:r>
            <a:r>
              <a:rPr lang="kn-IN" sz="2800" b="1" dirty="0"/>
              <a:t>ಯಃ ಪ್ರಯಾತಿ ಸ ಮದ್ಭಾವಂ ಯಾತಿ ನಾಸ್ತ್ಯತ್ರ ಸಂಶಯಃ </a:t>
            </a:r>
            <a:r>
              <a:rPr lang="kn-IN" sz="2400" b="1" dirty="0"/>
              <a:t>||೮.೫||</a:t>
            </a:r>
            <a:endParaRPr lang="en-US" sz="2800" b="1" dirty="0"/>
          </a:p>
          <a:p>
            <a:pPr marL="0" indent="0" eaLnBrk="1" hangingPunct="1">
              <a:buNone/>
              <a:defRPr/>
            </a:pPr>
            <a:endParaRPr lang="en-US" sz="3200" b="1" dirty="0"/>
          </a:p>
          <a:p>
            <a:pPr marL="0" indent="0" algn="just" eaLnBrk="1" hangingPunct="1">
              <a:buNone/>
              <a:defRPr/>
            </a:pPr>
            <a:r>
              <a:rPr lang="en-US" sz="2800" dirty="0"/>
              <a:t>	</a:t>
            </a:r>
            <a:r>
              <a:rPr lang="en-US" sz="2400" b="1" dirty="0">
                <a:latin typeface="URW Palladio IT" pitchFamily="2" charset="0"/>
              </a:rPr>
              <a:t>He who departs from the body, thinking of Me alone even at the time of death, attains My state; there is no doubt about it.</a:t>
            </a:r>
            <a:endParaRPr lang="kn-IN" sz="2800" b="1" dirty="0">
              <a:latin typeface="URW Palladio IT" pitchFamily="2" charset="0"/>
            </a:endParaRPr>
          </a:p>
        </p:txBody>
      </p:sp>
    </p:spTree>
    <p:extLst>
      <p:ext uri="{BB962C8B-B14F-4D97-AF65-F5344CB8AC3E}">
        <p14:creationId xmlns:p14="http://schemas.microsoft.com/office/powerpoint/2010/main" val="48590596"/>
      </p:ext>
    </p:extLst>
  </p:cSld>
  <p:clrMapOvr>
    <a:masterClrMapping/>
  </p:clrMapOv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solidFill>
                <a:prstClr val="black"/>
              </a:solidFill>
            </a:endParaRPr>
          </a:p>
        </p:txBody>
      </p:sp>
      <p:sp>
        <p:nvSpPr>
          <p:cNvPr id="3" name="Content Placeholder 2"/>
          <p:cNvSpPr txBox="1">
            <a:spLocks/>
          </p:cNvSpPr>
          <p:nvPr/>
        </p:nvSpPr>
        <p:spPr>
          <a:xfrm>
            <a:off x="0" y="189434"/>
            <a:ext cx="12195175" cy="6670154"/>
          </a:xfrm>
          <a:prstGeom prst="rect">
            <a:avLst/>
          </a:prstGeom>
        </p:spPr>
        <p:txBody>
          <a:bodyPr lIns="94507" tIns="47259" rIns="94507" bIns="47259">
            <a:norm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eaLnBrk="1" hangingPunct="1">
              <a:buNone/>
              <a:defRPr/>
            </a:pPr>
            <a:r>
              <a:rPr lang="hi-IN" sz="3600" b="1" dirty="0">
                <a:effectLst>
                  <a:outerShdw blurRad="38100" dist="38100" dir="2700000" algn="tl">
                    <a:srgbClr val="C0C0C0"/>
                  </a:outerShdw>
                </a:effectLst>
                <a:latin typeface="Sanskrit 2003" pitchFamily="2" charset="-78"/>
                <a:cs typeface="Sanskrit 2003" pitchFamily="2" charset="-78"/>
              </a:rPr>
              <a:t>१७. </a:t>
            </a:r>
            <a:r>
              <a:rPr lang="hi-IN" sz="3600" b="1" dirty="0">
                <a:latin typeface="Sanskrit 2003" pitchFamily="2" charset="-78"/>
                <a:cs typeface="Sanskrit 2003" pitchFamily="2" charset="-78"/>
              </a:rPr>
              <a:t>आब्रह्मभुवनाल्लॊकाः पुनरावर्तिनॊऽर्जुन</a:t>
            </a:r>
            <a:r>
              <a:rPr lang="en-US" sz="3600" b="1" dirty="0">
                <a:latin typeface="Sanskrit 2003" pitchFamily="2" charset="-78"/>
                <a:cs typeface="Sanskrit 2003" pitchFamily="2" charset="-78"/>
              </a:rPr>
              <a:t> ।</a:t>
            </a:r>
            <a:endParaRPr lang="hi-IN" sz="3600" b="1" dirty="0">
              <a:latin typeface="Sanskrit 2003" pitchFamily="2" charset="-78"/>
              <a:cs typeface="Sanskrit 2003" pitchFamily="2" charset="-78"/>
            </a:endParaRPr>
          </a:p>
          <a:p>
            <a:pPr marL="0" indent="0" eaLnBrk="1" hangingPunct="1">
              <a:buNone/>
              <a:defRPr/>
            </a:pPr>
            <a:r>
              <a:rPr lang="en-CA" sz="3600" b="1" dirty="0">
                <a:latin typeface="Sanskrit 2003" pitchFamily="2" charset="-78"/>
                <a:cs typeface="Sanskrit 2003" pitchFamily="2" charset="-78"/>
              </a:rPr>
              <a:t>	</a:t>
            </a:r>
            <a:r>
              <a:rPr lang="hi-IN" sz="3600" b="1" dirty="0">
                <a:latin typeface="Sanskrit 2003" pitchFamily="2" charset="-78"/>
                <a:cs typeface="Sanskrit 2003" pitchFamily="2" charset="-78"/>
              </a:rPr>
              <a:t>मामुपॆत्य तु कौन्तॆय पुनर्जन्म न विद्यतॆ ॥८.१६॥</a:t>
            </a:r>
            <a:endParaRPr lang="en-US" sz="3600" b="1" dirty="0">
              <a:latin typeface="Sanskrit 2003" pitchFamily="2" charset="-78"/>
              <a:cs typeface="Sanskrit 2003" pitchFamily="2" charset="-78"/>
            </a:endParaRPr>
          </a:p>
          <a:p>
            <a:pPr marL="0" indent="0" eaLnBrk="1" hangingPunct="1">
              <a:buNone/>
              <a:defRPr/>
            </a:pPr>
            <a:endParaRPr lang="en-US" sz="2800" b="1" dirty="0">
              <a:latin typeface="Sanskrit 2003" pitchFamily="2" charset="-78"/>
              <a:cs typeface="Sanskrit 2003" pitchFamily="2" charset="-78"/>
            </a:endParaRPr>
          </a:p>
          <a:p>
            <a:pPr marL="0" indent="0" eaLnBrk="1" hangingPunct="1">
              <a:spcBef>
                <a:spcPts val="620"/>
              </a:spcBef>
              <a:buNone/>
              <a:defRPr/>
            </a:pPr>
            <a:r>
              <a:rPr lang="en-US" sz="3200" b="1" dirty="0">
                <a:latin typeface="URW Palladio ITU" pitchFamily="2" charset="0"/>
              </a:rPr>
              <a:t>17. </a:t>
            </a:r>
            <a:r>
              <a:rPr lang="en-US" sz="2800" b="1" dirty="0" err="1">
                <a:latin typeface="URW Palladio IT" pitchFamily="2" charset="0"/>
              </a:rPr>
              <a:t>Ābrahmabhuvanāllokāḥ</a:t>
            </a:r>
            <a:r>
              <a:rPr lang="en-US" sz="2800" b="1" dirty="0">
                <a:latin typeface="URW Palladio IT" pitchFamily="2" charset="0"/>
              </a:rPr>
              <a:t> </a:t>
            </a:r>
          </a:p>
          <a:p>
            <a:pPr marL="0" indent="0" eaLnBrk="1" hangingPunct="1">
              <a:buNone/>
              <a:defRPr/>
            </a:pPr>
            <a:r>
              <a:rPr lang="en-US" sz="2800" b="1" dirty="0">
                <a:latin typeface="URW Palladio IT" pitchFamily="2" charset="0"/>
              </a:rPr>
              <a:t>	</a:t>
            </a:r>
            <a:r>
              <a:rPr lang="en-US" sz="2800" b="1" dirty="0" err="1">
                <a:latin typeface="URW Palladio IT" pitchFamily="2" charset="0"/>
              </a:rPr>
              <a:t>Punarāvartino</a:t>
            </a:r>
            <a:r>
              <a:rPr lang="en-US" sz="2800" b="1" dirty="0">
                <a:latin typeface="URW Palladio IT" pitchFamily="2" charset="0"/>
              </a:rPr>
              <a:t>:'</a:t>
            </a:r>
            <a:r>
              <a:rPr lang="en-US" sz="2800" b="1" dirty="0" err="1">
                <a:latin typeface="URW Palladio IT" pitchFamily="2" charset="0"/>
              </a:rPr>
              <a:t>rjuna</a:t>
            </a:r>
            <a:r>
              <a:rPr lang="en-US" sz="2800" b="1" dirty="0">
                <a:latin typeface="URW Palladio IT" pitchFamily="2" charset="0"/>
              </a:rPr>
              <a:t> </a:t>
            </a:r>
            <a:r>
              <a:rPr lang="en-US" sz="2800" b="1" dirty="0">
                <a:latin typeface="URW Palladio IT" pitchFamily="2" charset="0"/>
                <a:cs typeface="Sanskrit 2003" pitchFamily="2" charset="-78"/>
              </a:rPr>
              <a:t>।</a:t>
            </a:r>
            <a:endParaRPr lang="en-US" sz="2800" b="1" dirty="0">
              <a:latin typeface="URW Palladio IT" pitchFamily="2" charset="0"/>
            </a:endParaRPr>
          </a:p>
          <a:p>
            <a:pPr marL="0" indent="0" eaLnBrk="1" hangingPunct="1">
              <a:buNone/>
              <a:defRPr/>
            </a:pPr>
            <a:r>
              <a:rPr lang="en-US" sz="2800" b="1" dirty="0">
                <a:latin typeface="URW Palladio IT" pitchFamily="2" charset="0"/>
              </a:rPr>
              <a:t>	</a:t>
            </a:r>
            <a:r>
              <a:rPr lang="en-US" sz="2800" b="1" dirty="0" err="1">
                <a:latin typeface="URW Palladio IT" pitchFamily="2" charset="0"/>
              </a:rPr>
              <a:t>Māmupetya</a:t>
            </a:r>
            <a:r>
              <a:rPr lang="en-US" sz="2800" b="1" dirty="0">
                <a:latin typeface="URW Palladio IT" pitchFamily="2" charset="0"/>
              </a:rPr>
              <a:t> </a:t>
            </a:r>
            <a:r>
              <a:rPr lang="en-US" sz="2800" b="1" dirty="0" err="1">
                <a:latin typeface="URW Palladio IT" pitchFamily="2" charset="0"/>
              </a:rPr>
              <a:t>tu</a:t>
            </a:r>
            <a:r>
              <a:rPr lang="en-US" sz="2800" b="1" dirty="0">
                <a:latin typeface="URW Palladio IT" pitchFamily="2" charset="0"/>
              </a:rPr>
              <a:t> </a:t>
            </a:r>
            <a:r>
              <a:rPr lang="en-US" sz="2800" b="1" dirty="0" err="1">
                <a:latin typeface="URW Palladio IT" pitchFamily="2" charset="0"/>
              </a:rPr>
              <a:t>kaunteya</a:t>
            </a:r>
            <a:r>
              <a:rPr lang="en-US" sz="2800" b="1" dirty="0">
                <a:latin typeface="URW Palladio IT" pitchFamily="2" charset="0"/>
              </a:rPr>
              <a:t> </a:t>
            </a:r>
          </a:p>
          <a:p>
            <a:pPr marL="0" indent="0" eaLnBrk="1" hangingPunct="1">
              <a:buNone/>
              <a:defRPr/>
            </a:pPr>
            <a:r>
              <a:rPr lang="en-US" sz="2800" b="1" dirty="0">
                <a:latin typeface="URW Palladio IT" pitchFamily="2" charset="0"/>
              </a:rPr>
              <a:t>	</a:t>
            </a:r>
            <a:r>
              <a:rPr lang="en-US" sz="2800" b="1" dirty="0" err="1">
                <a:latin typeface="URW Palladio IT" pitchFamily="2" charset="0"/>
              </a:rPr>
              <a:t>Punarjanma</a:t>
            </a:r>
            <a:r>
              <a:rPr lang="en-US" sz="2800" b="1" dirty="0">
                <a:latin typeface="URW Palladio IT" pitchFamily="2" charset="0"/>
              </a:rPr>
              <a:t> </a:t>
            </a:r>
            <a:r>
              <a:rPr lang="en-US" sz="2800" b="1" dirty="0" err="1">
                <a:latin typeface="URW Palladio IT" pitchFamily="2" charset="0"/>
              </a:rPr>
              <a:t>na</a:t>
            </a:r>
            <a:r>
              <a:rPr lang="en-US" sz="2800" b="1" dirty="0">
                <a:latin typeface="URW Palladio IT" pitchFamily="2" charset="0"/>
              </a:rPr>
              <a:t> </a:t>
            </a:r>
            <a:r>
              <a:rPr lang="en-US" sz="2800" b="1" dirty="0" err="1">
                <a:latin typeface="URW Palladio IT" pitchFamily="2" charset="0"/>
              </a:rPr>
              <a:t>vidyate</a:t>
            </a:r>
            <a:r>
              <a:rPr lang="en-US" sz="2800" b="1" dirty="0">
                <a:latin typeface="URW Palladio IT" pitchFamily="2" charset="0"/>
              </a:rPr>
              <a:t> ||8.16||</a:t>
            </a:r>
          </a:p>
          <a:p>
            <a:pPr marL="0" indent="0" eaLnBrk="1" hangingPunct="1">
              <a:spcBef>
                <a:spcPts val="2483"/>
              </a:spcBef>
              <a:buNone/>
              <a:defRPr/>
            </a:pPr>
            <a:r>
              <a:rPr lang="kn-IN" sz="2400" b="1" dirty="0"/>
              <a:t>೧೭.</a:t>
            </a:r>
            <a:r>
              <a:rPr lang="en-US" sz="2400" b="1" dirty="0"/>
              <a:t>	</a:t>
            </a:r>
            <a:r>
              <a:rPr lang="kn-IN" sz="2400" b="1" dirty="0"/>
              <a:t>ಆಬ್ರಹ್ಮಭುವನಾಲ್ಲೋಕಾಃ ಪುನರಾವರ್ತಿನೋಽರ್ಜುನ</a:t>
            </a:r>
            <a:r>
              <a:rPr lang="en-US" sz="2400" b="1" dirty="0"/>
              <a:t> </a:t>
            </a:r>
            <a:r>
              <a:rPr lang="en-US" sz="2400" b="1" dirty="0">
                <a:latin typeface="Sanskrit 2003" pitchFamily="2" charset="-78"/>
                <a:cs typeface="Sanskrit 2003" pitchFamily="2" charset="-78"/>
              </a:rPr>
              <a:t>।</a:t>
            </a:r>
            <a:endParaRPr lang="en-US" sz="2400" b="1" dirty="0"/>
          </a:p>
          <a:p>
            <a:pPr marL="0" indent="0" eaLnBrk="1" hangingPunct="1">
              <a:buNone/>
              <a:defRPr/>
            </a:pPr>
            <a:r>
              <a:rPr lang="en-US" sz="2400" b="1" dirty="0"/>
              <a:t>	</a:t>
            </a:r>
            <a:r>
              <a:rPr lang="kn-IN" sz="2400" b="1" dirty="0"/>
              <a:t>ಮಾಮುಪೇತ್ಯ ತು ಕೌಂತೇಯ ಪುನರ್ಜನ್ಮ ನ ವಿದ್ಯತೇ ||೮.೧೬||</a:t>
            </a:r>
            <a:endParaRPr lang="en-US" sz="2400" b="1" dirty="0"/>
          </a:p>
          <a:p>
            <a:pPr marL="0" indent="0" eaLnBrk="1" hangingPunct="1">
              <a:buNone/>
              <a:defRPr/>
            </a:pPr>
            <a:endParaRPr lang="en-US" sz="2400" b="1" dirty="0"/>
          </a:p>
          <a:p>
            <a:pPr marL="0" indent="0" algn="just" eaLnBrk="1" hangingPunct="1">
              <a:buNone/>
              <a:defRPr/>
            </a:pPr>
            <a:r>
              <a:rPr lang="en-US" sz="2400" b="1" dirty="0"/>
              <a:t>	</a:t>
            </a:r>
            <a:r>
              <a:rPr lang="en-US" sz="2000" b="1" dirty="0" err="1">
                <a:latin typeface="URW Palladio IT" pitchFamily="2" charset="0"/>
              </a:rPr>
              <a:t>Arjuna</a:t>
            </a:r>
            <a:r>
              <a:rPr lang="en-US" sz="2000" b="1" dirty="0">
                <a:latin typeface="URW Palladio IT" pitchFamily="2" charset="0"/>
              </a:rPr>
              <a:t>, all the worlds from </a:t>
            </a:r>
            <a:r>
              <a:rPr lang="en-US" sz="2000" b="1" dirty="0" err="1">
                <a:latin typeface="URW Palladio IT" pitchFamily="2" charset="0"/>
              </a:rPr>
              <a:t>Brahmaloka</a:t>
            </a:r>
            <a:r>
              <a:rPr lang="en-US" sz="2000" b="1" dirty="0">
                <a:latin typeface="URW Palladio IT" pitchFamily="2" charset="0"/>
              </a:rPr>
              <a:t> (the heavenly realm of the Creator </a:t>
            </a:r>
            <a:r>
              <a:rPr lang="en-US" sz="2000" b="1" dirty="0" err="1">
                <a:latin typeface="URW Palladio IT" pitchFamily="2" charset="0"/>
              </a:rPr>
              <a:t>Brahmā</a:t>
            </a:r>
            <a:r>
              <a:rPr lang="en-US" sz="2000" b="1" dirty="0">
                <a:latin typeface="URW Palladio IT" pitchFamily="2" charset="0"/>
              </a:rPr>
              <a:t>) downwards are liable to appear and reappear. But, O son of </a:t>
            </a:r>
            <a:r>
              <a:rPr lang="en-US" sz="2000" b="1" dirty="0" err="1">
                <a:latin typeface="URW Palladio IT" pitchFamily="2" charset="0"/>
              </a:rPr>
              <a:t>Kunti</a:t>
            </a:r>
            <a:r>
              <a:rPr lang="en-US" sz="2000" b="1" dirty="0">
                <a:latin typeface="URW Palladio IT" pitchFamily="2" charset="0"/>
              </a:rPr>
              <a:t>, on attaining Me there is no rebirth. (For while I am beyond Time, regions like </a:t>
            </a:r>
            <a:r>
              <a:rPr lang="en-US" sz="2000" b="1" dirty="0" err="1">
                <a:latin typeface="URW Palladio IT" pitchFamily="2" charset="0"/>
              </a:rPr>
              <a:t>Brahmaloka</a:t>
            </a:r>
            <a:r>
              <a:rPr lang="en-US" sz="2000" b="1" dirty="0">
                <a:latin typeface="URW Palladio IT" pitchFamily="2" charset="0"/>
              </a:rPr>
              <a:t>, being conditioned by time, are transitory). </a:t>
            </a:r>
            <a:endParaRPr lang="kn-IN" sz="2000" b="1" dirty="0">
              <a:latin typeface="URW Palladio IT" pitchFamily="2" charset="0"/>
            </a:endParaRPr>
          </a:p>
        </p:txBody>
      </p:sp>
    </p:spTree>
    <p:extLst>
      <p:ext uri="{BB962C8B-B14F-4D97-AF65-F5344CB8AC3E}">
        <p14:creationId xmlns:p14="http://schemas.microsoft.com/office/powerpoint/2010/main" val="520603334"/>
      </p:ext>
    </p:extLst>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solidFill>
                <a:prstClr val="black"/>
              </a:solidFill>
            </a:endParaRPr>
          </a:p>
        </p:txBody>
      </p:sp>
      <p:sp>
        <p:nvSpPr>
          <p:cNvPr id="3" name="Content Placeholder 2"/>
          <p:cNvSpPr txBox="1">
            <a:spLocks/>
          </p:cNvSpPr>
          <p:nvPr/>
        </p:nvSpPr>
        <p:spPr>
          <a:xfrm>
            <a:off x="0" y="117427"/>
            <a:ext cx="12195175" cy="6742162"/>
          </a:xfrm>
          <a:prstGeom prst="rect">
            <a:avLst/>
          </a:prstGeom>
        </p:spPr>
        <p:txBody>
          <a:bodyPr lIns="94507" tIns="47259" rIns="94507" bIns="47259">
            <a:norm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eaLnBrk="1" hangingPunct="1">
              <a:buNone/>
              <a:defRPr/>
            </a:pPr>
            <a:r>
              <a:rPr lang="hi-IN" sz="3200" b="1" dirty="0">
                <a:effectLst>
                  <a:outerShdw blurRad="38100" dist="38100" dir="2700000" algn="tl">
                    <a:srgbClr val="C0C0C0"/>
                  </a:outerShdw>
                </a:effectLst>
                <a:latin typeface="Sanskrit 2003" pitchFamily="2" charset="-78"/>
                <a:cs typeface="Sanskrit 2003" pitchFamily="2" charset="-78"/>
              </a:rPr>
              <a:t>१८. </a:t>
            </a:r>
            <a:r>
              <a:rPr lang="hi-IN" sz="3200" b="1" dirty="0">
                <a:latin typeface="Sanskrit 2003" pitchFamily="2" charset="-78"/>
                <a:cs typeface="Sanskrit 2003" pitchFamily="2" charset="-78"/>
              </a:rPr>
              <a:t>तॆषामहं समुद्धर्ता मृत्युसंसारसागरात्</a:t>
            </a:r>
            <a:r>
              <a:rPr lang="en-US" sz="3200" b="1" dirty="0">
                <a:latin typeface="Sanskrit 2003" pitchFamily="2" charset="-78"/>
                <a:cs typeface="Sanskrit 2003" pitchFamily="2" charset="-78"/>
              </a:rPr>
              <a:t> ।</a:t>
            </a:r>
            <a:endParaRPr lang="hi-IN" sz="3200" b="1" dirty="0">
              <a:latin typeface="Sanskrit 2003" pitchFamily="2" charset="-78"/>
              <a:cs typeface="Sanskrit 2003" pitchFamily="2" charset="-78"/>
            </a:endParaRPr>
          </a:p>
          <a:p>
            <a:pPr marL="0" indent="0" eaLnBrk="1" hangingPunct="1">
              <a:buNone/>
              <a:defRPr/>
            </a:pPr>
            <a:r>
              <a:rPr lang="en-US" sz="3200" b="1" dirty="0">
                <a:latin typeface="Sanskrit 2003" pitchFamily="2" charset="-78"/>
                <a:cs typeface="Sanskrit 2003" pitchFamily="2" charset="-78"/>
              </a:rPr>
              <a:t>  </a:t>
            </a:r>
            <a:r>
              <a:rPr lang="hi-IN" sz="3200" b="1" dirty="0">
                <a:latin typeface="Sanskrit 2003" pitchFamily="2" charset="-78"/>
                <a:cs typeface="Sanskrit 2003" pitchFamily="2" charset="-78"/>
              </a:rPr>
              <a:t>भवामि नचिरात्पार्थ मय्यावॆशितचेतसाम्॥१२.७</a:t>
            </a:r>
            <a:r>
              <a:rPr lang="hi-IN" sz="3200" b="1" dirty="0" smtClean="0">
                <a:effectLst>
                  <a:outerShdw blurRad="38100" dist="38100" dir="2700000" algn="tl">
                    <a:srgbClr val="C0C0C0"/>
                  </a:outerShdw>
                </a:effectLst>
                <a:latin typeface="Sanskrit 2003" pitchFamily="2" charset="-78"/>
                <a:cs typeface="Sanskrit 2003" pitchFamily="2" charset="-78"/>
              </a:rPr>
              <a:t>॥</a:t>
            </a:r>
            <a:endParaRPr lang="en-US" sz="3200" b="1" dirty="0">
              <a:latin typeface="Sanskrit 2003" pitchFamily="2" charset="-78"/>
              <a:cs typeface="Sanskrit 2003" pitchFamily="2" charset="-78"/>
            </a:endParaRPr>
          </a:p>
          <a:p>
            <a:pPr marL="0" indent="0" eaLnBrk="1" hangingPunct="1">
              <a:spcBef>
                <a:spcPts val="620"/>
              </a:spcBef>
              <a:buNone/>
              <a:defRPr/>
            </a:pPr>
            <a:r>
              <a:rPr lang="en-US" sz="2800" b="1" dirty="0">
                <a:latin typeface="URW Palladio ITU" pitchFamily="2" charset="0"/>
              </a:rPr>
              <a:t>18. </a:t>
            </a:r>
            <a:r>
              <a:rPr lang="en-US" sz="2800" b="1" dirty="0" err="1">
                <a:latin typeface="URW Palladio IT" pitchFamily="2" charset="0"/>
              </a:rPr>
              <a:t>Teṣāmahaṁ</a:t>
            </a:r>
            <a:r>
              <a:rPr lang="en-US" sz="2800" b="1" dirty="0">
                <a:latin typeface="URW Palladio IT" pitchFamily="2" charset="0"/>
              </a:rPr>
              <a:t> </a:t>
            </a:r>
            <a:r>
              <a:rPr lang="en-US" sz="2800" b="1" dirty="0" err="1">
                <a:latin typeface="URW Palladio IT" pitchFamily="2" charset="0"/>
              </a:rPr>
              <a:t>samuddhartā</a:t>
            </a:r>
            <a:r>
              <a:rPr lang="en-US" sz="2800" b="1" dirty="0">
                <a:latin typeface="URW Palladio IT" pitchFamily="2" charset="0"/>
              </a:rPr>
              <a:t> </a:t>
            </a:r>
          </a:p>
          <a:p>
            <a:pPr marL="0" indent="0" eaLnBrk="1" hangingPunct="1">
              <a:buNone/>
              <a:defRPr/>
            </a:pPr>
            <a:r>
              <a:rPr lang="en-US" sz="2800" b="1" dirty="0">
                <a:latin typeface="URW Palladio IT" pitchFamily="2" charset="0"/>
              </a:rPr>
              <a:t>	</a:t>
            </a:r>
            <a:r>
              <a:rPr lang="en-US" sz="2800" b="1" dirty="0" err="1">
                <a:latin typeface="URW Palladio IT" pitchFamily="2" charset="0"/>
              </a:rPr>
              <a:t>Mr̥tyusaṁsārasāgarāt</a:t>
            </a:r>
            <a:r>
              <a:rPr lang="en-US" sz="2800" b="1" dirty="0">
                <a:latin typeface="URW Palladio IT" pitchFamily="2" charset="0"/>
              </a:rPr>
              <a:t> </a:t>
            </a:r>
            <a:r>
              <a:rPr lang="en-US" sz="2800" b="1" dirty="0">
                <a:latin typeface="URW Palladio IT" pitchFamily="2" charset="0"/>
                <a:cs typeface="Sanskrit 2003" pitchFamily="2" charset="-78"/>
              </a:rPr>
              <a:t>।</a:t>
            </a:r>
            <a:endParaRPr lang="en-US" sz="2800" b="1" dirty="0">
              <a:latin typeface="URW Palladio IT" pitchFamily="2" charset="0"/>
            </a:endParaRPr>
          </a:p>
          <a:p>
            <a:pPr marL="0" indent="0" eaLnBrk="1" hangingPunct="1">
              <a:buNone/>
              <a:defRPr/>
            </a:pPr>
            <a:r>
              <a:rPr lang="en-US" sz="2800" b="1" dirty="0">
                <a:latin typeface="URW Palladio IT" pitchFamily="2" charset="0"/>
              </a:rPr>
              <a:t>	</a:t>
            </a:r>
            <a:r>
              <a:rPr lang="en-US" sz="2800" b="1" dirty="0" err="1">
                <a:latin typeface="URW Palladio IT" pitchFamily="2" charset="0"/>
              </a:rPr>
              <a:t>Bhavāmi</a:t>
            </a:r>
            <a:r>
              <a:rPr lang="en-US" sz="2800" b="1" dirty="0">
                <a:latin typeface="URW Palladio IT" pitchFamily="2" charset="0"/>
              </a:rPr>
              <a:t> </a:t>
            </a:r>
            <a:r>
              <a:rPr lang="en-US" sz="2800" b="1" dirty="0" err="1">
                <a:latin typeface="URW Palladio IT" pitchFamily="2" charset="0"/>
              </a:rPr>
              <a:t>nacirātpārtha</a:t>
            </a:r>
            <a:r>
              <a:rPr lang="en-US" sz="2800" b="1" dirty="0">
                <a:latin typeface="URW Palladio IT" pitchFamily="2" charset="0"/>
              </a:rPr>
              <a:t> </a:t>
            </a:r>
          </a:p>
          <a:p>
            <a:pPr marL="0" indent="0" eaLnBrk="1" hangingPunct="1">
              <a:buNone/>
              <a:defRPr/>
            </a:pPr>
            <a:r>
              <a:rPr lang="en-US" sz="2800" b="1" dirty="0">
                <a:latin typeface="URW Palladio IT" pitchFamily="2" charset="0"/>
              </a:rPr>
              <a:t>	</a:t>
            </a:r>
            <a:r>
              <a:rPr lang="en-US" sz="2800" b="1" dirty="0" err="1">
                <a:latin typeface="URW Palladio IT" pitchFamily="2" charset="0"/>
              </a:rPr>
              <a:t>Mayyāveśitacetasām</a:t>
            </a:r>
            <a:r>
              <a:rPr lang="en-US" sz="2800" b="1" dirty="0">
                <a:latin typeface="URW Palladio IT" pitchFamily="2" charset="0"/>
              </a:rPr>
              <a:t> ||12.7||</a:t>
            </a:r>
          </a:p>
          <a:p>
            <a:pPr marL="0" indent="0" eaLnBrk="1" hangingPunct="1">
              <a:spcBef>
                <a:spcPts val="2483"/>
              </a:spcBef>
              <a:buNone/>
              <a:defRPr/>
            </a:pPr>
            <a:r>
              <a:rPr lang="kn-IN" sz="2400" b="1" dirty="0" smtClean="0"/>
              <a:t>೧೮</a:t>
            </a:r>
            <a:r>
              <a:rPr lang="kn-IN" sz="2400" b="1" dirty="0"/>
              <a:t>.</a:t>
            </a:r>
            <a:r>
              <a:rPr lang="en-US" sz="2400" b="1" dirty="0"/>
              <a:t>	</a:t>
            </a:r>
            <a:r>
              <a:rPr lang="kn-IN" sz="2400" b="1" dirty="0"/>
              <a:t>ತೇಷಾಮಹಂ ಸಮುದ್ಧರ್ತಾ ಮೃತ್ಯುಸಂಸಾರಸಾಗರಾತ್</a:t>
            </a:r>
            <a:r>
              <a:rPr lang="en-US" sz="2400" b="1" dirty="0"/>
              <a:t> </a:t>
            </a:r>
            <a:r>
              <a:rPr lang="en-US" sz="2400" b="1" dirty="0">
                <a:latin typeface="Sanskrit 2003" pitchFamily="2" charset="-78"/>
                <a:cs typeface="Sanskrit 2003" pitchFamily="2" charset="-78"/>
              </a:rPr>
              <a:t>।</a:t>
            </a:r>
            <a:endParaRPr lang="en-US" sz="2400" b="1" dirty="0"/>
          </a:p>
          <a:p>
            <a:pPr marL="0" indent="0" eaLnBrk="1" hangingPunct="1">
              <a:buNone/>
              <a:defRPr/>
            </a:pPr>
            <a:r>
              <a:rPr lang="en-US" sz="2400" b="1" dirty="0"/>
              <a:t>	</a:t>
            </a:r>
            <a:r>
              <a:rPr lang="kn-IN" sz="2400" b="1" dirty="0"/>
              <a:t>ಭವಾಮಿ ನಚಿರಾತ್ ಪಾರ್ಥ ಮಯ್ಯಾವೇಶಿತ ಚೇತಸಾಂ </a:t>
            </a:r>
            <a:r>
              <a:rPr lang="kn-IN" sz="2000" b="1" dirty="0"/>
              <a:t>||೧೨.೭||</a:t>
            </a:r>
            <a:endParaRPr lang="en-US" sz="2400" b="1" dirty="0"/>
          </a:p>
          <a:p>
            <a:pPr marL="0" indent="0" eaLnBrk="1" hangingPunct="1">
              <a:buNone/>
              <a:defRPr/>
            </a:pPr>
            <a:endParaRPr lang="en-US" sz="3200" b="1" dirty="0"/>
          </a:p>
          <a:p>
            <a:pPr marL="0" indent="0" algn="just" eaLnBrk="1" hangingPunct="1">
              <a:buNone/>
              <a:defRPr/>
            </a:pPr>
            <a:r>
              <a:rPr lang="en-US" sz="2400" b="1" dirty="0"/>
              <a:t>	</a:t>
            </a:r>
            <a:r>
              <a:rPr lang="en-US" sz="2400" b="1" dirty="0">
                <a:latin typeface="URW Palladio IT" pitchFamily="2" charset="0"/>
              </a:rPr>
              <a:t>These, </a:t>
            </a:r>
            <a:r>
              <a:rPr lang="en-US" sz="2400" b="1" dirty="0" err="1">
                <a:latin typeface="URW Palladio IT" pitchFamily="2" charset="0"/>
              </a:rPr>
              <a:t>Arjuna</a:t>
            </a:r>
            <a:r>
              <a:rPr lang="en-US" sz="2400" b="1" dirty="0">
                <a:latin typeface="URW Palladio IT" pitchFamily="2" charset="0"/>
              </a:rPr>
              <a:t>, I speedily deliver from the ocean of birth and death, their mind being fixed on Me.</a:t>
            </a:r>
            <a:endParaRPr lang="kn-IN" sz="2400" b="1" dirty="0">
              <a:latin typeface="URW Palladio IT" pitchFamily="2" charset="0"/>
            </a:endParaRPr>
          </a:p>
        </p:txBody>
      </p:sp>
    </p:spTree>
    <p:extLst>
      <p:ext uri="{BB962C8B-B14F-4D97-AF65-F5344CB8AC3E}">
        <p14:creationId xmlns:p14="http://schemas.microsoft.com/office/powerpoint/2010/main" val="1655666756"/>
      </p:ext>
    </p:extLst>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solidFill>
                <a:prstClr val="black"/>
              </a:solidFill>
            </a:endParaRPr>
          </a:p>
        </p:txBody>
      </p:sp>
      <p:sp>
        <p:nvSpPr>
          <p:cNvPr id="3" name="Content Placeholder 2"/>
          <p:cNvSpPr txBox="1">
            <a:spLocks/>
          </p:cNvSpPr>
          <p:nvPr/>
        </p:nvSpPr>
        <p:spPr>
          <a:xfrm>
            <a:off x="1" y="254200"/>
            <a:ext cx="12195174" cy="6605388"/>
          </a:xfrm>
          <a:prstGeom prst="rect">
            <a:avLst/>
          </a:prstGeom>
        </p:spPr>
        <p:txBody>
          <a:bodyPr lIns="94507" tIns="47259" rIns="94507" bIns="47259">
            <a:norm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algn="ctr" eaLnBrk="1" hangingPunct="1">
              <a:buNone/>
            </a:pPr>
            <a:r>
              <a:rPr lang="hi-IN" sz="3600" b="1" dirty="0">
                <a:latin typeface="Sanskrit 2003" pitchFamily="2" charset="-78"/>
                <a:cs typeface="Sanskrit 2003" pitchFamily="2" charset="-78"/>
              </a:rPr>
              <a:t>ॐ तत्सदिति श्रीमद्भगवद्गीतासूपनिषत्सु</a:t>
            </a:r>
            <a:endParaRPr lang="en-US" sz="3600" b="1" dirty="0">
              <a:latin typeface="Sanskrit 2003" pitchFamily="2" charset="-78"/>
              <a:cs typeface="Sanskrit 2003" pitchFamily="2" charset="-78"/>
            </a:endParaRPr>
          </a:p>
          <a:p>
            <a:pPr marL="0" indent="0" algn="ctr" eaLnBrk="1" hangingPunct="1">
              <a:spcBef>
                <a:spcPts val="620"/>
              </a:spcBef>
              <a:buNone/>
            </a:pPr>
            <a:r>
              <a:rPr lang="hi-IN" sz="3600" b="1" dirty="0">
                <a:latin typeface="Sanskrit 2003" pitchFamily="2" charset="-78"/>
                <a:cs typeface="Sanskrit 2003" pitchFamily="2" charset="-78"/>
              </a:rPr>
              <a:t>ब्रह्मविद्यायां यॊगशास्त्रॆ श्रीकृष्णार्जुनसंवादॆ</a:t>
            </a:r>
            <a:endParaRPr lang="en-US" sz="3200" b="1" dirty="0">
              <a:latin typeface="Sanskrit 2003" pitchFamily="2" charset="-78"/>
              <a:cs typeface="Sanskrit 2003" pitchFamily="2" charset="-78"/>
            </a:endParaRPr>
          </a:p>
          <a:p>
            <a:pPr marL="0" indent="0" algn="ctr" eaLnBrk="1" hangingPunct="1">
              <a:spcBef>
                <a:spcPts val="620"/>
              </a:spcBef>
              <a:buNone/>
            </a:pPr>
            <a:endParaRPr lang="hi-IN" sz="2800" b="1" dirty="0">
              <a:latin typeface="Sanskrit 2003" pitchFamily="2" charset="-78"/>
              <a:cs typeface="Sanskrit 2003" pitchFamily="2" charset="-78"/>
            </a:endParaRPr>
          </a:p>
          <a:p>
            <a:pPr marL="0" indent="0" algn="ctr" eaLnBrk="1" hangingPunct="1">
              <a:spcBef>
                <a:spcPts val="620"/>
              </a:spcBef>
              <a:buNone/>
            </a:pPr>
            <a:r>
              <a:rPr lang="en-US" sz="2800" b="1" dirty="0" err="1">
                <a:latin typeface="URW Palladio IT" pitchFamily="2" charset="0"/>
              </a:rPr>
              <a:t>Ōm</a:t>
            </a:r>
            <a:r>
              <a:rPr lang="en-US" sz="2800" b="1" dirty="0">
                <a:latin typeface="URW Palladio IT" pitchFamily="2" charset="0"/>
              </a:rPr>
              <a:t>̐ </a:t>
            </a:r>
            <a:r>
              <a:rPr lang="en-US" sz="2800" b="1" dirty="0" err="1">
                <a:latin typeface="URW Palladio IT" pitchFamily="2" charset="0"/>
              </a:rPr>
              <a:t>tatsaditi</a:t>
            </a:r>
            <a:r>
              <a:rPr lang="en-US" sz="2800" b="1" dirty="0">
                <a:latin typeface="URW Palladio IT" pitchFamily="2" charset="0"/>
              </a:rPr>
              <a:t> </a:t>
            </a:r>
            <a:r>
              <a:rPr lang="en-US" sz="2800" b="1" dirty="0" err="1">
                <a:latin typeface="URW Palladio IT" pitchFamily="2" charset="0"/>
              </a:rPr>
              <a:t>śrīmadbhagavadgītāsu</a:t>
            </a:r>
            <a:r>
              <a:rPr lang="en-US" sz="2800" b="1" dirty="0">
                <a:latin typeface="URW Palladio IT" pitchFamily="2" charset="0"/>
              </a:rPr>
              <a:t> </a:t>
            </a:r>
          </a:p>
          <a:p>
            <a:pPr marL="0" indent="0" algn="ctr" eaLnBrk="1" hangingPunct="1">
              <a:buNone/>
            </a:pPr>
            <a:r>
              <a:rPr lang="en-US" sz="2800" b="1" dirty="0" err="1">
                <a:latin typeface="URW Palladio IT" pitchFamily="2" charset="0"/>
              </a:rPr>
              <a:t>Upaniṣatsu</a:t>
            </a:r>
            <a:r>
              <a:rPr lang="en-US" sz="2800" b="1" dirty="0">
                <a:latin typeface="URW Palladio IT" pitchFamily="2" charset="0"/>
              </a:rPr>
              <a:t> </a:t>
            </a:r>
            <a:r>
              <a:rPr lang="en-US" sz="2800" b="1" dirty="0" err="1">
                <a:latin typeface="URW Palladio IT" pitchFamily="2" charset="0"/>
              </a:rPr>
              <a:t>brahmavidyāyāṁ</a:t>
            </a:r>
            <a:r>
              <a:rPr lang="en-US" sz="2800" b="1" dirty="0">
                <a:latin typeface="URW Palladio IT" pitchFamily="2" charset="0"/>
              </a:rPr>
              <a:t> </a:t>
            </a:r>
          </a:p>
          <a:p>
            <a:pPr marL="0" indent="0" algn="ctr" eaLnBrk="1" hangingPunct="1">
              <a:buNone/>
            </a:pPr>
            <a:r>
              <a:rPr lang="en-US" sz="2800" b="1" dirty="0" err="1">
                <a:latin typeface="URW Palladio IT" pitchFamily="2" charset="0"/>
              </a:rPr>
              <a:t>Yogaśāstre</a:t>
            </a:r>
            <a:r>
              <a:rPr lang="en-US" sz="2800" b="1" dirty="0">
                <a:latin typeface="URW Palladio IT" pitchFamily="2" charset="0"/>
              </a:rPr>
              <a:t> </a:t>
            </a:r>
            <a:r>
              <a:rPr lang="en-US" sz="2800" b="1" dirty="0" err="1">
                <a:latin typeface="URW Palladio IT" pitchFamily="2" charset="0"/>
              </a:rPr>
              <a:t>śrīkr̥ṣṇārjunasaṁvāde</a:t>
            </a:r>
            <a:endParaRPr lang="en-US" sz="2800" b="1" dirty="0">
              <a:latin typeface="URW Palladio IT" pitchFamily="2" charset="0"/>
            </a:endParaRPr>
          </a:p>
          <a:p>
            <a:pPr marL="0" indent="0" algn="ctr" eaLnBrk="1" hangingPunct="1">
              <a:buNone/>
            </a:pPr>
            <a:endParaRPr lang="en-US" sz="1050" b="1" dirty="0">
              <a:latin typeface="URW Palladio ITU" pitchFamily="2" charset="0"/>
            </a:endParaRPr>
          </a:p>
          <a:p>
            <a:pPr marL="0" indent="0" algn="ctr" eaLnBrk="1" hangingPunct="1">
              <a:buNone/>
            </a:pPr>
            <a:endParaRPr lang="en-US" sz="2800" b="1" dirty="0">
              <a:latin typeface="URW Palladio ITU" pitchFamily="2" charset="0"/>
            </a:endParaRPr>
          </a:p>
          <a:p>
            <a:pPr marL="0" indent="0" algn="ctr" eaLnBrk="1" hangingPunct="1">
              <a:spcBef>
                <a:spcPts val="2483"/>
              </a:spcBef>
              <a:buNone/>
            </a:pPr>
            <a:r>
              <a:rPr lang="kn-IN" sz="3200" b="1" dirty="0"/>
              <a:t>ಓಂ ತತ್ಸದಿತಿ ಶ್ರೀಮದ್ಭಗವದ್ಗೀತಾಸು</a:t>
            </a:r>
            <a:r>
              <a:rPr lang="en-CA" sz="3200" b="1" dirty="0"/>
              <a:t> </a:t>
            </a:r>
            <a:r>
              <a:rPr lang="kn-IN" sz="3200" b="1" dirty="0"/>
              <a:t>ಉಪನಿಷತ್ಸು</a:t>
            </a:r>
            <a:endParaRPr lang="en-US" sz="3200" b="1" dirty="0"/>
          </a:p>
          <a:p>
            <a:pPr marL="0" indent="0" algn="ctr" eaLnBrk="1" hangingPunct="1">
              <a:spcBef>
                <a:spcPts val="620"/>
              </a:spcBef>
              <a:buNone/>
            </a:pPr>
            <a:r>
              <a:rPr lang="kn-IN" sz="3200" b="1" dirty="0"/>
              <a:t>ಬ್ರಹ್ಮವಿದ್ಯಾಯಾಂ ಯೋಗಶಾಸ್ತ್ರೇ </a:t>
            </a:r>
            <a:endParaRPr lang="en-US" sz="3200" b="1" dirty="0"/>
          </a:p>
          <a:p>
            <a:pPr marL="0" indent="0" algn="ctr" eaLnBrk="1" hangingPunct="1">
              <a:spcBef>
                <a:spcPts val="620"/>
              </a:spcBef>
              <a:buNone/>
            </a:pPr>
            <a:r>
              <a:rPr lang="kn-IN" sz="3200" b="1" dirty="0"/>
              <a:t>ಶ್ರೀ ಕೃಷ್ಣಾರ್ಜುನ</a:t>
            </a:r>
            <a:r>
              <a:rPr lang="en-US" sz="3200" b="1" dirty="0"/>
              <a:t> </a:t>
            </a:r>
            <a:r>
              <a:rPr lang="kn-IN" sz="3200" b="1" dirty="0"/>
              <a:t>ಸಂವಾದೇ</a:t>
            </a:r>
          </a:p>
        </p:txBody>
      </p:sp>
    </p:spTree>
    <p:extLst>
      <p:ext uri="{BB962C8B-B14F-4D97-AF65-F5344CB8AC3E}">
        <p14:creationId xmlns:p14="http://schemas.microsoft.com/office/powerpoint/2010/main" val="1004069518"/>
      </p:ext>
    </p:extLst>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solidFill>
                <a:prstClr val="black"/>
              </a:solidFill>
            </a:endParaRPr>
          </a:p>
        </p:txBody>
      </p:sp>
      <p:sp>
        <p:nvSpPr>
          <p:cNvPr id="3" name="Content Placeholder 2"/>
          <p:cNvSpPr txBox="1">
            <a:spLocks/>
          </p:cNvSpPr>
          <p:nvPr/>
        </p:nvSpPr>
        <p:spPr>
          <a:xfrm>
            <a:off x="609759" y="117426"/>
            <a:ext cx="10975659" cy="6605388"/>
          </a:xfrm>
          <a:prstGeom prst="rect">
            <a:avLst/>
          </a:prstGeom>
        </p:spPr>
        <p:txBody>
          <a:bodyPr lIns="94507" tIns="47259" rIns="94507" bIns="47259">
            <a:no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algn="ctr" eaLnBrk="1" hangingPunct="1">
              <a:lnSpc>
                <a:spcPct val="150000"/>
              </a:lnSpc>
              <a:buNone/>
            </a:pPr>
            <a:r>
              <a:rPr lang="hi-IN" sz="4800" b="1" dirty="0">
                <a:latin typeface="Sanskrit 2003" pitchFamily="2" charset="-78"/>
                <a:cs typeface="Sanskrit 2003" pitchFamily="2" charset="-78"/>
              </a:rPr>
              <a:t>भक्तियॊगश्लॊकसङ्ग्रहः॥</a:t>
            </a:r>
            <a:endParaRPr lang="en-US" sz="4800" b="1" dirty="0">
              <a:latin typeface="Sanskrit 2003" pitchFamily="2" charset="-78"/>
              <a:cs typeface="Sanskrit 2003" pitchFamily="2" charset="-78"/>
            </a:endParaRPr>
          </a:p>
          <a:p>
            <a:pPr marL="0" indent="0" algn="ctr" eaLnBrk="1" hangingPunct="1">
              <a:lnSpc>
                <a:spcPct val="150000"/>
              </a:lnSpc>
              <a:buNone/>
            </a:pPr>
            <a:r>
              <a:rPr lang="hi-IN" sz="4800" b="1" dirty="0">
                <a:latin typeface="Sanskrit 2003" pitchFamily="2" charset="-78"/>
                <a:cs typeface="Sanskrit 2003" pitchFamily="2" charset="-78"/>
              </a:rPr>
              <a:t>।हरिः ॐ तत्सत्।</a:t>
            </a:r>
            <a:endParaRPr lang="en-US" sz="4800" b="1" dirty="0">
              <a:latin typeface="Sanskrit 2003" pitchFamily="2" charset="-78"/>
              <a:cs typeface="Sanskrit 2003" pitchFamily="2" charset="-78"/>
            </a:endParaRPr>
          </a:p>
          <a:p>
            <a:pPr marL="0" indent="0" algn="ctr" eaLnBrk="1" hangingPunct="1">
              <a:spcBef>
                <a:spcPts val="1861"/>
              </a:spcBef>
              <a:buNone/>
            </a:pPr>
            <a:r>
              <a:rPr lang="en-US" sz="4000" b="1" dirty="0" err="1">
                <a:latin typeface="URW Palladio IT" pitchFamily="2" charset="0"/>
              </a:rPr>
              <a:t>Bhaktiyogaślokasaṅgrahaḥ</a:t>
            </a:r>
            <a:r>
              <a:rPr lang="en-US" sz="4000" b="1" dirty="0">
                <a:latin typeface="URW Palladio IT" pitchFamily="2" charset="0"/>
              </a:rPr>
              <a:t> ||</a:t>
            </a:r>
          </a:p>
          <a:p>
            <a:pPr marL="0" indent="0" algn="ctr" eaLnBrk="1" hangingPunct="1">
              <a:buNone/>
            </a:pPr>
            <a:r>
              <a:rPr lang="en-US" sz="4000" b="1" dirty="0">
                <a:latin typeface="URW Palladio IT" pitchFamily="2" charset="0"/>
              </a:rPr>
              <a:t>| </a:t>
            </a:r>
            <a:r>
              <a:rPr lang="en-US" sz="4000" b="1" dirty="0" err="1">
                <a:latin typeface="URW Palladio IT" pitchFamily="2" charset="0"/>
              </a:rPr>
              <a:t>hariḥ</a:t>
            </a:r>
            <a:r>
              <a:rPr lang="en-US" sz="4000" b="1" dirty="0">
                <a:latin typeface="URW Palladio IT" pitchFamily="2" charset="0"/>
              </a:rPr>
              <a:t> </a:t>
            </a:r>
            <a:r>
              <a:rPr lang="en-US" sz="4000" b="1" dirty="0" err="1">
                <a:latin typeface="URW Palladio IT" pitchFamily="2" charset="0"/>
              </a:rPr>
              <a:t>ōm</a:t>
            </a:r>
            <a:r>
              <a:rPr lang="en-US" sz="4000" b="1" dirty="0">
                <a:latin typeface="URW Palladio IT" pitchFamily="2" charset="0"/>
              </a:rPr>
              <a:t>̐ </a:t>
            </a:r>
            <a:r>
              <a:rPr lang="en-US" sz="4000" b="1" dirty="0" err="1">
                <a:latin typeface="URW Palladio IT" pitchFamily="2" charset="0"/>
              </a:rPr>
              <a:t>tatsat</a:t>
            </a:r>
            <a:r>
              <a:rPr lang="en-US" sz="4000" b="1" dirty="0">
                <a:latin typeface="URW Palladio IT" pitchFamily="2" charset="0"/>
              </a:rPr>
              <a:t> |</a:t>
            </a:r>
          </a:p>
          <a:p>
            <a:pPr marL="0" indent="0" algn="ctr" eaLnBrk="1" hangingPunct="1">
              <a:buNone/>
            </a:pPr>
            <a:endParaRPr lang="en-US" sz="4000" b="1" dirty="0">
              <a:latin typeface="URW Palladio ITU" pitchFamily="2" charset="0"/>
            </a:endParaRPr>
          </a:p>
          <a:p>
            <a:pPr marL="0" indent="0" algn="ctr" eaLnBrk="1" hangingPunct="1">
              <a:spcBef>
                <a:spcPts val="3103"/>
              </a:spcBef>
              <a:buNone/>
            </a:pPr>
            <a:r>
              <a:rPr lang="kn-IN" sz="4000" b="1" dirty="0"/>
              <a:t>ಭಕ್ತಿಯೋಗ ಶ್ಲೋಕ ಸಂಗ್ರಹಃ ||</a:t>
            </a:r>
            <a:endParaRPr lang="en-US" sz="4000" b="1" dirty="0"/>
          </a:p>
          <a:p>
            <a:pPr marL="0" indent="0" algn="ctr" eaLnBrk="1" hangingPunct="1">
              <a:spcBef>
                <a:spcPts val="620"/>
              </a:spcBef>
              <a:buNone/>
            </a:pPr>
            <a:r>
              <a:rPr lang="kn-IN" sz="4000" b="1" dirty="0"/>
              <a:t>| ಹರಿಃ ಓಂ ತತ್ಸತ್ |</a:t>
            </a:r>
          </a:p>
          <a:p>
            <a:pPr marL="0" indent="0" eaLnBrk="1" hangingPunct="1">
              <a:spcBef>
                <a:spcPts val="2483"/>
              </a:spcBef>
              <a:buNone/>
            </a:pPr>
            <a:endParaRPr lang="en-US" sz="2800" b="1" dirty="0"/>
          </a:p>
          <a:p>
            <a:pPr marL="0" indent="0" eaLnBrk="1" hangingPunct="1">
              <a:spcBef>
                <a:spcPts val="2483"/>
              </a:spcBef>
              <a:buNone/>
            </a:pPr>
            <a:endParaRPr lang="en-US" sz="2800" b="1" dirty="0"/>
          </a:p>
        </p:txBody>
      </p:sp>
    </p:spTree>
    <p:extLst>
      <p:ext uri="{BB962C8B-B14F-4D97-AF65-F5344CB8AC3E}">
        <p14:creationId xmlns:p14="http://schemas.microsoft.com/office/powerpoint/2010/main" val="2092397409"/>
      </p:ext>
    </p:extLst>
  </p:cSld>
  <p:clrMapOvr>
    <a:masterClrMapping/>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609759" y="-777134"/>
            <a:ext cx="10975659" cy="1524483"/>
          </a:xfrm>
          <a:prstGeom prst="rect">
            <a:avLst/>
          </a:prstGeom>
        </p:spPr>
        <p:txBody>
          <a:bodyPr lIns="94507" tIns="47259" rIns="94507" bIns="47259"/>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endParaRPr lang="en-IN" sz="7600" dirty="0">
              <a:solidFill>
                <a:prstClr val="black"/>
              </a:solidFill>
            </a:endParaRPr>
          </a:p>
        </p:txBody>
      </p:sp>
      <p:sp>
        <p:nvSpPr>
          <p:cNvPr id="3" name="Content Placeholder 2"/>
          <p:cNvSpPr txBox="1">
            <a:spLocks/>
          </p:cNvSpPr>
          <p:nvPr/>
        </p:nvSpPr>
        <p:spPr>
          <a:xfrm>
            <a:off x="609759" y="254200"/>
            <a:ext cx="10975659" cy="7455740"/>
          </a:xfrm>
          <a:prstGeom prst="rect">
            <a:avLst/>
          </a:prstGeom>
        </p:spPr>
        <p:txBody>
          <a:bodyPr lIns="94507" tIns="47259" rIns="94507" bIns="47259">
            <a:normAutofit/>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algn="ctr" eaLnBrk="1" hangingPunct="1">
              <a:lnSpc>
                <a:spcPct val="150000"/>
              </a:lnSpc>
              <a:buNone/>
            </a:pPr>
            <a:r>
              <a:rPr lang="hi-IN" sz="6267" b="1" dirty="0">
                <a:latin typeface="Sanskrit 2003" pitchFamily="2" charset="-78"/>
                <a:cs typeface="Sanskrit 2003" pitchFamily="2" charset="-78"/>
              </a:rPr>
              <a:t>श्रीकृष्णार्पणमस्तु</a:t>
            </a:r>
            <a:endParaRPr lang="hi-IN" sz="6267" b="1" dirty="0">
              <a:latin typeface="Times New Roman" pitchFamily="18" charset="0"/>
              <a:cs typeface="Sanskrit 2003" pitchFamily="2" charset="-78"/>
            </a:endParaRPr>
          </a:p>
          <a:p>
            <a:pPr marL="0" indent="0" algn="ctr" eaLnBrk="1" hangingPunct="1">
              <a:lnSpc>
                <a:spcPct val="150000"/>
              </a:lnSpc>
              <a:buNone/>
            </a:pPr>
            <a:r>
              <a:rPr lang="en-US" sz="5600" b="1" dirty="0" err="1">
                <a:latin typeface="URW Palladio IT" pitchFamily="2" charset="0"/>
              </a:rPr>
              <a:t>Śrīkr̥ṣṇārpaṇamastu</a:t>
            </a:r>
            <a:endParaRPr lang="en-US" sz="5600" b="1" dirty="0">
              <a:latin typeface="Times New Roman" pitchFamily="18" charset="0"/>
              <a:cs typeface="Times New Roman" pitchFamily="18" charset="0"/>
            </a:endParaRPr>
          </a:p>
          <a:p>
            <a:pPr marL="0" indent="0" algn="ctr" eaLnBrk="1" hangingPunct="1">
              <a:lnSpc>
                <a:spcPct val="150000"/>
              </a:lnSpc>
              <a:buNone/>
            </a:pPr>
            <a:r>
              <a:rPr lang="kn-IN" sz="5600" dirty="0"/>
              <a:t>ಶ್ರೀ ಕೃಷ್ಣಾರ್ಪಣಮಸ್ತು</a:t>
            </a:r>
            <a:endParaRPr lang="en-CA" sz="5600" dirty="0"/>
          </a:p>
        </p:txBody>
      </p:sp>
    </p:spTree>
    <p:extLst>
      <p:ext uri="{BB962C8B-B14F-4D97-AF65-F5344CB8AC3E}">
        <p14:creationId xmlns:p14="http://schemas.microsoft.com/office/powerpoint/2010/main" val="2255536706"/>
      </p:ext>
    </p:extLst>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711385" y="5419407"/>
            <a:ext cx="10662309" cy="556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78" tIns="54439" rIns="108878" bIns="54439">
            <a:spAutoFit/>
          </a:bodyPr>
          <a:lstStyle/>
          <a:p>
            <a:pPr algn="ctr" fontAlgn="base">
              <a:spcBef>
                <a:spcPct val="0"/>
              </a:spcBef>
              <a:spcAft>
                <a:spcPct val="0"/>
              </a:spcAft>
            </a:pPr>
            <a:endParaRPr lang="en-IN" sz="2900" i="1" dirty="0">
              <a:solidFill>
                <a:srgbClr val="000000"/>
              </a:solidFill>
              <a:latin typeface="Palatino Linotype" pitchFamily="18" charset="0"/>
            </a:endParaRPr>
          </a:p>
        </p:txBody>
      </p:sp>
      <p:sp>
        <p:nvSpPr>
          <p:cNvPr id="5" name="Title 1"/>
          <p:cNvSpPr txBox="1">
            <a:spLocks/>
          </p:cNvSpPr>
          <p:nvPr/>
        </p:nvSpPr>
        <p:spPr bwMode="auto">
          <a:xfrm>
            <a:off x="914638" y="3277372"/>
            <a:ext cx="10365899" cy="1470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8878" tIns="54439" rIns="108878" bIns="54439"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sz="10500" b="1" i="1" dirty="0">
                <a:latin typeface="DFKai-SB" pitchFamily="65" charset="-120"/>
                <a:ea typeface="DFKai-SB" pitchFamily="65" charset="-120"/>
              </a:rPr>
              <a:t>ALL TOGETHER</a:t>
            </a:r>
            <a:endParaRPr lang="en-IN" sz="10500" b="1" i="1" dirty="0">
              <a:latin typeface="DFKai-SB" pitchFamily="65" charset="-120"/>
              <a:ea typeface="DFKai-SB" pitchFamily="65" charset="-120"/>
            </a:endParaRPr>
          </a:p>
          <a:p>
            <a:pPr eaLnBrk="1" hangingPunct="1"/>
            <a:endParaRPr lang="en-US" sz="10500" dirty="0">
              <a:solidFill>
                <a:prstClr val="black"/>
              </a:solidFill>
              <a:latin typeface="AGaramond Bold" pitchFamily="18" charset="0"/>
            </a:endParaRPr>
          </a:p>
        </p:txBody>
      </p:sp>
      <p:sp>
        <p:nvSpPr>
          <p:cNvPr id="6" name="Subtitle 2"/>
          <p:cNvSpPr txBox="1">
            <a:spLocks/>
          </p:cNvSpPr>
          <p:nvPr/>
        </p:nvSpPr>
        <p:spPr bwMode="auto">
          <a:xfrm>
            <a:off x="0" y="1448135"/>
            <a:ext cx="12195175" cy="541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8878" tIns="54439" rIns="108878" bIns="54439"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4000" b="1" dirty="0">
              <a:solidFill>
                <a:prstClr val="black"/>
              </a:solidFill>
              <a:latin typeface="Palatino Linotype" pitchFamily="18" charset="0"/>
              <a:cs typeface="Times New Roman" pitchFamily="18" charset="0"/>
            </a:endParaRPr>
          </a:p>
        </p:txBody>
      </p:sp>
      <p:pic>
        <p:nvPicPr>
          <p:cNvPr id="7" name="Picture 6" descr="om-wallpaper-high-resolution.jpg"/>
          <p:cNvPicPr>
            <a:picLocks noChangeAspect="1"/>
          </p:cNvPicPr>
          <p:nvPr/>
        </p:nvPicPr>
        <p:blipFill>
          <a:blip r:embed="rId2"/>
          <a:stretch>
            <a:fillRect/>
          </a:stretch>
        </p:blipFill>
        <p:spPr>
          <a:xfrm>
            <a:off x="0" y="0"/>
            <a:ext cx="12195175" cy="6859588"/>
          </a:xfrm>
          <a:prstGeom prst="rect">
            <a:avLst/>
          </a:prstGeom>
        </p:spPr>
      </p:pic>
    </p:spTree>
    <p:extLst>
      <p:ext uri="{BB962C8B-B14F-4D97-AF65-F5344CB8AC3E}">
        <p14:creationId xmlns:p14="http://schemas.microsoft.com/office/powerpoint/2010/main" val="1346059151"/>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1981835" y="177842"/>
            <a:ext cx="8231505" cy="1143263"/>
          </a:xfrm>
          <a:prstGeom prst="rect">
            <a:avLst/>
          </a:prstGeom>
        </p:spPr>
        <p:txBody>
          <a:bodyPr lIns="70931" tIns="35467" rIns="70931" bIns="35467"/>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pPr defTabSz="724381">
              <a:defRPr/>
            </a:pPr>
            <a:r>
              <a:rPr lang="en-IN" sz="5701" dirty="0" err="1">
                <a:solidFill>
                  <a:srgbClr val="000000"/>
                </a:solidFill>
                <a:latin typeface="Sanskrit 99"/>
              </a:rPr>
              <a:t>zaiNt</a:t>
            </a:r>
            <a:r>
              <a:rPr lang="en-IN" sz="5701" dirty="0">
                <a:solidFill>
                  <a:srgbClr val="000000"/>
                </a:solidFill>
                <a:latin typeface="Sanskrit 99"/>
              </a:rPr>
              <a:t> m&lt;Ç</a:t>
            </a:r>
            <a:endParaRPr lang="en-IN" sz="5701" dirty="0">
              <a:solidFill>
                <a:prstClr val="black"/>
              </a:solidFill>
              <a:latin typeface="Calibri"/>
            </a:endParaRPr>
          </a:p>
        </p:txBody>
      </p:sp>
      <p:sp>
        <p:nvSpPr>
          <p:cNvPr id="3" name="Content Placeholder 2"/>
          <p:cNvSpPr txBox="1">
            <a:spLocks/>
          </p:cNvSpPr>
          <p:nvPr/>
        </p:nvSpPr>
        <p:spPr>
          <a:xfrm>
            <a:off x="176" y="1100084"/>
            <a:ext cx="12194822" cy="5643091"/>
          </a:xfrm>
          <a:prstGeom prst="rect">
            <a:avLst/>
          </a:prstGeom>
        </p:spPr>
        <p:txBody>
          <a:bodyPr lIns="70931" tIns="35467" rIns="70931" bIns="35467">
            <a:normAutofit lnSpcReduction="10000"/>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algn="ctr" defTabSz="724381">
              <a:buNone/>
              <a:defRPr/>
            </a:pPr>
            <a:r>
              <a:rPr lang="en-IN" sz="2601" dirty="0">
                <a:solidFill>
                  <a:srgbClr val="000000"/>
                </a:solidFill>
                <a:latin typeface="Sanskrit 99"/>
              </a:rPr>
              <a:t>` </a:t>
            </a:r>
            <a:r>
              <a:rPr lang="en-IN" sz="2601" dirty="0" err="1">
                <a:solidFill>
                  <a:srgbClr val="000000"/>
                </a:solidFill>
                <a:latin typeface="Sanskrit 99"/>
              </a:rPr>
              <a:t>Astae</a:t>
            </a:r>
            <a:r>
              <a:rPr lang="en-IN" sz="2601" dirty="0">
                <a:solidFill>
                  <a:srgbClr val="000000"/>
                </a:solidFill>
                <a:latin typeface="Sanskrit 99"/>
              </a:rPr>
              <a:t> ma </a:t>
            </a:r>
            <a:r>
              <a:rPr lang="en-IN" sz="2601" dirty="0" err="1">
                <a:solidFill>
                  <a:srgbClr val="000000"/>
                </a:solidFill>
                <a:latin typeface="Sanskrit 99"/>
              </a:rPr>
              <a:t>sdœ</a:t>
            </a:r>
            <a:r>
              <a:rPr lang="en-IN" sz="2601" dirty="0">
                <a:solidFill>
                  <a:srgbClr val="000000"/>
                </a:solidFill>
                <a:latin typeface="Sanskrit 99"/>
              </a:rPr>
              <a:t> </a:t>
            </a:r>
            <a:r>
              <a:rPr lang="en-IN" sz="2601" dirty="0" err="1">
                <a:solidFill>
                  <a:srgbClr val="000000"/>
                </a:solidFill>
                <a:latin typeface="Sanskrit 99"/>
              </a:rPr>
              <a:t>gmy</a:t>
            </a:r>
            <a:r>
              <a:rPr lang="en-IN" sz="2601" dirty="0">
                <a:solidFill>
                  <a:srgbClr val="000000"/>
                </a:solidFill>
                <a:latin typeface="Sanskrit 99"/>
              </a:rPr>
              <a:t>,</a:t>
            </a:r>
          </a:p>
          <a:p>
            <a:pPr marL="0" indent="0" algn="ctr" defTabSz="724381">
              <a:buNone/>
              <a:defRPr/>
            </a:pPr>
            <a:r>
              <a:rPr lang="en-IN" sz="2601" dirty="0" err="1">
                <a:solidFill>
                  <a:srgbClr val="000000"/>
                </a:solidFill>
                <a:latin typeface="Sanskrit 99"/>
              </a:rPr>
              <a:t>tmsae</a:t>
            </a:r>
            <a:r>
              <a:rPr lang="en-IN" sz="2601" dirty="0">
                <a:solidFill>
                  <a:srgbClr val="000000"/>
                </a:solidFill>
                <a:latin typeface="Sanskrit 99"/>
              </a:rPr>
              <a:t> ma </a:t>
            </a:r>
            <a:r>
              <a:rPr lang="en-IN" sz="2601" dirty="0" err="1">
                <a:solidFill>
                  <a:srgbClr val="000000"/>
                </a:solidFill>
                <a:latin typeface="Sanskrit 99"/>
              </a:rPr>
              <a:t>JyaeitgRmy</a:t>
            </a:r>
            <a:r>
              <a:rPr lang="en-IN" sz="2601" dirty="0">
                <a:solidFill>
                  <a:srgbClr val="000000"/>
                </a:solidFill>
                <a:latin typeface="Sanskrit 99"/>
              </a:rPr>
              <a:t>,</a:t>
            </a:r>
          </a:p>
          <a:p>
            <a:pPr marL="0" indent="0" algn="ctr" defTabSz="724381">
              <a:buNone/>
              <a:defRPr/>
            </a:pPr>
            <a:r>
              <a:rPr lang="en-IN" sz="2601" dirty="0" err="1">
                <a:solidFill>
                  <a:srgbClr val="000000"/>
                </a:solidFill>
                <a:latin typeface="Sanskrit 99"/>
              </a:rPr>
              <a:t>m&amp;TyaemaR</a:t>
            </a:r>
            <a:r>
              <a:rPr lang="en-IN" sz="2601" dirty="0">
                <a:solidFill>
                  <a:srgbClr val="000000"/>
                </a:solidFill>
                <a:latin typeface="Sanskrit 99"/>
              </a:rPr>
              <a:t> </a:t>
            </a:r>
            <a:r>
              <a:rPr lang="en-IN" sz="2601" dirty="0" err="1">
                <a:solidFill>
                  <a:srgbClr val="000000"/>
                </a:solidFill>
                <a:latin typeface="Sanskrit 99"/>
              </a:rPr>
              <a:t>Am&amp;t</a:t>
            </a:r>
            <a:r>
              <a:rPr lang="en-IN" sz="2601" dirty="0">
                <a:solidFill>
                  <a:srgbClr val="000000"/>
                </a:solidFill>
                <a:latin typeface="Sanskrit 99"/>
              </a:rPr>
              <a:t>&lt; </a:t>
            </a:r>
            <a:r>
              <a:rPr lang="en-IN" sz="2601" dirty="0" err="1">
                <a:solidFill>
                  <a:srgbClr val="000000"/>
                </a:solidFill>
                <a:latin typeface="Sanskrit 99"/>
              </a:rPr>
              <a:t>gmy</a:t>
            </a:r>
            <a:endParaRPr lang="en-IN" sz="2601" dirty="0">
              <a:solidFill>
                <a:srgbClr val="000000"/>
              </a:solidFill>
              <a:latin typeface="Sanskrit 99"/>
            </a:endParaRPr>
          </a:p>
          <a:p>
            <a:pPr marL="0" indent="0" algn="ctr" defTabSz="724381">
              <a:buNone/>
              <a:defRPr/>
            </a:pPr>
            <a:r>
              <a:rPr lang="en-IN" sz="2601" dirty="0">
                <a:solidFill>
                  <a:srgbClr val="000000"/>
                </a:solidFill>
                <a:latin typeface="Sanskrit 99"/>
              </a:rPr>
              <a:t>` </a:t>
            </a:r>
            <a:r>
              <a:rPr lang="en-IN" sz="2601" dirty="0" err="1">
                <a:solidFill>
                  <a:srgbClr val="000000"/>
                </a:solidFill>
                <a:latin typeface="Sanskrit 99"/>
              </a:rPr>
              <a:t>zaiNt</a:t>
            </a:r>
            <a:r>
              <a:rPr lang="en-IN" sz="2601" dirty="0">
                <a:solidFill>
                  <a:srgbClr val="000000"/>
                </a:solidFill>
                <a:latin typeface="Sanskrit 99"/>
              </a:rPr>
              <a:t>&gt; </a:t>
            </a:r>
            <a:r>
              <a:rPr lang="en-IN" sz="2601" dirty="0" err="1">
                <a:solidFill>
                  <a:srgbClr val="000000"/>
                </a:solidFill>
                <a:latin typeface="Sanskrit 99"/>
              </a:rPr>
              <a:t>zaiNt</a:t>
            </a:r>
            <a:r>
              <a:rPr lang="en-IN" sz="2601" dirty="0">
                <a:solidFill>
                  <a:srgbClr val="000000"/>
                </a:solidFill>
                <a:latin typeface="Sanskrit 99"/>
              </a:rPr>
              <a:t>&gt; </a:t>
            </a:r>
            <a:r>
              <a:rPr lang="en-IN" sz="2601" dirty="0" err="1">
                <a:solidFill>
                  <a:srgbClr val="000000"/>
                </a:solidFill>
                <a:latin typeface="Sanskrit 99"/>
              </a:rPr>
              <a:t>zaiNt</a:t>
            </a:r>
            <a:r>
              <a:rPr lang="en-IN" sz="2601" dirty="0">
                <a:solidFill>
                  <a:srgbClr val="000000"/>
                </a:solidFill>
                <a:latin typeface="Sanskrit 99"/>
              </a:rPr>
              <a:t>&gt;.</a:t>
            </a:r>
          </a:p>
          <a:p>
            <a:pPr marL="0" indent="0" algn="ctr" defTabSz="724381">
              <a:buNone/>
              <a:defRPr/>
            </a:pPr>
            <a:endParaRPr lang="en-IN" sz="2601" dirty="0">
              <a:solidFill>
                <a:srgbClr val="000000"/>
              </a:solidFill>
              <a:latin typeface="URW Palladio IT"/>
            </a:endParaRPr>
          </a:p>
          <a:p>
            <a:pPr marL="0" indent="0" algn="ctr" defTabSz="724381">
              <a:buNone/>
              <a:defRPr/>
            </a:pPr>
            <a:r>
              <a:rPr lang="en-IN" sz="2601" dirty="0">
                <a:solidFill>
                  <a:srgbClr val="000000"/>
                </a:solidFill>
                <a:latin typeface="URW Palladio IT"/>
              </a:rPr>
              <a:t>Om </a:t>
            </a:r>
            <a:r>
              <a:rPr lang="en-IN" sz="2601" dirty="0" err="1">
                <a:solidFill>
                  <a:srgbClr val="000000"/>
                </a:solidFill>
                <a:latin typeface="URW Palladio IT"/>
              </a:rPr>
              <a:t>Asato</a:t>
            </a:r>
            <a:r>
              <a:rPr lang="en-IN" sz="2601" dirty="0">
                <a:solidFill>
                  <a:srgbClr val="000000"/>
                </a:solidFill>
                <a:latin typeface="URW Palladio IT"/>
              </a:rPr>
              <a:t> </a:t>
            </a:r>
            <a:r>
              <a:rPr lang="en-IN" sz="2601" dirty="0" err="1">
                <a:solidFill>
                  <a:srgbClr val="000000"/>
                </a:solidFill>
                <a:latin typeface="URW Palladio IT"/>
              </a:rPr>
              <a:t>mä</a:t>
            </a:r>
            <a:r>
              <a:rPr lang="en-IN" sz="2601" dirty="0">
                <a:solidFill>
                  <a:srgbClr val="000000"/>
                </a:solidFill>
                <a:latin typeface="URW Palladio IT"/>
              </a:rPr>
              <a:t> sad </a:t>
            </a:r>
            <a:r>
              <a:rPr lang="en-IN" sz="2601" dirty="0" err="1">
                <a:solidFill>
                  <a:srgbClr val="000000"/>
                </a:solidFill>
                <a:latin typeface="URW Palladio IT"/>
              </a:rPr>
              <a:t>gamaya</a:t>
            </a:r>
            <a:r>
              <a:rPr lang="en-IN" sz="2601" dirty="0">
                <a:solidFill>
                  <a:srgbClr val="000000"/>
                </a:solidFill>
                <a:latin typeface="URW Palladio IT"/>
              </a:rPr>
              <a:t>|</a:t>
            </a:r>
          </a:p>
          <a:p>
            <a:pPr marL="0" indent="0" algn="ctr" defTabSz="724381">
              <a:buNone/>
              <a:defRPr/>
            </a:pPr>
            <a:r>
              <a:rPr lang="en-IN" sz="2601" dirty="0" err="1">
                <a:solidFill>
                  <a:srgbClr val="000000"/>
                </a:solidFill>
                <a:latin typeface="URW Palladio IT"/>
              </a:rPr>
              <a:t>Tamaso</a:t>
            </a:r>
            <a:r>
              <a:rPr lang="en-IN" sz="2601" dirty="0">
                <a:solidFill>
                  <a:srgbClr val="000000"/>
                </a:solidFill>
                <a:latin typeface="URW Palladio IT"/>
              </a:rPr>
              <a:t> </a:t>
            </a:r>
            <a:r>
              <a:rPr lang="en-IN" sz="2601" dirty="0" err="1">
                <a:solidFill>
                  <a:srgbClr val="000000"/>
                </a:solidFill>
                <a:latin typeface="URW Palladio IT"/>
              </a:rPr>
              <a:t>mä</a:t>
            </a:r>
            <a:r>
              <a:rPr lang="en-IN" sz="2601" dirty="0">
                <a:solidFill>
                  <a:srgbClr val="000000"/>
                </a:solidFill>
                <a:latin typeface="URW Palladio IT"/>
              </a:rPr>
              <a:t> </a:t>
            </a:r>
            <a:r>
              <a:rPr lang="en-IN" sz="2601" dirty="0" err="1">
                <a:solidFill>
                  <a:srgbClr val="000000"/>
                </a:solidFill>
                <a:latin typeface="URW Palladio IT"/>
              </a:rPr>
              <a:t>jyotirgamaya</a:t>
            </a:r>
            <a:r>
              <a:rPr lang="en-IN" sz="2601" dirty="0">
                <a:solidFill>
                  <a:srgbClr val="000000"/>
                </a:solidFill>
                <a:latin typeface="URW Palladio IT"/>
              </a:rPr>
              <a:t>|</a:t>
            </a:r>
          </a:p>
          <a:p>
            <a:pPr marL="0" indent="0" algn="ctr" defTabSz="724381">
              <a:buNone/>
              <a:defRPr/>
            </a:pPr>
            <a:r>
              <a:rPr lang="en-IN" sz="2601" dirty="0" err="1">
                <a:solidFill>
                  <a:srgbClr val="000000"/>
                </a:solidFill>
                <a:latin typeface="URW Palladio IT"/>
              </a:rPr>
              <a:t>Måtyormä</a:t>
            </a:r>
            <a:r>
              <a:rPr lang="en-IN" sz="2601" dirty="0">
                <a:solidFill>
                  <a:srgbClr val="000000"/>
                </a:solidFill>
                <a:latin typeface="URW Palladio IT"/>
              </a:rPr>
              <a:t> </a:t>
            </a:r>
            <a:r>
              <a:rPr lang="en-IN" sz="2601" dirty="0" err="1">
                <a:solidFill>
                  <a:srgbClr val="000000"/>
                </a:solidFill>
                <a:latin typeface="URW Palladio IT"/>
              </a:rPr>
              <a:t>amåtaì</a:t>
            </a:r>
            <a:r>
              <a:rPr lang="en-IN" sz="2601" dirty="0">
                <a:solidFill>
                  <a:srgbClr val="000000"/>
                </a:solidFill>
                <a:latin typeface="URW Palladio IT"/>
              </a:rPr>
              <a:t> </a:t>
            </a:r>
            <a:r>
              <a:rPr lang="en-IN" sz="2601" dirty="0" err="1">
                <a:solidFill>
                  <a:srgbClr val="000000"/>
                </a:solidFill>
                <a:latin typeface="URW Palladio IT"/>
              </a:rPr>
              <a:t>gamaya</a:t>
            </a:r>
            <a:endParaRPr lang="en-IN" sz="2601" dirty="0">
              <a:solidFill>
                <a:srgbClr val="000000"/>
              </a:solidFill>
              <a:latin typeface="URW Palladio IT"/>
            </a:endParaRPr>
          </a:p>
          <a:p>
            <a:pPr marL="0" indent="0" algn="ctr" defTabSz="724381">
              <a:buNone/>
              <a:defRPr/>
            </a:pPr>
            <a:r>
              <a:rPr lang="en-IN" sz="2601" dirty="0">
                <a:solidFill>
                  <a:srgbClr val="000000"/>
                </a:solidFill>
                <a:latin typeface="URW Palladio IT"/>
              </a:rPr>
              <a:t>Om </a:t>
            </a:r>
            <a:r>
              <a:rPr lang="en-IN" sz="2601" dirty="0" err="1">
                <a:solidFill>
                  <a:srgbClr val="000000"/>
                </a:solidFill>
                <a:latin typeface="URW Palladio IT"/>
              </a:rPr>
              <a:t>çäntiù</a:t>
            </a:r>
            <a:r>
              <a:rPr lang="en-IN" sz="2601" dirty="0">
                <a:solidFill>
                  <a:srgbClr val="000000"/>
                </a:solidFill>
                <a:latin typeface="URW Palladio IT"/>
              </a:rPr>
              <a:t> </a:t>
            </a:r>
            <a:r>
              <a:rPr lang="en-IN" sz="2601" dirty="0" err="1">
                <a:solidFill>
                  <a:srgbClr val="000000"/>
                </a:solidFill>
                <a:latin typeface="URW Palladio IT"/>
              </a:rPr>
              <a:t>çäntiù</a:t>
            </a:r>
            <a:r>
              <a:rPr lang="en-IN" sz="2601" dirty="0">
                <a:solidFill>
                  <a:srgbClr val="000000"/>
                </a:solidFill>
                <a:latin typeface="URW Palladio IT"/>
              </a:rPr>
              <a:t> </a:t>
            </a:r>
            <a:r>
              <a:rPr lang="en-IN" sz="2601" dirty="0" err="1">
                <a:solidFill>
                  <a:srgbClr val="000000"/>
                </a:solidFill>
                <a:latin typeface="URW Palladio IT"/>
              </a:rPr>
              <a:t>çäntiù</a:t>
            </a:r>
            <a:endParaRPr lang="en-IN" sz="2601" dirty="0">
              <a:solidFill>
                <a:srgbClr val="000000"/>
              </a:solidFill>
              <a:latin typeface="URW Palladio IT"/>
            </a:endParaRPr>
          </a:p>
          <a:p>
            <a:pPr marL="0" indent="0" algn="ctr" defTabSz="724381">
              <a:buNone/>
              <a:defRPr/>
            </a:pPr>
            <a:endParaRPr lang="en-IN" sz="2601" dirty="0">
              <a:solidFill>
                <a:prstClr val="black"/>
              </a:solidFill>
              <a:latin typeface="Calibri"/>
            </a:endParaRPr>
          </a:p>
          <a:p>
            <a:pPr marL="0" indent="0" algn="ctr" defTabSz="724381">
              <a:buNone/>
              <a:defRPr/>
            </a:pPr>
            <a:r>
              <a:rPr lang="en-US" sz="2601" b="1" dirty="0">
                <a:solidFill>
                  <a:srgbClr val="000000"/>
                </a:solidFill>
                <a:latin typeface="URW Palladio IT"/>
              </a:rPr>
              <a:t>Let us move from unreality to reality, from darkness to light &amp; from mortality to immortality.</a:t>
            </a:r>
          </a:p>
          <a:p>
            <a:pPr marL="0" indent="0" algn="ctr" defTabSz="724381">
              <a:buNone/>
              <a:defRPr/>
            </a:pPr>
            <a:r>
              <a:rPr lang="en-US" sz="2601" b="1" dirty="0">
                <a:solidFill>
                  <a:srgbClr val="000000"/>
                </a:solidFill>
                <a:latin typeface="URW Palladio IT"/>
              </a:rPr>
              <a:t>Om Peace </a:t>
            </a:r>
            <a:r>
              <a:rPr lang="en-US" sz="2601" b="1" dirty="0" err="1">
                <a:solidFill>
                  <a:srgbClr val="000000"/>
                </a:solidFill>
                <a:latin typeface="URW Palladio IT"/>
              </a:rPr>
              <a:t>Peace</a:t>
            </a:r>
            <a:r>
              <a:rPr lang="en-US" sz="2601" b="1" dirty="0">
                <a:solidFill>
                  <a:srgbClr val="000000"/>
                </a:solidFill>
                <a:latin typeface="URW Palladio IT"/>
              </a:rPr>
              <a:t> </a:t>
            </a:r>
            <a:r>
              <a:rPr lang="en-US" sz="2601" b="1" dirty="0" err="1">
                <a:solidFill>
                  <a:srgbClr val="000000"/>
                </a:solidFill>
                <a:latin typeface="URW Palladio IT"/>
              </a:rPr>
              <a:t>Peace</a:t>
            </a:r>
            <a:r>
              <a:rPr lang="en-US" sz="2601" b="1" dirty="0">
                <a:solidFill>
                  <a:srgbClr val="000000"/>
                </a:solidFill>
                <a:latin typeface="URW Palladio IT"/>
              </a:rPr>
              <a:t>!</a:t>
            </a:r>
            <a:endParaRPr lang="en-IN" sz="2601" b="1" dirty="0">
              <a:solidFill>
                <a:srgbClr val="000000"/>
              </a:solidFill>
              <a:latin typeface="URW Palladio IT"/>
            </a:endParaRPr>
          </a:p>
        </p:txBody>
      </p:sp>
    </p:spTree>
    <p:extLst>
      <p:ext uri="{BB962C8B-B14F-4D97-AF65-F5344CB8AC3E}">
        <p14:creationId xmlns:p14="http://schemas.microsoft.com/office/powerpoint/2010/main" val="3437729327"/>
      </p:ext>
    </p:extLst>
  </p:cSld>
  <p:clrMapOvr>
    <a:overrideClrMapping bg1="lt1" tx1="dk1" bg2="lt2" tx2="dk2" accent1="accent1" accent2="accent2" accent3="accent3" accent4="accent4" accent5="accent5" accent6="accent6" hlink="hlink" folHlink="folHlink"/>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1981835" y="0"/>
            <a:ext cx="8231505" cy="1020828"/>
          </a:xfrm>
          <a:prstGeom prst="rect">
            <a:avLst/>
          </a:prstGeom>
        </p:spPr>
        <p:txBody>
          <a:bodyPr lIns="70931" tIns="35467" rIns="70931" bIns="35467"/>
          <a:lstStyle>
            <a:lvl1pPr algn="ctr" rtl="0" eaLnBrk="0" fontAlgn="base" hangingPunct="0">
              <a:spcBef>
                <a:spcPct val="0"/>
              </a:spcBef>
              <a:spcAft>
                <a:spcPct val="0"/>
              </a:spcAft>
              <a:defRPr sz="5700" kern="1200">
                <a:solidFill>
                  <a:schemeClr val="tx1"/>
                </a:solidFill>
                <a:latin typeface="+mj-lt"/>
                <a:ea typeface="+mj-ea"/>
                <a:cs typeface="+mj-cs"/>
              </a:defRPr>
            </a:lvl1pPr>
            <a:lvl2pPr algn="ctr" rtl="0" eaLnBrk="0" fontAlgn="base" hangingPunct="0">
              <a:spcBef>
                <a:spcPct val="0"/>
              </a:spcBef>
              <a:spcAft>
                <a:spcPct val="0"/>
              </a:spcAft>
              <a:defRPr sz="5700">
                <a:solidFill>
                  <a:schemeClr val="tx1"/>
                </a:solidFill>
                <a:latin typeface="Calibri" pitchFamily="34" charset="0"/>
              </a:defRPr>
            </a:lvl2pPr>
            <a:lvl3pPr algn="ctr" rtl="0" eaLnBrk="0" fontAlgn="base" hangingPunct="0">
              <a:spcBef>
                <a:spcPct val="0"/>
              </a:spcBef>
              <a:spcAft>
                <a:spcPct val="0"/>
              </a:spcAft>
              <a:defRPr sz="5700">
                <a:solidFill>
                  <a:schemeClr val="tx1"/>
                </a:solidFill>
                <a:latin typeface="Calibri" pitchFamily="34" charset="0"/>
              </a:defRPr>
            </a:lvl3pPr>
            <a:lvl4pPr algn="ctr" rtl="0" eaLnBrk="0" fontAlgn="base" hangingPunct="0">
              <a:spcBef>
                <a:spcPct val="0"/>
              </a:spcBef>
              <a:spcAft>
                <a:spcPct val="0"/>
              </a:spcAft>
              <a:defRPr sz="5700">
                <a:solidFill>
                  <a:schemeClr val="tx1"/>
                </a:solidFill>
                <a:latin typeface="Calibri" pitchFamily="34" charset="0"/>
              </a:defRPr>
            </a:lvl4pPr>
            <a:lvl5pPr algn="ctr" rtl="0" eaLnBrk="0" fontAlgn="base" hangingPunct="0">
              <a:spcBef>
                <a:spcPct val="0"/>
              </a:spcBef>
              <a:spcAft>
                <a:spcPct val="0"/>
              </a:spcAft>
              <a:defRPr sz="5700">
                <a:solidFill>
                  <a:schemeClr val="tx1"/>
                </a:solidFill>
                <a:latin typeface="Calibri" pitchFamily="34" charset="0"/>
              </a:defRPr>
            </a:lvl5pPr>
            <a:lvl6pPr marL="589422" algn="ctr" rtl="0" fontAlgn="base">
              <a:spcBef>
                <a:spcPct val="0"/>
              </a:spcBef>
              <a:spcAft>
                <a:spcPct val="0"/>
              </a:spcAft>
              <a:defRPr sz="5700">
                <a:solidFill>
                  <a:schemeClr val="tx1"/>
                </a:solidFill>
                <a:latin typeface="Calibri" pitchFamily="34" charset="0"/>
              </a:defRPr>
            </a:lvl6pPr>
            <a:lvl7pPr marL="1178844" algn="ctr" rtl="0" fontAlgn="base">
              <a:spcBef>
                <a:spcPct val="0"/>
              </a:spcBef>
              <a:spcAft>
                <a:spcPct val="0"/>
              </a:spcAft>
              <a:defRPr sz="5700">
                <a:solidFill>
                  <a:schemeClr val="tx1"/>
                </a:solidFill>
                <a:latin typeface="Calibri" pitchFamily="34" charset="0"/>
              </a:defRPr>
            </a:lvl7pPr>
            <a:lvl8pPr marL="1768267" algn="ctr" rtl="0" fontAlgn="base">
              <a:spcBef>
                <a:spcPct val="0"/>
              </a:spcBef>
              <a:spcAft>
                <a:spcPct val="0"/>
              </a:spcAft>
              <a:defRPr sz="5700">
                <a:solidFill>
                  <a:schemeClr val="tx1"/>
                </a:solidFill>
                <a:latin typeface="Calibri" pitchFamily="34" charset="0"/>
              </a:defRPr>
            </a:lvl8pPr>
            <a:lvl9pPr marL="2357689" algn="ctr" rtl="0" fontAlgn="base">
              <a:spcBef>
                <a:spcPct val="0"/>
              </a:spcBef>
              <a:spcAft>
                <a:spcPct val="0"/>
              </a:spcAft>
              <a:defRPr sz="5700">
                <a:solidFill>
                  <a:schemeClr val="tx1"/>
                </a:solidFill>
                <a:latin typeface="Calibri" pitchFamily="34" charset="0"/>
              </a:defRPr>
            </a:lvl9pPr>
          </a:lstStyle>
          <a:p>
            <a:pPr defTabSz="724381">
              <a:defRPr/>
            </a:pPr>
            <a:r>
              <a:rPr lang="en-IN" sz="5701" dirty="0" err="1">
                <a:solidFill>
                  <a:srgbClr val="000000"/>
                </a:solidFill>
                <a:latin typeface="Sanskrit 99"/>
              </a:rPr>
              <a:t>zaiNt</a:t>
            </a:r>
            <a:r>
              <a:rPr lang="en-IN" sz="5701" dirty="0">
                <a:solidFill>
                  <a:srgbClr val="000000"/>
                </a:solidFill>
                <a:latin typeface="Sanskrit 99"/>
              </a:rPr>
              <a:t> m&lt;Ç</a:t>
            </a:r>
            <a:endParaRPr lang="en-IN" sz="5701" dirty="0">
              <a:solidFill>
                <a:prstClr val="black"/>
              </a:solidFill>
              <a:latin typeface="Calibri"/>
            </a:endParaRPr>
          </a:p>
        </p:txBody>
      </p:sp>
      <p:sp>
        <p:nvSpPr>
          <p:cNvPr id="3" name="Content Placeholder 2"/>
          <p:cNvSpPr txBox="1">
            <a:spLocks/>
          </p:cNvSpPr>
          <p:nvPr/>
        </p:nvSpPr>
        <p:spPr>
          <a:xfrm>
            <a:off x="176" y="1268271"/>
            <a:ext cx="12194822" cy="5591319"/>
          </a:xfrm>
          <a:prstGeom prst="rect">
            <a:avLst/>
          </a:prstGeom>
        </p:spPr>
        <p:txBody>
          <a:bodyPr lIns="70931" tIns="35467" rIns="70931" bIns="35467">
            <a:normAutofit fontScale="77500" lnSpcReduction="20000"/>
          </a:bodyPr>
          <a:lstStyle>
            <a:lvl1pPr marL="442067" indent="-442067" algn="l" rtl="0" eaLnBrk="0" fontAlgn="base" hangingPunct="0">
              <a:spcBef>
                <a:spcPct val="20000"/>
              </a:spcBef>
              <a:spcAft>
                <a:spcPct val="0"/>
              </a:spcAft>
              <a:buFont typeface="Arial" pitchFamily="34" charset="0"/>
              <a:buChar char="•"/>
              <a:defRPr sz="4100" kern="1200">
                <a:solidFill>
                  <a:schemeClr val="tx1"/>
                </a:solidFill>
                <a:latin typeface="+mn-lt"/>
                <a:ea typeface="+mn-ea"/>
                <a:cs typeface="+mn-cs"/>
              </a:defRPr>
            </a:lvl1pPr>
            <a:lvl2pPr marL="957811" indent="-368389" algn="l"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473556" indent="-294711" algn="l"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062978"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652400" indent="-294711" algn="l"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241822"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6pPr>
            <a:lvl7pPr marL="3831245"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7pPr>
            <a:lvl8pPr marL="4420667"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8pPr>
            <a:lvl9pPr marL="5010089" indent="-294711" algn="l" defTabSz="1178844" rtl="0" eaLnBrk="1" latinLnBrk="0" hangingPunct="1">
              <a:spcBef>
                <a:spcPct val="20000"/>
              </a:spcBef>
              <a:buFont typeface="Arial" pitchFamily="34" charset="0"/>
              <a:buChar char="•"/>
              <a:defRPr sz="2600" kern="1200">
                <a:solidFill>
                  <a:schemeClr val="tx1"/>
                </a:solidFill>
                <a:latin typeface="+mn-lt"/>
                <a:ea typeface="+mn-ea"/>
                <a:cs typeface="+mn-cs"/>
              </a:defRPr>
            </a:lvl9pPr>
          </a:lstStyle>
          <a:p>
            <a:pPr marL="0" indent="0" algn="ctr" defTabSz="724381">
              <a:buNone/>
              <a:defRPr/>
            </a:pPr>
            <a:r>
              <a:rPr lang="en-IN" sz="4101" dirty="0" err="1">
                <a:solidFill>
                  <a:srgbClr val="000000"/>
                </a:solidFill>
                <a:latin typeface="Sanskrit 99"/>
              </a:rPr>
              <a:t>sveR</a:t>
            </a:r>
            <a:r>
              <a:rPr lang="en-IN" sz="4101" dirty="0">
                <a:solidFill>
                  <a:srgbClr val="000000"/>
                </a:solidFill>
                <a:latin typeface="Sanskrit 99"/>
              </a:rPr>
              <a:t> </a:t>
            </a:r>
            <a:r>
              <a:rPr lang="en-IN" sz="4101" dirty="0" err="1">
                <a:solidFill>
                  <a:srgbClr val="000000"/>
                </a:solidFill>
                <a:latin typeface="Sanskrit 99"/>
              </a:rPr>
              <a:t>ÉvNtu</a:t>
            </a:r>
            <a:r>
              <a:rPr lang="en-IN" sz="4101" dirty="0">
                <a:solidFill>
                  <a:srgbClr val="000000"/>
                </a:solidFill>
                <a:latin typeface="Sanskrit 99"/>
              </a:rPr>
              <a:t> </a:t>
            </a:r>
            <a:r>
              <a:rPr lang="en-IN" sz="4101" dirty="0" err="1">
                <a:solidFill>
                  <a:srgbClr val="000000"/>
                </a:solidFill>
                <a:latin typeface="Sanskrit 99"/>
              </a:rPr>
              <a:t>suion</a:t>
            </a:r>
            <a:r>
              <a:rPr lang="en-IN" sz="4101" dirty="0">
                <a:solidFill>
                  <a:srgbClr val="000000"/>
                </a:solidFill>
                <a:latin typeface="Sanskrit 99"/>
              </a:rPr>
              <a:t>&gt;, </a:t>
            </a:r>
            <a:r>
              <a:rPr lang="en-IN" sz="4101" dirty="0" err="1">
                <a:solidFill>
                  <a:srgbClr val="000000"/>
                </a:solidFill>
                <a:latin typeface="Sanskrit 99"/>
              </a:rPr>
              <a:t>sveR</a:t>
            </a:r>
            <a:r>
              <a:rPr lang="en-IN" sz="4101" dirty="0">
                <a:solidFill>
                  <a:srgbClr val="000000"/>
                </a:solidFill>
                <a:latin typeface="Sanskrit 99"/>
              </a:rPr>
              <a:t> </a:t>
            </a:r>
            <a:r>
              <a:rPr lang="en-IN" sz="4101" dirty="0" err="1">
                <a:solidFill>
                  <a:srgbClr val="000000"/>
                </a:solidFill>
                <a:latin typeface="Sanskrit 99"/>
              </a:rPr>
              <a:t>sNtu</a:t>
            </a:r>
            <a:r>
              <a:rPr lang="en-IN" sz="4101" dirty="0">
                <a:solidFill>
                  <a:srgbClr val="000000"/>
                </a:solidFill>
                <a:latin typeface="Sanskrit 99"/>
              </a:rPr>
              <a:t> </a:t>
            </a:r>
            <a:r>
              <a:rPr lang="en-IN" sz="4101" dirty="0" err="1">
                <a:solidFill>
                  <a:srgbClr val="000000"/>
                </a:solidFill>
                <a:latin typeface="Sanskrit 99"/>
              </a:rPr>
              <a:t>inramya</a:t>
            </a:r>
            <a:r>
              <a:rPr lang="en-IN" sz="4101" dirty="0">
                <a:solidFill>
                  <a:srgbClr val="000000"/>
                </a:solidFill>
                <a:latin typeface="Sanskrit 99"/>
              </a:rPr>
              <a:t>&gt;,</a:t>
            </a:r>
          </a:p>
          <a:p>
            <a:pPr marL="0" indent="0" algn="ctr" defTabSz="724381">
              <a:buNone/>
              <a:defRPr/>
            </a:pPr>
            <a:r>
              <a:rPr lang="en-IN" sz="4101" dirty="0" err="1">
                <a:solidFill>
                  <a:srgbClr val="000000"/>
                </a:solidFill>
                <a:latin typeface="Sanskrit 99"/>
              </a:rPr>
              <a:t>sveR</a:t>
            </a:r>
            <a:r>
              <a:rPr lang="en-IN" sz="4101" dirty="0">
                <a:solidFill>
                  <a:srgbClr val="000000"/>
                </a:solidFill>
                <a:latin typeface="Sanskrit 99"/>
              </a:rPr>
              <a:t> </a:t>
            </a:r>
            <a:r>
              <a:rPr lang="en-IN" sz="4101" dirty="0" err="1">
                <a:solidFill>
                  <a:srgbClr val="000000"/>
                </a:solidFill>
                <a:latin typeface="Sanskrit 99"/>
              </a:rPr>
              <a:t>ÉÔai</a:t>
            </a:r>
            <a:r>
              <a:rPr lang="en-IN" sz="4101" dirty="0">
                <a:solidFill>
                  <a:srgbClr val="000000"/>
                </a:solidFill>
                <a:latin typeface="Sanskrit 99"/>
              </a:rPr>
              <a:t>[ </a:t>
            </a:r>
            <a:r>
              <a:rPr lang="en-IN" sz="4101" dirty="0" err="1">
                <a:solidFill>
                  <a:srgbClr val="000000"/>
                </a:solidFill>
                <a:latin typeface="Sanskrit 99"/>
              </a:rPr>
              <a:t>pZyNtu</a:t>
            </a:r>
            <a:r>
              <a:rPr lang="en-IN" sz="4101" dirty="0">
                <a:solidFill>
                  <a:srgbClr val="000000"/>
                </a:solidFill>
                <a:latin typeface="Sanskrit 99"/>
              </a:rPr>
              <a:t> , ma </a:t>
            </a:r>
            <a:r>
              <a:rPr lang="en-IN" sz="4101" dirty="0" err="1">
                <a:solidFill>
                  <a:srgbClr val="000000"/>
                </a:solidFill>
                <a:latin typeface="Sanskrit 99"/>
              </a:rPr>
              <a:t>kiít</a:t>
            </a:r>
            <a:r>
              <a:rPr lang="en-IN" sz="4101" dirty="0">
                <a:solidFill>
                  <a:srgbClr val="000000"/>
                </a:solidFill>
                <a:latin typeface="Sanskrit 99"/>
              </a:rPr>
              <a:t>! Ê&gt;</a:t>
            </a:r>
            <a:r>
              <a:rPr lang="en-IN" sz="4101" dirty="0" err="1">
                <a:solidFill>
                  <a:srgbClr val="000000"/>
                </a:solidFill>
                <a:latin typeface="Sanskrit 99"/>
              </a:rPr>
              <a:t>oÉag</a:t>
            </a:r>
            <a:r>
              <a:rPr lang="en-IN" sz="4101" dirty="0">
                <a:solidFill>
                  <a:srgbClr val="000000"/>
                </a:solidFill>
                <a:latin typeface="Sanskrit 99"/>
              </a:rPr>
              <a:t>! </a:t>
            </a:r>
            <a:r>
              <a:rPr lang="en-IN" sz="4101" dirty="0" err="1">
                <a:solidFill>
                  <a:srgbClr val="000000"/>
                </a:solidFill>
                <a:latin typeface="Sanskrit 99"/>
              </a:rPr>
              <a:t>Évet</a:t>
            </a:r>
            <a:r>
              <a:rPr lang="en-IN" sz="4101" dirty="0">
                <a:solidFill>
                  <a:srgbClr val="000000"/>
                </a:solidFill>
                <a:latin typeface="Sanskrit 99"/>
              </a:rPr>
              <a:t>!,</a:t>
            </a:r>
          </a:p>
          <a:p>
            <a:pPr marL="0" indent="0" algn="ctr" defTabSz="724381">
              <a:buNone/>
              <a:defRPr/>
            </a:pPr>
            <a:r>
              <a:rPr lang="en-IN" sz="4101" dirty="0">
                <a:solidFill>
                  <a:srgbClr val="000000"/>
                </a:solidFill>
                <a:latin typeface="Sanskrit 99"/>
              </a:rPr>
              <a:t>` </a:t>
            </a:r>
            <a:r>
              <a:rPr lang="en-IN" sz="4101" dirty="0" err="1">
                <a:solidFill>
                  <a:srgbClr val="000000"/>
                </a:solidFill>
                <a:latin typeface="Sanskrit 99"/>
              </a:rPr>
              <a:t>zaiNt</a:t>
            </a:r>
            <a:r>
              <a:rPr lang="en-IN" sz="4101" dirty="0">
                <a:solidFill>
                  <a:srgbClr val="000000"/>
                </a:solidFill>
                <a:latin typeface="Sanskrit 99"/>
              </a:rPr>
              <a:t>&gt; </a:t>
            </a:r>
            <a:r>
              <a:rPr lang="en-IN" sz="4101" dirty="0" err="1">
                <a:solidFill>
                  <a:srgbClr val="000000"/>
                </a:solidFill>
                <a:latin typeface="Sanskrit 99"/>
              </a:rPr>
              <a:t>zaiNt</a:t>
            </a:r>
            <a:r>
              <a:rPr lang="en-IN" sz="4101" dirty="0">
                <a:solidFill>
                  <a:srgbClr val="000000"/>
                </a:solidFill>
                <a:latin typeface="Sanskrit 99"/>
              </a:rPr>
              <a:t>&gt; </a:t>
            </a:r>
            <a:r>
              <a:rPr lang="en-IN" sz="4101" dirty="0" err="1">
                <a:solidFill>
                  <a:srgbClr val="000000"/>
                </a:solidFill>
                <a:latin typeface="Sanskrit 99"/>
              </a:rPr>
              <a:t>zaiNt</a:t>
            </a:r>
            <a:r>
              <a:rPr lang="en-IN" sz="4101" dirty="0">
                <a:solidFill>
                  <a:srgbClr val="000000"/>
                </a:solidFill>
                <a:latin typeface="Sanskrit 99"/>
              </a:rPr>
              <a:t>&gt;.</a:t>
            </a:r>
          </a:p>
          <a:p>
            <a:pPr marL="0" indent="0" algn="ctr" defTabSz="724381">
              <a:buNone/>
              <a:defRPr/>
            </a:pPr>
            <a:endParaRPr lang="en-US" sz="4101" dirty="0">
              <a:solidFill>
                <a:srgbClr val="000000"/>
              </a:solidFill>
              <a:latin typeface="Sanskrit 99"/>
            </a:endParaRPr>
          </a:p>
          <a:p>
            <a:pPr marL="0" indent="0" algn="ctr" defTabSz="724381">
              <a:buNone/>
              <a:defRPr/>
            </a:pPr>
            <a:r>
              <a:rPr lang="en-IN" sz="4101" dirty="0" err="1">
                <a:solidFill>
                  <a:srgbClr val="000000"/>
                </a:solidFill>
                <a:latin typeface="URW Palladio IT"/>
              </a:rPr>
              <a:t>Sarve</a:t>
            </a:r>
            <a:r>
              <a:rPr lang="en-IN" sz="4101" dirty="0">
                <a:solidFill>
                  <a:srgbClr val="000000"/>
                </a:solidFill>
                <a:latin typeface="URW Palladio IT"/>
              </a:rPr>
              <a:t> </a:t>
            </a:r>
            <a:r>
              <a:rPr lang="en-IN" sz="4101" dirty="0" err="1">
                <a:solidFill>
                  <a:srgbClr val="000000"/>
                </a:solidFill>
                <a:latin typeface="URW Palladio IT"/>
              </a:rPr>
              <a:t>bhavantu</a:t>
            </a:r>
            <a:r>
              <a:rPr lang="en-IN" sz="4101" dirty="0">
                <a:solidFill>
                  <a:srgbClr val="000000"/>
                </a:solidFill>
                <a:latin typeface="URW Palladio IT"/>
              </a:rPr>
              <a:t> </a:t>
            </a:r>
            <a:r>
              <a:rPr lang="en-IN" sz="4101" dirty="0" err="1">
                <a:solidFill>
                  <a:srgbClr val="000000"/>
                </a:solidFill>
                <a:latin typeface="URW Palladio IT"/>
              </a:rPr>
              <a:t>sukhinaù</a:t>
            </a:r>
            <a:r>
              <a:rPr lang="en-IN" sz="4101" dirty="0">
                <a:solidFill>
                  <a:srgbClr val="000000"/>
                </a:solidFill>
                <a:latin typeface="URW Palladio IT"/>
              </a:rPr>
              <a:t> </a:t>
            </a:r>
            <a:r>
              <a:rPr lang="en-IN" sz="4101" dirty="0" err="1">
                <a:solidFill>
                  <a:srgbClr val="000000"/>
                </a:solidFill>
                <a:latin typeface="URW Palladio IT"/>
              </a:rPr>
              <a:t>sarve</a:t>
            </a:r>
            <a:r>
              <a:rPr lang="en-IN" sz="4101" dirty="0">
                <a:solidFill>
                  <a:srgbClr val="000000"/>
                </a:solidFill>
                <a:latin typeface="URW Palladio IT"/>
              </a:rPr>
              <a:t> </a:t>
            </a:r>
            <a:r>
              <a:rPr lang="en-IN" sz="4101" dirty="0" err="1">
                <a:solidFill>
                  <a:srgbClr val="000000"/>
                </a:solidFill>
                <a:latin typeface="URW Palladio IT"/>
              </a:rPr>
              <a:t>santu</a:t>
            </a:r>
            <a:r>
              <a:rPr lang="en-IN" sz="4101" dirty="0">
                <a:solidFill>
                  <a:srgbClr val="000000"/>
                </a:solidFill>
                <a:latin typeface="URW Palladio IT"/>
              </a:rPr>
              <a:t> </a:t>
            </a:r>
            <a:r>
              <a:rPr lang="en-IN" sz="4101" dirty="0" err="1">
                <a:solidFill>
                  <a:srgbClr val="000000"/>
                </a:solidFill>
                <a:latin typeface="URW Palladio IT"/>
              </a:rPr>
              <a:t>nirämayäù</a:t>
            </a:r>
            <a:endParaRPr lang="en-IN" sz="4101" dirty="0">
              <a:solidFill>
                <a:srgbClr val="000000"/>
              </a:solidFill>
              <a:latin typeface="URW Palladio IT"/>
            </a:endParaRPr>
          </a:p>
          <a:p>
            <a:pPr marL="0" indent="0" algn="ctr" defTabSz="724381">
              <a:buNone/>
              <a:defRPr/>
            </a:pPr>
            <a:r>
              <a:rPr lang="en-IN" sz="4101" dirty="0" err="1">
                <a:solidFill>
                  <a:srgbClr val="000000"/>
                </a:solidFill>
                <a:latin typeface="URW Palladio IT"/>
              </a:rPr>
              <a:t>Sarve</a:t>
            </a:r>
            <a:r>
              <a:rPr lang="en-IN" sz="4101" dirty="0">
                <a:solidFill>
                  <a:srgbClr val="000000"/>
                </a:solidFill>
                <a:latin typeface="URW Palladio IT"/>
              </a:rPr>
              <a:t> </a:t>
            </a:r>
            <a:r>
              <a:rPr lang="en-IN" sz="4101" dirty="0" err="1">
                <a:solidFill>
                  <a:srgbClr val="000000"/>
                </a:solidFill>
                <a:latin typeface="URW Palladio IT"/>
              </a:rPr>
              <a:t>bhadräëi</a:t>
            </a:r>
            <a:r>
              <a:rPr lang="en-IN" sz="4101" dirty="0">
                <a:solidFill>
                  <a:srgbClr val="000000"/>
                </a:solidFill>
                <a:latin typeface="URW Palladio IT"/>
              </a:rPr>
              <a:t> </a:t>
            </a:r>
            <a:r>
              <a:rPr lang="en-IN" sz="4101" dirty="0" err="1">
                <a:solidFill>
                  <a:srgbClr val="000000"/>
                </a:solidFill>
                <a:latin typeface="URW Palladio IT"/>
              </a:rPr>
              <a:t>paçyantu</a:t>
            </a:r>
            <a:r>
              <a:rPr lang="en-IN" sz="4101" dirty="0">
                <a:solidFill>
                  <a:srgbClr val="000000"/>
                </a:solidFill>
                <a:latin typeface="URW Palladio IT"/>
              </a:rPr>
              <a:t> </a:t>
            </a:r>
            <a:r>
              <a:rPr lang="en-IN" sz="4101" dirty="0" err="1">
                <a:solidFill>
                  <a:srgbClr val="000000"/>
                </a:solidFill>
                <a:latin typeface="URW Palladio IT"/>
              </a:rPr>
              <a:t>mä</a:t>
            </a:r>
            <a:r>
              <a:rPr lang="en-IN" sz="4101" dirty="0">
                <a:solidFill>
                  <a:srgbClr val="000000"/>
                </a:solidFill>
                <a:latin typeface="URW Palladio IT"/>
              </a:rPr>
              <a:t> </a:t>
            </a:r>
            <a:r>
              <a:rPr lang="en-IN" sz="4101" dirty="0" err="1">
                <a:solidFill>
                  <a:srgbClr val="000000"/>
                </a:solidFill>
                <a:latin typeface="URW Palladio IT"/>
              </a:rPr>
              <a:t>kaçcit</a:t>
            </a:r>
            <a:r>
              <a:rPr lang="en-IN" sz="4101" dirty="0">
                <a:solidFill>
                  <a:srgbClr val="000000"/>
                </a:solidFill>
                <a:latin typeface="URW Palladio IT"/>
              </a:rPr>
              <a:t> </a:t>
            </a:r>
            <a:r>
              <a:rPr lang="en-IN" sz="4101" dirty="0" err="1">
                <a:solidFill>
                  <a:srgbClr val="000000"/>
                </a:solidFill>
                <a:latin typeface="URW Palladio IT"/>
              </a:rPr>
              <a:t>duùkhabhäg</a:t>
            </a:r>
            <a:r>
              <a:rPr lang="en-IN" sz="4101" dirty="0">
                <a:solidFill>
                  <a:srgbClr val="000000"/>
                </a:solidFill>
                <a:latin typeface="URW Palladio IT"/>
              </a:rPr>
              <a:t> </a:t>
            </a:r>
            <a:r>
              <a:rPr lang="en-IN" sz="4101" dirty="0" err="1">
                <a:solidFill>
                  <a:srgbClr val="000000"/>
                </a:solidFill>
                <a:latin typeface="URW Palladio IT"/>
              </a:rPr>
              <a:t>bhavet</a:t>
            </a:r>
            <a:endParaRPr lang="en-IN" sz="4101" dirty="0">
              <a:solidFill>
                <a:srgbClr val="000000"/>
              </a:solidFill>
              <a:latin typeface="URW Palladio IT"/>
            </a:endParaRPr>
          </a:p>
          <a:p>
            <a:pPr marL="0" indent="0" algn="ctr" defTabSz="724381">
              <a:buNone/>
              <a:defRPr/>
            </a:pPr>
            <a:r>
              <a:rPr lang="en-IN" sz="4101" dirty="0">
                <a:solidFill>
                  <a:srgbClr val="000000"/>
                </a:solidFill>
                <a:latin typeface="URW Palladio IT"/>
              </a:rPr>
              <a:t>Om </a:t>
            </a:r>
            <a:r>
              <a:rPr lang="en-IN" sz="4101" dirty="0" err="1">
                <a:solidFill>
                  <a:srgbClr val="000000"/>
                </a:solidFill>
                <a:latin typeface="URW Palladio IT"/>
              </a:rPr>
              <a:t>çäntiù</a:t>
            </a:r>
            <a:r>
              <a:rPr lang="en-IN" sz="4101" dirty="0">
                <a:solidFill>
                  <a:srgbClr val="000000"/>
                </a:solidFill>
                <a:latin typeface="URW Palladio IT"/>
              </a:rPr>
              <a:t> </a:t>
            </a:r>
            <a:r>
              <a:rPr lang="en-IN" sz="4101" dirty="0" err="1">
                <a:solidFill>
                  <a:srgbClr val="000000"/>
                </a:solidFill>
                <a:latin typeface="URW Palladio IT"/>
              </a:rPr>
              <a:t>çäntiù</a:t>
            </a:r>
            <a:r>
              <a:rPr lang="en-IN" sz="4101" dirty="0">
                <a:solidFill>
                  <a:srgbClr val="000000"/>
                </a:solidFill>
                <a:latin typeface="URW Palladio IT"/>
              </a:rPr>
              <a:t> </a:t>
            </a:r>
            <a:r>
              <a:rPr lang="en-IN" sz="4101" dirty="0" err="1">
                <a:solidFill>
                  <a:srgbClr val="000000"/>
                </a:solidFill>
                <a:latin typeface="URW Palladio IT"/>
              </a:rPr>
              <a:t>çäntiù</a:t>
            </a:r>
            <a:endParaRPr lang="en-IN" sz="4101" dirty="0">
              <a:solidFill>
                <a:srgbClr val="000000"/>
              </a:solidFill>
              <a:latin typeface="URW Palladio IT"/>
            </a:endParaRPr>
          </a:p>
          <a:p>
            <a:pPr marL="0" indent="0" algn="ctr" defTabSz="724381">
              <a:buNone/>
              <a:defRPr/>
            </a:pPr>
            <a:endParaRPr lang="en-IN" sz="4101" dirty="0">
              <a:solidFill>
                <a:srgbClr val="000000"/>
              </a:solidFill>
              <a:latin typeface="URW Palladio IT"/>
            </a:endParaRPr>
          </a:p>
          <a:p>
            <a:pPr marL="0" indent="0" algn="ctr" defTabSz="724381">
              <a:buNone/>
              <a:defRPr/>
            </a:pPr>
            <a:r>
              <a:rPr lang="en-US" sz="4101" b="1" dirty="0">
                <a:solidFill>
                  <a:srgbClr val="000000"/>
                </a:solidFill>
                <a:latin typeface="URW Palladio IT"/>
              </a:rPr>
              <a:t>May all be happy. May all be free from diseases. May all see things auspicious. May none be subjected to misery.</a:t>
            </a:r>
          </a:p>
          <a:p>
            <a:pPr marL="0" indent="0" algn="ctr" defTabSz="724381">
              <a:buNone/>
              <a:defRPr/>
            </a:pPr>
            <a:r>
              <a:rPr lang="en-US" sz="4101" b="1" dirty="0">
                <a:solidFill>
                  <a:srgbClr val="000000"/>
                </a:solidFill>
                <a:latin typeface="URW Palladio IT"/>
              </a:rPr>
              <a:t>Om Peace </a:t>
            </a:r>
            <a:r>
              <a:rPr lang="en-US" sz="4101" b="1" dirty="0" err="1">
                <a:solidFill>
                  <a:srgbClr val="000000"/>
                </a:solidFill>
                <a:latin typeface="URW Palladio IT"/>
              </a:rPr>
              <a:t>Peace</a:t>
            </a:r>
            <a:r>
              <a:rPr lang="en-US" sz="4101" b="1" dirty="0">
                <a:solidFill>
                  <a:srgbClr val="000000"/>
                </a:solidFill>
                <a:latin typeface="URW Palladio IT"/>
              </a:rPr>
              <a:t> </a:t>
            </a:r>
            <a:r>
              <a:rPr lang="en-US" sz="4101" b="1" dirty="0" err="1">
                <a:solidFill>
                  <a:srgbClr val="000000"/>
                </a:solidFill>
                <a:latin typeface="URW Palladio IT"/>
              </a:rPr>
              <a:t>Peace</a:t>
            </a:r>
            <a:r>
              <a:rPr lang="en-US" sz="4101" b="1" dirty="0">
                <a:solidFill>
                  <a:srgbClr val="000000"/>
                </a:solidFill>
                <a:latin typeface="URW Palladio IT"/>
              </a:rPr>
              <a:t>!</a:t>
            </a:r>
            <a:endParaRPr lang="en-IN" sz="4101" b="1" dirty="0">
              <a:solidFill>
                <a:srgbClr val="000000"/>
              </a:solidFill>
              <a:latin typeface="Sanskrit 99"/>
            </a:endParaRPr>
          </a:p>
        </p:txBody>
      </p:sp>
    </p:spTree>
    <p:extLst>
      <p:ext uri="{BB962C8B-B14F-4D97-AF65-F5344CB8AC3E}">
        <p14:creationId xmlns:p14="http://schemas.microsoft.com/office/powerpoint/2010/main" val="1999876195"/>
      </p:ext>
    </p:extLst>
  </p:cSld>
  <p:clrMapOvr>
    <a:overrideClrMapping bg1="lt1" tx1="dk1" bg2="lt2" tx2="dk2" accent1="accent1" accent2="accent2" accent3="accent3" accent4="accent4" accent5="accent5" accent6="accent6" hlink="hlink" folHlink="folHlink"/>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917" y="0"/>
            <a:ext cx="10975340" cy="6478499"/>
          </a:xfrm>
        </p:spPr>
        <p:txBody>
          <a:bodyPr>
            <a:normAutofit fontScale="92500" lnSpcReduction="20000"/>
          </a:bodyPr>
          <a:lstStyle/>
          <a:p>
            <a:pPr algn="ctr">
              <a:buNone/>
            </a:pPr>
            <a:endParaRPr lang="en-IN" sz="3734" dirty="0">
              <a:latin typeface="Sanskrit 99" pitchFamily="2" charset="0"/>
            </a:endParaRPr>
          </a:p>
          <a:p>
            <a:pPr algn="ctr">
              <a:buNone/>
            </a:pPr>
            <a:r>
              <a:rPr lang="en-IN" sz="3734" dirty="0" err="1">
                <a:latin typeface="Sanskrit 99" pitchFamily="2" charset="0"/>
              </a:rPr>
              <a:t>jn</a:t>
            </a:r>
            <a:r>
              <a:rPr lang="en-IN" sz="3734" dirty="0">
                <a:latin typeface="Sanskrit 99" pitchFamily="2" charset="0"/>
              </a:rPr>
              <a:t> g[ </a:t>
            </a:r>
            <a:r>
              <a:rPr lang="en-IN" sz="3734" dirty="0" err="1">
                <a:latin typeface="Sanskrit 99" pitchFamily="2" charset="0"/>
              </a:rPr>
              <a:t>mn</a:t>
            </a:r>
            <a:r>
              <a:rPr lang="en-IN" sz="3734" dirty="0">
                <a:latin typeface="Sanskrit 99" pitchFamily="2" charset="0"/>
              </a:rPr>
              <a:t> </a:t>
            </a:r>
            <a:r>
              <a:rPr lang="en-IN" sz="3734" dirty="0" err="1">
                <a:latin typeface="Sanskrit 99" pitchFamily="2" charset="0"/>
              </a:rPr>
              <a:t>Aixnayk</a:t>
            </a:r>
            <a:r>
              <a:rPr lang="en-IN" sz="3734" dirty="0">
                <a:latin typeface="Sanskrit 99" pitchFamily="2" charset="0"/>
              </a:rPr>
              <a:t> </a:t>
            </a:r>
            <a:r>
              <a:rPr lang="en-IN" sz="3734" dirty="0" err="1">
                <a:latin typeface="Sanskrit 99" pitchFamily="2" charset="0"/>
              </a:rPr>
              <a:t>jy</a:t>
            </a:r>
            <a:r>
              <a:rPr lang="en-IN" sz="3734" dirty="0">
                <a:latin typeface="Sanskrit 99" pitchFamily="2" charset="0"/>
              </a:rPr>
              <a:t> he</a:t>
            </a:r>
            <a:endParaRPr lang="en-US" sz="3734" dirty="0">
              <a:latin typeface="Sanskrit 99" pitchFamily="2" charset="0"/>
            </a:endParaRPr>
          </a:p>
          <a:p>
            <a:pPr algn="ctr">
              <a:buNone/>
            </a:pPr>
            <a:r>
              <a:rPr lang="en-IN" sz="3734" dirty="0" err="1">
                <a:latin typeface="Sanskrit 99" pitchFamily="2" charset="0"/>
              </a:rPr>
              <a:t>Éart</a:t>
            </a:r>
            <a:r>
              <a:rPr lang="en-IN" sz="3734" dirty="0">
                <a:latin typeface="Sanskrit 99" pitchFamily="2" charset="0"/>
              </a:rPr>
              <a:t> </a:t>
            </a:r>
            <a:r>
              <a:rPr lang="en-IN" sz="3734" dirty="0" err="1">
                <a:latin typeface="Sanskrit 99" pitchFamily="2" charset="0"/>
              </a:rPr>
              <a:t>ÉaGy</a:t>
            </a:r>
            <a:r>
              <a:rPr lang="en-IN" sz="3734" dirty="0">
                <a:latin typeface="Sanskrit 99" pitchFamily="2" charset="0"/>
              </a:rPr>
              <a:t> </a:t>
            </a:r>
            <a:r>
              <a:rPr lang="en-IN" sz="3734" dirty="0" err="1">
                <a:latin typeface="Sanskrit 99" pitchFamily="2" charset="0"/>
              </a:rPr>
              <a:t>ivxata</a:t>
            </a:r>
            <a:endParaRPr lang="en-US" sz="3734" dirty="0">
              <a:latin typeface="Sanskrit 99" pitchFamily="2" charset="0"/>
            </a:endParaRPr>
          </a:p>
          <a:p>
            <a:pPr algn="ctr">
              <a:buNone/>
            </a:pPr>
            <a:r>
              <a:rPr lang="en-IN" sz="3734" dirty="0" err="1">
                <a:latin typeface="Sanskrit 99" pitchFamily="2" charset="0"/>
              </a:rPr>
              <a:t>pÃav</a:t>
            </a:r>
            <a:r>
              <a:rPr lang="en-IN" sz="3734" dirty="0">
                <a:latin typeface="Sanskrit 99" pitchFamily="2" charset="0"/>
              </a:rPr>
              <a:t> </a:t>
            </a:r>
            <a:r>
              <a:rPr lang="en-IN" sz="3734" dirty="0" err="1">
                <a:latin typeface="Sanskrit 99" pitchFamily="2" charset="0"/>
              </a:rPr>
              <a:t>isNxu</a:t>
            </a:r>
            <a:r>
              <a:rPr lang="en-IN" sz="3734" dirty="0">
                <a:latin typeface="Sanskrit 99" pitchFamily="2" charset="0"/>
              </a:rPr>
              <a:t> </a:t>
            </a:r>
            <a:r>
              <a:rPr lang="en-IN" sz="3734" dirty="0" err="1">
                <a:latin typeface="Sanskrit 99" pitchFamily="2" charset="0"/>
              </a:rPr>
              <a:t>gujraq</a:t>
            </a:r>
            <a:r>
              <a:rPr lang="en-IN" sz="3734" dirty="0">
                <a:latin typeface="Sanskrit 99" pitchFamily="2" charset="0"/>
              </a:rPr>
              <a:t> </a:t>
            </a:r>
            <a:r>
              <a:rPr lang="en-IN" sz="3734" dirty="0" err="1">
                <a:latin typeface="Sanskrit 99" pitchFamily="2" charset="0"/>
              </a:rPr>
              <a:t>mraQa</a:t>
            </a:r>
            <a:r>
              <a:rPr lang="en-IN" sz="3734" dirty="0">
                <a:latin typeface="Sanskrit 99" pitchFamily="2" charset="0"/>
              </a:rPr>
              <a:t> </a:t>
            </a:r>
            <a:r>
              <a:rPr lang="en-IN" sz="3734" dirty="0" err="1">
                <a:latin typeface="Sanskrit 99" pitchFamily="2" charset="0"/>
              </a:rPr>
              <a:t>Ôaivf</a:t>
            </a:r>
            <a:r>
              <a:rPr lang="en-IN" sz="3734" dirty="0">
                <a:latin typeface="Sanskrit 99" pitchFamily="2" charset="0"/>
              </a:rPr>
              <a:t> %</a:t>
            </a:r>
            <a:r>
              <a:rPr lang="en-IN" sz="3734" dirty="0" err="1">
                <a:latin typeface="Sanskrit 99" pitchFamily="2" charset="0"/>
              </a:rPr>
              <a:t>Tkl</a:t>
            </a:r>
            <a:r>
              <a:rPr lang="en-IN" sz="3734" dirty="0">
                <a:latin typeface="Sanskrit 99" pitchFamily="2" charset="0"/>
              </a:rPr>
              <a:t> v¼</a:t>
            </a:r>
          </a:p>
          <a:p>
            <a:pPr algn="ctr">
              <a:buNone/>
            </a:pPr>
            <a:endParaRPr lang="en-IN" sz="3734" dirty="0">
              <a:latin typeface="Sanskrit 99" pitchFamily="2" charset="0"/>
            </a:endParaRPr>
          </a:p>
          <a:p>
            <a:pPr algn="ctr">
              <a:buNone/>
            </a:pPr>
            <a:r>
              <a:rPr lang="en-IN" b="1" dirty="0">
                <a:latin typeface="URW Palladio IT" pitchFamily="2" charset="0"/>
              </a:rPr>
              <a:t>Jana </a:t>
            </a:r>
            <a:r>
              <a:rPr lang="en-IN" b="1" dirty="0" err="1">
                <a:latin typeface="URW Palladio IT" pitchFamily="2" charset="0"/>
              </a:rPr>
              <a:t>Gaëa</a:t>
            </a:r>
            <a:r>
              <a:rPr lang="en-IN" b="1" dirty="0">
                <a:latin typeface="URW Palladio IT" pitchFamily="2" charset="0"/>
              </a:rPr>
              <a:t> </a:t>
            </a:r>
            <a:r>
              <a:rPr lang="en-IN" b="1" dirty="0" err="1">
                <a:latin typeface="URW Palladio IT" pitchFamily="2" charset="0"/>
              </a:rPr>
              <a:t>Mana</a:t>
            </a:r>
            <a:r>
              <a:rPr lang="en-IN" b="1" dirty="0">
                <a:latin typeface="URW Palladio IT" pitchFamily="2" charset="0"/>
              </a:rPr>
              <a:t> </a:t>
            </a:r>
            <a:r>
              <a:rPr lang="en-IN" b="1" dirty="0" err="1">
                <a:latin typeface="URW Palladio IT" pitchFamily="2" charset="0"/>
              </a:rPr>
              <a:t>Adhinäyaka</a:t>
            </a:r>
            <a:r>
              <a:rPr lang="en-IN" b="1" dirty="0">
                <a:latin typeface="URW Palladio IT" pitchFamily="2" charset="0"/>
              </a:rPr>
              <a:t> Jaya He</a:t>
            </a:r>
            <a:endParaRPr lang="en-US" b="1" dirty="0">
              <a:latin typeface="URW Palladio IT" pitchFamily="2" charset="0"/>
            </a:endParaRPr>
          </a:p>
          <a:p>
            <a:pPr algn="ctr">
              <a:buNone/>
            </a:pPr>
            <a:r>
              <a:rPr lang="en-IN" b="1" dirty="0" err="1">
                <a:latin typeface="URW Palladio IT" pitchFamily="2" charset="0"/>
              </a:rPr>
              <a:t>Bhärata</a:t>
            </a:r>
            <a:r>
              <a:rPr lang="en-IN" b="1" dirty="0">
                <a:latin typeface="URW Palladio IT" pitchFamily="2" charset="0"/>
              </a:rPr>
              <a:t> </a:t>
            </a:r>
            <a:r>
              <a:rPr lang="en-IN" b="1" dirty="0" err="1">
                <a:latin typeface="URW Palladio IT" pitchFamily="2" charset="0"/>
              </a:rPr>
              <a:t>Bhägya</a:t>
            </a:r>
            <a:r>
              <a:rPr lang="en-IN" b="1" dirty="0">
                <a:latin typeface="URW Palladio IT" pitchFamily="2" charset="0"/>
              </a:rPr>
              <a:t> </a:t>
            </a:r>
            <a:r>
              <a:rPr lang="en-IN" b="1" dirty="0" err="1">
                <a:latin typeface="URW Palladio IT" pitchFamily="2" charset="0"/>
              </a:rPr>
              <a:t>Vidhätä</a:t>
            </a:r>
            <a:endParaRPr lang="en-US" b="1" dirty="0">
              <a:latin typeface="URW Palladio IT" pitchFamily="2" charset="0"/>
            </a:endParaRPr>
          </a:p>
          <a:p>
            <a:pPr algn="ctr">
              <a:buNone/>
            </a:pPr>
            <a:r>
              <a:rPr lang="en-IN" b="1" dirty="0" err="1">
                <a:latin typeface="URW Palladio IT" pitchFamily="2" charset="0"/>
              </a:rPr>
              <a:t>Païjäva</a:t>
            </a:r>
            <a:r>
              <a:rPr lang="en-IN" b="1" dirty="0">
                <a:latin typeface="URW Palladio IT" pitchFamily="2" charset="0"/>
              </a:rPr>
              <a:t> </a:t>
            </a:r>
            <a:r>
              <a:rPr lang="en-IN" b="1" dirty="0" err="1">
                <a:latin typeface="URW Palladio IT" pitchFamily="2" charset="0"/>
              </a:rPr>
              <a:t>Sindhu</a:t>
            </a:r>
            <a:r>
              <a:rPr lang="en-IN" b="1" dirty="0">
                <a:latin typeface="URW Palladio IT" pitchFamily="2" charset="0"/>
              </a:rPr>
              <a:t> </a:t>
            </a:r>
            <a:r>
              <a:rPr lang="en-IN" b="1" dirty="0" err="1">
                <a:latin typeface="URW Palladio IT" pitchFamily="2" charset="0"/>
              </a:rPr>
              <a:t>Gujaräöa</a:t>
            </a:r>
            <a:r>
              <a:rPr lang="en-IN" b="1" dirty="0">
                <a:latin typeface="URW Palladio IT" pitchFamily="2" charset="0"/>
              </a:rPr>
              <a:t> </a:t>
            </a:r>
            <a:r>
              <a:rPr lang="en-IN" b="1" dirty="0" err="1">
                <a:latin typeface="URW Palladio IT" pitchFamily="2" charset="0"/>
              </a:rPr>
              <a:t>Maräöhä</a:t>
            </a:r>
            <a:r>
              <a:rPr lang="en-IN" b="1" dirty="0">
                <a:latin typeface="URW Palladio IT" pitchFamily="2" charset="0"/>
              </a:rPr>
              <a:t> </a:t>
            </a:r>
            <a:r>
              <a:rPr lang="en-IN" b="1" dirty="0" err="1">
                <a:latin typeface="URW Palladio IT" pitchFamily="2" charset="0"/>
              </a:rPr>
              <a:t>Dräviòa</a:t>
            </a:r>
            <a:r>
              <a:rPr lang="en-IN" b="1" dirty="0">
                <a:latin typeface="URW Palladio IT" pitchFamily="2" charset="0"/>
              </a:rPr>
              <a:t> </a:t>
            </a:r>
            <a:r>
              <a:rPr lang="en-IN" b="1" dirty="0" err="1">
                <a:latin typeface="URW Palladio IT" pitchFamily="2" charset="0"/>
              </a:rPr>
              <a:t>Utkala</a:t>
            </a:r>
            <a:r>
              <a:rPr lang="en-IN" b="1" dirty="0">
                <a:latin typeface="URW Palladio IT" pitchFamily="2" charset="0"/>
              </a:rPr>
              <a:t> </a:t>
            </a:r>
            <a:r>
              <a:rPr lang="en-IN" b="1" dirty="0" err="1">
                <a:latin typeface="URW Palladio IT" pitchFamily="2" charset="0"/>
              </a:rPr>
              <a:t>Vaìga</a:t>
            </a:r>
            <a:endParaRPr lang="en-US" b="1" dirty="0">
              <a:latin typeface="URW Palladio IT" pitchFamily="2" charset="0"/>
            </a:endParaRPr>
          </a:p>
          <a:p>
            <a:pPr algn="ctr">
              <a:buNone/>
            </a:pPr>
            <a:endParaRPr lang="en-US" sz="3467" dirty="0">
              <a:latin typeface="Times New Roman" pitchFamily="18" charset="0"/>
              <a:cs typeface="Times New Roman" pitchFamily="18" charset="0"/>
            </a:endParaRPr>
          </a:p>
          <a:p>
            <a:pPr algn="ctr">
              <a:buNone/>
            </a:pPr>
            <a:r>
              <a:rPr lang="en-US" sz="3467" dirty="0">
                <a:latin typeface="Times New Roman" pitchFamily="18" charset="0"/>
                <a:cs typeface="Times New Roman" pitchFamily="18" charset="0"/>
              </a:rPr>
              <a:t>Thou art the ruler of the minds of all people, Dispenser of India's destiny. Thy name rouses the hearts of Punjab, </a:t>
            </a:r>
            <a:r>
              <a:rPr lang="en-US" sz="3467" dirty="0" err="1">
                <a:latin typeface="Times New Roman" pitchFamily="18" charset="0"/>
                <a:cs typeface="Times New Roman" pitchFamily="18" charset="0"/>
              </a:rPr>
              <a:t>Sindhu</a:t>
            </a:r>
            <a:r>
              <a:rPr lang="en-US" sz="3467" dirty="0">
                <a:latin typeface="Times New Roman" pitchFamily="18" charset="0"/>
                <a:cs typeface="Times New Roman" pitchFamily="18" charset="0"/>
              </a:rPr>
              <a:t>, Gujarat and Maratha, Of the </a:t>
            </a:r>
            <a:r>
              <a:rPr lang="en-US" sz="3467" dirty="0" err="1">
                <a:latin typeface="Times New Roman" pitchFamily="18" charset="0"/>
                <a:cs typeface="Times New Roman" pitchFamily="18" charset="0"/>
              </a:rPr>
              <a:t>Dravida</a:t>
            </a:r>
            <a:r>
              <a:rPr lang="en-US" sz="3467" dirty="0">
                <a:latin typeface="Times New Roman" pitchFamily="18" charset="0"/>
                <a:cs typeface="Times New Roman" pitchFamily="18" charset="0"/>
              </a:rPr>
              <a:t> and </a:t>
            </a:r>
            <a:r>
              <a:rPr lang="en-US" sz="3467" dirty="0" err="1">
                <a:latin typeface="Times New Roman" pitchFamily="18" charset="0"/>
                <a:cs typeface="Times New Roman" pitchFamily="18" charset="0"/>
              </a:rPr>
              <a:t>Odhisa</a:t>
            </a:r>
            <a:r>
              <a:rPr lang="en-US" sz="3467" dirty="0">
                <a:latin typeface="Times New Roman" pitchFamily="18" charset="0"/>
                <a:cs typeface="Times New Roman" pitchFamily="18" charset="0"/>
              </a:rPr>
              <a:t/>
            </a:r>
            <a:br>
              <a:rPr lang="en-US" sz="3467" dirty="0">
                <a:latin typeface="Times New Roman" pitchFamily="18" charset="0"/>
                <a:cs typeface="Times New Roman" pitchFamily="18" charset="0"/>
              </a:rPr>
            </a:br>
            <a:r>
              <a:rPr lang="en-US" sz="3467" dirty="0">
                <a:latin typeface="Times New Roman" pitchFamily="18" charset="0"/>
                <a:cs typeface="Times New Roman" pitchFamily="18" charset="0"/>
              </a:rPr>
              <a:t>and Bengal</a:t>
            </a:r>
          </a:p>
          <a:p>
            <a:endParaRPr lang="en-US" dirty="0"/>
          </a:p>
        </p:txBody>
      </p:sp>
      <p:pic>
        <p:nvPicPr>
          <p:cNvPr id="4" name="Picture 6" descr="C:\Users\Samparka111\Desktop\india-flag-1024x600.jpg"/>
          <p:cNvPicPr>
            <a:picLocks noChangeAspect="1" noChangeArrowheads="1"/>
          </p:cNvPicPr>
          <p:nvPr/>
        </p:nvPicPr>
        <p:blipFill>
          <a:blip r:embed="rId2" cstate="print"/>
          <a:srcRect/>
          <a:stretch>
            <a:fillRect/>
          </a:stretch>
        </p:blipFill>
        <p:spPr bwMode="auto">
          <a:xfrm>
            <a:off x="176" y="1702194"/>
            <a:ext cx="2438964" cy="1429139"/>
          </a:xfrm>
          <a:prstGeom prst="rect">
            <a:avLst/>
          </a:prstGeom>
          <a:noFill/>
        </p:spPr>
      </p:pic>
      <p:pic>
        <p:nvPicPr>
          <p:cNvPr id="5" name="Picture 6" descr="C:\Users\Samparka111\Desktop\india-flag-1024x600.jpg"/>
          <p:cNvPicPr>
            <a:picLocks noChangeAspect="1" noChangeArrowheads="1"/>
          </p:cNvPicPr>
          <p:nvPr/>
        </p:nvPicPr>
        <p:blipFill>
          <a:blip r:embed="rId2" cstate="print"/>
          <a:srcRect/>
          <a:stretch>
            <a:fillRect/>
          </a:stretch>
        </p:blipFill>
        <p:spPr bwMode="auto">
          <a:xfrm>
            <a:off x="9756034" y="1600571"/>
            <a:ext cx="2438964" cy="1429139"/>
          </a:xfrm>
          <a:prstGeom prst="rect">
            <a:avLst/>
          </a:prstGeom>
          <a:noFill/>
        </p:spPr>
      </p:pic>
    </p:spTree>
    <p:extLst>
      <p:ext uri="{BB962C8B-B14F-4D97-AF65-F5344CB8AC3E}">
        <p14:creationId xmlns:p14="http://schemas.microsoft.com/office/powerpoint/2010/main" val="2545662121"/>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917" y="0"/>
            <a:ext cx="10975340" cy="6478499"/>
          </a:xfrm>
        </p:spPr>
        <p:txBody>
          <a:bodyPr>
            <a:normAutofit fontScale="85000" lnSpcReduction="20000"/>
          </a:bodyPr>
          <a:lstStyle/>
          <a:p>
            <a:pPr algn="ctr">
              <a:buNone/>
            </a:pPr>
            <a:r>
              <a:rPr lang="en-IN" sz="3734" dirty="0" err="1">
                <a:latin typeface="Sanskrit 99" pitchFamily="2" charset="0"/>
              </a:rPr>
              <a:t>ivNXy</a:t>
            </a:r>
            <a:r>
              <a:rPr lang="en-IN" sz="3734" dirty="0">
                <a:latin typeface="Sanskrit 99" pitchFamily="2" charset="0"/>
              </a:rPr>
              <a:t> </a:t>
            </a:r>
            <a:r>
              <a:rPr lang="en-IN" sz="3734" dirty="0" err="1">
                <a:latin typeface="Sanskrit 99" pitchFamily="2" charset="0"/>
              </a:rPr>
              <a:t>ihmacl</a:t>
            </a:r>
            <a:r>
              <a:rPr lang="en-IN" sz="3734" dirty="0">
                <a:latin typeface="Sanskrit 99" pitchFamily="2" charset="0"/>
              </a:rPr>
              <a:t> </a:t>
            </a:r>
            <a:r>
              <a:rPr lang="en-IN" sz="3734" dirty="0" err="1">
                <a:latin typeface="Sanskrit 99" pitchFamily="2" charset="0"/>
              </a:rPr>
              <a:t>ymuna</a:t>
            </a:r>
            <a:r>
              <a:rPr lang="en-IN" sz="3734" dirty="0">
                <a:latin typeface="Sanskrit 99" pitchFamily="2" charset="0"/>
              </a:rPr>
              <a:t> g¼a</a:t>
            </a:r>
            <a:endParaRPr lang="en-US" sz="3734" dirty="0">
              <a:latin typeface="Sanskrit 99" pitchFamily="2" charset="0"/>
            </a:endParaRPr>
          </a:p>
          <a:p>
            <a:pPr algn="ctr">
              <a:buNone/>
            </a:pPr>
            <a:r>
              <a:rPr lang="en-IN" sz="3734" dirty="0">
                <a:latin typeface="Sanskrit 99" pitchFamily="2" charset="0"/>
              </a:rPr>
              <a:t>%</a:t>
            </a:r>
            <a:r>
              <a:rPr lang="en-IN" sz="3734" dirty="0" err="1">
                <a:latin typeface="Sanskrit 99" pitchFamily="2" charset="0"/>
              </a:rPr>
              <a:t>CDl</a:t>
            </a:r>
            <a:r>
              <a:rPr lang="en-IN" sz="3734" dirty="0">
                <a:latin typeface="Sanskrit 99" pitchFamily="2" charset="0"/>
              </a:rPr>
              <a:t> </a:t>
            </a:r>
            <a:r>
              <a:rPr lang="en-IN" sz="3734" dirty="0" err="1">
                <a:latin typeface="Sanskrit 99" pitchFamily="2" charset="0"/>
              </a:rPr>
              <a:t>jlix</a:t>
            </a:r>
            <a:r>
              <a:rPr lang="en-IN" sz="3734" dirty="0">
                <a:latin typeface="Sanskrit 99" pitchFamily="2" charset="0"/>
              </a:rPr>
              <a:t> tr¼</a:t>
            </a:r>
            <a:endParaRPr lang="en-US" sz="3734" dirty="0">
              <a:latin typeface="Sanskrit 99" pitchFamily="2" charset="0"/>
            </a:endParaRPr>
          </a:p>
          <a:p>
            <a:pPr algn="ctr">
              <a:buNone/>
            </a:pPr>
            <a:r>
              <a:rPr lang="en-IN" sz="3734" dirty="0" err="1">
                <a:latin typeface="Sanskrit 99" pitchFamily="2" charset="0"/>
              </a:rPr>
              <a:t>tv</a:t>
            </a:r>
            <a:r>
              <a:rPr lang="en-IN" sz="3734" dirty="0">
                <a:latin typeface="Sanskrit 99" pitchFamily="2" charset="0"/>
              </a:rPr>
              <a:t> </a:t>
            </a:r>
            <a:r>
              <a:rPr lang="en-IN" sz="3734" dirty="0" err="1">
                <a:latin typeface="Sanskrit 99" pitchFamily="2" charset="0"/>
              </a:rPr>
              <a:t>zuÉ</a:t>
            </a:r>
            <a:r>
              <a:rPr lang="en-IN" sz="3734" dirty="0">
                <a:latin typeface="Sanskrit 99" pitchFamily="2" charset="0"/>
              </a:rPr>
              <a:t> name </a:t>
            </a:r>
            <a:r>
              <a:rPr lang="en-IN" sz="3734" dirty="0" err="1">
                <a:latin typeface="Sanskrit 99" pitchFamily="2" charset="0"/>
              </a:rPr>
              <a:t>jage</a:t>
            </a:r>
            <a:r>
              <a:rPr lang="en-IN" sz="3734" dirty="0">
                <a:latin typeface="Sanskrit 99" pitchFamily="2" charset="0"/>
              </a:rPr>
              <a:t> </a:t>
            </a:r>
            <a:r>
              <a:rPr lang="en-IN" sz="3734" dirty="0" err="1">
                <a:latin typeface="Sanskrit 99" pitchFamily="2" charset="0"/>
              </a:rPr>
              <a:t>tv</a:t>
            </a:r>
            <a:r>
              <a:rPr lang="en-IN" sz="3734" dirty="0">
                <a:latin typeface="Sanskrit 99" pitchFamily="2" charset="0"/>
              </a:rPr>
              <a:t> </a:t>
            </a:r>
            <a:r>
              <a:rPr lang="en-IN" sz="3734" dirty="0" err="1">
                <a:latin typeface="Sanskrit 99" pitchFamily="2" charset="0"/>
              </a:rPr>
              <a:t>zuÉ</a:t>
            </a:r>
            <a:r>
              <a:rPr lang="en-IN" sz="3734" dirty="0">
                <a:latin typeface="Sanskrit 99" pitchFamily="2" charset="0"/>
              </a:rPr>
              <a:t> </a:t>
            </a:r>
            <a:r>
              <a:rPr lang="en-IN" sz="3734" dirty="0" err="1">
                <a:latin typeface="Sanskrit 99" pitchFamily="2" charset="0"/>
              </a:rPr>
              <a:t>Aaiz</a:t>
            </a:r>
            <a:r>
              <a:rPr lang="en-IN" sz="3734" dirty="0">
                <a:latin typeface="Sanskrit 99" pitchFamily="2" charset="0"/>
              </a:rPr>
              <a:t>; mage </a:t>
            </a:r>
            <a:r>
              <a:rPr lang="en-IN" sz="3734" dirty="0" err="1">
                <a:latin typeface="Sanskrit 99" pitchFamily="2" charset="0"/>
              </a:rPr>
              <a:t>gahe</a:t>
            </a:r>
            <a:r>
              <a:rPr lang="en-IN" sz="3734" dirty="0">
                <a:latin typeface="Sanskrit 99" pitchFamily="2" charset="0"/>
              </a:rPr>
              <a:t> </a:t>
            </a:r>
            <a:r>
              <a:rPr lang="en-IN" sz="3734" dirty="0" err="1">
                <a:latin typeface="Sanskrit 99" pitchFamily="2" charset="0"/>
              </a:rPr>
              <a:t>tv</a:t>
            </a:r>
            <a:r>
              <a:rPr lang="en-IN" sz="3734" dirty="0">
                <a:latin typeface="Sanskrit 99" pitchFamily="2" charset="0"/>
              </a:rPr>
              <a:t> </a:t>
            </a:r>
            <a:r>
              <a:rPr lang="en-IN" sz="3734" dirty="0" err="1">
                <a:latin typeface="Sanskrit 99" pitchFamily="2" charset="0"/>
              </a:rPr>
              <a:t>jy</a:t>
            </a:r>
            <a:r>
              <a:rPr lang="en-IN" sz="3734" dirty="0">
                <a:latin typeface="Sanskrit 99" pitchFamily="2" charset="0"/>
              </a:rPr>
              <a:t> </a:t>
            </a:r>
            <a:r>
              <a:rPr lang="en-IN" sz="3734" dirty="0" err="1">
                <a:latin typeface="Sanskrit 99" pitchFamily="2" charset="0"/>
              </a:rPr>
              <a:t>gawa</a:t>
            </a:r>
            <a:endParaRPr lang="en-IN" sz="3734" dirty="0">
              <a:latin typeface="Sanskrit 99" pitchFamily="2" charset="0"/>
            </a:endParaRPr>
          </a:p>
          <a:p>
            <a:pPr algn="ctr">
              <a:buNone/>
            </a:pPr>
            <a:endParaRPr lang="en-US" sz="3734" dirty="0">
              <a:latin typeface="Sanskrit 99" pitchFamily="2" charset="0"/>
            </a:endParaRPr>
          </a:p>
          <a:p>
            <a:pPr algn="ctr">
              <a:buNone/>
            </a:pPr>
            <a:r>
              <a:rPr lang="en-IN" b="1" dirty="0">
                <a:latin typeface="URW Palladio IT" pitchFamily="2" charset="0"/>
              </a:rPr>
              <a:t>Vindhya </a:t>
            </a:r>
            <a:r>
              <a:rPr lang="en-IN" b="1" dirty="0" err="1">
                <a:latin typeface="URW Palladio IT" pitchFamily="2" charset="0"/>
              </a:rPr>
              <a:t>Himäcala</a:t>
            </a:r>
            <a:r>
              <a:rPr lang="en-IN" b="1" dirty="0">
                <a:latin typeface="URW Palladio IT" pitchFamily="2" charset="0"/>
              </a:rPr>
              <a:t> </a:t>
            </a:r>
            <a:r>
              <a:rPr lang="en-IN" b="1" dirty="0" err="1">
                <a:latin typeface="URW Palladio IT" pitchFamily="2" charset="0"/>
              </a:rPr>
              <a:t>Yamunä</a:t>
            </a:r>
            <a:r>
              <a:rPr lang="en-IN" b="1" dirty="0">
                <a:latin typeface="URW Palladio IT" pitchFamily="2" charset="0"/>
              </a:rPr>
              <a:t> </a:t>
            </a:r>
            <a:r>
              <a:rPr lang="en-IN" b="1" dirty="0" err="1">
                <a:latin typeface="URW Palladio IT" pitchFamily="2" charset="0"/>
              </a:rPr>
              <a:t>Gaìgä</a:t>
            </a:r>
            <a:endParaRPr lang="en-US" b="1" dirty="0">
              <a:latin typeface="URW Palladio IT" pitchFamily="2" charset="0"/>
            </a:endParaRPr>
          </a:p>
          <a:p>
            <a:pPr algn="ctr">
              <a:buNone/>
            </a:pPr>
            <a:r>
              <a:rPr lang="en-IN" b="1" dirty="0" err="1">
                <a:latin typeface="URW Palladio IT" pitchFamily="2" charset="0"/>
              </a:rPr>
              <a:t>Ucchala</a:t>
            </a:r>
            <a:r>
              <a:rPr lang="en-IN" b="1" dirty="0">
                <a:latin typeface="URW Palladio IT" pitchFamily="2" charset="0"/>
              </a:rPr>
              <a:t> </a:t>
            </a:r>
            <a:r>
              <a:rPr lang="en-IN" b="1" dirty="0" err="1">
                <a:latin typeface="URW Palladio IT" pitchFamily="2" charset="0"/>
              </a:rPr>
              <a:t>Jaladhi</a:t>
            </a:r>
            <a:r>
              <a:rPr lang="en-IN" b="1" dirty="0">
                <a:latin typeface="URW Palladio IT" pitchFamily="2" charset="0"/>
              </a:rPr>
              <a:t> </a:t>
            </a:r>
            <a:r>
              <a:rPr lang="en-IN" b="1" dirty="0" err="1">
                <a:latin typeface="URW Palladio IT" pitchFamily="2" charset="0"/>
              </a:rPr>
              <a:t>Taraìga</a:t>
            </a:r>
            <a:endParaRPr lang="en-US" b="1" dirty="0">
              <a:latin typeface="URW Palladio IT" pitchFamily="2" charset="0"/>
            </a:endParaRPr>
          </a:p>
          <a:p>
            <a:pPr algn="ctr">
              <a:buNone/>
            </a:pPr>
            <a:r>
              <a:rPr lang="en-IN" b="1" dirty="0" err="1">
                <a:latin typeface="URW Palladio IT" pitchFamily="2" charset="0"/>
              </a:rPr>
              <a:t>Tava</a:t>
            </a:r>
            <a:r>
              <a:rPr lang="en-IN" b="1" dirty="0">
                <a:latin typeface="URW Palladio IT" pitchFamily="2" charset="0"/>
              </a:rPr>
              <a:t> </a:t>
            </a:r>
            <a:r>
              <a:rPr lang="en-IN" b="1" dirty="0" err="1">
                <a:latin typeface="URW Palladio IT" pitchFamily="2" charset="0"/>
              </a:rPr>
              <a:t>Çubha</a:t>
            </a:r>
            <a:r>
              <a:rPr lang="en-IN" b="1" dirty="0">
                <a:latin typeface="URW Palladio IT" pitchFamily="2" charset="0"/>
              </a:rPr>
              <a:t> </a:t>
            </a:r>
            <a:r>
              <a:rPr lang="en-IN" b="1" dirty="0" err="1">
                <a:latin typeface="URW Palladio IT" pitchFamily="2" charset="0"/>
              </a:rPr>
              <a:t>Näme</a:t>
            </a:r>
            <a:r>
              <a:rPr lang="en-IN" b="1" dirty="0">
                <a:latin typeface="URW Palladio IT" pitchFamily="2" charset="0"/>
              </a:rPr>
              <a:t> </a:t>
            </a:r>
            <a:r>
              <a:rPr lang="en-IN" b="1" dirty="0" err="1">
                <a:latin typeface="URW Palladio IT" pitchFamily="2" charset="0"/>
              </a:rPr>
              <a:t>Jäge</a:t>
            </a:r>
            <a:r>
              <a:rPr lang="en-IN" b="1" dirty="0">
                <a:latin typeface="URW Palladio IT" pitchFamily="2" charset="0"/>
              </a:rPr>
              <a:t> </a:t>
            </a:r>
            <a:r>
              <a:rPr lang="en-IN" b="1" dirty="0" err="1">
                <a:latin typeface="URW Palladio IT" pitchFamily="2" charset="0"/>
              </a:rPr>
              <a:t>Tava</a:t>
            </a:r>
            <a:r>
              <a:rPr lang="en-IN" b="1" dirty="0">
                <a:latin typeface="URW Palladio IT" pitchFamily="2" charset="0"/>
              </a:rPr>
              <a:t> </a:t>
            </a:r>
            <a:r>
              <a:rPr lang="en-IN" b="1" dirty="0" err="1">
                <a:latin typeface="URW Palladio IT" pitchFamily="2" charset="0"/>
              </a:rPr>
              <a:t>Çubha</a:t>
            </a:r>
            <a:r>
              <a:rPr lang="en-IN" b="1" dirty="0">
                <a:latin typeface="URW Palladio IT" pitchFamily="2" charset="0"/>
              </a:rPr>
              <a:t> </a:t>
            </a:r>
            <a:r>
              <a:rPr lang="en-IN" b="1" dirty="0" err="1">
                <a:latin typeface="URW Palladio IT" pitchFamily="2" charset="0"/>
              </a:rPr>
              <a:t>Äçiña</a:t>
            </a:r>
            <a:r>
              <a:rPr lang="en-IN" b="1" dirty="0">
                <a:latin typeface="URW Palladio IT" pitchFamily="2" charset="0"/>
              </a:rPr>
              <a:t> </a:t>
            </a:r>
            <a:r>
              <a:rPr lang="en-IN" b="1" dirty="0" err="1">
                <a:latin typeface="URW Palladio IT" pitchFamily="2" charset="0"/>
              </a:rPr>
              <a:t>Mäge</a:t>
            </a:r>
            <a:r>
              <a:rPr lang="en-IN" b="1" dirty="0">
                <a:latin typeface="URW Palladio IT" pitchFamily="2" charset="0"/>
              </a:rPr>
              <a:t> </a:t>
            </a:r>
            <a:r>
              <a:rPr lang="en-IN" b="1" dirty="0" err="1">
                <a:latin typeface="URW Palladio IT" pitchFamily="2" charset="0"/>
              </a:rPr>
              <a:t>Gähe</a:t>
            </a:r>
            <a:r>
              <a:rPr lang="en-IN" b="1" dirty="0">
                <a:latin typeface="URW Palladio IT" pitchFamily="2" charset="0"/>
              </a:rPr>
              <a:t> </a:t>
            </a:r>
            <a:r>
              <a:rPr lang="en-IN" b="1" dirty="0" err="1">
                <a:latin typeface="URW Palladio IT" pitchFamily="2" charset="0"/>
              </a:rPr>
              <a:t>Tava</a:t>
            </a:r>
            <a:r>
              <a:rPr lang="en-IN" b="1" dirty="0">
                <a:latin typeface="URW Palladio IT" pitchFamily="2" charset="0"/>
              </a:rPr>
              <a:t> Jaya </a:t>
            </a:r>
            <a:r>
              <a:rPr lang="en-IN" b="1" dirty="0" err="1">
                <a:latin typeface="URW Palladio IT" pitchFamily="2" charset="0"/>
              </a:rPr>
              <a:t>Gäthä</a:t>
            </a:r>
            <a:endParaRPr lang="en-US" b="1" dirty="0">
              <a:latin typeface="URW Palladio IT" pitchFamily="2" charset="0"/>
            </a:endParaRPr>
          </a:p>
          <a:p>
            <a:pPr algn="ctr">
              <a:buNone/>
            </a:pPr>
            <a:endParaRPr lang="en-US" dirty="0">
              <a:latin typeface="URW Palladio IT" pitchFamily="2" charset="0"/>
            </a:endParaRPr>
          </a:p>
          <a:p>
            <a:pPr algn="ctr">
              <a:buNone/>
            </a:pPr>
            <a:r>
              <a:rPr lang="en-US" sz="3734" dirty="0"/>
              <a:t>It echoes in the hills of Vindhya and the Himalayas,</a:t>
            </a:r>
            <a:br>
              <a:rPr lang="en-US" sz="3734" dirty="0"/>
            </a:br>
            <a:r>
              <a:rPr lang="en-US" sz="3734" dirty="0"/>
              <a:t>Mingles in the music of </a:t>
            </a:r>
            <a:r>
              <a:rPr lang="en-US" sz="3734" dirty="0" err="1"/>
              <a:t>Ganga</a:t>
            </a:r>
            <a:r>
              <a:rPr lang="en-US" sz="3734" dirty="0"/>
              <a:t> and Yamuna</a:t>
            </a:r>
            <a:br>
              <a:rPr lang="en-US" sz="3734" dirty="0"/>
            </a:br>
            <a:r>
              <a:rPr lang="en-US" sz="3734" dirty="0"/>
              <a:t>and is chanted by The waves of the Indian sea.</a:t>
            </a:r>
            <a:br>
              <a:rPr lang="en-US" sz="3734" dirty="0"/>
            </a:br>
            <a:r>
              <a:rPr lang="en-US" sz="3734" dirty="0"/>
              <a:t>They pray for thy blessings and sing thy praise.</a:t>
            </a:r>
            <a:br>
              <a:rPr lang="en-US" sz="3734" dirty="0"/>
            </a:br>
            <a:r>
              <a:rPr lang="en-US" sz="3734" dirty="0"/>
              <a:t>The saving of all people waits in thy hand,</a:t>
            </a:r>
            <a:endParaRPr lang="en-US" sz="3734" dirty="0">
              <a:latin typeface="Sanskrit 99" pitchFamily="2" charset="0"/>
            </a:endParaRPr>
          </a:p>
          <a:p>
            <a:endParaRPr lang="en-US" dirty="0"/>
          </a:p>
        </p:txBody>
      </p:sp>
      <p:pic>
        <p:nvPicPr>
          <p:cNvPr id="4" name="Picture 6" descr="C:\Users\Samparka111\Desktop\india-flag-1024x600.jpg"/>
          <p:cNvPicPr>
            <a:picLocks noChangeAspect="1" noChangeArrowheads="1"/>
          </p:cNvPicPr>
          <p:nvPr/>
        </p:nvPicPr>
        <p:blipFill>
          <a:blip r:embed="rId2" cstate="print"/>
          <a:srcRect/>
          <a:stretch>
            <a:fillRect/>
          </a:stretch>
        </p:blipFill>
        <p:spPr bwMode="auto">
          <a:xfrm>
            <a:off x="176" y="1352583"/>
            <a:ext cx="2438964" cy="1429139"/>
          </a:xfrm>
          <a:prstGeom prst="rect">
            <a:avLst/>
          </a:prstGeom>
          <a:noFill/>
        </p:spPr>
      </p:pic>
      <p:pic>
        <p:nvPicPr>
          <p:cNvPr id="5" name="Picture 6" descr="C:\Users\Samparka111\Desktop\india-flag-1024x600.jpg"/>
          <p:cNvPicPr>
            <a:picLocks noChangeAspect="1" noChangeArrowheads="1"/>
          </p:cNvPicPr>
          <p:nvPr/>
        </p:nvPicPr>
        <p:blipFill>
          <a:blip r:embed="rId2" cstate="print"/>
          <a:srcRect/>
          <a:stretch>
            <a:fillRect/>
          </a:stretch>
        </p:blipFill>
        <p:spPr bwMode="auto">
          <a:xfrm>
            <a:off x="9756034" y="1352583"/>
            <a:ext cx="2438964" cy="1429139"/>
          </a:xfrm>
          <a:prstGeom prst="rect">
            <a:avLst/>
          </a:prstGeom>
          <a:noFill/>
        </p:spPr>
      </p:pic>
    </p:spTree>
    <p:extLst>
      <p:ext uri="{BB962C8B-B14F-4D97-AF65-F5344CB8AC3E}">
        <p14:creationId xmlns:p14="http://schemas.microsoft.com/office/powerpoint/2010/main" val="852348956"/>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917" y="0"/>
            <a:ext cx="10975340" cy="6478499"/>
          </a:xfrm>
        </p:spPr>
        <p:txBody>
          <a:bodyPr>
            <a:normAutofit/>
          </a:bodyPr>
          <a:lstStyle/>
          <a:p>
            <a:pPr algn="ctr">
              <a:buNone/>
            </a:pPr>
            <a:r>
              <a:rPr lang="en-IN" sz="3734" dirty="0" err="1">
                <a:latin typeface="Sanskrit 99" pitchFamily="2" charset="0"/>
              </a:rPr>
              <a:t>jn</a:t>
            </a:r>
            <a:r>
              <a:rPr lang="en-IN" sz="3734" dirty="0">
                <a:latin typeface="Sanskrit 99" pitchFamily="2" charset="0"/>
              </a:rPr>
              <a:t> g[ m¼ldayk </a:t>
            </a:r>
            <a:r>
              <a:rPr lang="en-IN" sz="3734" dirty="0" err="1">
                <a:latin typeface="Sanskrit 99" pitchFamily="2" charset="0"/>
              </a:rPr>
              <a:t>jy</a:t>
            </a:r>
            <a:r>
              <a:rPr lang="en-IN" sz="3734" dirty="0">
                <a:latin typeface="Sanskrit 99" pitchFamily="2" charset="0"/>
              </a:rPr>
              <a:t> he</a:t>
            </a:r>
            <a:endParaRPr lang="en-US" sz="3734" dirty="0">
              <a:latin typeface="Sanskrit 99" pitchFamily="2" charset="0"/>
            </a:endParaRPr>
          </a:p>
          <a:p>
            <a:pPr algn="ctr">
              <a:buNone/>
            </a:pPr>
            <a:r>
              <a:rPr lang="en-IN" sz="3734" dirty="0" err="1">
                <a:latin typeface="Sanskrit 99" pitchFamily="2" charset="0"/>
              </a:rPr>
              <a:t>Éart</a:t>
            </a:r>
            <a:r>
              <a:rPr lang="en-IN" sz="3734" dirty="0">
                <a:latin typeface="Sanskrit 99" pitchFamily="2" charset="0"/>
              </a:rPr>
              <a:t> </a:t>
            </a:r>
            <a:r>
              <a:rPr lang="en-IN" sz="3734" dirty="0" err="1">
                <a:latin typeface="Sanskrit 99" pitchFamily="2" charset="0"/>
              </a:rPr>
              <a:t>ÉaGy</a:t>
            </a:r>
            <a:r>
              <a:rPr lang="en-IN" sz="3734" dirty="0">
                <a:latin typeface="Sanskrit 99" pitchFamily="2" charset="0"/>
              </a:rPr>
              <a:t> </a:t>
            </a:r>
            <a:r>
              <a:rPr lang="en-IN" sz="3734" dirty="0" err="1">
                <a:latin typeface="Sanskrit 99" pitchFamily="2" charset="0"/>
              </a:rPr>
              <a:t>ivxata</a:t>
            </a:r>
            <a:endParaRPr lang="en-US" sz="3734" dirty="0">
              <a:latin typeface="Sanskrit 99" pitchFamily="2" charset="0"/>
            </a:endParaRPr>
          </a:p>
          <a:p>
            <a:pPr algn="ctr">
              <a:buNone/>
            </a:pPr>
            <a:r>
              <a:rPr lang="en-IN" sz="3734" dirty="0" err="1">
                <a:latin typeface="Sanskrit 99" pitchFamily="2" charset="0"/>
              </a:rPr>
              <a:t>jy</a:t>
            </a:r>
            <a:r>
              <a:rPr lang="en-IN" sz="3734" dirty="0">
                <a:latin typeface="Sanskrit 99" pitchFamily="2" charset="0"/>
              </a:rPr>
              <a:t> he </a:t>
            </a:r>
            <a:r>
              <a:rPr lang="en-IN" sz="3734" dirty="0" err="1">
                <a:latin typeface="Sanskrit 99" pitchFamily="2" charset="0"/>
              </a:rPr>
              <a:t>jy</a:t>
            </a:r>
            <a:r>
              <a:rPr lang="en-IN" sz="3734" dirty="0">
                <a:latin typeface="Sanskrit 99" pitchFamily="2" charset="0"/>
              </a:rPr>
              <a:t> he </a:t>
            </a:r>
            <a:r>
              <a:rPr lang="en-IN" sz="3734" dirty="0" err="1">
                <a:latin typeface="Sanskrit 99" pitchFamily="2" charset="0"/>
              </a:rPr>
              <a:t>jy</a:t>
            </a:r>
            <a:r>
              <a:rPr lang="en-IN" sz="3734" dirty="0">
                <a:latin typeface="Sanskrit 99" pitchFamily="2" charset="0"/>
              </a:rPr>
              <a:t> he </a:t>
            </a:r>
            <a:r>
              <a:rPr lang="en-IN" sz="3734" dirty="0" err="1">
                <a:latin typeface="Sanskrit 99" pitchFamily="2" charset="0"/>
              </a:rPr>
              <a:t>jy</a:t>
            </a:r>
            <a:r>
              <a:rPr lang="en-IN" sz="3734" dirty="0">
                <a:latin typeface="Sanskrit 99" pitchFamily="2" charset="0"/>
              </a:rPr>
              <a:t> </a:t>
            </a:r>
            <a:r>
              <a:rPr lang="en-IN" sz="3734" dirty="0" err="1">
                <a:latin typeface="Sanskrit 99" pitchFamily="2" charset="0"/>
              </a:rPr>
              <a:t>jy</a:t>
            </a:r>
            <a:r>
              <a:rPr lang="en-IN" sz="3734" dirty="0">
                <a:latin typeface="Sanskrit 99" pitchFamily="2" charset="0"/>
              </a:rPr>
              <a:t> </a:t>
            </a:r>
            <a:r>
              <a:rPr lang="en-IN" sz="3734" dirty="0" err="1">
                <a:latin typeface="Sanskrit 99" pitchFamily="2" charset="0"/>
              </a:rPr>
              <a:t>jy</a:t>
            </a:r>
            <a:r>
              <a:rPr lang="en-IN" sz="3734" dirty="0">
                <a:latin typeface="Sanskrit 99" pitchFamily="2" charset="0"/>
              </a:rPr>
              <a:t> </a:t>
            </a:r>
            <a:r>
              <a:rPr lang="en-IN" sz="3734" dirty="0" err="1">
                <a:latin typeface="Sanskrit 99" pitchFamily="2" charset="0"/>
              </a:rPr>
              <a:t>jy</a:t>
            </a:r>
            <a:r>
              <a:rPr lang="en-IN" sz="3734" dirty="0">
                <a:latin typeface="Sanskrit 99" pitchFamily="2" charset="0"/>
              </a:rPr>
              <a:t> he</a:t>
            </a:r>
          </a:p>
          <a:p>
            <a:pPr algn="ctr">
              <a:buNone/>
            </a:pPr>
            <a:endParaRPr lang="en-US" sz="3734" dirty="0">
              <a:latin typeface="Sanskrit 99" pitchFamily="2" charset="0"/>
            </a:endParaRPr>
          </a:p>
          <a:p>
            <a:pPr algn="ctr">
              <a:buNone/>
            </a:pPr>
            <a:r>
              <a:rPr lang="en-IN" b="1" dirty="0">
                <a:latin typeface="URW Palladio IT" pitchFamily="2" charset="0"/>
              </a:rPr>
              <a:t>Jana </a:t>
            </a:r>
            <a:r>
              <a:rPr lang="en-IN" b="1" dirty="0" err="1">
                <a:latin typeface="URW Palladio IT" pitchFamily="2" charset="0"/>
              </a:rPr>
              <a:t>Gaëa</a:t>
            </a:r>
            <a:r>
              <a:rPr lang="en-IN" b="1" dirty="0">
                <a:latin typeface="URW Palladio IT" pitchFamily="2" charset="0"/>
              </a:rPr>
              <a:t> </a:t>
            </a:r>
            <a:r>
              <a:rPr lang="en-IN" b="1" dirty="0" err="1">
                <a:latin typeface="URW Palladio IT" pitchFamily="2" charset="0"/>
              </a:rPr>
              <a:t>Maìgaladäyaka</a:t>
            </a:r>
            <a:r>
              <a:rPr lang="en-IN" b="1" dirty="0">
                <a:latin typeface="URW Palladio IT" pitchFamily="2" charset="0"/>
              </a:rPr>
              <a:t> Jaya He</a:t>
            </a:r>
            <a:endParaRPr lang="en-US" b="1" dirty="0">
              <a:latin typeface="URW Palladio IT" pitchFamily="2" charset="0"/>
            </a:endParaRPr>
          </a:p>
          <a:p>
            <a:pPr algn="ctr">
              <a:buNone/>
            </a:pPr>
            <a:r>
              <a:rPr lang="en-IN" b="1" dirty="0" err="1">
                <a:latin typeface="URW Palladio IT" pitchFamily="2" charset="0"/>
              </a:rPr>
              <a:t>Bhärata</a:t>
            </a:r>
            <a:r>
              <a:rPr lang="en-IN" b="1" dirty="0">
                <a:latin typeface="URW Palladio IT" pitchFamily="2" charset="0"/>
              </a:rPr>
              <a:t> </a:t>
            </a:r>
            <a:r>
              <a:rPr lang="en-IN" b="1" dirty="0" err="1">
                <a:latin typeface="URW Palladio IT" pitchFamily="2" charset="0"/>
              </a:rPr>
              <a:t>Bhägya</a:t>
            </a:r>
            <a:r>
              <a:rPr lang="en-IN" b="1" dirty="0">
                <a:latin typeface="URW Palladio IT" pitchFamily="2" charset="0"/>
              </a:rPr>
              <a:t> </a:t>
            </a:r>
            <a:r>
              <a:rPr lang="en-IN" b="1" dirty="0" err="1">
                <a:latin typeface="URW Palladio IT" pitchFamily="2" charset="0"/>
              </a:rPr>
              <a:t>Vidhätä</a:t>
            </a:r>
            <a:endParaRPr lang="en-US" b="1" dirty="0">
              <a:latin typeface="URW Palladio IT" pitchFamily="2" charset="0"/>
            </a:endParaRPr>
          </a:p>
          <a:p>
            <a:pPr algn="ctr">
              <a:buNone/>
            </a:pPr>
            <a:r>
              <a:rPr lang="en-IN" b="1" dirty="0">
                <a:latin typeface="URW Palladio IT" pitchFamily="2" charset="0"/>
              </a:rPr>
              <a:t>Jaya He Jaya He Jaya He Jaya </a:t>
            </a:r>
            <a:r>
              <a:rPr lang="en-IN" b="1" dirty="0" err="1">
                <a:latin typeface="URW Palladio IT" pitchFamily="2" charset="0"/>
              </a:rPr>
              <a:t>Jaya</a:t>
            </a:r>
            <a:r>
              <a:rPr lang="en-IN" b="1" dirty="0">
                <a:latin typeface="URW Palladio IT" pitchFamily="2" charset="0"/>
              </a:rPr>
              <a:t> </a:t>
            </a:r>
            <a:r>
              <a:rPr lang="en-IN" b="1" dirty="0" err="1">
                <a:latin typeface="URW Palladio IT" pitchFamily="2" charset="0"/>
              </a:rPr>
              <a:t>Jaya</a:t>
            </a:r>
            <a:r>
              <a:rPr lang="en-IN" b="1" dirty="0">
                <a:latin typeface="URW Palladio IT" pitchFamily="2" charset="0"/>
              </a:rPr>
              <a:t> </a:t>
            </a:r>
            <a:r>
              <a:rPr lang="en-IN" b="1" dirty="0" err="1">
                <a:latin typeface="URW Palladio IT" pitchFamily="2" charset="0"/>
              </a:rPr>
              <a:t>Jaya</a:t>
            </a:r>
            <a:r>
              <a:rPr lang="en-IN" b="1" dirty="0">
                <a:latin typeface="URW Palladio IT" pitchFamily="2" charset="0"/>
              </a:rPr>
              <a:t> He</a:t>
            </a:r>
            <a:endParaRPr lang="en-US" b="1" dirty="0">
              <a:latin typeface="URW Palladio IT" pitchFamily="2" charset="0"/>
            </a:endParaRPr>
          </a:p>
          <a:p>
            <a:endParaRPr lang="en-US" dirty="0" smtClean="0">
              <a:latin typeface="Sanskrit 99" pitchFamily="2" charset="0"/>
            </a:endParaRPr>
          </a:p>
          <a:p>
            <a:pPr algn="ctr">
              <a:buNone/>
            </a:pPr>
            <a:r>
              <a:rPr lang="en-US" dirty="0" smtClean="0"/>
              <a:t>Thou dispenser of India's destiny.</a:t>
            </a:r>
            <a:br>
              <a:rPr lang="en-US" dirty="0" smtClean="0"/>
            </a:br>
            <a:r>
              <a:rPr lang="en-US" dirty="0" smtClean="0"/>
              <a:t>Victory, victory, victory to thee.</a:t>
            </a:r>
            <a:endParaRPr lang="en-US" dirty="0"/>
          </a:p>
        </p:txBody>
      </p:sp>
      <p:pic>
        <p:nvPicPr>
          <p:cNvPr id="4" name="Picture 6" descr="C:\Users\Samparka111\Desktop\india-flag-1024x600.jpg"/>
          <p:cNvPicPr>
            <a:picLocks noChangeAspect="1" noChangeArrowheads="1"/>
          </p:cNvPicPr>
          <p:nvPr/>
        </p:nvPicPr>
        <p:blipFill>
          <a:blip r:embed="rId2" cstate="print"/>
          <a:srcRect/>
          <a:stretch>
            <a:fillRect/>
          </a:stretch>
        </p:blipFill>
        <p:spPr bwMode="auto">
          <a:xfrm>
            <a:off x="176" y="1905441"/>
            <a:ext cx="2438964" cy="1429139"/>
          </a:xfrm>
          <a:prstGeom prst="rect">
            <a:avLst/>
          </a:prstGeom>
          <a:noFill/>
        </p:spPr>
      </p:pic>
      <p:pic>
        <p:nvPicPr>
          <p:cNvPr id="5" name="Picture 6" descr="C:\Users\Samparka111\Desktop\india-flag-1024x600.jpg"/>
          <p:cNvPicPr>
            <a:picLocks noChangeAspect="1" noChangeArrowheads="1"/>
          </p:cNvPicPr>
          <p:nvPr/>
        </p:nvPicPr>
        <p:blipFill>
          <a:blip r:embed="rId2" cstate="print"/>
          <a:srcRect/>
          <a:stretch>
            <a:fillRect/>
          </a:stretch>
        </p:blipFill>
        <p:spPr bwMode="auto">
          <a:xfrm>
            <a:off x="9756034" y="1905441"/>
            <a:ext cx="2438964" cy="1429139"/>
          </a:xfrm>
          <a:prstGeom prst="rect">
            <a:avLst/>
          </a:prstGeom>
          <a:noFill/>
        </p:spPr>
      </p:pic>
    </p:spTree>
    <p:extLst>
      <p:ext uri="{BB962C8B-B14F-4D97-AF65-F5344CB8AC3E}">
        <p14:creationId xmlns:p14="http://schemas.microsoft.com/office/powerpoint/2010/main" val="4107909036"/>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1"/>
          <p:cNvSpPr>
            <a:spLocks noChangeArrowheads="1"/>
          </p:cNvSpPr>
          <p:nvPr/>
        </p:nvSpPr>
        <p:spPr bwMode="auto">
          <a:xfrm>
            <a:off x="711385" y="5419407"/>
            <a:ext cx="10662309" cy="556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78" tIns="54439" rIns="108878" bIns="54439">
            <a:spAutoFit/>
          </a:bodyPr>
          <a:lstStyle/>
          <a:p>
            <a:pPr algn="ctr" fontAlgn="base">
              <a:spcBef>
                <a:spcPct val="0"/>
              </a:spcBef>
              <a:spcAft>
                <a:spcPct val="0"/>
              </a:spcAft>
            </a:pPr>
            <a:endParaRPr lang="en-IN" sz="2900" i="1" dirty="0">
              <a:solidFill>
                <a:srgbClr val="000000"/>
              </a:solidFill>
              <a:latin typeface="Palatino Linotype" pitchFamily="18" charset="0"/>
            </a:endParaRPr>
          </a:p>
        </p:txBody>
      </p:sp>
      <p:sp>
        <p:nvSpPr>
          <p:cNvPr id="5" name="Title 1"/>
          <p:cNvSpPr txBox="1">
            <a:spLocks/>
          </p:cNvSpPr>
          <p:nvPr/>
        </p:nvSpPr>
        <p:spPr bwMode="auto">
          <a:xfrm>
            <a:off x="914638" y="3277372"/>
            <a:ext cx="10365899" cy="1470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8878" tIns="54439" rIns="108878" bIns="54439"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eaLnBrk="1" hangingPunct="1"/>
            <a:r>
              <a:rPr lang="en-US" sz="10500" b="1" i="1" dirty="0">
                <a:latin typeface="DFKai-SB" pitchFamily="65" charset="-120"/>
                <a:ea typeface="DFKai-SB" pitchFamily="65" charset="-120"/>
              </a:rPr>
              <a:t>ALL TOGETHER</a:t>
            </a:r>
            <a:endParaRPr lang="en-IN" sz="10500" b="1" i="1" dirty="0">
              <a:latin typeface="DFKai-SB" pitchFamily="65" charset="-120"/>
              <a:ea typeface="DFKai-SB" pitchFamily="65" charset="-120"/>
            </a:endParaRPr>
          </a:p>
          <a:p>
            <a:pPr eaLnBrk="1" hangingPunct="1"/>
            <a:endParaRPr lang="en-US" sz="10500" dirty="0">
              <a:solidFill>
                <a:prstClr val="black"/>
              </a:solidFill>
              <a:latin typeface="AGaramond Bold" pitchFamily="18" charset="0"/>
            </a:endParaRPr>
          </a:p>
        </p:txBody>
      </p:sp>
      <p:sp>
        <p:nvSpPr>
          <p:cNvPr id="6" name="Subtitle 2"/>
          <p:cNvSpPr txBox="1">
            <a:spLocks/>
          </p:cNvSpPr>
          <p:nvPr/>
        </p:nvSpPr>
        <p:spPr bwMode="auto">
          <a:xfrm>
            <a:off x="0" y="1448135"/>
            <a:ext cx="12195175" cy="541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8878" tIns="54439" rIns="108878" bIns="54439" numCol="1" anchor="t" anchorCtr="0" compatLnSpc="1">
            <a:prstTxWarp prst="textNoShape">
              <a:avLst/>
            </a:prstTxWarp>
          </a:bodyPr>
          <a:lst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lnSpc>
                <a:spcPct val="150000"/>
              </a:lnSpc>
            </a:pPr>
            <a:endParaRPr lang="en-US" sz="4000" b="1" dirty="0">
              <a:solidFill>
                <a:prstClr val="black"/>
              </a:solidFill>
              <a:latin typeface="Palatino Linotype" pitchFamily="18" charset="0"/>
              <a:cs typeface="Times New Roman" pitchFamily="18" charset="0"/>
            </a:endParaRPr>
          </a:p>
        </p:txBody>
      </p:sp>
      <p:pic>
        <p:nvPicPr>
          <p:cNvPr id="7" name="Picture 6" descr="om-wallpaper-high-resolution.jpg"/>
          <p:cNvPicPr>
            <a:picLocks noChangeAspect="1"/>
          </p:cNvPicPr>
          <p:nvPr/>
        </p:nvPicPr>
        <p:blipFill>
          <a:blip r:embed="rId4"/>
          <a:stretch>
            <a:fillRect/>
          </a:stretch>
        </p:blipFill>
        <p:spPr>
          <a:xfrm>
            <a:off x="0" y="0"/>
            <a:ext cx="12195175" cy="6859588"/>
          </a:xfrm>
          <a:prstGeom prst="rect">
            <a:avLst/>
          </a:prstGeom>
        </p:spPr>
      </p:pic>
      <p:pic>
        <p:nvPicPr>
          <p:cNvPr id="2" name="om medit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1068894" y="166865"/>
            <a:ext cx="609600" cy="609600"/>
          </a:xfrm>
          <a:prstGeom prst="rect">
            <a:avLst/>
          </a:prstGeom>
        </p:spPr>
      </p:pic>
    </p:spTree>
    <p:extLst>
      <p:ext uri="{BB962C8B-B14F-4D97-AF65-F5344CB8AC3E}">
        <p14:creationId xmlns:p14="http://schemas.microsoft.com/office/powerpoint/2010/main" val="148755690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426527"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endCondLst>
                    <p:cond evt="onStopAudio" delay="0">
                      <p:tgtEl>
                        <p:sldTgt/>
                      </p:tgtEl>
                    </p:cond>
                  </p:endCondLst>
                </p:cTn>
                <p:tgtEl>
                  <p:spTgt spid="2"/>
                </p:tgtEl>
              </p:cMediaNode>
            </p:video>
          </p:childTnLst>
        </p:cTn>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1747</TotalTime>
  <Words>1725</Words>
  <Application>Microsoft Office PowerPoint</Application>
  <PresentationFormat>Custom</PresentationFormat>
  <Paragraphs>1010</Paragraphs>
  <Slides>111</Slides>
  <Notes>4</Notes>
  <HiddenSlides>0</HiddenSlides>
  <MMClips>1</MMClips>
  <ScaleCrop>false</ScaleCrop>
  <HeadingPairs>
    <vt:vector size="4" baseType="variant">
      <vt:variant>
        <vt:lpstr>Theme</vt:lpstr>
      </vt:variant>
      <vt:variant>
        <vt:i4>5</vt:i4>
      </vt:variant>
      <vt:variant>
        <vt:lpstr>Slide Titles</vt:lpstr>
      </vt:variant>
      <vt:variant>
        <vt:i4>111</vt:i4>
      </vt:variant>
    </vt:vector>
  </HeadingPairs>
  <TitlesOfParts>
    <vt:vector size="116" baseType="lpstr">
      <vt:lpstr>1_Office Theme</vt:lpstr>
      <vt:lpstr>Office Theme</vt:lpstr>
      <vt:lpstr>2_Office Theme</vt:lpstr>
      <vt:lpstr>5_Office Theme</vt:lpstr>
      <vt:lpstr>6_Office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श्रीमद्गोस्वामी-तुलसीदासजी विरचित   ॥श्रीहनुमान चालीसा॥ || Çré Hanumäna Cälésä ||   ॥ ಶ್ರೀ ಹನುಮಾನ್ ಚಾಲೀಸಾ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zaiNt m&lt;Ç</dc:title>
  <dc:creator>GATEWAY</dc:creator>
  <cp:lastModifiedBy>Yic</cp:lastModifiedBy>
  <cp:revision>248</cp:revision>
  <dcterms:created xsi:type="dcterms:W3CDTF">2016-12-29T08:37:33Z</dcterms:created>
  <dcterms:modified xsi:type="dcterms:W3CDTF">2021-08-24T02:33:24Z</dcterms:modified>
</cp:coreProperties>
</file>