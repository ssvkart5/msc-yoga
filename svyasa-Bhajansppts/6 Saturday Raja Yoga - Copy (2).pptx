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8" r:id="rId2"/>
    <p:sldMasterId id="2147483720" r:id="rId3"/>
    <p:sldMasterId id="2147483732" r:id="rId4"/>
    <p:sldMasterId id="2147483745" r:id="rId5"/>
    <p:sldMasterId id="2147483757" r:id="rId6"/>
  </p:sldMasterIdLst>
  <p:notesMasterIdLst>
    <p:notesMasterId r:id="rId116"/>
  </p:notesMasterIdLst>
  <p:sldIdLst>
    <p:sldId id="299" r:id="rId7"/>
    <p:sldId id="393" r:id="rId8"/>
    <p:sldId id="394" r:id="rId9"/>
    <p:sldId id="396" r:id="rId10"/>
    <p:sldId id="397" r:id="rId11"/>
    <p:sldId id="398" r:id="rId12"/>
    <p:sldId id="399" r:id="rId13"/>
    <p:sldId id="400" r:id="rId14"/>
    <p:sldId id="401" r:id="rId15"/>
    <p:sldId id="402" r:id="rId16"/>
    <p:sldId id="302" r:id="rId17"/>
    <p:sldId id="303" r:id="rId18"/>
    <p:sldId id="304" r:id="rId19"/>
    <p:sldId id="305" r:id="rId20"/>
    <p:sldId id="306" r:id="rId21"/>
    <p:sldId id="403" r:id="rId22"/>
    <p:sldId id="404" r:id="rId23"/>
    <p:sldId id="405" r:id="rId24"/>
    <p:sldId id="406" r:id="rId25"/>
    <p:sldId id="407" r:id="rId26"/>
    <p:sldId id="408" r:id="rId27"/>
    <p:sldId id="409" r:id="rId28"/>
    <p:sldId id="410" r:id="rId29"/>
    <p:sldId id="411" r:id="rId30"/>
    <p:sldId id="412" r:id="rId31"/>
    <p:sldId id="413" r:id="rId32"/>
    <p:sldId id="414" r:id="rId33"/>
    <p:sldId id="415" r:id="rId34"/>
    <p:sldId id="416" r:id="rId35"/>
    <p:sldId id="417" r:id="rId36"/>
    <p:sldId id="418" r:id="rId37"/>
    <p:sldId id="419" r:id="rId38"/>
    <p:sldId id="420" r:id="rId39"/>
    <p:sldId id="421" r:id="rId40"/>
    <p:sldId id="422" r:id="rId41"/>
    <p:sldId id="423" r:id="rId42"/>
    <p:sldId id="424" r:id="rId43"/>
    <p:sldId id="425" r:id="rId44"/>
    <p:sldId id="426" r:id="rId45"/>
    <p:sldId id="427" r:id="rId46"/>
    <p:sldId id="428" r:id="rId47"/>
    <p:sldId id="429" r:id="rId48"/>
    <p:sldId id="430" r:id="rId49"/>
    <p:sldId id="431" r:id="rId50"/>
    <p:sldId id="432" r:id="rId51"/>
    <p:sldId id="433" r:id="rId52"/>
    <p:sldId id="434" r:id="rId53"/>
    <p:sldId id="435" r:id="rId54"/>
    <p:sldId id="436" r:id="rId55"/>
    <p:sldId id="437" r:id="rId56"/>
    <p:sldId id="438" r:id="rId57"/>
    <p:sldId id="439" r:id="rId58"/>
    <p:sldId id="440" r:id="rId59"/>
    <p:sldId id="441" r:id="rId60"/>
    <p:sldId id="442" r:id="rId61"/>
    <p:sldId id="443" r:id="rId62"/>
    <p:sldId id="444" r:id="rId63"/>
    <p:sldId id="445" r:id="rId64"/>
    <p:sldId id="446" r:id="rId65"/>
    <p:sldId id="447" r:id="rId66"/>
    <p:sldId id="448" r:id="rId67"/>
    <p:sldId id="449" r:id="rId68"/>
    <p:sldId id="450" r:id="rId69"/>
    <p:sldId id="451" r:id="rId70"/>
    <p:sldId id="452" r:id="rId71"/>
    <p:sldId id="453" r:id="rId72"/>
    <p:sldId id="454" r:id="rId73"/>
    <p:sldId id="455" r:id="rId74"/>
    <p:sldId id="456" r:id="rId75"/>
    <p:sldId id="474" r:id="rId76"/>
    <p:sldId id="297" r:id="rId77"/>
    <p:sldId id="258" r:id="rId78"/>
    <p:sldId id="260" r:id="rId79"/>
    <p:sldId id="291" r:id="rId80"/>
    <p:sldId id="292" r:id="rId81"/>
    <p:sldId id="293" r:id="rId82"/>
    <p:sldId id="294" r:id="rId83"/>
    <p:sldId id="261" r:id="rId84"/>
    <p:sldId id="262" r:id="rId85"/>
    <p:sldId id="263" r:id="rId86"/>
    <p:sldId id="264" r:id="rId87"/>
    <p:sldId id="267" r:id="rId88"/>
    <p:sldId id="268" r:id="rId89"/>
    <p:sldId id="269" r:id="rId90"/>
    <p:sldId id="270" r:id="rId91"/>
    <p:sldId id="271" r:id="rId92"/>
    <p:sldId id="272" r:id="rId93"/>
    <p:sldId id="273" r:id="rId94"/>
    <p:sldId id="274" r:id="rId95"/>
    <p:sldId id="275" r:id="rId96"/>
    <p:sldId id="276" r:id="rId97"/>
    <p:sldId id="277" r:id="rId98"/>
    <p:sldId id="278" r:id="rId99"/>
    <p:sldId id="279" r:id="rId100"/>
    <p:sldId id="280" r:id="rId101"/>
    <p:sldId id="281" r:id="rId102"/>
    <p:sldId id="282" r:id="rId103"/>
    <p:sldId id="283" r:id="rId104"/>
    <p:sldId id="284" r:id="rId105"/>
    <p:sldId id="285" r:id="rId106"/>
    <p:sldId id="378" r:id="rId107"/>
    <p:sldId id="381" r:id="rId108"/>
    <p:sldId id="379" r:id="rId109"/>
    <p:sldId id="380" r:id="rId110"/>
    <p:sldId id="473" r:id="rId111"/>
    <p:sldId id="467" r:id="rId112"/>
    <p:sldId id="468" r:id="rId113"/>
    <p:sldId id="469" r:id="rId114"/>
    <p:sldId id="382" r:id="rId1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1" autoAdjust="0"/>
    <p:restoredTop sz="94660"/>
  </p:normalViewPr>
  <p:slideViewPr>
    <p:cSldViewPr>
      <p:cViewPr varScale="1">
        <p:scale>
          <a:sx n="98" d="100"/>
          <a:sy n="98" d="100"/>
        </p:scale>
        <p:origin x="-600" y="-1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presProps" Target="presProps.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slide" Target="slides/slide81.xml"/><Relationship Id="rId102" Type="http://schemas.openxmlformats.org/officeDocument/2006/relationships/slide" Target="slides/slide96.xml"/><Relationship Id="rId110" Type="http://schemas.openxmlformats.org/officeDocument/2006/relationships/slide" Target="slides/slide104.xml"/><Relationship Id="rId115" Type="http://schemas.openxmlformats.org/officeDocument/2006/relationships/slide" Target="slides/slide109.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slide" Target="slides/slide84.xml"/><Relationship Id="rId95" Type="http://schemas.openxmlformats.org/officeDocument/2006/relationships/slide" Target="slides/slide89.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13" Type="http://schemas.openxmlformats.org/officeDocument/2006/relationships/slide" Target="slides/slide107.xml"/><Relationship Id="rId118"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slide" Target="slides/slide97.xml"/><Relationship Id="rId108" Type="http://schemas.openxmlformats.org/officeDocument/2006/relationships/slide" Target="slides/slide102.xml"/><Relationship Id="rId11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11" Type="http://schemas.openxmlformats.org/officeDocument/2006/relationships/slide" Target="slides/slide10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slide" Target="slides/slide100.xml"/><Relationship Id="rId114" Type="http://schemas.openxmlformats.org/officeDocument/2006/relationships/slide" Target="slides/slide108.xml"/><Relationship Id="rId119"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tableStyles" Target="tableStyle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06C38-1DFF-46FA-BCF7-4F82EFAFA132}" type="datetimeFigureOut">
              <a:rPr lang="en-US" smtClean="0"/>
              <a:t>9/6/2021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75C20-5A1D-4C2F-9A35-2B6F0D95962B}" type="slidenum">
              <a:rPr lang="en-US" smtClean="0"/>
              <a:t>‹#›</a:t>
            </a:fld>
            <a:endParaRPr lang="en-US"/>
          </a:p>
        </p:txBody>
      </p:sp>
    </p:spTree>
    <p:extLst>
      <p:ext uri="{BB962C8B-B14F-4D97-AF65-F5344CB8AC3E}">
        <p14:creationId xmlns:p14="http://schemas.microsoft.com/office/powerpoint/2010/main" val="283225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3350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smtClean="0"/>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6852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0608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073" indent="0" algn="ctr">
              <a:buNone/>
              <a:defRPr>
                <a:solidFill>
                  <a:schemeClr val="tx1">
                    <a:tint val="75000"/>
                  </a:schemeClr>
                </a:solidFill>
              </a:defRPr>
            </a:lvl2pPr>
            <a:lvl3pPr marL="914145" indent="0" algn="ctr">
              <a:buNone/>
              <a:defRPr>
                <a:solidFill>
                  <a:schemeClr val="tx1">
                    <a:tint val="75000"/>
                  </a:schemeClr>
                </a:solidFill>
              </a:defRPr>
            </a:lvl3pPr>
            <a:lvl4pPr marL="1371218" indent="0" algn="ctr">
              <a:buNone/>
              <a:defRPr>
                <a:solidFill>
                  <a:schemeClr val="tx1">
                    <a:tint val="75000"/>
                  </a:schemeClr>
                </a:solidFill>
              </a:defRPr>
            </a:lvl4pPr>
            <a:lvl5pPr marL="1828290" indent="0" algn="ctr">
              <a:buNone/>
              <a:defRPr>
                <a:solidFill>
                  <a:schemeClr val="tx1">
                    <a:tint val="75000"/>
                  </a:schemeClr>
                </a:solidFill>
              </a:defRPr>
            </a:lvl5pPr>
            <a:lvl6pPr marL="2285364" indent="0" algn="ctr">
              <a:buNone/>
              <a:defRPr>
                <a:solidFill>
                  <a:schemeClr val="tx1">
                    <a:tint val="75000"/>
                  </a:schemeClr>
                </a:solidFill>
              </a:defRPr>
            </a:lvl6pPr>
            <a:lvl7pPr marL="2742436" indent="0" algn="ctr">
              <a:buNone/>
              <a:defRPr>
                <a:solidFill>
                  <a:schemeClr val="tx1">
                    <a:tint val="75000"/>
                  </a:schemeClr>
                </a:solidFill>
              </a:defRPr>
            </a:lvl7pPr>
            <a:lvl8pPr marL="3199509" indent="0" algn="ctr">
              <a:buNone/>
              <a:defRPr>
                <a:solidFill>
                  <a:schemeClr val="tx1">
                    <a:tint val="75000"/>
                  </a:schemeClr>
                </a:solidFill>
              </a:defRPr>
            </a:lvl8pPr>
            <a:lvl9pPr marL="365658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6594CD-E493-4D95-9D74-1403FE98BAA7}" type="slidenum">
              <a:rPr lang="en-US"/>
              <a:pPr>
                <a:defRPr/>
              </a:pPr>
              <a:t>‹#›</a:t>
            </a:fld>
            <a:endParaRPr lang="en-US"/>
          </a:p>
        </p:txBody>
      </p:sp>
    </p:spTree>
    <p:extLst>
      <p:ext uri="{BB962C8B-B14F-4D97-AF65-F5344CB8AC3E}">
        <p14:creationId xmlns:p14="http://schemas.microsoft.com/office/powerpoint/2010/main" val="932615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7BA4298-B3E8-4384-82BA-D110160E18F3}" type="slidenum">
              <a:rPr lang="en-US"/>
              <a:pPr>
                <a:defRPr/>
              </a:pPr>
              <a:t>‹#›</a:t>
            </a:fld>
            <a:endParaRPr lang="en-US"/>
          </a:p>
        </p:txBody>
      </p:sp>
    </p:spTree>
    <p:extLst>
      <p:ext uri="{BB962C8B-B14F-4D97-AF65-F5344CB8AC3E}">
        <p14:creationId xmlns:p14="http://schemas.microsoft.com/office/powerpoint/2010/main" val="337552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8"/>
            <a:ext cx="7772400" cy="1125140"/>
          </a:xfrm>
        </p:spPr>
        <p:txBody>
          <a:bodyPr anchor="b"/>
          <a:lstStyle>
            <a:lvl1pPr marL="0" indent="0">
              <a:buNone/>
              <a:defRPr sz="2000">
                <a:solidFill>
                  <a:schemeClr val="tx1">
                    <a:tint val="75000"/>
                  </a:schemeClr>
                </a:solidFill>
              </a:defRPr>
            </a:lvl1pPr>
            <a:lvl2pPr marL="457073" indent="0">
              <a:buNone/>
              <a:defRPr sz="1800">
                <a:solidFill>
                  <a:schemeClr val="tx1">
                    <a:tint val="75000"/>
                  </a:schemeClr>
                </a:solidFill>
              </a:defRPr>
            </a:lvl2pPr>
            <a:lvl3pPr marL="914145" indent="0">
              <a:buNone/>
              <a:defRPr sz="1600">
                <a:solidFill>
                  <a:schemeClr val="tx1">
                    <a:tint val="75000"/>
                  </a:schemeClr>
                </a:solidFill>
              </a:defRPr>
            </a:lvl3pPr>
            <a:lvl4pPr marL="1371218" indent="0">
              <a:buNone/>
              <a:defRPr sz="1400">
                <a:solidFill>
                  <a:schemeClr val="tx1">
                    <a:tint val="75000"/>
                  </a:schemeClr>
                </a:solidFill>
              </a:defRPr>
            </a:lvl4pPr>
            <a:lvl5pPr marL="1828290" indent="0">
              <a:buNone/>
              <a:defRPr sz="1400">
                <a:solidFill>
                  <a:schemeClr val="tx1">
                    <a:tint val="75000"/>
                  </a:schemeClr>
                </a:solidFill>
              </a:defRPr>
            </a:lvl5pPr>
            <a:lvl6pPr marL="2285364" indent="0">
              <a:buNone/>
              <a:defRPr sz="1400">
                <a:solidFill>
                  <a:schemeClr val="tx1">
                    <a:tint val="75000"/>
                  </a:schemeClr>
                </a:solidFill>
              </a:defRPr>
            </a:lvl6pPr>
            <a:lvl7pPr marL="2742436" indent="0">
              <a:buNone/>
              <a:defRPr sz="1400">
                <a:solidFill>
                  <a:schemeClr val="tx1">
                    <a:tint val="75000"/>
                  </a:schemeClr>
                </a:solidFill>
              </a:defRPr>
            </a:lvl7pPr>
            <a:lvl8pPr marL="3199509" indent="0">
              <a:buNone/>
              <a:defRPr sz="1400">
                <a:solidFill>
                  <a:schemeClr val="tx1">
                    <a:tint val="75000"/>
                  </a:schemeClr>
                </a:solidFill>
              </a:defRPr>
            </a:lvl8pPr>
            <a:lvl9pPr marL="3656582"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CF79F35-56FF-4F95-8B51-9777B58E2034}" type="slidenum">
              <a:rPr lang="en-US"/>
              <a:pPr>
                <a:defRPr/>
              </a:pPr>
              <a:t>‹#›</a:t>
            </a:fld>
            <a:endParaRPr lang="en-US"/>
          </a:p>
        </p:txBody>
      </p:sp>
    </p:spTree>
    <p:extLst>
      <p:ext uri="{BB962C8B-B14F-4D97-AF65-F5344CB8AC3E}">
        <p14:creationId xmlns:p14="http://schemas.microsoft.com/office/powerpoint/2010/main" val="144639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2" y="1200154"/>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4"/>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A49C1E-65B2-4E88-92FE-2F1C8AE2E01F}" type="slidenum">
              <a:rPr lang="en-US"/>
              <a:pPr>
                <a:defRPr/>
              </a:pPr>
              <a:t>‹#›</a:t>
            </a:fld>
            <a:endParaRPr lang="en-US"/>
          </a:p>
        </p:txBody>
      </p:sp>
    </p:spTree>
    <p:extLst>
      <p:ext uri="{BB962C8B-B14F-4D97-AF65-F5344CB8AC3E}">
        <p14:creationId xmlns:p14="http://schemas.microsoft.com/office/powerpoint/2010/main" val="3255500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2" y="1151335"/>
            <a:ext cx="4040188" cy="479822"/>
          </a:xfrm>
        </p:spPr>
        <p:txBody>
          <a:bodyPr anchor="b"/>
          <a:lstStyle>
            <a:lvl1pPr marL="0" indent="0">
              <a:buNone/>
              <a:defRPr sz="2400" b="1"/>
            </a:lvl1pPr>
            <a:lvl2pPr marL="457073" indent="0">
              <a:buNone/>
              <a:defRPr sz="2000" b="1"/>
            </a:lvl2pPr>
            <a:lvl3pPr marL="914145" indent="0">
              <a:buNone/>
              <a:defRPr sz="1800" b="1"/>
            </a:lvl3pPr>
            <a:lvl4pPr marL="1371218" indent="0">
              <a:buNone/>
              <a:defRPr sz="1600" b="1"/>
            </a:lvl4pPr>
            <a:lvl5pPr marL="1828290" indent="0">
              <a:buNone/>
              <a:defRPr sz="1600" b="1"/>
            </a:lvl5pPr>
            <a:lvl6pPr marL="2285364" indent="0">
              <a:buNone/>
              <a:defRPr sz="1600" b="1"/>
            </a:lvl6pPr>
            <a:lvl7pPr marL="2742436" indent="0">
              <a:buNone/>
              <a:defRPr sz="1600" b="1"/>
            </a:lvl7pPr>
            <a:lvl8pPr marL="3199509" indent="0">
              <a:buNone/>
              <a:defRPr sz="1600" b="1"/>
            </a:lvl8pPr>
            <a:lvl9pPr marL="3656582"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2"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073" indent="0">
              <a:buNone/>
              <a:defRPr sz="2000" b="1"/>
            </a:lvl2pPr>
            <a:lvl3pPr marL="914145" indent="0">
              <a:buNone/>
              <a:defRPr sz="1800" b="1"/>
            </a:lvl3pPr>
            <a:lvl4pPr marL="1371218" indent="0">
              <a:buNone/>
              <a:defRPr sz="1600" b="1"/>
            </a:lvl4pPr>
            <a:lvl5pPr marL="1828290" indent="0">
              <a:buNone/>
              <a:defRPr sz="1600" b="1"/>
            </a:lvl5pPr>
            <a:lvl6pPr marL="2285364" indent="0">
              <a:buNone/>
              <a:defRPr sz="1600" b="1"/>
            </a:lvl6pPr>
            <a:lvl7pPr marL="2742436" indent="0">
              <a:buNone/>
              <a:defRPr sz="1600" b="1"/>
            </a:lvl7pPr>
            <a:lvl8pPr marL="3199509" indent="0">
              <a:buNone/>
              <a:defRPr sz="1600" b="1"/>
            </a:lvl8pPr>
            <a:lvl9pPr marL="3656582"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7E42D9C-CDEB-462B-82AF-B269AA27B252}" type="slidenum">
              <a:rPr lang="en-US"/>
              <a:pPr>
                <a:defRPr/>
              </a:pPr>
              <a:t>‹#›</a:t>
            </a:fld>
            <a:endParaRPr lang="en-US"/>
          </a:p>
        </p:txBody>
      </p:sp>
    </p:spTree>
    <p:extLst>
      <p:ext uri="{BB962C8B-B14F-4D97-AF65-F5344CB8AC3E}">
        <p14:creationId xmlns:p14="http://schemas.microsoft.com/office/powerpoint/2010/main" val="477050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9F53B07-0086-4E95-BF8E-8CDF03354958}" type="slidenum">
              <a:rPr lang="en-US"/>
              <a:pPr>
                <a:defRPr/>
              </a:pPr>
              <a:t>‹#›</a:t>
            </a:fld>
            <a:endParaRPr lang="en-US"/>
          </a:p>
        </p:txBody>
      </p:sp>
    </p:spTree>
    <p:extLst>
      <p:ext uri="{BB962C8B-B14F-4D97-AF65-F5344CB8AC3E}">
        <p14:creationId xmlns:p14="http://schemas.microsoft.com/office/powerpoint/2010/main" val="390722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5285A41-EBE2-414C-B636-56D7580BF746}" type="slidenum">
              <a:rPr lang="en-US"/>
              <a:pPr>
                <a:defRPr/>
              </a:pPr>
              <a:t>‹#›</a:t>
            </a:fld>
            <a:endParaRPr lang="en-US"/>
          </a:p>
        </p:txBody>
      </p:sp>
    </p:spTree>
    <p:extLst>
      <p:ext uri="{BB962C8B-B14F-4D97-AF65-F5344CB8AC3E}">
        <p14:creationId xmlns:p14="http://schemas.microsoft.com/office/powerpoint/2010/main" val="137764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3" y="1076328"/>
            <a:ext cx="3008313" cy="3518297"/>
          </a:xfrm>
        </p:spPr>
        <p:txBody>
          <a:bodyPr/>
          <a:lstStyle>
            <a:lvl1pPr marL="0" indent="0">
              <a:buNone/>
              <a:defRPr sz="1400"/>
            </a:lvl1pPr>
            <a:lvl2pPr marL="457073" indent="0">
              <a:buNone/>
              <a:defRPr sz="1200"/>
            </a:lvl2pPr>
            <a:lvl3pPr marL="914145" indent="0">
              <a:buNone/>
              <a:defRPr sz="1000"/>
            </a:lvl3pPr>
            <a:lvl4pPr marL="1371218" indent="0">
              <a:buNone/>
              <a:defRPr sz="900"/>
            </a:lvl4pPr>
            <a:lvl5pPr marL="1828290" indent="0">
              <a:buNone/>
              <a:defRPr sz="900"/>
            </a:lvl5pPr>
            <a:lvl6pPr marL="2285364" indent="0">
              <a:buNone/>
              <a:defRPr sz="900"/>
            </a:lvl6pPr>
            <a:lvl7pPr marL="2742436" indent="0">
              <a:buNone/>
              <a:defRPr sz="900"/>
            </a:lvl7pPr>
            <a:lvl8pPr marL="3199509" indent="0">
              <a:buNone/>
              <a:defRPr sz="900"/>
            </a:lvl8pPr>
            <a:lvl9pPr marL="365658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C805C7D-500A-48B4-8359-DED96864ED1C}" type="slidenum">
              <a:rPr lang="en-US"/>
              <a:pPr>
                <a:defRPr/>
              </a:pPr>
              <a:t>‹#›</a:t>
            </a:fld>
            <a:endParaRPr lang="en-US"/>
          </a:p>
        </p:txBody>
      </p:sp>
    </p:spTree>
    <p:extLst>
      <p:ext uri="{BB962C8B-B14F-4D97-AF65-F5344CB8AC3E}">
        <p14:creationId xmlns:p14="http://schemas.microsoft.com/office/powerpoint/2010/main" val="3918925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90" y="459581"/>
            <a:ext cx="5486400" cy="3086100"/>
          </a:xfrm>
        </p:spPr>
        <p:txBody>
          <a:bodyPr rtlCol="0">
            <a:normAutofit/>
          </a:bodyPr>
          <a:lstStyle>
            <a:lvl1pPr marL="0" indent="0">
              <a:buNone/>
              <a:defRPr sz="3200"/>
            </a:lvl1pPr>
            <a:lvl2pPr marL="457073" indent="0">
              <a:buNone/>
              <a:defRPr sz="2800"/>
            </a:lvl2pPr>
            <a:lvl3pPr marL="914145" indent="0">
              <a:buNone/>
              <a:defRPr sz="2400"/>
            </a:lvl3pPr>
            <a:lvl4pPr marL="1371218" indent="0">
              <a:buNone/>
              <a:defRPr sz="2000"/>
            </a:lvl4pPr>
            <a:lvl5pPr marL="1828290" indent="0">
              <a:buNone/>
              <a:defRPr sz="2000"/>
            </a:lvl5pPr>
            <a:lvl6pPr marL="2285364" indent="0">
              <a:buNone/>
              <a:defRPr sz="2000"/>
            </a:lvl6pPr>
            <a:lvl7pPr marL="2742436" indent="0">
              <a:buNone/>
              <a:defRPr sz="2000"/>
            </a:lvl7pPr>
            <a:lvl8pPr marL="3199509" indent="0">
              <a:buNone/>
              <a:defRPr sz="2000"/>
            </a:lvl8pPr>
            <a:lvl9pPr marL="3656582" indent="0">
              <a:buNone/>
              <a:defRPr sz="2000"/>
            </a:lvl9pPr>
          </a:lstStyle>
          <a:p>
            <a:pPr lvl="0"/>
            <a:endParaRPr lang="en-US" noProof="0" smtClean="0"/>
          </a:p>
        </p:txBody>
      </p:sp>
      <p:sp>
        <p:nvSpPr>
          <p:cNvPr id="4" name="Text Placeholder 3"/>
          <p:cNvSpPr>
            <a:spLocks noGrp="1"/>
          </p:cNvSpPr>
          <p:nvPr>
            <p:ph type="body" sz="half" idx="2"/>
          </p:nvPr>
        </p:nvSpPr>
        <p:spPr>
          <a:xfrm>
            <a:off x="1792290" y="4025504"/>
            <a:ext cx="5486400" cy="603647"/>
          </a:xfrm>
        </p:spPr>
        <p:txBody>
          <a:bodyPr/>
          <a:lstStyle>
            <a:lvl1pPr marL="0" indent="0">
              <a:buNone/>
              <a:defRPr sz="1400"/>
            </a:lvl1pPr>
            <a:lvl2pPr marL="457073" indent="0">
              <a:buNone/>
              <a:defRPr sz="1200"/>
            </a:lvl2pPr>
            <a:lvl3pPr marL="914145" indent="0">
              <a:buNone/>
              <a:defRPr sz="1000"/>
            </a:lvl3pPr>
            <a:lvl4pPr marL="1371218" indent="0">
              <a:buNone/>
              <a:defRPr sz="900"/>
            </a:lvl4pPr>
            <a:lvl5pPr marL="1828290" indent="0">
              <a:buNone/>
              <a:defRPr sz="900"/>
            </a:lvl5pPr>
            <a:lvl6pPr marL="2285364" indent="0">
              <a:buNone/>
              <a:defRPr sz="900"/>
            </a:lvl6pPr>
            <a:lvl7pPr marL="2742436" indent="0">
              <a:buNone/>
              <a:defRPr sz="900"/>
            </a:lvl7pPr>
            <a:lvl8pPr marL="3199509" indent="0">
              <a:buNone/>
              <a:defRPr sz="900"/>
            </a:lvl8pPr>
            <a:lvl9pPr marL="365658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AE938BC-663E-4D93-9D95-A0BE191ACC57}" type="slidenum">
              <a:rPr lang="en-US"/>
              <a:pPr>
                <a:defRPr/>
              </a:pPr>
              <a:t>‹#›</a:t>
            </a:fld>
            <a:endParaRPr lang="en-US"/>
          </a:p>
        </p:txBody>
      </p:sp>
    </p:spTree>
    <p:extLst>
      <p:ext uri="{BB962C8B-B14F-4D97-AF65-F5344CB8AC3E}">
        <p14:creationId xmlns:p14="http://schemas.microsoft.com/office/powerpoint/2010/main" val="1397069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CBA6ED1-9C25-45EB-8751-684C0DBF5507}" type="slidenum">
              <a:rPr lang="en-US"/>
              <a:pPr>
                <a:defRPr/>
              </a:pPr>
              <a:t>‹#›</a:t>
            </a:fld>
            <a:endParaRPr lang="en-US"/>
          </a:p>
        </p:txBody>
      </p:sp>
    </p:spTree>
    <p:extLst>
      <p:ext uri="{BB962C8B-B14F-4D97-AF65-F5344CB8AC3E}">
        <p14:creationId xmlns:p14="http://schemas.microsoft.com/office/powerpoint/2010/main" val="341304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2"/>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2"/>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351B8B3-E16B-45E3-973F-92E55373A2A7}" type="slidenum">
              <a:rPr lang="en-US"/>
              <a:pPr>
                <a:defRPr/>
              </a:pPr>
              <a:t>‹#›</a:t>
            </a:fld>
            <a:endParaRPr lang="en-US"/>
          </a:p>
        </p:txBody>
      </p:sp>
    </p:spTree>
    <p:extLst>
      <p:ext uri="{BB962C8B-B14F-4D97-AF65-F5344CB8AC3E}">
        <p14:creationId xmlns:p14="http://schemas.microsoft.com/office/powerpoint/2010/main" val="292695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D30CD29-1DB5-46A5-A87D-8DEFCEAB366B}"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34ABFF6-A451-42FC-BECB-155267DD3F51}"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F927812B-9ED0-4ED1-9E3B-A0FBA57D734B}"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4DA48633-9E17-41E4-B08E-98259F82A624}"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067D2BBF-5CCA-4B73-8207-9296B10EA8FE}"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E472234-6427-4417-B5BA-27C8119A8238}"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FFC72869-ABD1-4687-B906-C64E2DDB0B2D}"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B1BD42A0-C0A3-4B33-A374-7D8EC2FC305C}"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48585BFE-350A-44E6-8DE1-1FEBDEBEB91A}"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2464CEC-3D9D-46A8-BA21-4750EC1B2BCE}"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A6114942-A433-4B12-9CFB-B9343823EB1B}"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19"/>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32259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08297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3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825963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353932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34" y="1151336"/>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34"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320213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915480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758115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8"/>
            <a:ext cx="3008313" cy="871538"/>
          </a:xfrm>
        </p:spPr>
        <p:txBody>
          <a:bodyPr anchor="b"/>
          <a:lstStyle>
            <a:lvl1pPr algn="l">
              <a:defRPr sz="1500" b="1"/>
            </a:lvl1pPr>
          </a:lstStyle>
          <a:p>
            <a:r>
              <a:rPr lang="en-US" smtClean="0"/>
              <a:t>Click to edit Master title style</a:t>
            </a:r>
            <a:endParaRPr lang="en-CA"/>
          </a:p>
        </p:txBody>
      </p:sp>
      <p:sp>
        <p:nvSpPr>
          <p:cNvPr id="3" name="Content Placeholder 2"/>
          <p:cNvSpPr>
            <a:spLocks noGrp="1"/>
          </p:cNvSpPr>
          <p:nvPr>
            <p:ph idx="1"/>
          </p:nvPr>
        </p:nvSpPr>
        <p:spPr>
          <a:xfrm>
            <a:off x="3575050" y="20479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840424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2"/>
            <a:ext cx="5486400" cy="425054"/>
          </a:xfrm>
        </p:spPr>
        <p:txBody>
          <a:bodyPr anchor="b"/>
          <a:lstStyle>
            <a:lvl1pPr algn="l">
              <a:defRPr sz="1500" b="1"/>
            </a:lvl1pPr>
          </a:lstStyle>
          <a:p>
            <a:r>
              <a:rPr lang="en-US" smtClean="0"/>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CA" noProof="0" smtClean="0"/>
          </a:p>
        </p:txBody>
      </p:sp>
      <p:sp>
        <p:nvSpPr>
          <p:cNvPr id="4" name="Text Placeholder 3"/>
          <p:cNvSpPr>
            <a:spLocks noGrp="1"/>
          </p:cNvSpPr>
          <p:nvPr>
            <p:ph type="body" sz="half" idx="2"/>
          </p:nvPr>
        </p:nvSpPr>
        <p:spPr>
          <a:xfrm>
            <a:off x="1792288" y="402551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893290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3473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44179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2"/>
            <a:ext cx="7772400" cy="1102519"/>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C02CDCA6-D032-4BD7-9A0D-FFE302992A8E}" type="datetime1">
              <a:rPr lang="en-US" altLang="en-US"/>
              <a:pPr>
                <a:defRPr/>
              </a:pPr>
              <a:t>9/6/2021</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28BE58F7-ED29-446A-9384-636021D30289}"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0909491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673E3C3F-93A9-4F58-95C5-4CD19BFF317E}" type="datetime1">
              <a:rPr lang="en-US" altLang="en-US"/>
              <a:pPr>
                <a:defRPr/>
              </a:pPr>
              <a:t>9/6/2021</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67C7D751-3418-418D-AB95-0C8C2DD3E814}"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9558940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80"/>
            <a:ext cx="7772400" cy="1021556"/>
          </a:xfrm>
        </p:spPr>
        <p:txBody>
          <a:bodyPr anchor="t"/>
          <a:lstStyle>
            <a:lvl1pPr algn="l">
              <a:defRPr sz="3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fld id="{6DCA690E-5ADC-4EAB-9317-3FD75CDAAB08}" type="datetime1">
              <a:rPr lang="en-US" altLang="en-US"/>
              <a:pPr>
                <a:defRPr/>
              </a:pPr>
              <a:t>9/6/2021</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DA58D37-5604-42BA-8783-4CA59767D26B}"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042355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200155"/>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200155"/>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3"/>
          <p:cNvSpPr>
            <a:spLocks noGrp="1" noChangeArrowheads="1"/>
          </p:cNvSpPr>
          <p:nvPr>
            <p:ph type="dt" sz="half" idx="10"/>
          </p:nvPr>
        </p:nvSpPr>
        <p:spPr>
          <a:ln/>
        </p:spPr>
        <p:txBody>
          <a:bodyPr/>
          <a:lstStyle>
            <a:lvl1pPr>
              <a:defRPr/>
            </a:lvl1pPr>
          </a:lstStyle>
          <a:p>
            <a:pPr>
              <a:defRPr/>
            </a:pPr>
            <a:fld id="{3ED1F01F-2FEF-41AD-A214-000B32E05C05}" type="datetime1">
              <a:rPr lang="en-US" altLang="en-US"/>
              <a:pPr>
                <a:defRPr/>
              </a:pPr>
              <a:t>9/6/2021</a:t>
            </a:fld>
            <a:endParaRPr lang="en-US" sz="135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ED03D147-3A6F-4252-9AD9-ED308BA29801}"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6795195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34" y="1151336"/>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34"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3"/>
          <p:cNvSpPr>
            <a:spLocks noGrp="1" noChangeArrowheads="1"/>
          </p:cNvSpPr>
          <p:nvPr>
            <p:ph type="dt" sz="half" idx="10"/>
          </p:nvPr>
        </p:nvSpPr>
        <p:spPr>
          <a:ln/>
        </p:spPr>
        <p:txBody>
          <a:bodyPr/>
          <a:lstStyle>
            <a:lvl1pPr>
              <a:defRPr/>
            </a:lvl1pPr>
          </a:lstStyle>
          <a:p>
            <a:pPr>
              <a:defRPr/>
            </a:pPr>
            <a:fld id="{B7E415A7-A53E-4E76-9DE2-A0ED801E2D22}" type="datetime1">
              <a:rPr lang="en-US" altLang="en-US"/>
              <a:pPr>
                <a:defRPr/>
              </a:pPr>
              <a:t>9/6/2021</a:t>
            </a:fld>
            <a:endParaRPr lang="en-US" sz="1350">
              <a:solidFill>
                <a:schemeClr val="tx1"/>
              </a:solidFill>
              <a:latin typeface="Arial" pitchFamily="34" charset="0"/>
              <a:sym typeface="Arial" pitchFamily="34" charset="0"/>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E689C261-4544-4AA4-93CF-756A9FD07C10}"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8441268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AC62D63D-4E2E-4767-B85C-44B82BC920B5}" type="datetime1">
              <a:rPr lang="en-US" altLang="en-US"/>
              <a:pPr>
                <a:defRPr/>
              </a:pPr>
              <a:t>9/6/2021</a:t>
            </a:fld>
            <a:endParaRPr lang="en-US" sz="135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0B86347B-9EBB-4551-BED1-CFE04B1382BA}"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7282547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C0626089-623C-4C1F-9F92-FF52E24ADABC}" type="datetime1">
              <a:rPr lang="en-US" altLang="en-US"/>
              <a:pPr>
                <a:defRPr/>
              </a:pPr>
              <a:t>9/6/2021</a:t>
            </a:fld>
            <a:endParaRPr lang="en-US" sz="1350">
              <a:solidFill>
                <a:schemeClr val="tx1"/>
              </a:solidFill>
              <a:latin typeface="Arial" pitchFamily="34" charset="0"/>
              <a:sym typeface="Arial" pitchFamily="34" charset="0"/>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852AB93F-ACAD-45A2-806D-F968067C5BCF}"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4057414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8"/>
            <a:ext cx="3008313" cy="871538"/>
          </a:xfrm>
        </p:spPr>
        <p:txBody>
          <a:bodyPr anchor="b"/>
          <a:lstStyle>
            <a:lvl1pPr algn="l">
              <a:defRPr sz="1500" b="1"/>
            </a:lvl1pPr>
          </a:lstStyle>
          <a:p>
            <a:r>
              <a:rPr lang="en-US" smtClean="0"/>
              <a:t>Click to edit Master title style</a:t>
            </a:r>
            <a:endParaRPr lang="en-IN"/>
          </a:p>
        </p:txBody>
      </p:sp>
      <p:sp>
        <p:nvSpPr>
          <p:cNvPr id="3" name="Content Placeholder 2"/>
          <p:cNvSpPr>
            <a:spLocks noGrp="1"/>
          </p:cNvSpPr>
          <p:nvPr>
            <p:ph idx="1"/>
          </p:nvPr>
        </p:nvSpPr>
        <p:spPr>
          <a:xfrm>
            <a:off x="3575050" y="204800"/>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EF36EDB7-283C-4255-AC31-78E523FA0188}" type="datetime1">
              <a:rPr lang="en-US" altLang="en-US"/>
              <a:pPr>
                <a:defRPr/>
              </a:pPr>
              <a:t>9/6/2021</a:t>
            </a:fld>
            <a:endParaRPr lang="en-US" sz="135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A6F0228C-EB43-48DD-B6CD-7C126611FD24}"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9785284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2"/>
            <a:ext cx="5486400" cy="425054"/>
          </a:xfrm>
        </p:spPr>
        <p:txBody>
          <a:bodyPr anchor="b"/>
          <a:lstStyle>
            <a:lvl1pPr algn="l">
              <a:defRPr sz="1500" b="1"/>
            </a:lvl1pPr>
          </a:lstStyle>
          <a:p>
            <a:r>
              <a:rPr lang="en-US" smtClean="0"/>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IN" noProof="0" smtClean="0">
              <a:sym typeface="Calibri" pitchFamily="34" charset="0"/>
            </a:endParaRPr>
          </a:p>
        </p:txBody>
      </p:sp>
      <p:sp>
        <p:nvSpPr>
          <p:cNvPr id="4" name="Text Placeholder 3"/>
          <p:cNvSpPr>
            <a:spLocks noGrp="1"/>
          </p:cNvSpPr>
          <p:nvPr>
            <p:ph type="body" sz="half" idx="2"/>
          </p:nvPr>
        </p:nvSpPr>
        <p:spPr>
          <a:xfrm>
            <a:off x="1792288" y="402551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82DC896B-5ABC-411C-B114-23F7BA819D91}" type="datetime1">
              <a:rPr lang="en-US" altLang="en-US"/>
              <a:pPr>
                <a:defRPr/>
              </a:pPr>
              <a:t>9/6/2021</a:t>
            </a:fld>
            <a:endParaRPr lang="en-US" sz="135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5BC3BF4E-1876-45C6-9B4D-38EEDEF99005}"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0156606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6D9D8F1-50A0-4E0B-996C-360E57AB565C}" type="datetime1">
              <a:rPr lang="en-US" altLang="en-US"/>
              <a:pPr>
                <a:defRPr/>
              </a:pPr>
              <a:t>9/6/2021</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986A270-9C50-4595-BD90-B9B63577EE21}"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3672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189E048-0519-45DD-BE0C-626F99407E63}" type="datetime1">
              <a:rPr lang="en-US" altLang="en-US"/>
              <a:pPr>
                <a:defRPr/>
              </a:pPr>
              <a:t>9/6/2021</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FA8E763-FE83-47EE-A1D6-46CCB6CE274A}"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865672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0C1FB5AE-9B46-461C-867F-15071CC1F260}" type="datetime1">
              <a:rPr lang="en-US" altLang="en-US"/>
              <a:pPr>
                <a:defRPr/>
              </a:pPr>
              <a:t>9/6/2021</a:t>
            </a:fld>
            <a:endParaRPr lang="en-US" sz="135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629D4A31-8473-41C9-984A-45EA7F86478A}"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2649580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20"/>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66" indent="0" algn="ctr">
              <a:buNone/>
              <a:defRPr>
                <a:solidFill>
                  <a:schemeClr val="tx1">
                    <a:tint val="75000"/>
                  </a:schemeClr>
                </a:solidFill>
              </a:defRPr>
            </a:lvl2pPr>
            <a:lvl3pPr marL="685732" indent="0" algn="ctr">
              <a:buNone/>
              <a:defRPr>
                <a:solidFill>
                  <a:schemeClr val="tx1">
                    <a:tint val="75000"/>
                  </a:schemeClr>
                </a:solidFill>
              </a:defRPr>
            </a:lvl3pPr>
            <a:lvl4pPr marL="1028597" indent="0" algn="ctr">
              <a:buNone/>
              <a:defRPr>
                <a:solidFill>
                  <a:schemeClr val="tx1">
                    <a:tint val="75000"/>
                  </a:schemeClr>
                </a:solidFill>
              </a:defRPr>
            </a:lvl4pPr>
            <a:lvl5pPr marL="1371463" indent="0" algn="ctr">
              <a:buNone/>
              <a:defRPr>
                <a:solidFill>
                  <a:schemeClr val="tx1">
                    <a:tint val="75000"/>
                  </a:schemeClr>
                </a:solidFill>
              </a:defRPr>
            </a:lvl5pPr>
            <a:lvl6pPr marL="1714328" indent="0" algn="ctr">
              <a:buNone/>
              <a:defRPr>
                <a:solidFill>
                  <a:schemeClr val="tx1">
                    <a:tint val="75000"/>
                  </a:schemeClr>
                </a:solidFill>
              </a:defRPr>
            </a:lvl6pPr>
            <a:lvl7pPr marL="2057195" indent="0" algn="ctr">
              <a:buNone/>
              <a:defRPr>
                <a:solidFill>
                  <a:schemeClr val="tx1">
                    <a:tint val="75000"/>
                  </a:schemeClr>
                </a:solidFill>
              </a:defRPr>
            </a:lvl7pPr>
            <a:lvl8pPr marL="2400060" indent="0" algn="ctr">
              <a:buNone/>
              <a:defRPr>
                <a:solidFill>
                  <a:schemeClr val="tx1">
                    <a:tint val="75000"/>
                  </a:schemeClr>
                </a:solidFill>
              </a:defRPr>
            </a:lvl8pPr>
            <a:lvl9pPr marL="2742926"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034317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01137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499">
                <a:solidFill>
                  <a:schemeClr val="tx1">
                    <a:tint val="75000"/>
                  </a:schemeClr>
                </a:solidFill>
              </a:defRPr>
            </a:lvl1pPr>
            <a:lvl2pPr marL="342866" indent="0">
              <a:buNone/>
              <a:defRPr sz="1349">
                <a:solidFill>
                  <a:schemeClr val="tx1">
                    <a:tint val="75000"/>
                  </a:schemeClr>
                </a:solidFill>
              </a:defRPr>
            </a:lvl2pPr>
            <a:lvl3pPr marL="685732" indent="0">
              <a:buNone/>
              <a:defRPr sz="1200">
                <a:solidFill>
                  <a:schemeClr val="tx1">
                    <a:tint val="75000"/>
                  </a:schemeClr>
                </a:solidFill>
              </a:defRPr>
            </a:lvl3pPr>
            <a:lvl4pPr marL="1028597" indent="0">
              <a:buNone/>
              <a:defRPr sz="1050">
                <a:solidFill>
                  <a:schemeClr val="tx1">
                    <a:tint val="75000"/>
                  </a:schemeClr>
                </a:solidFill>
              </a:defRPr>
            </a:lvl4pPr>
            <a:lvl5pPr marL="1371463" indent="0">
              <a:buNone/>
              <a:defRPr sz="1050">
                <a:solidFill>
                  <a:schemeClr val="tx1">
                    <a:tint val="75000"/>
                  </a:schemeClr>
                </a:solidFill>
              </a:defRPr>
            </a:lvl5pPr>
            <a:lvl6pPr marL="1714328" indent="0">
              <a:buNone/>
              <a:defRPr sz="1050">
                <a:solidFill>
                  <a:schemeClr val="tx1">
                    <a:tint val="75000"/>
                  </a:schemeClr>
                </a:solidFill>
              </a:defRPr>
            </a:lvl6pPr>
            <a:lvl7pPr marL="2057195" indent="0">
              <a:buNone/>
              <a:defRPr sz="1050">
                <a:solidFill>
                  <a:schemeClr val="tx1">
                    <a:tint val="75000"/>
                  </a:schemeClr>
                </a:solidFill>
              </a:defRPr>
            </a:lvl7pPr>
            <a:lvl8pPr marL="2400060" indent="0">
              <a:buNone/>
              <a:defRPr sz="1050">
                <a:solidFill>
                  <a:schemeClr val="tx1">
                    <a:tint val="75000"/>
                  </a:schemeClr>
                </a:solidFill>
              </a:defRPr>
            </a:lvl8pPr>
            <a:lvl9pPr marL="2742926"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23737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554859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151337"/>
            <a:ext cx="4040188"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34" y="1151337"/>
            <a:ext cx="4041776"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34" y="1631156"/>
            <a:ext cx="4041776"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123186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234971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035970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9"/>
            <a:ext cx="3008313" cy="871538"/>
          </a:xfrm>
        </p:spPr>
        <p:txBody>
          <a:bodyPr anchor="b"/>
          <a:lstStyle>
            <a:lvl1pPr algn="l">
              <a:defRPr sz="1499" b="1"/>
            </a:lvl1pPr>
          </a:lstStyle>
          <a:p>
            <a:r>
              <a:rPr lang="en-US" smtClean="0"/>
              <a:t>Click to edit Master title style</a:t>
            </a:r>
            <a:endParaRPr lang="en-CA"/>
          </a:p>
        </p:txBody>
      </p:sp>
      <p:sp>
        <p:nvSpPr>
          <p:cNvPr id="3" name="Content Placeholder 2"/>
          <p:cNvSpPr>
            <a:spLocks noGrp="1"/>
          </p:cNvSpPr>
          <p:nvPr>
            <p:ph idx="1"/>
          </p:nvPr>
        </p:nvSpPr>
        <p:spPr>
          <a:xfrm>
            <a:off x="3575050" y="204799"/>
            <a:ext cx="5111750" cy="4389836"/>
          </a:xfrm>
        </p:spPr>
        <p:txBody>
          <a:bodyPr/>
          <a:lstStyle>
            <a:lvl1pPr>
              <a:defRPr sz="2400"/>
            </a:lvl1pPr>
            <a:lvl2pPr>
              <a:defRPr sz="2100"/>
            </a:lvl2pPr>
            <a:lvl3pPr>
              <a:defRPr sz="1799"/>
            </a:lvl3pPr>
            <a:lvl4pPr>
              <a:defRPr sz="1499"/>
            </a:lvl4pPr>
            <a:lvl5pPr>
              <a:defRPr sz="1499"/>
            </a:lvl5pPr>
            <a:lvl6pPr>
              <a:defRPr sz="1499"/>
            </a:lvl6pPr>
            <a:lvl7pPr>
              <a:defRPr sz="1499"/>
            </a:lvl7pPr>
            <a:lvl8pPr>
              <a:defRPr sz="1499"/>
            </a:lvl8pPr>
            <a:lvl9pPr>
              <a:defRPr sz="14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0505536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499" b="1"/>
            </a:lvl1pPr>
          </a:lstStyle>
          <a:p>
            <a:r>
              <a:rPr lang="en-US" smtClean="0"/>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66" indent="0">
              <a:buNone/>
              <a:defRPr sz="2100"/>
            </a:lvl2pPr>
            <a:lvl3pPr marL="685732" indent="0">
              <a:buNone/>
              <a:defRPr sz="1799"/>
            </a:lvl3pPr>
            <a:lvl4pPr marL="1028597" indent="0">
              <a:buNone/>
              <a:defRPr sz="1499"/>
            </a:lvl4pPr>
            <a:lvl5pPr marL="1371463" indent="0">
              <a:buNone/>
              <a:defRPr sz="1499"/>
            </a:lvl5pPr>
            <a:lvl6pPr marL="1714328" indent="0">
              <a:buNone/>
              <a:defRPr sz="1499"/>
            </a:lvl6pPr>
            <a:lvl7pPr marL="2057195" indent="0">
              <a:buNone/>
              <a:defRPr sz="1499"/>
            </a:lvl7pPr>
            <a:lvl8pPr marL="2400060" indent="0">
              <a:buNone/>
              <a:defRPr sz="1499"/>
            </a:lvl8pPr>
            <a:lvl9pPr marL="2742926" indent="0">
              <a:buNone/>
              <a:defRPr sz="1499"/>
            </a:lvl9pPr>
          </a:lstStyle>
          <a:p>
            <a:pPr lvl="0"/>
            <a:endParaRPr lang="en-CA" noProof="0" smtClean="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4721836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767352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379301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1"/>
            <a:ext cx="7772400" cy="1102519"/>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77" indent="0" algn="ctr">
              <a:buNone/>
              <a:defRPr>
                <a:solidFill>
                  <a:schemeClr val="tx1">
                    <a:tint val="75000"/>
                  </a:schemeClr>
                </a:solidFill>
              </a:defRPr>
            </a:lvl2pPr>
            <a:lvl3pPr marL="685754" indent="0" algn="ctr">
              <a:buNone/>
              <a:defRPr>
                <a:solidFill>
                  <a:schemeClr val="tx1">
                    <a:tint val="75000"/>
                  </a:schemeClr>
                </a:solidFill>
              </a:defRPr>
            </a:lvl3pPr>
            <a:lvl4pPr marL="1028631" indent="0" algn="ctr">
              <a:buNone/>
              <a:defRPr>
                <a:solidFill>
                  <a:schemeClr val="tx1">
                    <a:tint val="75000"/>
                  </a:schemeClr>
                </a:solidFill>
              </a:defRPr>
            </a:lvl4pPr>
            <a:lvl5pPr marL="1371509" indent="0" algn="ctr">
              <a:buNone/>
              <a:defRPr>
                <a:solidFill>
                  <a:schemeClr val="tx1">
                    <a:tint val="75000"/>
                  </a:schemeClr>
                </a:solidFill>
              </a:defRPr>
            </a:lvl5pPr>
            <a:lvl6pPr marL="1714385" indent="0" algn="ctr">
              <a:buNone/>
              <a:defRPr>
                <a:solidFill>
                  <a:schemeClr val="tx1">
                    <a:tint val="75000"/>
                  </a:schemeClr>
                </a:solidFill>
              </a:defRPr>
            </a:lvl6pPr>
            <a:lvl7pPr marL="2057263" indent="0" algn="ctr">
              <a:buNone/>
              <a:defRPr>
                <a:solidFill>
                  <a:schemeClr val="tx1">
                    <a:tint val="75000"/>
                  </a:schemeClr>
                </a:solidFill>
              </a:defRPr>
            </a:lvl7pPr>
            <a:lvl8pPr marL="2400140" indent="0" algn="ctr">
              <a:buNone/>
              <a:defRPr>
                <a:solidFill>
                  <a:schemeClr val="tx1">
                    <a:tint val="75000"/>
                  </a:schemeClr>
                </a:solidFill>
              </a:defRPr>
            </a:lvl8pPr>
            <a:lvl9pPr marL="2743017"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035182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648810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500">
                <a:solidFill>
                  <a:schemeClr val="tx1">
                    <a:tint val="75000"/>
                  </a:schemeClr>
                </a:solidFill>
              </a:defRPr>
            </a:lvl1pPr>
            <a:lvl2pPr marL="342877" indent="0">
              <a:buNone/>
              <a:defRPr sz="1350">
                <a:solidFill>
                  <a:schemeClr val="tx1">
                    <a:tint val="75000"/>
                  </a:schemeClr>
                </a:solidFill>
              </a:defRPr>
            </a:lvl2pPr>
            <a:lvl3pPr marL="685754" indent="0">
              <a:buNone/>
              <a:defRPr sz="1200">
                <a:solidFill>
                  <a:schemeClr val="tx1">
                    <a:tint val="75000"/>
                  </a:schemeClr>
                </a:solidFill>
              </a:defRPr>
            </a:lvl3pPr>
            <a:lvl4pPr marL="1028631" indent="0">
              <a:buNone/>
              <a:defRPr sz="1050">
                <a:solidFill>
                  <a:schemeClr val="tx1">
                    <a:tint val="75000"/>
                  </a:schemeClr>
                </a:solidFill>
              </a:defRPr>
            </a:lvl4pPr>
            <a:lvl5pPr marL="1371509" indent="0">
              <a:buNone/>
              <a:defRPr sz="1050">
                <a:solidFill>
                  <a:schemeClr val="tx1">
                    <a:tint val="75000"/>
                  </a:schemeClr>
                </a:solidFill>
              </a:defRPr>
            </a:lvl5pPr>
            <a:lvl6pPr marL="1714385" indent="0">
              <a:buNone/>
              <a:defRPr sz="1050">
                <a:solidFill>
                  <a:schemeClr val="tx1">
                    <a:tint val="75000"/>
                  </a:schemeClr>
                </a:solidFill>
              </a:defRPr>
            </a:lvl6pPr>
            <a:lvl7pPr marL="2057263" indent="0">
              <a:buNone/>
              <a:defRPr sz="1050">
                <a:solidFill>
                  <a:schemeClr val="tx1">
                    <a:tint val="75000"/>
                  </a:schemeClr>
                </a:solidFill>
              </a:defRPr>
            </a:lvl7pPr>
            <a:lvl8pPr marL="2400140" indent="0">
              <a:buNone/>
              <a:defRPr sz="1050">
                <a:solidFill>
                  <a:schemeClr val="tx1">
                    <a:tint val="75000"/>
                  </a:schemeClr>
                </a:solidFill>
              </a:defRPr>
            </a:lvl8pPr>
            <a:lvl9pPr marL="2743017"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648504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876363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35" y="1151336"/>
            <a:ext cx="4041775"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35"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062648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5713505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252663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8"/>
            <a:ext cx="3008313" cy="871538"/>
          </a:xfrm>
        </p:spPr>
        <p:txBody>
          <a:bodyPr anchor="b"/>
          <a:lstStyle>
            <a:lvl1pPr algn="l">
              <a:defRPr sz="1500" b="1"/>
            </a:lvl1pPr>
          </a:lstStyle>
          <a:p>
            <a:r>
              <a:rPr lang="en-US" smtClean="0"/>
              <a:t>Click to edit Master title style</a:t>
            </a:r>
            <a:endParaRPr lang="en-CA"/>
          </a:p>
        </p:txBody>
      </p:sp>
      <p:sp>
        <p:nvSpPr>
          <p:cNvPr id="3" name="Content Placeholder 2"/>
          <p:cNvSpPr>
            <a:spLocks noGrp="1"/>
          </p:cNvSpPr>
          <p:nvPr>
            <p:ph idx="1"/>
          </p:nvPr>
        </p:nvSpPr>
        <p:spPr>
          <a:xfrm>
            <a:off x="3575050" y="204800"/>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845568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500" b="1"/>
            </a:lvl1pPr>
          </a:lstStyle>
          <a:p>
            <a:r>
              <a:rPr lang="en-US" smtClean="0"/>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77" indent="0">
              <a:buNone/>
              <a:defRPr sz="2100"/>
            </a:lvl2pPr>
            <a:lvl3pPr marL="685754" indent="0">
              <a:buNone/>
              <a:defRPr sz="1800"/>
            </a:lvl3pPr>
            <a:lvl4pPr marL="1028631" indent="0">
              <a:buNone/>
              <a:defRPr sz="1500"/>
            </a:lvl4pPr>
            <a:lvl5pPr marL="1371509" indent="0">
              <a:buNone/>
              <a:defRPr sz="1500"/>
            </a:lvl5pPr>
            <a:lvl6pPr marL="1714385" indent="0">
              <a:buNone/>
              <a:defRPr sz="1500"/>
            </a:lvl6pPr>
            <a:lvl7pPr marL="2057263" indent="0">
              <a:buNone/>
              <a:defRPr sz="1500"/>
            </a:lvl7pPr>
            <a:lvl8pPr marL="2400140" indent="0">
              <a:buNone/>
              <a:defRPr sz="1500"/>
            </a:lvl8pPr>
            <a:lvl9pPr marL="2743017" indent="0">
              <a:buNone/>
              <a:defRPr sz="1500"/>
            </a:lvl9pPr>
          </a:lstStyle>
          <a:p>
            <a:pPr lvl="0"/>
            <a:endParaRPr lang="en-CA" noProof="0" smtClean="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862421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222349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7860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5" tIns="45708" rIns="91415" bIns="45708"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5" tIns="45708" rIns="91415" bIns="4570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wrap="square" lIns="91415" tIns="45708" rIns="91415" bIns="45708" numCol="1" anchor="ctr" anchorCtr="0" compatLnSpc="1">
            <a:prstTxWarp prst="textNoShape">
              <a:avLst/>
            </a:prstTxWarp>
          </a:bodyPr>
          <a:lstStyle>
            <a:lvl1pPr algn="l">
              <a:defRPr sz="1200">
                <a:solidFill>
                  <a:srgbClr val="898989"/>
                </a:solidFill>
              </a:defRPr>
            </a:lvl1pPr>
          </a:lstStyle>
          <a:p>
            <a:pPr eaLnBrk="0" fontAlgn="base" hangingPunct="0">
              <a:spcBef>
                <a:spcPct val="50000"/>
              </a:spcBef>
              <a:spcAft>
                <a:spcPct val="0"/>
              </a:spcAft>
              <a:defRPr/>
            </a:pPr>
            <a:endParaRPr lang="en-US">
              <a:latin typeface="Times New Roman" pitchFamily="18" charset="0"/>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wrap="square" lIns="91415" tIns="45708" rIns="91415" bIns="45708" numCol="1" anchor="ctr" anchorCtr="0" compatLnSpc="1">
            <a:prstTxWarp prst="textNoShape">
              <a:avLst/>
            </a:prstTxWarp>
          </a:bodyPr>
          <a:lstStyle>
            <a:lvl1pPr>
              <a:defRPr sz="1200">
                <a:solidFill>
                  <a:srgbClr val="898989"/>
                </a:solidFill>
              </a:defRPr>
            </a:lvl1pPr>
          </a:lstStyle>
          <a:p>
            <a:pPr algn="ctr" eaLnBrk="0" fontAlgn="base" hangingPunct="0">
              <a:spcBef>
                <a:spcPct val="50000"/>
              </a:spcBef>
              <a:spcAft>
                <a:spcPct val="0"/>
              </a:spcAft>
              <a:defRPr/>
            </a:pPr>
            <a:endParaRPr lang="en-US">
              <a:latin typeface="Times New Roman" pitchFamily="18" charset="0"/>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wrap="square" lIns="91415" tIns="45708" rIns="91415" bIns="45708" numCol="1" anchor="ctr" anchorCtr="0" compatLnSpc="1">
            <a:prstTxWarp prst="textNoShape">
              <a:avLst/>
            </a:prstTxWarp>
          </a:bodyPr>
          <a:lstStyle>
            <a:lvl1pPr algn="r">
              <a:defRPr sz="1200">
                <a:solidFill>
                  <a:srgbClr val="898989"/>
                </a:solidFill>
              </a:defRPr>
            </a:lvl1pPr>
          </a:lstStyle>
          <a:p>
            <a:pPr eaLnBrk="0" fontAlgn="base" hangingPunct="0">
              <a:spcBef>
                <a:spcPct val="50000"/>
              </a:spcBef>
              <a:spcAft>
                <a:spcPct val="0"/>
              </a:spcAft>
              <a:defRPr/>
            </a:pPr>
            <a:fld id="{4D2F5C68-B084-4C43-8174-66AA922EE9FD}" type="slidenum">
              <a:rPr lang="en-US">
                <a:latin typeface="Times New Roman" pitchFamily="18" charset="0"/>
              </a:rPr>
              <a:pPr eaLnBrk="0" fontAlgn="base" hangingPunct="0">
                <a:spcBef>
                  <a:spcPct val="50000"/>
                </a:spcBef>
                <a:spcAft>
                  <a:spcPct val="0"/>
                </a:spcAft>
                <a:defRPr/>
              </a:pPr>
              <a:t>‹#›</a:t>
            </a:fld>
            <a:endParaRPr lang="en-US">
              <a:latin typeface="Times New Roman" pitchFamily="18" charset="0"/>
            </a:endParaRPr>
          </a:p>
        </p:txBody>
      </p:sp>
    </p:spTree>
    <p:extLst>
      <p:ext uri="{BB962C8B-B14F-4D97-AF65-F5344CB8AC3E}">
        <p14:creationId xmlns:p14="http://schemas.microsoft.com/office/powerpoint/2010/main" val="34935194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073" algn="ctr" rtl="0" fontAlgn="base">
        <a:spcBef>
          <a:spcPct val="0"/>
        </a:spcBef>
        <a:spcAft>
          <a:spcPct val="0"/>
        </a:spcAft>
        <a:defRPr sz="4400">
          <a:solidFill>
            <a:schemeClr val="tx1"/>
          </a:solidFill>
          <a:latin typeface="Calibri" pitchFamily="34" charset="0"/>
        </a:defRPr>
      </a:lvl6pPr>
      <a:lvl7pPr marL="914145" algn="ctr" rtl="0" fontAlgn="base">
        <a:spcBef>
          <a:spcPct val="0"/>
        </a:spcBef>
        <a:spcAft>
          <a:spcPct val="0"/>
        </a:spcAft>
        <a:defRPr sz="4400">
          <a:solidFill>
            <a:schemeClr val="tx1"/>
          </a:solidFill>
          <a:latin typeface="Calibri" pitchFamily="34" charset="0"/>
        </a:defRPr>
      </a:lvl7pPr>
      <a:lvl8pPr marL="1371218" algn="ctr" rtl="0" fontAlgn="base">
        <a:spcBef>
          <a:spcPct val="0"/>
        </a:spcBef>
        <a:spcAft>
          <a:spcPct val="0"/>
        </a:spcAft>
        <a:defRPr sz="4400">
          <a:solidFill>
            <a:schemeClr val="tx1"/>
          </a:solidFill>
          <a:latin typeface="Calibri" pitchFamily="34" charset="0"/>
        </a:defRPr>
      </a:lvl8pPr>
      <a:lvl9pPr marL="1828290" algn="ctr" rtl="0" fontAlgn="base">
        <a:spcBef>
          <a:spcPct val="0"/>
        </a:spcBef>
        <a:spcAft>
          <a:spcPct val="0"/>
        </a:spcAft>
        <a:defRPr sz="4400">
          <a:solidFill>
            <a:schemeClr val="tx1"/>
          </a:solidFill>
          <a:latin typeface="Calibri" pitchFamily="34" charset="0"/>
        </a:defRPr>
      </a:lvl9pPr>
    </p:titleStyle>
    <p:bodyStyle>
      <a:lvl1pPr marL="341313" indent="-341313"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1363" indent="-284163"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1413" indent="-227013"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598613" indent="-227013"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5813" indent="-227013"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3900"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2"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46"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19"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45" rtl="0" eaLnBrk="1" latinLnBrk="0" hangingPunct="1">
        <a:defRPr sz="1800" kern="1200">
          <a:solidFill>
            <a:schemeClr val="tx1"/>
          </a:solidFill>
          <a:latin typeface="+mn-lt"/>
          <a:ea typeface="+mn-ea"/>
          <a:cs typeface="+mn-cs"/>
        </a:defRPr>
      </a:lvl1pPr>
      <a:lvl2pPr marL="457073" algn="l" defTabSz="914145" rtl="0" eaLnBrk="1" latinLnBrk="0" hangingPunct="1">
        <a:defRPr sz="1800" kern="1200">
          <a:solidFill>
            <a:schemeClr val="tx1"/>
          </a:solidFill>
          <a:latin typeface="+mn-lt"/>
          <a:ea typeface="+mn-ea"/>
          <a:cs typeface="+mn-cs"/>
        </a:defRPr>
      </a:lvl2pPr>
      <a:lvl3pPr marL="914145" algn="l" defTabSz="914145" rtl="0" eaLnBrk="1" latinLnBrk="0" hangingPunct="1">
        <a:defRPr sz="1800" kern="1200">
          <a:solidFill>
            <a:schemeClr val="tx1"/>
          </a:solidFill>
          <a:latin typeface="+mn-lt"/>
          <a:ea typeface="+mn-ea"/>
          <a:cs typeface="+mn-cs"/>
        </a:defRPr>
      </a:lvl3pPr>
      <a:lvl4pPr marL="1371218" algn="l" defTabSz="914145" rtl="0" eaLnBrk="1" latinLnBrk="0" hangingPunct="1">
        <a:defRPr sz="1800" kern="1200">
          <a:solidFill>
            <a:schemeClr val="tx1"/>
          </a:solidFill>
          <a:latin typeface="+mn-lt"/>
          <a:ea typeface="+mn-ea"/>
          <a:cs typeface="+mn-cs"/>
        </a:defRPr>
      </a:lvl4pPr>
      <a:lvl5pPr marL="1828290" algn="l" defTabSz="914145" rtl="0" eaLnBrk="1" latinLnBrk="0" hangingPunct="1">
        <a:defRPr sz="1800" kern="1200">
          <a:solidFill>
            <a:schemeClr val="tx1"/>
          </a:solidFill>
          <a:latin typeface="+mn-lt"/>
          <a:ea typeface="+mn-ea"/>
          <a:cs typeface="+mn-cs"/>
        </a:defRPr>
      </a:lvl5pPr>
      <a:lvl6pPr marL="2285364" algn="l" defTabSz="914145" rtl="0" eaLnBrk="1" latinLnBrk="0" hangingPunct="1">
        <a:defRPr sz="1800" kern="1200">
          <a:solidFill>
            <a:schemeClr val="tx1"/>
          </a:solidFill>
          <a:latin typeface="+mn-lt"/>
          <a:ea typeface="+mn-ea"/>
          <a:cs typeface="+mn-cs"/>
        </a:defRPr>
      </a:lvl6pPr>
      <a:lvl7pPr marL="2742436" algn="l" defTabSz="914145" rtl="0" eaLnBrk="1" latinLnBrk="0" hangingPunct="1">
        <a:defRPr sz="1800" kern="1200">
          <a:solidFill>
            <a:schemeClr val="tx1"/>
          </a:solidFill>
          <a:latin typeface="+mn-lt"/>
          <a:ea typeface="+mn-ea"/>
          <a:cs typeface="+mn-cs"/>
        </a:defRPr>
      </a:lvl7pPr>
      <a:lvl8pPr marL="3199509" algn="l" defTabSz="914145" rtl="0" eaLnBrk="1" latinLnBrk="0" hangingPunct="1">
        <a:defRPr sz="1800" kern="1200">
          <a:solidFill>
            <a:schemeClr val="tx1"/>
          </a:solidFill>
          <a:latin typeface="+mn-lt"/>
          <a:ea typeface="+mn-ea"/>
          <a:cs typeface="+mn-cs"/>
        </a:defRPr>
      </a:lvl8pPr>
      <a:lvl9pPr marL="3656582" algn="l" defTabSz="91414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50000"/>
              </a:spcBef>
              <a:spcAft>
                <a:spcPct val="0"/>
              </a:spcAft>
              <a:defRPr/>
            </a:pPr>
            <a:endParaRPr lang="en-US">
              <a:latin typeface="Times New Roman" pitchFamily="18" charset="0"/>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lgn="ctr" eaLnBrk="0" fontAlgn="base" hangingPunct="0">
              <a:spcBef>
                <a:spcPct val="50000"/>
              </a:spcBef>
              <a:spcAft>
                <a:spcPct val="0"/>
              </a:spcAft>
              <a:defRPr/>
            </a:pPr>
            <a:endParaRPr lang="en-US">
              <a:latin typeface="Times New Roman" pitchFamily="18" charset="0"/>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50000"/>
              </a:spcBef>
              <a:spcAft>
                <a:spcPct val="0"/>
              </a:spcAft>
              <a:defRPr/>
            </a:pPr>
            <a:fld id="{4D2F5C68-B084-4C43-8174-66AA922EE9FD}" type="slidenum">
              <a:rPr lang="en-US" smtClean="0">
                <a:latin typeface="Times New Roman" pitchFamily="18" charset="0"/>
              </a:rPr>
              <a:pPr eaLnBrk="0" fontAlgn="base" hangingPunct="0">
                <a:spcBef>
                  <a:spcPct val="50000"/>
                </a:spcBef>
                <a:spcAft>
                  <a:spcPct val="0"/>
                </a:spcAft>
                <a:defRPr/>
              </a:pPr>
              <a:t>‹#›</a:t>
            </a:fld>
            <a:endParaRPr lang="en-US">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457200"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37760046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5E9EFF"/>
            </a:gs>
            <a:gs pos="39998">
              <a:srgbClr val="85C2FF"/>
            </a:gs>
            <a:gs pos="70000">
              <a:srgbClr val="C4D6EB"/>
            </a:gs>
            <a:gs pos="100000">
              <a:srgbClr val="FFEBFA"/>
            </a:gs>
          </a:gsLst>
          <a:lin ang="5400000" scaled="1"/>
        </a:gra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idx="4294967295"/>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smtClean="0">
                <a:sym typeface="Calibri" pitchFamily="34" charset="0"/>
              </a:rPr>
              <a:t>Click to edit Master title style</a:t>
            </a:r>
          </a:p>
        </p:txBody>
      </p:sp>
      <p:sp>
        <p:nvSpPr>
          <p:cNvPr id="1027" name="Text Placeholder 2"/>
          <p:cNvSpPr>
            <a:spLocks noGrp="1" noChangeArrowheads="1"/>
          </p:cNvSpPr>
          <p:nvPr>
            <p:ph type="body" idx="1"/>
          </p:nvPr>
        </p:nvSpPr>
        <p:spPr bwMode="auto">
          <a:xfrm>
            <a:off x="457200" y="1200155"/>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smtClean="0">
                <a:sym typeface="Calibri" pitchFamily="34" charset="0"/>
              </a:rPr>
              <a:t>Click to edit Master text styles</a:t>
            </a:r>
          </a:p>
          <a:p>
            <a:pPr lvl="1"/>
            <a:r>
              <a:rPr lang="en-US" altLang="zh-CN" smtClean="0">
                <a:sym typeface="Calibri" pitchFamily="34" charset="0"/>
              </a:rPr>
              <a:t>Second level</a:t>
            </a:r>
          </a:p>
          <a:p>
            <a:pPr lvl="2"/>
            <a:r>
              <a:rPr lang="en-US" altLang="zh-CN" smtClean="0">
                <a:sym typeface="Calibri" pitchFamily="34" charset="0"/>
              </a:rPr>
              <a:t>Third level</a:t>
            </a:r>
          </a:p>
          <a:p>
            <a:pPr lvl="3"/>
            <a:r>
              <a:rPr lang="en-US" altLang="zh-CN" smtClean="0">
                <a:sym typeface="Calibri" pitchFamily="34" charset="0"/>
              </a:rPr>
              <a:t>Fourth level</a:t>
            </a:r>
          </a:p>
          <a:p>
            <a:pPr lvl="4"/>
            <a:r>
              <a:rPr lang="en-US" altLang="zh-CN" smtClean="0">
                <a:sym typeface="Calibri" pitchFamily="34" charset="0"/>
              </a:rPr>
              <a:t>Fifth level</a:t>
            </a:r>
          </a:p>
        </p:txBody>
      </p:sp>
      <p:sp>
        <p:nvSpPr>
          <p:cNvPr id="1028" name="Date Placeholder 3"/>
          <p:cNvSpPr>
            <a:spLocks noGrp="1" noChangeArrowheads="1"/>
          </p:cNvSpPr>
          <p:nvPr>
            <p:ph type="dt" sz="half" idx="2"/>
          </p:nvPr>
        </p:nvSpPr>
        <p:spPr bwMode="auto">
          <a:xfrm>
            <a:off x="457200" y="4767265"/>
            <a:ext cx="2133600" cy="273844"/>
          </a:xfrm>
          <a:prstGeom prst="rect">
            <a:avLst/>
          </a:prstGeom>
          <a:noFill/>
          <a:ln>
            <a:noFill/>
          </a:ln>
          <a:extLst/>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900">
                <a:solidFill>
                  <a:srgbClr val="898989"/>
                </a:solidFill>
                <a:latin typeface="+mn-lt"/>
                <a:sym typeface="Calibri" pitchFamily="34" charset="0"/>
              </a:defRPr>
            </a:lvl1pPr>
          </a:lstStyle>
          <a:p>
            <a:pPr>
              <a:defRPr/>
            </a:pPr>
            <a:fld id="{51A18532-656D-4304-811A-EFD276C53D5D}" type="datetime1">
              <a:rPr lang="en-US" altLang="en-US"/>
              <a:pPr>
                <a:defRPr/>
              </a:pPr>
              <a:t>9/6/2021</a:t>
            </a:fld>
            <a:endParaRPr lang="en-US" sz="1350">
              <a:solidFill>
                <a:schemeClr val="tx1"/>
              </a:solidFill>
              <a:latin typeface="Arial" pitchFamily="34" charset="0"/>
              <a:sym typeface="Arial" pitchFamily="34" charset="0"/>
            </a:endParaRPr>
          </a:p>
        </p:txBody>
      </p:sp>
      <p:sp>
        <p:nvSpPr>
          <p:cNvPr id="1029" name="Footer Placeholder 4"/>
          <p:cNvSpPr>
            <a:spLocks noGrp="1" noChangeArrowheads="1"/>
          </p:cNvSpPr>
          <p:nvPr>
            <p:ph type="ftr" sz="quarter" idx="3"/>
          </p:nvPr>
        </p:nvSpPr>
        <p:spPr bwMode="auto">
          <a:xfrm>
            <a:off x="3124200" y="4767265"/>
            <a:ext cx="2895600" cy="273844"/>
          </a:xfrm>
          <a:prstGeom prst="rect">
            <a:avLst/>
          </a:prstGeom>
          <a:noFill/>
          <a:ln>
            <a:noFill/>
          </a:ln>
          <a:extLst/>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900">
                <a:solidFill>
                  <a:srgbClr val="898989"/>
                </a:solidFill>
                <a:latin typeface="+mn-lt"/>
                <a:sym typeface="Calibri" pitchFamily="34" charset="0"/>
              </a:defRPr>
            </a:lvl1pPr>
          </a:lstStyle>
          <a:p>
            <a:pPr>
              <a:defRPr/>
            </a:pPr>
            <a:endParaRPr lang="en-US"/>
          </a:p>
        </p:txBody>
      </p:sp>
      <p:sp>
        <p:nvSpPr>
          <p:cNvPr id="1030" name="Slide Number Placeholder 5"/>
          <p:cNvSpPr>
            <a:spLocks noGrp="1" noChangeArrowheads="1"/>
          </p:cNvSpPr>
          <p:nvPr>
            <p:ph type="sldNum" sz="quarter" idx="4"/>
          </p:nvPr>
        </p:nvSpPr>
        <p:spPr bwMode="auto">
          <a:xfrm>
            <a:off x="6553200" y="4767265"/>
            <a:ext cx="2133600" cy="273844"/>
          </a:xfrm>
          <a:prstGeom prst="rect">
            <a:avLst/>
          </a:prstGeom>
          <a:noFill/>
          <a:ln>
            <a:noFill/>
          </a:ln>
          <a:extLst/>
        </p:spPr>
        <p:txBody>
          <a:bodyPr vert="horz" wrap="square" lIns="91440" tIns="45720" rIns="91440" bIns="45720" numCol="1" anchor="ctr" anchorCtr="0" compatLnSpc="1">
            <a:prstTxWarp prst="textNoShape">
              <a:avLst/>
            </a:prstTxWarp>
          </a:bodyPr>
          <a:lstStyle>
            <a:lvl1pPr algn="r" eaLnBrk="1" hangingPunct="1">
              <a:buFont typeface="Arial" pitchFamily="34" charset="0"/>
              <a:buNone/>
              <a:defRPr sz="900">
                <a:solidFill>
                  <a:srgbClr val="898989"/>
                </a:solidFill>
                <a:latin typeface="+mn-lt"/>
                <a:sym typeface="Calibri" pitchFamily="34" charset="0"/>
              </a:defRPr>
            </a:lvl1pPr>
          </a:lstStyle>
          <a:p>
            <a:pPr>
              <a:defRPr/>
            </a:pPr>
            <a:fld id="{15EAD50F-7A61-4A7E-8B72-AE488481D12C}"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0611149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hf sldNum="0" hdr="0" ftr="0"/>
  <p:txStyles>
    <p:titleStyle>
      <a:lvl1pPr algn="ctr" rtl="0" eaLnBrk="0" fontAlgn="base" hangingPunct="0">
        <a:spcBef>
          <a:spcPct val="0"/>
        </a:spcBef>
        <a:spcAft>
          <a:spcPct val="0"/>
        </a:spcAft>
        <a:defRPr sz="3300">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2pPr>
      <a:lvl3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3pPr>
      <a:lvl4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4pPr>
      <a:lvl5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5pPr>
      <a:lvl6pPr marL="3429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6pPr>
      <a:lvl7pPr marL="6858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7pPr>
      <a:lvl8pPr marL="10287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8pPr>
      <a:lvl9pPr marL="13716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9pPr>
    </p:titleStyle>
    <p:bodyStyle>
      <a:lvl1pPr marL="257175" indent="-257175" algn="l" defTabSz="0" rtl="0" eaLnBrk="0" fontAlgn="base" hangingPunct="0">
        <a:spcBef>
          <a:spcPct val="20000"/>
        </a:spcBef>
        <a:spcAft>
          <a:spcPct val="0"/>
        </a:spcAft>
        <a:buFont typeface="Arial" charset="0"/>
        <a:buChar char="•"/>
        <a:defRPr sz="2400">
          <a:solidFill>
            <a:schemeClr val="tx1"/>
          </a:solidFill>
          <a:latin typeface="+mn-lt"/>
          <a:ea typeface="+mn-ea"/>
          <a:cs typeface="+mn-cs"/>
          <a:sym typeface="Calibri" pitchFamily="34" charset="0"/>
        </a:defRPr>
      </a:lvl1pPr>
      <a:lvl2pPr marL="557213" indent="-214313" algn="l" defTabSz="0" rtl="0" eaLnBrk="0" fontAlgn="base" hangingPunct="0">
        <a:spcBef>
          <a:spcPct val="20000"/>
        </a:spcBef>
        <a:spcAft>
          <a:spcPct val="0"/>
        </a:spcAft>
        <a:buFont typeface="Arial" charset="0"/>
        <a:buChar char="–"/>
        <a:defRPr sz="2100">
          <a:solidFill>
            <a:schemeClr val="tx1"/>
          </a:solidFill>
          <a:latin typeface="+mn-lt"/>
          <a:ea typeface="+mn-ea"/>
          <a:sym typeface="Calibri" pitchFamily="34" charset="0"/>
        </a:defRPr>
      </a:lvl2pPr>
      <a:lvl3pPr marL="857250" indent="-171450" algn="l" defTabSz="0" rtl="0" eaLnBrk="0" fontAlgn="base" hangingPunct="0">
        <a:spcBef>
          <a:spcPct val="20000"/>
        </a:spcBef>
        <a:spcAft>
          <a:spcPct val="0"/>
        </a:spcAft>
        <a:buFont typeface="Arial" charset="0"/>
        <a:buChar char="•"/>
        <a:defRPr sz="1800">
          <a:solidFill>
            <a:schemeClr val="tx1"/>
          </a:solidFill>
          <a:latin typeface="+mn-lt"/>
          <a:ea typeface="+mn-ea"/>
          <a:sym typeface="Calibri" pitchFamily="34" charset="0"/>
        </a:defRPr>
      </a:lvl3pPr>
      <a:lvl4pPr marL="1200150" indent="-171450" algn="l" defTabSz="0" rtl="0" eaLnBrk="0" fontAlgn="base" hangingPunct="0">
        <a:spcBef>
          <a:spcPct val="20000"/>
        </a:spcBef>
        <a:spcAft>
          <a:spcPct val="0"/>
        </a:spcAft>
        <a:buFont typeface="Arial" charset="0"/>
        <a:buChar char="–"/>
        <a:defRPr sz="1500">
          <a:solidFill>
            <a:schemeClr val="tx1"/>
          </a:solidFill>
          <a:latin typeface="+mn-lt"/>
          <a:ea typeface="+mn-ea"/>
          <a:sym typeface="Calibri" pitchFamily="34" charset="0"/>
        </a:defRPr>
      </a:lvl4pPr>
      <a:lvl5pPr marL="1543050" indent="-171450" algn="l" defTabSz="0" rtl="0" eaLnBrk="0" fontAlgn="base" hangingPunct="0">
        <a:spcBef>
          <a:spcPct val="20000"/>
        </a:spcBef>
        <a:spcAft>
          <a:spcPct val="0"/>
        </a:spcAft>
        <a:buFont typeface="Arial" charset="0"/>
        <a:buChar char="»"/>
        <a:defRPr sz="1500">
          <a:solidFill>
            <a:schemeClr val="tx1"/>
          </a:solidFill>
          <a:latin typeface="+mn-lt"/>
          <a:ea typeface="+mn-ea"/>
          <a:sym typeface="Calibri" pitchFamily="34" charset="0"/>
        </a:defRPr>
      </a:lvl5pPr>
      <a:lvl6pPr marL="18859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6pPr>
      <a:lvl7pPr marL="22288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7pPr>
      <a:lvl8pPr marL="25717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8pPr>
      <a:lvl9pPr marL="29146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457200" y="1200153"/>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98039276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66" algn="ctr" rtl="0" fontAlgn="base">
        <a:spcBef>
          <a:spcPct val="0"/>
        </a:spcBef>
        <a:spcAft>
          <a:spcPct val="0"/>
        </a:spcAft>
        <a:defRPr sz="3300">
          <a:solidFill>
            <a:schemeClr val="tx1"/>
          </a:solidFill>
          <a:latin typeface="Calibri" pitchFamily="34" charset="0"/>
        </a:defRPr>
      </a:lvl6pPr>
      <a:lvl7pPr marL="685732" algn="ctr" rtl="0" fontAlgn="base">
        <a:spcBef>
          <a:spcPct val="0"/>
        </a:spcBef>
        <a:spcAft>
          <a:spcPct val="0"/>
        </a:spcAft>
        <a:defRPr sz="3300">
          <a:solidFill>
            <a:schemeClr val="tx1"/>
          </a:solidFill>
          <a:latin typeface="Calibri" pitchFamily="34" charset="0"/>
        </a:defRPr>
      </a:lvl7pPr>
      <a:lvl8pPr marL="1028597" algn="ctr" rtl="0" fontAlgn="base">
        <a:spcBef>
          <a:spcPct val="0"/>
        </a:spcBef>
        <a:spcAft>
          <a:spcPct val="0"/>
        </a:spcAft>
        <a:defRPr sz="3300">
          <a:solidFill>
            <a:schemeClr val="tx1"/>
          </a:solidFill>
          <a:latin typeface="Calibri" pitchFamily="34" charset="0"/>
        </a:defRPr>
      </a:lvl8pPr>
      <a:lvl9pPr marL="1371463" algn="ctr" rtl="0" fontAlgn="base">
        <a:spcBef>
          <a:spcPct val="0"/>
        </a:spcBef>
        <a:spcAft>
          <a:spcPct val="0"/>
        </a:spcAft>
        <a:defRPr sz="3300">
          <a:solidFill>
            <a:schemeClr val="tx1"/>
          </a:solidFill>
          <a:latin typeface="Calibri" pitchFamily="34" charset="0"/>
        </a:defRPr>
      </a:lvl9pPr>
    </p:titleStyle>
    <p:bodyStyle>
      <a:lvl1pPr marL="257150" indent="-25715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57" indent="-214292"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65" indent="-171433" algn="l" rtl="0" eaLnBrk="0" fontAlgn="base" hangingPunct="0">
        <a:spcBef>
          <a:spcPct val="20000"/>
        </a:spcBef>
        <a:spcAft>
          <a:spcPct val="0"/>
        </a:spcAft>
        <a:buFont typeface="Arial" pitchFamily="34" charset="0"/>
        <a:buChar char="•"/>
        <a:defRPr sz="1799" kern="1200">
          <a:solidFill>
            <a:schemeClr val="tx1"/>
          </a:solidFill>
          <a:latin typeface="+mn-lt"/>
          <a:ea typeface="+mn-ea"/>
          <a:cs typeface="+mn-cs"/>
        </a:defRPr>
      </a:lvl3pPr>
      <a:lvl4pPr marL="1200030"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4pPr>
      <a:lvl5pPr marL="1542896"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5pPr>
      <a:lvl6pPr marL="1885761"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8627"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1493"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4358"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732" rtl="0" eaLnBrk="1" latinLnBrk="0" hangingPunct="1">
        <a:defRPr sz="1349" kern="1200">
          <a:solidFill>
            <a:schemeClr val="tx1"/>
          </a:solidFill>
          <a:latin typeface="+mn-lt"/>
          <a:ea typeface="+mn-ea"/>
          <a:cs typeface="+mn-cs"/>
        </a:defRPr>
      </a:lvl1pPr>
      <a:lvl2pPr marL="342866" algn="l" defTabSz="685732" rtl="0" eaLnBrk="1" latinLnBrk="0" hangingPunct="1">
        <a:defRPr sz="1349" kern="1200">
          <a:solidFill>
            <a:schemeClr val="tx1"/>
          </a:solidFill>
          <a:latin typeface="+mn-lt"/>
          <a:ea typeface="+mn-ea"/>
          <a:cs typeface="+mn-cs"/>
        </a:defRPr>
      </a:lvl2pPr>
      <a:lvl3pPr marL="685732" algn="l" defTabSz="685732" rtl="0" eaLnBrk="1" latinLnBrk="0" hangingPunct="1">
        <a:defRPr sz="1349" kern="1200">
          <a:solidFill>
            <a:schemeClr val="tx1"/>
          </a:solidFill>
          <a:latin typeface="+mn-lt"/>
          <a:ea typeface="+mn-ea"/>
          <a:cs typeface="+mn-cs"/>
        </a:defRPr>
      </a:lvl3pPr>
      <a:lvl4pPr marL="1028597" algn="l" defTabSz="685732" rtl="0" eaLnBrk="1" latinLnBrk="0" hangingPunct="1">
        <a:defRPr sz="1349" kern="1200">
          <a:solidFill>
            <a:schemeClr val="tx1"/>
          </a:solidFill>
          <a:latin typeface="+mn-lt"/>
          <a:ea typeface="+mn-ea"/>
          <a:cs typeface="+mn-cs"/>
        </a:defRPr>
      </a:lvl4pPr>
      <a:lvl5pPr marL="1371463" algn="l" defTabSz="685732" rtl="0" eaLnBrk="1" latinLnBrk="0" hangingPunct="1">
        <a:defRPr sz="1349" kern="1200">
          <a:solidFill>
            <a:schemeClr val="tx1"/>
          </a:solidFill>
          <a:latin typeface="+mn-lt"/>
          <a:ea typeface="+mn-ea"/>
          <a:cs typeface="+mn-cs"/>
        </a:defRPr>
      </a:lvl5pPr>
      <a:lvl6pPr marL="1714328" algn="l" defTabSz="685732" rtl="0" eaLnBrk="1" latinLnBrk="0" hangingPunct="1">
        <a:defRPr sz="1349" kern="1200">
          <a:solidFill>
            <a:schemeClr val="tx1"/>
          </a:solidFill>
          <a:latin typeface="+mn-lt"/>
          <a:ea typeface="+mn-ea"/>
          <a:cs typeface="+mn-cs"/>
        </a:defRPr>
      </a:lvl6pPr>
      <a:lvl7pPr marL="2057195" algn="l" defTabSz="685732" rtl="0" eaLnBrk="1" latinLnBrk="0" hangingPunct="1">
        <a:defRPr sz="1349" kern="1200">
          <a:solidFill>
            <a:schemeClr val="tx1"/>
          </a:solidFill>
          <a:latin typeface="+mn-lt"/>
          <a:ea typeface="+mn-ea"/>
          <a:cs typeface="+mn-cs"/>
        </a:defRPr>
      </a:lvl7pPr>
      <a:lvl8pPr marL="2400060" algn="l" defTabSz="685732" rtl="0" eaLnBrk="1" latinLnBrk="0" hangingPunct="1">
        <a:defRPr sz="1349" kern="1200">
          <a:solidFill>
            <a:schemeClr val="tx1"/>
          </a:solidFill>
          <a:latin typeface="+mn-lt"/>
          <a:ea typeface="+mn-ea"/>
          <a:cs typeface="+mn-cs"/>
        </a:defRPr>
      </a:lvl8pPr>
      <a:lvl9pPr marL="2742926" algn="l" defTabSz="685732" rtl="0" eaLnBrk="1" latinLnBrk="0" hangingPunct="1">
        <a:defRPr sz="134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661416370"/>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77" algn="ctr" rtl="0" fontAlgn="base">
        <a:spcBef>
          <a:spcPct val="0"/>
        </a:spcBef>
        <a:spcAft>
          <a:spcPct val="0"/>
        </a:spcAft>
        <a:defRPr sz="3300">
          <a:solidFill>
            <a:schemeClr val="tx1"/>
          </a:solidFill>
          <a:latin typeface="Calibri" pitchFamily="34" charset="0"/>
        </a:defRPr>
      </a:lvl6pPr>
      <a:lvl7pPr marL="685754" algn="ctr" rtl="0" fontAlgn="base">
        <a:spcBef>
          <a:spcPct val="0"/>
        </a:spcBef>
        <a:spcAft>
          <a:spcPct val="0"/>
        </a:spcAft>
        <a:defRPr sz="3300">
          <a:solidFill>
            <a:schemeClr val="tx1"/>
          </a:solidFill>
          <a:latin typeface="Calibri" pitchFamily="34" charset="0"/>
        </a:defRPr>
      </a:lvl7pPr>
      <a:lvl8pPr marL="1028631" algn="ctr" rtl="0" fontAlgn="base">
        <a:spcBef>
          <a:spcPct val="0"/>
        </a:spcBef>
        <a:spcAft>
          <a:spcPct val="0"/>
        </a:spcAft>
        <a:defRPr sz="3300">
          <a:solidFill>
            <a:schemeClr val="tx1"/>
          </a:solidFill>
          <a:latin typeface="Calibri" pitchFamily="34" charset="0"/>
        </a:defRPr>
      </a:lvl8pPr>
      <a:lvl9pPr marL="1371509" algn="ctr" rtl="0" fontAlgn="base">
        <a:spcBef>
          <a:spcPct val="0"/>
        </a:spcBef>
        <a:spcAft>
          <a:spcPct val="0"/>
        </a:spcAft>
        <a:defRPr sz="3300">
          <a:solidFill>
            <a:schemeClr val="tx1"/>
          </a:solidFill>
          <a:latin typeface="Calibri" pitchFamily="34" charset="0"/>
        </a:defRPr>
      </a:lvl9pPr>
    </p:titleStyle>
    <p:bodyStyle>
      <a:lvl1pPr marL="257158" indent="-257158"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76" indent="-214299"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93" indent="-171439"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070"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2947"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824"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01"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579"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455"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54" rtl="0" eaLnBrk="1" latinLnBrk="0" hangingPunct="1">
        <a:defRPr sz="1350" kern="1200">
          <a:solidFill>
            <a:schemeClr val="tx1"/>
          </a:solidFill>
          <a:latin typeface="+mn-lt"/>
          <a:ea typeface="+mn-ea"/>
          <a:cs typeface="+mn-cs"/>
        </a:defRPr>
      </a:lvl1pPr>
      <a:lvl2pPr marL="342877" algn="l" defTabSz="685754" rtl="0" eaLnBrk="1" latinLnBrk="0" hangingPunct="1">
        <a:defRPr sz="1350" kern="1200">
          <a:solidFill>
            <a:schemeClr val="tx1"/>
          </a:solidFill>
          <a:latin typeface="+mn-lt"/>
          <a:ea typeface="+mn-ea"/>
          <a:cs typeface="+mn-cs"/>
        </a:defRPr>
      </a:lvl2pPr>
      <a:lvl3pPr marL="685754" algn="l" defTabSz="685754" rtl="0" eaLnBrk="1" latinLnBrk="0" hangingPunct="1">
        <a:defRPr sz="1350" kern="1200">
          <a:solidFill>
            <a:schemeClr val="tx1"/>
          </a:solidFill>
          <a:latin typeface="+mn-lt"/>
          <a:ea typeface="+mn-ea"/>
          <a:cs typeface="+mn-cs"/>
        </a:defRPr>
      </a:lvl3pPr>
      <a:lvl4pPr marL="1028631" algn="l" defTabSz="685754" rtl="0" eaLnBrk="1" latinLnBrk="0" hangingPunct="1">
        <a:defRPr sz="1350" kern="1200">
          <a:solidFill>
            <a:schemeClr val="tx1"/>
          </a:solidFill>
          <a:latin typeface="+mn-lt"/>
          <a:ea typeface="+mn-ea"/>
          <a:cs typeface="+mn-cs"/>
        </a:defRPr>
      </a:lvl4pPr>
      <a:lvl5pPr marL="1371509" algn="l" defTabSz="685754" rtl="0" eaLnBrk="1" latinLnBrk="0" hangingPunct="1">
        <a:defRPr sz="1350" kern="1200">
          <a:solidFill>
            <a:schemeClr val="tx1"/>
          </a:solidFill>
          <a:latin typeface="+mn-lt"/>
          <a:ea typeface="+mn-ea"/>
          <a:cs typeface="+mn-cs"/>
        </a:defRPr>
      </a:lvl5pPr>
      <a:lvl6pPr marL="1714385" algn="l" defTabSz="685754" rtl="0" eaLnBrk="1" latinLnBrk="0" hangingPunct="1">
        <a:defRPr sz="1350" kern="1200">
          <a:solidFill>
            <a:schemeClr val="tx1"/>
          </a:solidFill>
          <a:latin typeface="+mn-lt"/>
          <a:ea typeface="+mn-ea"/>
          <a:cs typeface="+mn-cs"/>
        </a:defRPr>
      </a:lvl6pPr>
      <a:lvl7pPr marL="2057263" algn="l" defTabSz="685754" rtl="0" eaLnBrk="1" latinLnBrk="0" hangingPunct="1">
        <a:defRPr sz="1350" kern="1200">
          <a:solidFill>
            <a:schemeClr val="tx1"/>
          </a:solidFill>
          <a:latin typeface="+mn-lt"/>
          <a:ea typeface="+mn-ea"/>
          <a:cs typeface="+mn-cs"/>
        </a:defRPr>
      </a:lvl7pPr>
      <a:lvl8pPr marL="2400140" algn="l" defTabSz="685754" rtl="0" eaLnBrk="1" latinLnBrk="0" hangingPunct="1">
        <a:defRPr sz="1350" kern="1200">
          <a:solidFill>
            <a:schemeClr val="tx1"/>
          </a:solidFill>
          <a:latin typeface="+mn-lt"/>
          <a:ea typeface="+mn-ea"/>
          <a:cs typeface="+mn-cs"/>
        </a:defRPr>
      </a:lvl8pPr>
      <a:lvl9pPr marL="2743017" algn="l" defTabSz="685754"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63.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8.xml"/></Relationships>
</file>

<file path=ppt/slides/_rels/slide7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1.xml"/><Relationship Id="rId4" Type="http://schemas.openxmlformats.org/officeDocument/2006/relationships/image" Target="../media/image13.jpeg"/></Relationships>
</file>

<file path=ppt/slides/_rels/slide10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2.xml"/></Relationships>
</file>

<file path=ppt/slides/_rels/slide10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3.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4.xml"/></Relationships>
</file>

<file path=ppt/slides/_rels/slide10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2393975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382" y="-236471"/>
            <a:ext cx="5292435" cy="461665"/>
          </a:xfrm>
          <a:prstGeom prst="rect">
            <a:avLst/>
          </a:prstGeom>
        </p:spPr>
        <p:txBody>
          <a:bodyPr wrap="square">
            <a:spAutoFit/>
          </a:bodyPr>
          <a:lstStyle/>
          <a:p>
            <a:pPr algn="ctr" defTabSz="685732">
              <a:defRPr/>
            </a:pPr>
            <a:endParaRPr lang="en-US" sz="2400"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 y="-17197"/>
            <a:ext cx="9143735" cy="5160623"/>
          </a:xfrm>
          <a:prstGeom prst="rect">
            <a:avLst/>
          </a:prstGeom>
        </p:spPr>
      </p:pic>
      <p:sp>
        <p:nvSpPr>
          <p:cNvPr id="9" name="Rectangle 8"/>
          <p:cNvSpPr/>
          <p:nvPr/>
        </p:nvSpPr>
        <p:spPr>
          <a:xfrm>
            <a:off x="228726" y="81737"/>
            <a:ext cx="6188857" cy="4985980"/>
          </a:xfrm>
          <a:prstGeom prst="rect">
            <a:avLst/>
          </a:prstGeom>
        </p:spPr>
        <p:txBody>
          <a:bodyPr wrap="square">
            <a:spAutoFit/>
          </a:bodyPr>
          <a:lstStyle/>
          <a:p>
            <a:pPr algn="ctr" defTabSz="685732">
              <a:defRPr/>
            </a:pPr>
            <a:r>
              <a:rPr lang="en-US" sz="3000" dirty="0">
                <a:solidFill>
                  <a:prstClr val="white">
                    <a:lumMod val="95000"/>
                  </a:prstClr>
                </a:solidFill>
                <a:latin typeface="Sanskrit 99" pitchFamily="2" charset="0"/>
              </a:rPr>
              <a:t>              </a:t>
            </a:r>
            <a:r>
              <a:rPr lang="en-US" sz="3000" b="1" u="sng" dirty="0" err="1">
                <a:solidFill>
                  <a:prstClr val="white">
                    <a:lumMod val="95000"/>
                  </a:prstClr>
                </a:solidFill>
                <a:latin typeface="Sanskrit 99" pitchFamily="2" charset="0"/>
              </a:rPr>
              <a:t>yaeg</a:t>
            </a:r>
            <a:r>
              <a:rPr lang="en-US" sz="3000" b="1" u="sng" dirty="0">
                <a:solidFill>
                  <a:prstClr val="white">
                    <a:lumMod val="95000"/>
                  </a:prstClr>
                </a:solidFill>
                <a:latin typeface="Sanskrit 99" pitchFamily="2" charset="0"/>
              </a:rPr>
              <a:t> g[pit </a:t>
            </a:r>
            <a:r>
              <a:rPr lang="en-US" sz="3000" b="1" u="sng" dirty="0" err="1">
                <a:solidFill>
                  <a:prstClr val="white">
                    <a:lumMod val="95000"/>
                  </a:prstClr>
                </a:solidFill>
                <a:latin typeface="Sanskrit 99" pitchFamily="2" charset="0"/>
              </a:rPr>
              <a:t>mUlmÙ</a:t>
            </a:r>
            <a:endParaRPr lang="en-US" sz="3000" dirty="0">
              <a:solidFill>
                <a:prstClr val="white">
                  <a:lumMod val="95000"/>
                </a:prstClr>
              </a:solidFill>
              <a:latin typeface="Sanskrit 99" pitchFamily="2" charset="0"/>
            </a:endParaRPr>
          </a:p>
          <a:p>
            <a:pPr algn="ctr" defTabSz="685732">
              <a:defRPr/>
            </a:pPr>
            <a:endParaRPr lang="en-US" sz="3600" dirty="0">
              <a:solidFill>
                <a:prstClr val="white">
                  <a:lumMod val="95000"/>
                </a:prstClr>
              </a:solidFill>
              <a:latin typeface="Sanskrit 99" pitchFamily="2" charset="0"/>
            </a:endParaRPr>
          </a:p>
          <a:p>
            <a:pPr algn="ctr" defTabSz="685732">
              <a:defRPr/>
            </a:pPr>
            <a:r>
              <a:rPr lang="en-US" sz="3600" dirty="0">
                <a:solidFill>
                  <a:prstClr val="white">
                    <a:lumMod val="95000"/>
                  </a:prstClr>
                </a:solidFill>
                <a:latin typeface="Sanskrit 99" pitchFamily="2" charset="0"/>
              </a:rPr>
              <a:t>` h&lt; s&lt; g&lt; </a:t>
            </a:r>
            <a:r>
              <a:rPr lang="en-US" sz="3600" dirty="0" err="1">
                <a:solidFill>
                  <a:prstClr val="white">
                    <a:lumMod val="95000"/>
                  </a:prstClr>
                </a:solidFill>
                <a:latin typeface="Sanskrit 99" pitchFamily="2" charset="0"/>
              </a:rPr>
              <a:t>Égvte</a:t>
            </a:r>
            <a:r>
              <a:rPr lang="en-US" sz="3600" dirty="0">
                <a:solidFill>
                  <a:prstClr val="white">
                    <a:lumMod val="95000"/>
                  </a:prstClr>
                </a:solidFill>
                <a:latin typeface="Sanskrit 99" pitchFamily="2" charset="0"/>
              </a:rPr>
              <a:t> </a:t>
            </a:r>
          </a:p>
          <a:p>
            <a:pPr algn="ctr" defTabSz="685732">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inTy</a:t>
            </a:r>
            <a:r>
              <a:rPr lang="en-US" sz="3600" dirty="0">
                <a:solidFill>
                  <a:prstClr val="white">
                    <a:lumMod val="95000"/>
                  </a:prstClr>
                </a:solidFill>
                <a:latin typeface="Sanskrit 99" pitchFamily="2" charset="0"/>
              </a:rPr>
              <a:t> </a:t>
            </a:r>
            <a:r>
              <a:rPr lang="en-US" sz="3600" dirty="0" err="1" smtClean="0">
                <a:solidFill>
                  <a:prstClr val="white">
                    <a:lumMod val="95000"/>
                  </a:prstClr>
                </a:solidFill>
                <a:latin typeface="Sanskrit 99" pitchFamily="2" charset="0"/>
              </a:rPr>
              <a:t>yaeg</a:t>
            </a:r>
            <a:r>
              <a:rPr lang="en-US" sz="3600" dirty="0" smtClean="0">
                <a:solidFill>
                  <a:prstClr val="white">
                    <a:lumMod val="95000"/>
                  </a:prstClr>
                </a:solidFill>
                <a:latin typeface="Sanskrit 99" pitchFamily="2" charset="0"/>
              </a:rPr>
              <a:t> </a:t>
            </a:r>
            <a:r>
              <a:rPr lang="en-US" sz="3600" dirty="0" err="1" smtClean="0">
                <a:solidFill>
                  <a:prstClr val="white">
                    <a:lumMod val="95000"/>
                  </a:prstClr>
                </a:solidFill>
                <a:latin typeface="Sanskrit 99" pitchFamily="2" charset="0"/>
              </a:rPr>
              <a:t>yu´ay</a:t>
            </a:r>
            <a:r>
              <a:rPr lang="en-US" sz="3600" dirty="0" smtClean="0">
                <a:solidFill>
                  <a:prstClr val="white">
                    <a:lumMod val="95000"/>
                  </a:prstClr>
                </a:solidFill>
                <a:latin typeface="Sanskrit 99" pitchFamily="2" charset="0"/>
              </a:rPr>
              <a:t> </a:t>
            </a:r>
            <a:endParaRPr lang="en-US" sz="3600" dirty="0">
              <a:solidFill>
                <a:prstClr val="white">
                  <a:lumMod val="95000"/>
                </a:prstClr>
              </a:solidFill>
              <a:latin typeface="Sanskrit 99" pitchFamily="2" charset="0"/>
            </a:endParaRPr>
          </a:p>
          <a:p>
            <a:pPr algn="ctr" defTabSz="685732">
              <a:defRPr/>
            </a:pPr>
            <a:r>
              <a:rPr lang="en-US" sz="3600" dirty="0">
                <a:solidFill>
                  <a:prstClr val="white">
                    <a:lumMod val="95000"/>
                  </a:prstClr>
                </a:solidFill>
                <a:latin typeface="Sanskrit 99" pitchFamily="2" charset="0"/>
              </a:rPr>
              <a:t>	si½danNd </a:t>
            </a:r>
            <a:r>
              <a:rPr lang="en-US" sz="3600" dirty="0" err="1">
                <a:solidFill>
                  <a:prstClr val="white">
                    <a:lumMod val="95000"/>
                  </a:prstClr>
                </a:solidFill>
                <a:latin typeface="Sanskrit 99" pitchFamily="2" charset="0"/>
              </a:rPr>
              <a:t>êip</a:t>
            </a:r>
            <a:r>
              <a:rPr lang="en-US" sz="3600" dirty="0">
                <a:solidFill>
                  <a:prstClr val="white">
                    <a:lumMod val="95000"/>
                  </a:prstClr>
                </a:solidFill>
                <a:latin typeface="Sanskrit 99" pitchFamily="2" charset="0"/>
              </a:rPr>
              <a:t>[e </a:t>
            </a:r>
          </a:p>
          <a:p>
            <a:pPr algn="ctr" defTabSz="685732">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ivnaykay</a:t>
            </a:r>
            <a:r>
              <a:rPr lang="en-US" sz="3600" dirty="0">
                <a:solidFill>
                  <a:prstClr val="white">
                    <a:lumMod val="95000"/>
                  </a:prstClr>
                </a:solidFill>
                <a:latin typeface="Sanskrit 99" pitchFamily="2" charset="0"/>
              </a:rPr>
              <a:t> nm&gt;.</a:t>
            </a:r>
          </a:p>
          <a:p>
            <a:pPr algn="ctr" defTabSz="685732">
              <a:defRPr/>
            </a:pPr>
            <a:r>
              <a:rPr lang="en-IN" sz="2700" dirty="0">
                <a:solidFill>
                  <a:prstClr val="white">
                    <a:lumMod val="95000"/>
                  </a:prstClr>
                </a:solidFill>
                <a:latin typeface="URW Palladio IT" pitchFamily="2" charset="0"/>
                <a:cs typeface="Sanskrit 2003" pitchFamily="2" charset="-78"/>
              </a:rPr>
              <a:t>	Om </a:t>
            </a:r>
            <a:r>
              <a:rPr lang="en-IN" sz="2700" dirty="0" err="1">
                <a:solidFill>
                  <a:prstClr val="white">
                    <a:lumMod val="95000"/>
                  </a:prstClr>
                </a:solidFill>
                <a:latin typeface="URW Palladio IT" pitchFamily="2" charset="0"/>
                <a:cs typeface="Sanskrit 2003" pitchFamily="2" charset="-78"/>
              </a:rPr>
              <a:t>Haà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Gaà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Bhagavate</a:t>
            </a:r>
            <a:endParaRPr lang="en-IN" sz="2700" dirty="0">
              <a:solidFill>
                <a:prstClr val="white">
                  <a:lumMod val="95000"/>
                </a:prstClr>
              </a:solidFill>
              <a:latin typeface="URW Palladio IT" pitchFamily="2" charset="0"/>
              <a:cs typeface="Sanskrit 2003" pitchFamily="2" charset="-78"/>
            </a:endParaRPr>
          </a:p>
          <a:p>
            <a:pPr algn="ctr" defTabSz="685732">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Nitya</a:t>
            </a:r>
            <a:r>
              <a:rPr lang="en-IN" sz="2700" dirty="0">
                <a:solidFill>
                  <a:prstClr val="white">
                    <a:lumMod val="95000"/>
                  </a:prstClr>
                </a:solidFill>
                <a:latin typeface="URW Palladio IT" pitchFamily="2" charset="0"/>
                <a:cs typeface="Sanskrit 2003" pitchFamily="2" charset="-78"/>
              </a:rPr>
              <a:t> Yoga </a:t>
            </a:r>
            <a:r>
              <a:rPr lang="en-IN" sz="2700" dirty="0" err="1">
                <a:solidFill>
                  <a:prstClr val="white">
                    <a:lumMod val="95000"/>
                  </a:prstClr>
                </a:solidFill>
                <a:latin typeface="URW Palladio IT" pitchFamily="2" charset="0"/>
                <a:cs typeface="Sanskrit 2003" pitchFamily="2" charset="-78"/>
              </a:rPr>
              <a:t>Yuktäya</a:t>
            </a:r>
            <a:endParaRPr lang="en-IN" sz="2700" dirty="0">
              <a:solidFill>
                <a:prstClr val="white">
                  <a:lumMod val="95000"/>
                </a:prstClr>
              </a:solidFill>
              <a:latin typeface="URW Palladio IT" pitchFamily="2" charset="0"/>
              <a:cs typeface="Sanskrit 2003" pitchFamily="2" charset="-78"/>
            </a:endParaRPr>
          </a:p>
          <a:p>
            <a:pPr algn="ctr" defTabSz="685732">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Saccidänanda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Rüpiëe</a:t>
            </a:r>
            <a:endParaRPr lang="en-IN" sz="2700" dirty="0">
              <a:solidFill>
                <a:prstClr val="white">
                  <a:lumMod val="95000"/>
                </a:prstClr>
              </a:solidFill>
              <a:latin typeface="URW Palladio IT" pitchFamily="2" charset="0"/>
              <a:cs typeface="Sanskrit 2003" pitchFamily="2" charset="-78"/>
            </a:endParaRPr>
          </a:p>
          <a:p>
            <a:pPr algn="ctr" defTabSz="685732">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Vinäyakäya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Namaù</a:t>
            </a:r>
            <a:r>
              <a:rPr lang="en-IN" sz="2700" dirty="0">
                <a:solidFill>
                  <a:prstClr val="white">
                    <a:lumMod val="95000"/>
                  </a:prstClr>
                </a:solidFill>
                <a:latin typeface="URW Palladio IT" pitchFamily="2" charset="0"/>
                <a:cs typeface="Sanskrit 2003" pitchFamily="2" charset="-78"/>
              </a:rPr>
              <a:t>||</a:t>
            </a:r>
            <a:endParaRPr lang="en-US" sz="2700"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6084575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 y="74"/>
            <a:ext cx="9143735" cy="5143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6390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33" y="74"/>
            <a:ext cx="9143735" cy="5143352"/>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33" y="75"/>
            <a:ext cx="2428805" cy="3143159"/>
          </a:xfrm>
          <a:prstGeom prst="rect">
            <a:avLst/>
          </a:prstGeom>
          <a:noFill/>
          <a:ln w="9525">
            <a:noFill/>
            <a:miter lim="800000"/>
            <a:headEnd/>
            <a:tailEnd/>
          </a:ln>
        </p:spPr>
      </p:pic>
      <p:sp>
        <p:nvSpPr>
          <p:cNvPr id="74756" name="Rectangle 5"/>
          <p:cNvSpPr>
            <a:spLocks noChangeArrowheads="1"/>
          </p:cNvSpPr>
          <p:nvPr/>
        </p:nvSpPr>
        <p:spPr bwMode="auto">
          <a:xfrm>
            <a:off x="3429034" y="1189987"/>
            <a:ext cx="4514719" cy="1685077"/>
          </a:xfrm>
          <a:prstGeom prst="rect">
            <a:avLst/>
          </a:prstGeom>
          <a:noFill/>
          <a:ln w="9525">
            <a:noFill/>
            <a:miter lim="800000"/>
            <a:headEnd/>
            <a:tailEnd/>
          </a:ln>
        </p:spPr>
        <p:txBody>
          <a:bodyPr>
            <a:spAutoFit/>
          </a:bodyPr>
          <a:lstStyle/>
          <a:p>
            <a:pPr algn="ctr" defTabSz="685732"/>
            <a:r>
              <a:rPr lang="en-US" sz="3300" dirty="0" err="1">
                <a:solidFill>
                  <a:srgbClr val="F2F2F2"/>
                </a:solidFill>
                <a:latin typeface="Sanskrit 99" pitchFamily="2" charset="0"/>
              </a:rPr>
              <a:t>àat</a:t>
            </a:r>
            <a:r>
              <a:rPr lang="en-US" sz="3300" dirty="0">
                <a:solidFill>
                  <a:srgbClr val="F2F2F2"/>
                </a:solidFill>
                <a:latin typeface="Sanskrit 99" pitchFamily="2" charset="0"/>
              </a:rPr>
              <a:t>&gt;</a:t>
            </a:r>
            <a:r>
              <a:rPr lang="en-US" sz="3300" dirty="0" err="1">
                <a:solidFill>
                  <a:srgbClr val="F2F2F2"/>
                </a:solidFill>
                <a:latin typeface="Sanskrit 99" pitchFamily="2" charset="0"/>
              </a:rPr>
              <a:t>Smr</a:t>
            </a:r>
            <a:r>
              <a:rPr lang="en-US" sz="3300" dirty="0">
                <a:solidFill>
                  <a:srgbClr val="F2F2F2"/>
                </a:solidFill>
                <a:latin typeface="Sanskrit 99" pitchFamily="2" charset="0"/>
              </a:rPr>
              <a:t>[</a:t>
            </a:r>
            <a:r>
              <a:rPr lang="en-US" sz="3300" dirty="0" err="1">
                <a:solidFill>
                  <a:srgbClr val="F2F2F2"/>
                </a:solidFill>
                <a:latin typeface="Sanskrit 99" pitchFamily="2" charset="0"/>
              </a:rPr>
              <a:t>StaeÇm</a:t>
            </a:r>
            <a:r>
              <a:rPr lang="en-US" sz="3300" dirty="0">
                <a:solidFill>
                  <a:srgbClr val="F2F2F2"/>
                </a:solidFill>
                <a:latin typeface="Sanskrit 99" pitchFamily="2" charset="0"/>
              </a:rPr>
              <a:t>!</a:t>
            </a:r>
          </a:p>
          <a:p>
            <a:pPr algn="ctr" defTabSz="685732">
              <a:spcAft>
                <a:spcPts val="900"/>
              </a:spcAft>
            </a:pPr>
            <a:r>
              <a:rPr lang="en-US" sz="3300" dirty="0" err="1">
                <a:solidFill>
                  <a:srgbClr val="F2F2F2"/>
                </a:solidFill>
                <a:latin typeface="URW Palladio IT" pitchFamily="2" charset="0"/>
              </a:rPr>
              <a:t>Prätaùsmaraëastotram</a:t>
            </a:r>
            <a:r>
              <a:rPr lang="en-US" sz="1349" dirty="0">
                <a:solidFill>
                  <a:srgbClr val="F2F2F2"/>
                </a:solidFill>
                <a:latin typeface="Sanskrit 99" pitchFamily="2" charset="0"/>
              </a:rPr>
              <a:t>  </a:t>
            </a:r>
          </a:p>
          <a:p>
            <a:pPr algn="ctr" defTabSz="685732"/>
            <a:r>
              <a:rPr lang="kn-IN" sz="3000" b="1" dirty="0">
                <a:solidFill>
                  <a:srgbClr val="FFFFFF"/>
                </a:solidFill>
                <a:latin typeface="Calibri"/>
              </a:rPr>
              <a:t>ಪ್ರಾತಃ ಸ್ಮರಣ ಸ್ತೋತ್ರಂ</a:t>
            </a:r>
            <a:endParaRPr lang="en-CA" sz="3000" b="1" dirty="0">
              <a:solidFill>
                <a:srgbClr val="FFFFFF"/>
              </a:solidFill>
              <a:latin typeface="Calibri"/>
            </a:endParaRPr>
          </a:p>
        </p:txBody>
      </p:sp>
      <p:sp>
        <p:nvSpPr>
          <p:cNvPr id="74757" name="Rectangle 9"/>
          <p:cNvSpPr>
            <a:spLocks noChangeArrowheads="1"/>
          </p:cNvSpPr>
          <p:nvPr/>
        </p:nvSpPr>
        <p:spPr bwMode="auto">
          <a:xfrm>
            <a:off x="2428938" y="3045039"/>
            <a:ext cx="6172022" cy="2113399"/>
          </a:xfrm>
          <a:prstGeom prst="rect">
            <a:avLst/>
          </a:prstGeom>
          <a:noFill/>
          <a:ln w="9525">
            <a:noFill/>
            <a:miter lim="800000"/>
            <a:headEnd/>
            <a:tailEnd/>
          </a:ln>
        </p:spPr>
        <p:txBody>
          <a:bodyPr>
            <a:spAutoFit/>
          </a:bodyPr>
          <a:lstStyle/>
          <a:p>
            <a:pPr defTabSz="685732">
              <a:spcAft>
                <a:spcPts val="450"/>
              </a:spcAft>
            </a:pPr>
            <a:r>
              <a:rPr lang="en-US" sz="2700" dirty="0">
                <a:solidFill>
                  <a:srgbClr val="F2F2F2"/>
                </a:solidFill>
                <a:latin typeface="URW Palladio IT" pitchFamily="2" charset="0"/>
              </a:rPr>
              <a:t>Composed by</a:t>
            </a:r>
            <a:endParaRPr lang="en-US" sz="825" dirty="0">
              <a:solidFill>
                <a:srgbClr val="F2F2F2"/>
              </a:solidFill>
              <a:latin typeface="URW Palladio IT" pitchFamily="2" charset="0"/>
            </a:endParaRPr>
          </a:p>
          <a:p>
            <a:pPr algn="ctr" defTabSz="685732"/>
            <a:r>
              <a:rPr lang="en-US" sz="3300" dirty="0" err="1">
                <a:solidFill>
                  <a:srgbClr val="F2F2F2"/>
                </a:solidFill>
                <a:latin typeface="Sanskrit 99" pitchFamily="2" charset="0"/>
              </a:rPr>
              <a:t>ïI</a:t>
            </a:r>
            <a:r>
              <a:rPr lang="en-US" sz="3300" dirty="0">
                <a:solidFill>
                  <a:srgbClr val="F2F2F2"/>
                </a:solidFill>
                <a:latin typeface="Sanskrit 99" pitchFamily="2" charset="0"/>
              </a:rPr>
              <a:t> </a:t>
            </a:r>
            <a:r>
              <a:rPr lang="en-US" sz="3300" dirty="0" err="1">
                <a:solidFill>
                  <a:srgbClr val="F2F2F2"/>
                </a:solidFill>
                <a:latin typeface="Sanskrit 99" pitchFamily="2" charset="0"/>
              </a:rPr>
              <a:t>z»racayR</a:t>
            </a:r>
            <a:r>
              <a:rPr lang="en-US" sz="3300" dirty="0">
                <a:solidFill>
                  <a:srgbClr val="F2F2F2"/>
                </a:solidFill>
                <a:latin typeface="Sanskrit 99" pitchFamily="2" charset="0"/>
              </a:rPr>
              <a:t>&gt;</a:t>
            </a:r>
          </a:p>
          <a:p>
            <a:pPr algn="ctr" defTabSz="685732">
              <a:spcAft>
                <a:spcPts val="450"/>
              </a:spcAft>
            </a:pPr>
            <a:r>
              <a:rPr lang="en-US" sz="3300" dirty="0" err="1">
                <a:solidFill>
                  <a:srgbClr val="F2F2F2"/>
                </a:solidFill>
                <a:latin typeface="URW Palladio IT" pitchFamily="2" charset="0"/>
              </a:rPr>
              <a:t>Sré</a:t>
            </a:r>
            <a:r>
              <a:rPr lang="en-US" sz="3300" dirty="0">
                <a:solidFill>
                  <a:srgbClr val="F2F2F2"/>
                </a:solidFill>
                <a:latin typeface="URW Palladio IT" pitchFamily="2" charset="0"/>
              </a:rPr>
              <a:t> </a:t>
            </a:r>
            <a:r>
              <a:rPr lang="en-US" sz="3300" dirty="0" err="1">
                <a:solidFill>
                  <a:srgbClr val="F2F2F2"/>
                </a:solidFill>
                <a:latin typeface="URW Palladio IT" pitchFamily="2" charset="0"/>
              </a:rPr>
              <a:t>Saìkaräcäryaù</a:t>
            </a:r>
            <a:endParaRPr lang="en-US" sz="3300" dirty="0">
              <a:solidFill>
                <a:srgbClr val="F2F2F2"/>
              </a:solidFill>
              <a:latin typeface="URW Palladio IT" pitchFamily="2" charset="0"/>
            </a:endParaRPr>
          </a:p>
          <a:p>
            <a:pPr algn="ctr" defTabSz="685732"/>
            <a:r>
              <a:rPr lang="kn-IN" sz="3000" dirty="0">
                <a:solidFill>
                  <a:srgbClr val="FFFFFF"/>
                </a:solidFill>
                <a:latin typeface="Calibri"/>
              </a:rPr>
              <a:t>ಶ್ರೀ ಶಂಕರಾಚಾರ್ಯಃ</a:t>
            </a:r>
            <a:endParaRPr lang="en-CA" sz="3000" dirty="0">
              <a:solidFill>
                <a:srgbClr val="FFFFFF"/>
              </a:solidFill>
              <a:latin typeface="Calibri"/>
            </a:endParaRPr>
          </a:p>
        </p:txBody>
      </p:sp>
      <p:sp>
        <p:nvSpPr>
          <p:cNvPr id="74758" name="Rectangle 11"/>
          <p:cNvSpPr>
            <a:spLocks noChangeArrowheads="1"/>
          </p:cNvSpPr>
          <p:nvPr/>
        </p:nvSpPr>
        <p:spPr bwMode="auto">
          <a:xfrm>
            <a:off x="5435720" y="235156"/>
            <a:ext cx="742928" cy="784702"/>
          </a:xfrm>
          <a:prstGeom prst="rect">
            <a:avLst/>
          </a:prstGeom>
          <a:noFill/>
          <a:ln w="9525">
            <a:noFill/>
            <a:miter lim="800000"/>
            <a:headEnd/>
            <a:tailEnd/>
          </a:ln>
        </p:spPr>
        <p:txBody>
          <a:bodyPr>
            <a:spAutoFit/>
          </a:bodyPr>
          <a:lstStyle/>
          <a:p>
            <a:pPr defTabSz="685732"/>
            <a:r>
              <a:rPr lang="en-US" sz="4499" dirty="0">
                <a:solidFill>
                  <a:srgbClr val="F2F2F2"/>
                </a:solidFill>
                <a:latin typeface="Sanskrit 99" pitchFamily="2" charset="0"/>
                <a:sym typeface="Wingdings" pitchFamily="2" charset="2"/>
              </a:rPr>
              <a:t></a:t>
            </a:r>
            <a:endParaRPr lang="en-US" sz="4499" dirty="0">
              <a:solidFill>
                <a:srgbClr val="F2F2F2"/>
              </a:solidFill>
              <a:latin typeface="Calibri"/>
            </a:endParaRPr>
          </a:p>
        </p:txBody>
      </p:sp>
    </p:spTree>
    <p:extLst>
      <p:ext uri="{BB962C8B-B14F-4D97-AF65-F5344CB8AC3E}">
        <p14:creationId xmlns:p14="http://schemas.microsoft.com/office/powerpoint/2010/main" val="15088282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 स्मरामि हृदि संस्फुरदात्मत</a:t>
            </a:r>
            <a:r>
              <a:rPr lang="en-US" sz="3000" b="1" dirty="0" err="1">
                <a:solidFill>
                  <a:srgbClr val="000000"/>
                </a:solidFill>
                <a:latin typeface="Sanskrit 99" pitchFamily="2" charset="0"/>
                <a:ea typeface="Calibri" pitchFamily="34" charset="0"/>
                <a:cs typeface="Sanskrit 2003"/>
              </a:rPr>
              <a:t>Åv</a:t>
            </a:r>
            <a:r>
              <a:rPr lang="hi-IN" sz="3000" b="1" dirty="0">
                <a:latin typeface="Sanskrit 2003" pitchFamily="2" charset="-78"/>
                <a:cs typeface="Sanskrit 2003" pitchFamily="2" charset="-78"/>
              </a:rPr>
              <a:t>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सत्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चित्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सुखं परमहंसगतिं तु</a:t>
            </a:r>
            <a:r>
              <a:rPr lang="en-IN" sz="3000" b="1" dirty="0" err="1">
                <a:latin typeface="Sanskrit 99" pitchFamily="2" charset="0"/>
                <a:cs typeface="Sanskrit 2003" pitchFamily="2" charset="-78"/>
              </a:rPr>
              <a:t>rI</a:t>
            </a:r>
            <a:r>
              <a:rPr lang="hi-IN" sz="3000" b="1" dirty="0">
                <a:latin typeface="Sanskrit 2003" pitchFamily="2" charset="-78"/>
                <a:cs typeface="Sanskrit 2003" pitchFamily="2" charset="-78"/>
              </a:rPr>
              <a:t>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Prātaḥ</a:t>
            </a:r>
            <a:r>
              <a:rPr lang="en-US" b="1" dirty="0" smtClean="0">
                <a:latin typeface="URW Palladio IT" pitchFamily="2" charset="0"/>
              </a:rPr>
              <a:t> </a:t>
            </a:r>
            <a:r>
              <a:rPr lang="en-US" b="1" dirty="0" err="1" smtClean="0">
                <a:latin typeface="URW Palladio IT" pitchFamily="2" charset="0"/>
              </a:rPr>
              <a:t>smarāmi</a:t>
            </a:r>
            <a:r>
              <a:rPr lang="en-US" b="1" dirty="0" smtClean="0">
                <a:latin typeface="URW Palladio IT" pitchFamily="2" charset="0"/>
              </a:rPr>
              <a:t> </a:t>
            </a:r>
            <a:r>
              <a:rPr lang="en-US" b="1" dirty="0" err="1" smtClean="0">
                <a:latin typeface="URW Palladio IT" pitchFamily="2" charset="0"/>
              </a:rPr>
              <a:t>hṛdi</a:t>
            </a:r>
            <a:r>
              <a:rPr lang="en-US" b="1" dirty="0" smtClean="0">
                <a:latin typeface="URW Palladio IT" pitchFamily="2" charset="0"/>
              </a:rPr>
              <a:t> </a:t>
            </a:r>
            <a:r>
              <a:rPr lang="en-US" b="1" dirty="0" err="1" smtClean="0">
                <a:latin typeface="URW Palladio IT" pitchFamily="2" charset="0"/>
              </a:rPr>
              <a:t>saṁsphuradātmatattvam</a:t>
            </a:r>
            <a:r>
              <a:rPr lang="en-US" b="1" dirty="0" smtClean="0">
                <a:latin typeface="URW Palladio IT" pitchFamily="2" charset="0"/>
              </a:rPr>
              <a:t> |</a:t>
            </a:r>
          </a:p>
          <a:p>
            <a:pPr algn="ctr" eaLnBrk="1" hangingPunct="1">
              <a:spcAft>
                <a:spcPts val="1349"/>
              </a:spcAft>
              <a:buNone/>
            </a:pPr>
            <a:r>
              <a:rPr lang="en-US" b="1" dirty="0" smtClean="0">
                <a:latin typeface="URW Palladio IT" pitchFamily="2" charset="0"/>
              </a:rPr>
              <a:t>Sat-cit-</a:t>
            </a:r>
            <a:r>
              <a:rPr lang="en-US" b="1" dirty="0" err="1" smtClean="0">
                <a:latin typeface="URW Palladio IT" pitchFamily="2" charset="0"/>
              </a:rPr>
              <a:t>sukhaṁ</a:t>
            </a:r>
            <a:r>
              <a:rPr lang="en-US" b="1" dirty="0" smtClean="0">
                <a:latin typeface="URW Palladio IT" pitchFamily="2" charset="0"/>
              </a:rPr>
              <a:t> </a:t>
            </a:r>
            <a:r>
              <a:rPr lang="en-US" b="1" dirty="0" err="1" smtClean="0">
                <a:latin typeface="URW Palladio IT" pitchFamily="2" charset="0"/>
              </a:rPr>
              <a:t>paramahaṁsagatiṁ</a:t>
            </a:r>
            <a:r>
              <a:rPr lang="en-US" b="1" dirty="0" smtClean="0">
                <a:latin typeface="URW Palladio IT" pitchFamily="2" charset="0"/>
              </a:rPr>
              <a:t> </a:t>
            </a:r>
            <a:r>
              <a:rPr lang="en-US" b="1" dirty="0" err="1" smtClean="0">
                <a:latin typeface="URW Palladio IT" pitchFamily="2" charset="0"/>
              </a:rPr>
              <a:t>turIyam</a:t>
            </a:r>
            <a:r>
              <a:rPr lang="en-US" b="1" dirty="0" smtClean="0">
                <a:latin typeface="URW Palladio IT" pitchFamily="2" charset="0"/>
              </a:rPr>
              <a:t>||</a:t>
            </a:r>
          </a:p>
          <a:p>
            <a:pPr algn="ctr">
              <a:buFont typeface="Arial" charset="0"/>
              <a:buNone/>
            </a:pPr>
            <a:r>
              <a:rPr lang="kn-IN" b="1" dirty="0" smtClean="0">
                <a:solidFill>
                  <a:srgbClr val="000000"/>
                </a:solidFill>
                <a:ea typeface="Tunga" pitchFamily="2"/>
              </a:rPr>
              <a:t>ಪ್ರಾತಃ ಸ್ಮರಾಮಿ ಹೃದಿಸಂಸ್ಫುರದಾತ್ಮತತ್ತ್ವಂ</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buFont typeface="Arial" charset="0"/>
              <a:buNone/>
            </a:pPr>
            <a:r>
              <a:rPr lang="kn-IN" b="1" dirty="0" smtClean="0">
                <a:solidFill>
                  <a:srgbClr val="000000"/>
                </a:solidFill>
                <a:ea typeface="Tunga" pitchFamily="2"/>
              </a:rPr>
              <a:t>ಸಚ್ಚಿತ್ಸುಖಂ ಪರಮಹಂಸಗತಿಂ ತುರೀಯಮ್ ||</a:t>
            </a:r>
            <a:endParaRPr lang="en-US" b="1" dirty="0" smtClean="0">
              <a:latin typeface="URW Palladio IT" pitchFamily="2" charset="0"/>
            </a:endParaRPr>
          </a:p>
          <a:p>
            <a:pPr algn="ctr">
              <a:buFont typeface="Wingdings 2" pitchFamily="18" charset="2"/>
              <a:buNone/>
            </a:pPr>
            <a:endParaRPr lang="en-US" sz="900"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remember in the morning the Self which shines in the heart, which is existence-consciousness-bliss, which is the supreme </a:t>
            </a:r>
            <a:r>
              <a:rPr lang="en-CA" sz="1799" dirty="0" err="1">
                <a:latin typeface="Times New Roman" pitchFamily="18" charset="0"/>
                <a:cs typeface="Times New Roman" pitchFamily="18" charset="0"/>
              </a:rPr>
              <a:t>Paramahamsa</a:t>
            </a:r>
            <a:r>
              <a:rPr lang="en-CA" sz="1799" dirty="0">
                <a:latin typeface="Times New Roman" pitchFamily="18" charset="0"/>
                <a:cs typeface="Times New Roman" pitchFamily="18" charset="0"/>
              </a:rPr>
              <a:t> state, which is called the "Fourth"</a:t>
            </a:r>
            <a:endParaRPr lang="en-US" sz="1799" b="1" dirty="0">
              <a:latin typeface="Times New Roman" pitchFamily="18" charset="0"/>
              <a:cs typeface="Times New Roman" pitchFamily="18" charset="0"/>
            </a:endParaRPr>
          </a:p>
        </p:txBody>
      </p:sp>
    </p:spTree>
    <p:extLst>
      <p:ext uri="{BB962C8B-B14F-4D97-AF65-F5344CB8AC3E}">
        <p14:creationId xmlns:p14="http://schemas.microsoft.com/office/powerpoint/2010/main" val="572769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यत्स्वप्नजागर</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सुषुप्तमवैति नित्यम्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तद्</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ब्रह्म निष्कलमहं न च भूतसंघः॥१॥</a:t>
            </a:r>
            <a:endParaRPr lang="en-US" sz="3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Yat</a:t>
            </a:r>
            <a:r>
              <a:rPr lang="en-US" b="1" dirty="0" smtClean="0">
                <a:latin typeface="URW Palladio IT" pitchFamily="2" charset="0"/>
              </a:rPr>
              <a:t> </a:t>
            </a:r>
            <a:r>
              <a:rPr lang="en-US" b="1" dirty="0" err="1" smtClean="0">
                <a:latin typeface="URW Palladio IT" pitchFamily="2" charset="0"/>
              </a:rPr>
              <a:t>svapna</a:t>
            </a:r>
            <a:r>
              <a:rPr lang="en-US" b="1" dirty="0" smtClean="0">
                <a:latin typeface="URW Palladio IT" pitchFamily="2" charset="0"/>
              </a:rPr>
              <a:t> </a:t>
            </a:r>
            <a:r>
              <a:rPr lang="en-US" b="1" dirty="0" err="1" smtClean="0">
                <a:latin typeface="URW Palladio IT" pitchFamily="2" charset="0"/>
              </a:rPr>
              <a:t>jāgara</a:t>
            </a:r>
            <a:r>
              <a:rPr lang="en-US" b="1" dirty="0" smtClean="0">
                <a:latin typeface="URW Palladio IT" pitchFamily="2" charset="0"/>
              </a:rPr>
              <a:t> </a:t>
            </a:r>
            <a:r>
              <a:rPr lang="en-US" b="1" dirty="0" err="1" smtClean="0">
                <a:latin typeface="URW Palladio IT" pitchFamily="2" charset="0"/>
              </a:rPr>
              <a:t>suṣuptamavaiti</a:t>
            </a:r>
            <a:r>
              <a:rPr lang="en-US" b="1" dirty="0" smtClean="0">
                <a:latin typeface="URW Palladio IT" pitchFamily="2" charset="0"/>
              </a:rPr>
              <a:t> </a:t>
            </a:r>
            <a:r>
              <a:rPr lang="en-US" b="1" dirty="0" err="1" smtClean="0">
                <a:latin typeface="URW Palladio IT" pitchFamily="2" charset="0"/>
              </a:rPr>
              <a:t>nityam</a:t>
            </a:r>
            <a:r>
              <a:rPr lang="en-US" b="1" dirty="0" smtClean="0">
                <a:latin typeface="URW Palladio IT" pitchFamily="2" charset="0"/>
              </a:rPr>
              <a:t> |</a:t>
            </a:r>
          </a:p>
          <a:p>
            <a:pPr algn="ctr" eaLnBrk="1" hangingPunct="1">
              <a:buFont typeface="Wingdings 2" pitchFamily="18" charset="2"/>
              <a:buNone/>
            </a:pPr>
            <a:r>
              <a:rPr lang="en-US" b="1" dirty="0" smtClean="0">
                <a:latin typeface="URW Palladio IT" pitchFamily="2" charset="0"/>
              </a:rPr>
              <a:t>Tad </a:t>
            </a:r>
            <a:r>
              <a:rPr lang="en-US" b="1" dirty="0" err="1" smtClean="0">
                <a:latin typeface="URW Palladio IT" pitchFamily="2" charset="0"/>
              </a:rPr>
              <a:t>brahma</a:t>
            </a:r>
            <a:r>
              <a:rPr lang="en-US" b="1" dirty="0" smtClean="0">
                <a:latin typeface="URW Palladio IT" pitchFamily="2" charset="0"/>
              </a:rPr>
              <a:t> </a:t>
            </a:r>
            <a:r>
              <a:rPr lang="en-US" b="1" dirty="0" err="1" smtClean="0">
                <a:latin typeface="URW Palladio IT" pitchFamily="2" charset="0"/>
              </a:rPr>
              <a:t>niṣkalamahaṁ</a:t>
            </a:r>
            <a:endParaRPr lang="en-US" b="1" dirty="0" smtClean="0">
              <a:latin typeface="URW Palladio IT" pitchFamily="2" charset="0"/>
            </a:endParaRPr>
          </a:p>
          <a:p>
            <a:pPr algn="ctr" eaLnBrk="1" hangingPunct="1">
              <a:spcAft>
                <a:spcPts val="450"/>
              </a:spcAft>
              <a:buNone/>
            </a:pPr>
            <a:r>
              <a:rPr lang="en-US" b="1" dirty="0" err="1" smtClean="0">
                <a:latin typeface="URW Palladio IT" pitchFamily="2" charset="0"/>
              </a:rPr>
              <a:t>na</a:t>
            </a:r>
            <a:r>
              <a:rPr lang="en-US" b="1" dirty="0" smtClean="0">
                <a:latin typeface="URW Palladio IT" pitchFamily="2" charset="0"/>
              </a:rPr>
              <a:t> ca </a:t>
            </a:r>
            <a:r>
              <a:rPr lang="en-US" b="1" dirty="0" err="1" smtClean="0">
                <a:latin typeface="URW Palladio IT" pitchFamily="2" charset="0"/>
              </a:rPr>
              <a:t>bhūtasaṁghaḥ</a:t>
            </a:r>
            <a:r>
              <a:rPr lang="en-US" b="1" dirty="0" smtClean="0">
                <a:latin typeface="URW Palladio IT" pitchFamily="2" charset="0"/>
              </a:rPr>
              <a:t> ||1||</a:t>
            </a:r>
          </a:p>
          <a:p>
            <a:pPr algn="ctr">
              <a:lnSpc>
                <a:spcPct val="115000"/>
              </a:lnSpc>
              <a:buFont typeface="Arial" charset="0"/>
              <a:buNone/>
            </a:pPr>
            <a:r>
              <a:rPr lang="kn-IN" b="1" dirty="0" smtClean="0">
                <a:solidFill>
                  <a:srgbClr val="000000"/>
                </a:solidFill>
                <a:ea typeface="Calibri" pitchFamily="34" charset="0"/>
              </a:rPr>
              <a:t>ಯತ್ ಸ್ವಪ್ನ ಜಾಗರ ಸುಷುಪ್ತಮವೈತಿ ನಿತ್ಯಂ</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spcAft>
                <a:spcPts val="450"/>
              </a:spcAft>
              <a:buNone/>
            </a:pPr>
            <a:r>
              <a:rPr lang="kn-IN" b="1" dirty="0" smtClean="0">
                <a:solidFill>
                  <a:srgbClr val="000000"/>
                </a:solidFill>
                <a:ea typeface="Tunga" pitchFamily="2"/>
              </a:rPr>
              <a:t>ತದ್ಬ್ರಹ್ಮನಿಷ್ಕಲಮಹಂ ನ ಚ ಭೂತಸಙ್ಘಃ ||೧||</a:t>
            </a:r>
            <a:endParaRPr lang="en-US" b="1" dirty="0" smtClean="0">
              <a:solidFill>
                <a:srgbClr val="000000"/>
              </a:solidFill>
              <a:ea typeface="Tunga" pitchFamily="2"/>
            </a:endParaRPr>
          </a:p>
          <a:p>
            <a:pPr algn="ctr">
              <a:spcAft>
                <a:spcPts val="450"/>
              </a:spcAft>
              <a:buNone/>
            </a:pPr>
            <a:endParaRPr lang="en-US" b="1" dirty="0" smtClean="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1799" dirty="0">
              <a:latin typeface="URW Palladio ITU" pitchFamily="2" charset="0"/>
            </a:endParaRPr>
          </a:p>
        </p:txBody>
      </p:sp>
    </p:spTree>
    <p:extLst>
      <p:ext uri="{BB962C8B-B14F-4D97-AF65-F5344CB8AC3E}">
        <p14:creationId xmlns:p14="http://schemas.microsoft.com/office/powerpoint/2010/main" val="1965929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प्रातर्भजामि मनसो </a:t>
            </a:r>
            <a:r>
              <a:rPr lang="en-IN" sz="3000" b="1" dirty="0" err="1">
                <a:latin typeface="Sanskrit 99" pitchFamily="2" charset="0"/>
              </a:rPr>
              <a:t>vcsamgMym</a:t>
            </a:r>
            <a:r>
              <a:rPr lang="en-IN" sz="3000" b="1" dirty="0">
                <a:latin typeface="Sanskrit 99" pitchFamily="2" charset="0"/>
              </a:rPr>
              <a:t>!</a:t>
            </a:r>
            <a:r>
              <a:rPr lang="en-IN" sz="3000" b="1" dirty="0"/>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वाचो विभान्ति निखिला यदनुग्रहेण</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Prātarbhajāmi</a:t>
            </a:r>
            <a:r>
              <a:rPr lang="en-US" b="1" dirty="0" smtClean="0">
                <a:latin typeface="URW Palladio IT" pitchFamily="2" charset="0"/>
              </a:rPr>
              <a:t> </a:t>
            </a:r>
            <a:r>
              <a:rPr lang="en-US" b="1" dirty="0" err="1" smtClean="0">
                <a:latin typeface="URW Palladio IT" pitchFamily="2" charset="0"/>
              </a:rPr>
              <a:t>manaso</a:t>
            </a:r>
            <a:r>
              <a:rPr lang="en-US" b="1" dirty="0" smtClean="0">
                <a:latin typeface="URW Palladio IT" pitchFamily="2" charset="0"/>
              </a:rPr>
              <a:t> </a:t>
            </a:r>
            <a:r>
              <a:rPr lang="en-US" b="1" dirty="0" err="1" smtClean="0">
                <a:latin typeface="URW Palladio IT" pitchFamily="2" charset="0"/>
              </a:rPr>
              <a:t>vacasām</a:t>
            </a:r>
            <a:r>
              <a:rPr lang="en-US" b="1" dirty="0" smtClean="0">
                <a:latin typeface="URW Palladio IT" pitchFamily="2" charset="0"/>
              </a:rPr>
              <a:t> </a:t>
            </a:r>
            <a:r>
              <a:rPr lang="en-US" b="1" dirty="0" err="1" smtClean="0">
                <a:latin typeface="URW Palladio IT" pitchFamily="2" charset="0"/>
              </a:rPr>
              <a:t>agamyam</a:t>
            </a:r>
            <a:r>
              <a:rPr lang="en-US" b="1" dirty="0" smtClean="0">
                <a:latin typeface="URW Palladio IT" pitchFamily="2" charset="0"/>
              </a:rPr>
              <a:t> |</a:t>
            </a:r>
          </a:p>
          <a:p>
            <a:pPr algn="ctr" eaLnBrk="1" hangingPunct="1">
              <a:spcAft>
                <a:spcPts val="1349"/>
              </a:spcAft>
              <a:buNone/>
            </a:pPr>
            <a:r>
              <a:rPr lang="en-US" b="1" dirty="0" err="1" smtClean="0">
                <a:latin typeface="URW Palladio IT" pitchFamily="2" charset="0"/>
              </a:rPr>
              <a:t>Vāco</a:t>
            </a:r>
            <a:r>
              <a:rPr lang="en-US" b="1" dirty="0" smtClean="0">
                <a:latin typeface="URW Palladio IT" pitchFamily="2" charset="0"/>
              </a:rPr>
              <a:t> </a:t>
            </a:r>
            <a:r>
              <a:rPr lang="en-US" b="1" dirty="0" err="1" smtClean="0">
                <a:latin typeface="URW Palladio IT" pitchFamily="2" charset="0"/>
              </a:rPr>
              <a:t>vibhānti</a:t>
            </a:r>
            <a:r>
              <a:rPr lang="en-US" b="1" dirty="0" smtClean="0">
                <a:latin typeface="URW Palladio IT" pitchFamily="2" charset="0"/>
              </a:rPr>
              <a:t> </a:t>
            </a:r>
            <a:r>
              <a:rPr lang="en-US" b="1" dirty="0" err="1" smtClean="0">
                <a:latin typeface="URW Palladio IT" pitchFamily="2" charset="0"/>
              </a:rPr>
              <a:t>nikhilā</a:t>
            </a:r>
            <a:r>
              <a:rPr lang="en-US" b="1" dirty="0" smtClean="0">
                <a:latin typeface="URW Palladio IT" pitchFamily="2" charset="0"/>
              </a:rPr>
              <a:t> </a:t>
            </a:r>
            <a:r>
              <a:rPr lang="en-US" b="1" dirty="0" err="1" smtClean="0">
                <a:latin typeface="URW Palladio IT" pitchFamily="2" charset="0"/>
              </a:rPr>
              <a:t>yadanugraheṇa</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ಪ್ರಾತರ್ಭಜಾಮಿ ಮನಸೋ ವಚಸಾಮಗಮ್ಯಂ</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900"/>
              </a:spcAft>
              <a:buNone/>
            </a:pPr>
            <a:r>
              <a:rPr lang="kn-IN" b="1" dirty="0" smtClean="0">
                <a:solidFill>
                  <a:srgbClr val="000000"/>
                </a:solidFill>
                <a:ea typeface="Tunga" pitchFamily="2"/>
              </a:rPr>
              <a:t>ವಾಚೋ ವಿಭಾನ್ತಿ ನಿಖಿಲಾ ಯದನುಗ್ರಹೇಣ ||</a:t>
            </a:r>
            <a:endParaRPr lang="en-US" b="1" dirty="0" smtClean="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17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1799" dirty="0">
                <a:latin typeface="Times New Roman" pitchFamily="18" charset="0"/>
                <a:cs typeface="Times New Roman" pitchFamily="18" charset="0"/>
              </a:rPr>
              <a:t>of speech shines forth…</a:t>
            </a:r>
            <a:endParaRPr lang="en-US" sz="1799" dirty="0">
              <a:latin typeface="GITA1" pitchFamily="2" charset="0"/>
            </a:endParaRPr>
          </a:p>
        </p:txBody>
      </p:sp>
    </p:spTree>
    <p:extLst>
      <p:ext uri="{BB962C8B-B14F-4D97-AF65-F5344CB8AC3E}">
        <p14:creationId xmlns:p14="http://schemas.microsoft.com/office/powerpoint/2010/main" val="10685305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33" y="114371"/>
            <a:ext cx="9143735" cy="5029055"/>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यन्नेति नेति वचनैर्निगमा अवोचुः</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 देवदेवमजमच्युतमाहुरग्र्यम्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॥२॥</a:t>
            </a:r>
            <a:endParaRPr lang="en-US" sz="3000" b="1" dirty="0">
              <a:latin typeface="URW Palladio ITU" pitchFamily="2" charset="0"/>
            </a:endParaRPr>
          </a:p>
          <a:p>
            <a:pPr algn="ctr" eaLnBrk="1" hangingPunct="1">
              <a:buFont typeface="Wingdings 2" pitchFamily="18" charset="2"/>
              <a:buNone/>
            </a:pPr>
            <a:r>
              <a:rPr lang="en-US" b="1" dirty="0" smtClean="0">
                <a:latin typeface="URW Palladio IT" pitchFamily="2" charset="0"/>
              </a:rPr>
              <a:t>Yan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vacanair</a:t>
            </a:r>
            <a:r>
              <a:rPr lang="en-US" b="1" dirty="0" smtClean="0">
                <a:latin typeface="URW Palladio IT" pitchFamily="2" charset="0"/>
              </a:rPr>
              <a:t> </a:t>
            </a:r>
            <a:r>
              <a:rPr lang="en-US" b="1" dirty="0" err="1" smtClean="0">
                <a:latin typeface="URW Palladio IT" pitchFamily="2" charset="0"/>
              </a:rPr>
              <a:t>nigamā</a:t>
            </a:r>
            <a:r>
              <a:rPr lang="en-US" b="1" dirty="0" smtClean="0">
                <a:latin typeface="URW Palladio IT" pitchFamily="2" charset="0"/>
              </a:rPr>
              <a:t> </a:t>
            </a:r>
            <a:r>
              <a:rPr lang="en-US" b="1" dirty="0" err="1" smtClean="0">
                <a:latin typeface="URW Palladio IT" pitchFamily="2" charset="0"/>
              </a:rPr>
              <a:t>avocuḥ</a:t>
            </a:r>
            <a:r>
              <a:rPr lang="en-US" b="1" dirty="0" smtClean="0">
                <a:latin typeface="URW Palladio IT" pitchFamily="2" charset="0"/>
              </a:rPr>
              <a:t> |</a:t>
            </a:r>
          </a:p>
          <a:p>
            <a:pPr algn="ctr" eaLnBrk="1" hangingPunct="1">
              <a:spcAft>
                <a:spcPts val="450"/>
              </a:spcAft>
              <a:buNone/>
            </a:pPr>
            <a:r>
              <a:rPr lang="en-US" b="1" dirty="0" err="1" smtClean="0">
                <a:latin typeface="URW Palladio IT" pitchFamily="2" charset="0"/>
              </a:rPr>
              <a:t>Taṁ</a:t>
            </a:r>
            <a:r>
              <a:rPr lang="en-US" b="1" dirty="0" smtClean="0">
                <a:latin typeface="URW Palladio IT" pitchFamily="2" charset="0"/>
              </a:rPr>
              <a:t> </a:t>
            </a:r>
            <a:r>
              <a:rPr lang="en-US" b="1" dirty="0" err="1" smtClean="0">
                <a:latin typeface="URW Palladio IT" pitchFamily="2" charset="0"/>
              </a:rPr>
              <a:t>devadevamajamacyutamāhuragryam</a:t>
            </a:r>
            <a:r>
              <a:rPr lang="en-US" b="1" dirty="0" smtClean="0">
                <a:latin typeface="URW Palladio IT" pitchFamily="2" charset="0"/>
              </a:rPr>
              <a:t> ||2||</a:t>
            </a:r>
          </a:p>
          <a:p>
            <a:pPr algn="ctr">
              <a:lnSpc>
                <a:spcPct val="115000"/>
              </a:lnSpc>
              <a:buFont typeface="Arial" charset="0"/>
              <a:buNone/>
            </a:pPr>
            <a:r>
              <a:rPr lang="kn-IN" b="1" dirty="0" smtClean="0">
                <a:solidFill>
                  <a:srgbClr val="000000"/>
                </a:solidFill>
                <a:ea typeface="Calibri" pitchFamily="34" charset="0"/>
              </a:rPr>
              <a:t>ಯನ್ನೇತಿ ನೇತಿ ವಚನೈರ್ನಿಗಮಾ ಅವೋಚುಃ</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450"/>
              </a:spcAft>
              <a:buNone/>
            </a:pPr>
            <a:r>
              <a:rPr lang="kn-IN" b="1" dirty="0" smtClean="0">
                <a:solidFill>
                  <a:srgbClr val="000000"/>
                </a:solidFill>
                <a:ea typeface="Tunga" pitchFamily="2"/>
              </a:rPr>
              <a:t>ತಂ ದೇವದೇವಂ</a:t>
            </a:r>
            <a:r>
              <a:rPr lang="en-CA" b="1" dirty="0" smtClean="0">
                <a:solidFill>
                  <a:srgbClr val="000000"/>
                </a:solidFill>
                <a:cs typeface="Calibri" pitchFamily="34" charset="0"/>
              </a:rPr>
              <a:t> </a:t>
            </a:r>
            <a:r>
              <a:rPr lang="kn-IN" b="1" dirty="0" smtClean="0">
                <a:solidFill>
                  <a:srgbClr val="000000"/>
                </a:solidFill>
                <a:ea typeface="Tunga" pitchFamily="2"/>
              </a:rPr>
              <a:t>ಅಜಮಚ್ಯುತಮಾಹುರಗ್ರ್ಯಮ್ ||೨||</a:t>
            </a:r>
            <a:endParaRPr lang="en-US" b="1" dirty="0" smtClean="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17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1799" dirty="0">
                <a:latin typeface="Times New Roman" pitchFamily="18" charset="0"/>
                <a:cs typeface="Times New Roman" pitchFamily="18" charset="0"/>
              </a:rPr>
              <a:t>Being which is spoken of (in the Vedas) as unborn,</a:t>
            </a:r>
          </a:p>
          <a:p>
            <a:pPr algn="ctr">
              <a:buFont typeface="Wingdings 2" pitchFamily="18" charset="2"/>
              <a:buNone/>
            </a:pPr>
            <a:r>
              <a:rPr lang="en-CA" sz="1799" dirty="0">
                <a:latin typeface="Times New Roman" pitchFamily="18" charset="0"/>
                <a:cs typeface="Times New Roman" pitchFamily="18" charset="0"/>
              </a:rPr>
              <a:t>infallible, and the highest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sz="900" b="1" dirty="0">
              <a:latin typeface="GITA1" pitchFamily="2" charset="0"/>
            </a:endParaRPr>
          </a:p>
        </p:txBody>
      </p:sp>
    </p:spTree>
    <p:extLst>
      <p:ext uri="{BB962C8B-B14F-4D97-AF65-F5344CB8AC3E}">
        <p14:creationId xmlns:p14="http://schemas.microsoft.com/office/powerpoint/2010/main" val="15415640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endParaRPr lang="en-US" sz="100" b="1" dirty="0">
              <a:latin typeface="GITA1" pitchFamily="2" charset="0"/>
            </a:endParaRPr>
          </a:p>
          <a:p>
            <a:pPr algn="ctr" eaLnBrk="1" hangingPunct="1">
              <a:buFont typeface="Wingdings 2" pitchFamily="18" charset="2"/>
              <a:buNone/>
            </a:pPr>
            <a:r>
              <a:rPr lang="hi-IN" sz="3000" b="1" dirty="0">
                <a:latin typeface="Sanskrit 99" pitchFamily="2" charset="0"/>
                <a:cs typeface="Sanskrit 2003" pitchFamily="2" charset="-78"/>
              </a:rPr>
              <a:t>प्रातर्नमामि</a:t>
            </a:r>
            <a:r>
              <a:rPr lang="hi-IN" sz="3000" b="1" dirty="0">
                <a:latin typeface="Sanskrit 2003" pitchFamily="2" charset="-78"/>
                <a:cs typeface="Sanskrit 2003" pitchFamily="2" charset="-78"/>
              </a:rPr>
              <a:t> तमसः </a:t>
            </a:r>
            <a:r>
              <a:rPr lang="en-IN" sz="3000" b="1" dirty="0" err="1">
                <a:latin typeface="Sanskrit 99" pitchFamily="2" charset="0"/>
              </a:rPr>
              <a:t>prmkRv</a:t>
            </a:r>
            <a:r>
              <a:rPr lang="en-IN" sz="3000" b="1" dirty="0">
                <a:latin typeface="Sanskrit 99" pitchFamily="2" charset="0"/>
              </a:rPr>
              <a:t>[</a:t>
            </a:r>
            <a:r>
              <a:rPr lang="en-IN" sz="3000" dirty="0">
                <a:latin typeface="Sanskrit 99" pitchFamily="2" charset="0"/>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पूर्णं सनातनपदं पुरुषोत्तमाख्यम्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buFont typeface="Wingdings 2" pitchFamily="18" charset="2"/>
              <a:buNone/>
            </a:pPr>
            <a:r>
              <a:rPr lang="en-US" b="1" dirty="0" err="1" smtClean="0">
                <a:latin typeface="URW Palladio IT" pitchFamily="2" charset="0"/>
              </a:rPr>
              <a:t>Prātarnamāmi</a:t>
            </a:r>
            <a:r>
              <a:rPr lang="en-US" b="1" dirty="0" smtClean="0">
                <a:latin typeface="URW Palladio IT" pitchFamily="2" charset="0"/>
              </a:rPr>
              <a:t> </a:t>
            </a:r>
            <a:r>
              <a:rPr lang="en-US" b="1" dirty="0" err="1" smtClean="0">
                <a:latin typeface="URW Palladio IT" pitchFamily="2" charset="0"/>
              </a:rPr>
              <a:t>tamasaḥ</a:t>
            </a:r>
            <a:r>
              <a:rPr lang="en-US" b="1" dirty="0" smtClean="0">
                <a:latin typeface="URW Palladio IT" pitchFamily="2" charset="0"/>
              </a:rPr>
              <a:t> </a:t>
            </a:r>
            <a:r>
              <a:rPr lang="en-US" b="1" dirty="0" err="1" smtClean="0">
                <a:latin typeface="URW Palladio IT" pitchFamily="2" charset="0"/>
              </a:rPr>
              <a:t>paramarkavarṇaṁ</a:t>
            </a:r>
            <a:r>
              <a:rPr lang="en-US" b="1" dirty="0" smtClean="0">
                <a:latin typeface="URW Palladio IT" pitchFamily="2" charset="0"/>
              </a:rPr>
              <a:t> |</a:t>
            </a:r>
          </a:p>
          <a:p>
            <a:pPr algn="ctr" eaLnBrk="1" hangingPunct="1">
              <a:spcAft>
                <a:spcPts val="900"/>
              </a:spcAft>
              <a:buNone/>
            </a:pPr>
            <a:r>
              <a:rPr lang="en-US" b="1" dirty="0" err="1" smtClean="0">
                <a:latin typeface="URW Palladio IT" pitchFamily="2" charset="0"/>
              </a:rPr>
              <a:t>Pūrṇaṁ</a:t>
            </a:r>
            <a:r>
              <a:rPr lang="en-US" b="1" dirty="0" smtClean="0">
                <a:latin typeface="URW Palladio IT" pitchFamily="2" charset="0"/>
              </a:rPr>
              <a:t> </a:t>
            </a:r>
            <a:r>
              <a:rPr lang="en-US" b="1" dirty="0" err="1" smtClean="0">
                <a:latin typeface="URW Palladio IT" pitchFamily="2" charset="0"/>
              </a:rPr>
              <a:t>sanātanapadaṁ</a:t>
            </a:r>
            <a:r>
              <a:rPr lang="en-US" b="1" dirty="0" smtClean="0">
                <a:latin typeface="URW Palladio IT" pitchFamily="2" charset="0"/>
              </a:rPr>
              <a:t> </a:t>
            </a:r>
            <a:r>
              <a:rPr lang="en-US" b="1" dirty="0" err="1" smtClean="0">
                <a:latin typeface="URW Palladio IT" pitchFamily="2" charset="0"/>
              </a:rPr>
              <a:t>puruṣottamākhyam</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ಪ್ರಾತರ್ನಮಾಮಿ ತಮಸಃ ಪರಮರ್ಕವರ್ಣಂ</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900"/>
              </a:spcAft>
              <a:buNone/>
            </a:pPr>
            <a:r>
              <a:rPr lang="kn-IN" b="1" dirty="0" smtClean="0">
                <a:solidFill>
                  <a:srgbClr val="000000"/>
                </a:solidFill>
                <a:ea typeface="Tunga" pitchFamily="2"/>
              </a:rPr>
              <a:t>ಪೂರ್ಣಂ ಸನಾತನಪದಂ ಪುರುಷೋತ್ತಮಾಖ್ಯಮ್ ||</a:t>
            </a:r>
            <a:endParaRPr lang="en-US" b="1" dirty="0" smtClean="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1799" dirty="0" err="1">
                <a:latin typeface="Times New Roman" pitchFamily="18" charset="0"/>
                <a:cs typeface="Times New Roman" pitchFamily="18" charset="0"/>
              </a:rPr>
              <a:t>Purusha</a:t>
            </a:r>
            <a:r>
              <a:rPr lang="en-CA" sz="1799" dirty="0">
                <a:latin typeface="Times New Roman" pitchFamily="18" charset="0"/>
                <a:cs typeface="Times New Roman" pitchFamily="18" charset="0"/>
              </a:rPr>
              <a: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b="1" dirty="0" smtClean="0">
              <a:latin typeface="URW Palladio ITU" pitchFamily="2" charset="0"/>
            </a:endParaRPr>
          </a:p>
        </p:txBody>
      </p:sp>
    </p:spTree>
    <p:extLst>
      <p:ext uri="{BB962C8B-B14F-4D97-AF65-F5344CB8AC3E}">
        <p14:creationId xmlns:p14="http://schemas.microsoft.com/office/powerpoint/2010/main" val="28465777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en-IN" sz="3000" b="1" dirty="0" err="1">
                <a:latin typeface="Sanskrit 99" pitchFamily="2" charset="0"/>
              </a:rPr>
              <a:t>yiSmiÚd</a:t>
            </a:r>
            <a:r>
              <a:rPr lang="en-IN" sz="3000" b="1" dirty="0">
                <a:latin typeface="Sanskrit 99" pitchFamily="2" charset="0"/>
              </a:rPr>
              <a:t>&lt; </a:t>
            </a:r>
            <a:r>
              <a:rPr lang="hi-IN" sz="3000" b="1" dirty="0">
                <a:latin typeface="Sanskrit 2003" pitchFamily="2" charset="-78"/>
                <a:cs typeface="Sanskrit 2003" pitchFamily="2" charset="-78"/>
              </a:rPr>
              <a:t>जगदशेषमशेष मूर्तौ</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रज्ज्वां भुजङ्गम इव प्रतिभासितं वै</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॥३॥</a:t>
            </a:r>
            <a:endParaRPr lang="en-US" sz="3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Yasminnidaṁ</a:t>
            </a:r>
            <a:r>
              <a:rPr lang="en-US" b="1" dirty="0" smtClean="0">
                <a:latin typeface="URW Palladio IT" pitchFamily="2" charset="0"/>
              </a:rPr>
              <a:t> </a:t>
            </a:r>
            <a:r>
              <a:rPr lang="en-US" b="1" dirty="0" err="1" smtClean="0">
                <a:latin typeface="URW Palladio IT" pitchFamily="2" charset="0"/>
              </a:rPr>
              <a:t>jagadaśeṣamaśeṣa</a:t>
            </a:r>
            <a:r>
              <a:rPr lang="en-US" b="1" dirty="0" smtClean="0">
                <a:latin typeface="URW Palladio IT" pitchFamily="2" charset="0"/>
              </a:rPr>
              <a:t> </a:t>
            </a:r>
            <a:r>
              <a:rPr lang="en-US" b="1" dirty="0" err="1" smtClean="0">
                <a:latin typeface="URW Palladio IT" pitchFamily="2" charset="0"/>
              </a:rPr>
              <a:t>mūrtau</a:t>
            </a:r>
            <a:r>
              <a:rPr lang="en-US" b="1" dirty="0" smtClean="0">
                <a:latin typeface="URW Palladio IT" pitchFamily="2" charset="0"/>
              </a:rPr>
              <a:t>|</a:t>
            </a:r>
          </a:p>
          <a:p>
            <a:pPr algn="ctr" eaLnBrk="1" hangingPunct="1">
              <a:spcAft>
                <a:spcPts val="1349"/>
              </a:spcAft>
              <a:buNone/>
            </a:pPr>
            <a:r>
              <a:rPr lang="en-US" b="1" dirty="0" err="1" smtClean="0">
                <a:latin typeface="URW Palladio IT" pitchFamily="2" charset="0"/>
              </a:rPr>
              <a:t>Rajjvāṁ</a:t>
            </a:r>
            <a:r>
              <a:rPr lang="en-US" b="1" dirty="0" smtClean="0">
                <a:latin typeface="URW Palladio IT" pitchFamily="2" charset="0"/>
              </a:rPr>
              <a:t> </a:t>
            </a:r>
            <a:r>
              <a:rPr lang="en-US" b="1" dirty="0" err="1" smtClean="0">
                <a:latin typeface="URW Palladio IT" pitchFamily="2" charset="0"/>
              </a:rPr>
              <a:t>bhujaṅgama</a:t>
            </a:r>
            <a:r>
              <a:rPr lang="en-US" b="1" dirty="0" smtClean="0">
                <a:latin typeface="URW Palladio IT" pitchFamily="2" charset="0"/>
              </a:rPr>
              <a:t> </a:t>
            </a:r>
            <a:r>
              <a:rPr lang="en-US" b="1" dirty="0" err="1" smtClean="0">
                <a:latin typeface="URW Palladio IT" pitchFamily="2" charset="0"/>
              </a:rPr>
              <a:t>iva</a:t>
            </a:r>
            <a:r>
              <a:rPr lang="en-US" b="1" dirty="0" smtClean="0">
                <a:latin typeface="URW Palladio IT" pitchFamily="2" charset="0"/>
              </a:rPr>
              <a:t> </a:t>
            </a:r>
            <a:r>
              <a:rPr lang="en-US" b="1" dirty="0" err="1" smtClean="0">
                <a:latin typeface="URW Palladio IT" pitchFamily="2" charset="0"/>
              </a:rPr>
              <a:t>pratibhāsitaṁ</a:t>
            </a:r>
            <a:r>
              <a:rPr lang="en-US" b="1" dirty="0" smtClean="0">
                <a:latin typeface="URW Palladio IT" pitchFamily="2" charset="0"/>
              </a:rPr>
              <a:t> </a:t>
            </a:r>
            <a:r>
              <a:rPr lang="en-US" b="1" dirty="0" err="1" smtClean="0">
                <a:latin typeface="URW Palladio IT" pitchFamily="2" charset="0"/>
              </a:rPr>
              <a:t>vai</a:t>
            </a:r>
            <a:r>
              <a:rPr lang="en-US" b="1" dirty="0" smtClean="0">
                <a:latin typeface="URW Palladio IT" pitchFamily="2" charset="0"/>
              </a:rPr>
              <a:t>||3||</a:t>
            </a:r>
          </a:p>
          <a:p>
            <a:pPr algn="ctr">
              <a:lnSpc>
                <a:spcPct val="115000"/>
              </a:lnSpc>
              <a:buFont typeface="Arial" charset="0"/>
              <a:buNone/>
            </a:pPr>
            <a:r>
              <a:rPr lang="kn-IN" b="1" dirty="0" smtClean="0">
                <a:solidFill>
                  <a:srgbClr val="000000"/>
                </a:solidFill>
                <a:ea typeface="Calibri" pitchFamily="34" charset="0"/>
              </a:rPr>
              <a:t>ಯಸ್ಮಿನ್ನಿದಂ ಜಗದಶೇಷಮಶೇಷಮೂರ್ತೌ</a:t>
            </a:r>
          </a:p>
          <a:p>
            <a:pPr algn="ctr">
              <a:spcAft>
                <a:spcPts val="900"/>
              </a:spcAft>
              <a:buNone/>
            </a:pPr>
            <a:r>
              <a:rPr lang="kn-IN" b="1" dirty="0" smtClean="0">
                <a:solidFill>
                  <a:srgbClr val="000000"/>
                </a:solidFill>
                <a:ea typeface="Calibri" pitchFamily="34" charset="0"/>
              </a:rPr>
              <a:t>ರಜ್ವಾಂ ಭುಜಙ್ಗಮ ಇವ ಪ್ರತಿಭಾಸಿತಂ ವೈ ||೩||</a:t>
            </a:r>
            <a:endParaRPr lang="en-US" b="1" dirty="0" smtClean="0">
              <a:solidFill>
                <a:srgbClr val="000000"/>
              </a:solidFill>
              <a:ea typeface="Calibri" pitchFamily="34" charset="0"/>
            </a:endParaRPr>
          </a:p>
          <a:p>
            <a:pPr algn="ctr">
              <a:spcAft>
                <a:spcPts val="900"/>
              </a:spcAft>
              <a:buNone/>
            </a:pPr>
            <a:endParaRPr lang="en-US" b="1" dirty="0" smtClean="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1799" dirty="0">
                <a:latin typeface="Times New Roman" pitchFamily="18" charset="0"/>
                <a:cs typeface="Times New Roman" pitchFamily="18" charset="0"/>
              </a:rPr>
              <a:t>universe appears just as a snake is superimposed on a rope</a:t>
            </a:r>
            <a:endParaRPr lang="en-US" sz="1349" dirty="0">
              <a:latin typeface="URW Palladio ITU" pitchFamily="2" charset="0"/>
            </a:endParaRPr>
          </a:p>
        </p:txBody>
      </p:sp>
    </p:spTree>
    <p:extLst>
      <p:ext uri="{BB962C8B-B14F-4D97-AF65-F5344CB8AC3E}">
        <p14:creationId xmlns:p14="http://schemas.microsoft.com/office/powerpoint/2010/main" val="26284087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11" y="87486"/>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1" y="735557"/>
            <a:ext cx="6857999" cy="5078313"/>
          </a:xfrm>
          <a:prstGeom prst="rect">
            <a:avLst/>
          </a:prstGeom>
        </p:spPr>
        <p:txBody>
          <a:bodyPr wrap="square">
            <a:spAutoFit/>
          </a:bodyPr>
          <a:lstStyle/>
          <a:p>
            <a:pPr algn="ctr" defTabSz="685800">
              <a:defRPr/>
            </a:pPr>
            <a:endParaRPr lang="en-US" dirty="0">
              <a:solidFill>
                <a:prstClr val="black"/>
              </a:solidFill>
              <a:latin typeface="Sanskrit 99" pitchFamily="2" charset="0"/>
              <a:cs typeface="Arial" panose="020B0604020202020204" pitchFamily="34" charset="0"/>
            </a:endParaRPr>
          </a:p>
          <a:p>
            <a:pPr algn="ctr" defTabSz="685800">
              <a:defRPr/>
            </a:pPr>
            <a:r>
              <a:rPr lang="en-US" dirty="0">
                <a:solidFill>
                  <a:prstClr val="black"/>
                </a:solidFill>
                <a:latin typeface="Sanskrit 99" pitchFamily="2" charset="0"/>
                <a:cs typeface="Arial" panose="020B0604020202020204" pitchFamily="34" charset="0"/>
              </a:rPr>
              <a:t>s&lt;</a:t>
            </a:r>
            <a:r>
              <a:rPr lang="en-US" dirty="0" err="1">
                <a:solidFill>
                  <a:prstClr val="black"/>
                </a:solidFill>
                <a:latin typeface="Sanskrit 99" pitchFamily="2" charset="0"/>
                <a:cs typeface="Arial" panose="020B0604020202020204" pitchFamily="34" charset="0"/>
              </a:rPr>
              <a:t>gCDXv</a:t>
            </a:r>
            <a:r>
              <a:rPr lang="en-US" dirty="0">
                <a:solidFill>
                  <a:prstClr val="black"/>
                </a:solidFill>
                <a:latin typeface="Sanskrit 99" pitchFamily="2" charset="0"/>
                <a:cs typeface="Arial" panose="020B0604020202020204" pitchFamily="34" charset="0"/>
              </a:rPr>
              <a:t>&lt; s&lt;</a:t>
            </a:r>
            <a:r>
              <a:rPr lang="en-US" dirty="0" err="1">
                <a:solidFill>
                  <a:prstClr val="black"/>
                </a:solidFill>
                <a:latin typeface="Sanskrit 99" pitchFamily="2" charset="0"/>
                <a:cs typeface="Arial" panose="020B0604020202020204" pitchFamily="34" charset="0"/>
              </a:rPr>
              <a:t>vdXv</a:t>
            </a:r>
            <a:r>
              <a:rPr lang="en-US" dirty="0">
                <a:solidFill>
                  <a:prstClr val="black"/>
                </a:solidFill>
                <a:latin typeface="Sanskrit 99" pitchFamily="2" charset="0"/>
                <a:cs typeface="Arial" panose="020B0604020202020204" pitchFamily="34" charset="0"/>
              </a:rPr>
              <a:t>&lt;</a:t>
            </a:r>
          </a:p>
          <a:p>
            <a:pPr algn="ctr" defTabSz="685800">
              <a:defRPr/>
            </a:pPr>
            <a:r>
              <a:rPr lang="en-US" dirty="0">
                <a:solidFill>
                  <a:prstClr val="black"/>
                </a:solidFill>
                <a:latin typeface="Sanskrit 99" pitchFamily="2" charset="0"/>
                <a:cs typeface="Arial" panose="020B0604020202020204" pitchFamily="34" charset="0"/>
              </a:rPr>
              <a:t>s&lt; </a:t>
            </a:r>
            <a:r>
              <a:rPr lang="en-US" dirty="0" err="1">
                <a:solidFill>
                  <a:prstClr val="black"/>
                </a:solidFill>
                <a:latin typeface="Sanskrit 99" pitchFamily="2" charset="0"/>
                <a:cs typeface="Arial" panose="020B0604020202020204" pitchFamily="34" charset="0"/>
              </a:rPr>
              <a:t>vae</a:t>
            </a:r>
            <a:r>
              <a:rPr lang="en-US" dirty="0">
                <a:solidFill>
                  <a:prstClr val="black"/>
                </a:solidFill>
                <a:latin typeface="Sanskrit 99" pitchFamily="2" charset="0"/>
                <a:cs typeface="Arial" panose="020B0604020202020204" pitchFamily="34" charset="0"/>
              </a:rPr>
              <a:t> </a:t>
            </a:r>
            <a:r>
              <a:rPr lang="en-US" dirty="0" err="1">
                <a:solidFill>
                  <a:prstClr val="black"/>
                </a:solidFill>
                <a:latin typeface="Sanskrit 99" pitchFamily="2" charset="0"/>
                <a:cs typeface="Arial" panose="020B0604020202020204" pitchFamily="34" charset="0"/>
              </a:rPr>
              <a:t>mna</a:t>
            </a:r>
            <a:r>
              <a:rPr lang="en-US" dirty="0">
                <a:solidFill>
                  <a:prstClr val="black"/>
                </a:solidFill>
                <a:latin typeface="Sanskrit 99" pitchFamily="2" charset="0"/>
                <a:cs typeface="Arial" panose="020B0604020202020204" pitchFamily="34" charset="0"/>
              </a:rPr>
              <a:t>&lt;is </a:t>
            </a:r>
            <a:r>
              <a:rPr lang="en-US" dirty="0" err="1">
                <a:solidFill>
                  <a:prstClr val="black"/>
                </a:solidFill>
                <a:latin typeface="Sanskrit 99" pitchFamily="2" charset="0"/>
                <a:cs typeface="Arial" panose="020B0604020202020204" pitchFamily="34" charset="0"/>
              </a:rPr>
              <a:t>jantam</a:t>
            </a:r>
            <a:r>
              <a:rPr lang="en-US" dirty="0">
                <a:solidFill>
                  <a:prstClr val="black"/>
                </a:solidFill>
                <a:latin typeface="Sanskrit 99" pitchFamily="2" charset="0"/>
                <a:cs typeface="Arial" panose="020B0604020202020204" pitchFamily="34" charset="0"/>
              </a:rPr>
              <a:t>!</a:t>
            </a:r>
          </a:p>
          <a:p>
            <a:pPr algn="ctr" defTabSz="685800">
              <a:defRPr/>
            </a:pPr>
            <a:r>
              <a:rPr lang="en-US" dirty="0">
                <a:solidFill>
                  <a:prstClr val="black"/>
                </a:solidFill>
                <a:latin typeface="Sanskrit 99" pitchFamily="2" charset="0"/>
                <a:cs typeface="Arial" panose="020B0604020202020204" pitchFamily="34" charset="0"/>
              </a:rPr>
              <a:t>deva </a:t>
            </a:r>
            <a:r>
              <a:rPr lang="en-US" dirty="0" err="1">
                <a:solidFill>
                  <a:prstClr val="black"/>
                </a:solidFill>
                <a:latin typeface="Sanskrit 99" pitchFamily="2" charset="0"/>
                <a:cs typeface="Arial" panose="020B0604020202020204" pitchFamily="34" charset="0"/>
              </a:rPr>
              <a:t>Éag</a:t>
            </a:r>
            <a:r>
              <a:rPr lang="en-US" dirty="0">
                <a:solidFill>
                  <a:prstClr val="black"/>
                </a:solidFill>
                <a:latin typeface="Sanskrit 99" pitchFamily="2" charset="0"/>
                <a:cs typeface="Arial" panose="020B0604020202020204" pitchFamily="34" charset="0"/>
              </a:rPr>
              <a:t>&lt; </a:t>
            </a:r>
            <a:r>
              <a:rPr lang="en-US" dirty="0" err="1">
                <a:solidFill>
                  <a:prstClr val="black"/>
                </a:solidFill>
                <a:latin typeface="Sanskrit 99" pitchFamily="2" charset="0"/>
                <a:cs typeface="Arial" panose="020B0604020202020204" pitchFamily="34" charset="0"/>
              </a:rPr>
              <a:t>ywa</a:t>
            </a:r>
            <a:r>
              <a:rPr lang="en-US" dirty="0">
                <a:solidFill>
                  <a:prstClr val="black"/>
                </a:solidFill>
                <a:latin typeface="Sanskrit 99" pitchFamily="2" charset="0"/>
                <a:cs typeface="Arial" panose="020B0604020202020204" pitchFamily="34" charset="0"/>
              </a:rPr>
              <a:t> </a:t>
            </a:r>
            <a:r>
              <a:rPr lang="en-US" dirty="0" err="1">
                <a:solidFill>
                  <a:prstClr val="black"/>
                </a:solidFill>
                <a:latin typeface="Sanskrit 99" pitchFamily="2" charset="0"/>
                <a:cs typeface="Arial" panose="020B0604020202020204" pitchFamily="34" charset="0"/>
              </a:rPr>
              <a:t>pUveR</a:t>
            </a:r>
            <a:endParaRPr lang="en-US" dirty="0">
              <a:solidFill>
                <a:prstClr val="black"/>
              </a:solidFill>
              <a:latin typeface="Sanskrit 99" pitchFamily="2" charset="0"/>
              <a:cs typeface="Arial" panose="020B0604020202020204" pitchFamily="34" charset="0"/>
            </a:endParaRPr>
          </a:p>
          <a:p>
            <a:pPr algn="ctr" defTabSz="685800">
              <a:defRPr/>
            </a:pPr>
            <a:r>
              <a:rPr lang="en-US" dirty="0" err="1">
                <a:solidFill>
                  <a:prstClr val="black"/>
                </a:solidFill>
                <a:latin typeface="Sanskrit 99" pitchFamily="2" charset="0"/>
                <a:cs typeface="Arial" panose="020B0604020202020204" pitchFamily="34" charset="0"/>
              </a:rPr>
              <a:t>sÃanana</a:t>
            </a:r>
            <a:r>
              <a:rPr lang="en-US" dirty="0">
                <a:solidFill>
                  <a:prstClr val="black"/>
                </a:solidFill>
                <a:latin typeface="Sanskrit 99" pitchFamily="2" charset="0"/>
                <a:cs typeface="Arial" panose="020B0604020202020204" pitchFamily="34" charset="0"/>
              </a:rPr>
              <a:t> %paste.</a:t>
            </a:r>
          </a:p>
          <a:p>
            <a:pPr algn="ctr" defTabSz="685800">
              <a:defRPr/>
            </a:pPr>
            <a:endParaRPr lang="en-US" dirty="0">
              <a:solidFill>
                <a:prstClr val="black"/>
              </a:solidFill>
              <a:latin typeface="Sanskrit 99"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Saìgacchadhvaà</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saàvadadhvaà</a:t>
            </a:r>
            <a:endParaRPr lang="en-US" dirty="0">
              <a:solidFill>
                <a:prstClr val="black"/>
              </a:solidFill>
              <a:latin typeface="URW Palladio IT"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saà</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vo</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manäàsi</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jänatäm</a:t>
            </a:r>
            <a:endParaRPr lang="en-US" dirty="0">
              <a:solidFill>
                <a:prstClr val="black"/>
              </a:solidFill>
              <a:latin typeface="URW Palladio IT"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devä</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bhägaà</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yathä</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pürve</a:t>
            </a:r>
            <a:endParaRPr lang="en-US" dirty="0">
              <a:solidFill>
                <a:prstClr val="black"/>
              </a:solidFill>
              <a:latin typeface="URW Palladio IT"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saïjänänä</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upäsate</a:t>
            </a:r>
            <a:r>
              <a:rPr lang="en-US" dirty="0">
                <a:solidFill>
                  <a:prstClr val="black"/>
                </a:solidFill>
                <a:latin typeface="URW Palladio IT" pitchFamily="2" charset="0"/>
                <a:cs typeface="Arial" panose="020B0604020202020204" pitchFamily="34" charset="0"/>
              </a:rPr>
              <a:t>||</a:t>
            </a:r>
          </a:p>
          <a:p>
            <a:pPr algn="ctr" defTabSz="685800"/>
            <a:endParaRPr lang="en-US" b="1" dirty="0">
              <a:solidFill>
                <a:prstClr val="black"/>
              </a:solidFill>
              <a:latin typeface="BRH Kannada" pitchFamily="2" charset="0"/>
            </a:endParaRPr>
          </a:p>
          <a:p>
            <a:pPr algn="ctr" defTabSz="685800">
              <a:defRPr/>
            </a:pPr>
            <a:endParaRPr lang="en-US" dirty="0">
              <a:solidFill>
                <a:prstClr val="black"/>
              </a:solidFill>
              <a:latin typeface="URW Palladio IT" pitchFamily="2" charset="0"/>
              <a:cs typeface="Arial" panose="020B0604020202020204" pitchFamily="34" charset="0"/>
            </a:endParaRPr>
          </a:p>
          <a:p>
            <a:pPr algn="ctr" defTabSz="685800">
              <a:defRPr/>
            </a:pPr>
            <a:r>
              <a:rPr lang="en-US" dirty="0">
                <a:solidFill>
                  <a:prstClr val="black"/>
                </a:solidFill>
                <a:latin typeface="URW Palladio IT" pitchFamily="2" charset="0"/>
              </a:rPr>
              <a:t> May we move in harmony, speak in one voice; let our minds be in agreement; just as the ancient Gods shared their portion of sacrifice.</a:t>
            </a:r>
          </a:p>
          <a:p>
            <a:pPr algn="ctr" defTabSz="685800">
              <a:defRPr/>
            </a:pPr>
            <a:endParaRPr lang="en-US" dirty="0">
              <a:solidFill>
                <a:prstClr val="black"/>
              </a:solidFill>
              <a:latin typeface="URW Palladio IT" pitchFamily="2" charset="0"/>
              <a:cs typeface="Arial" panose="020B0604020202020204" pitchFamily="34" charset="0"/>
            </a:endParaRPr>
          </a:p>
          <a:p>
            <a:pPr algn="ctr" defTabSz="685800">
              <a:defRPr/>
            </a:pPr>
            <a:endParaRPr lang="en-US" dirty="0">
              <a:solidFill>
                <a:prstClr val="black"/>
              </a:solidFill>
              <a:latin typeface="Sanskrit 99" pitchFamily="2" charset="0"/>
              <a:cs typeface="Arial" panose="020B0604020202020204" pitchFamily="34" charset="0"/>
            </a:endParaRPr>
          </a:p>
          <a:p>
            <a:pPr algn="ctr" defTabSz="685800">
              <a:defRPr/>
            </a:pPr>
            <a:endParaRPr lang="en-US"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15457319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12045" y="11"/>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73957" y="1028711"/>
            <a:ext cx="6827043" cy="3323987"/>
          </a:xfrm>
          <a:prstGeom prst="rect">
            <a:avLst/>
          </a:prstGeom>
        </p:spPr>
        <p:txBody>
          <a:bodyPr wrap="square">
            <a:spAutoFit/>
          </a:bodyPr>
          <a:lstStyle/>
          <a:p>
            <a:pPr algn="ctr" defTabSz="685800">
              <a:defRPr/>
            </a:pPr>
            <a:r>
              <a:rPr lang="en-US" sz="2100" dirty="0" err="1">
                <a:solidFill>
                  <a:prstClr val="black"/>
                </a:solidFill>
                <a:latin typeface="Sanskrit 99" pitchFamily="2" charset="0"/>
                <a:cs typeface="Arial" panose="020B0604020202020204" pitchFamily="34" charset="0"/>
              </a:rPr>
              <a:t>smanae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mÙ</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simit</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smanI</a:t>
            </a:r>
            <a:endParaRPr lang="en-US" sz="2100" dirty="0">
              <a:solidFill>
                <a:prstClr val="black"/>
              </a:solidFill>
              <a:latin typeface="Sanskrit 99" pitchFamily="2" charset="0"/>
              <a:cs typeface="Arial" panose="020B0604020202020204" pitchFamily="34" charset="0"/>
            </a:endParaRPr>
          </a:p>
          <a:p>
            <a:pPr algn="ctr" defTabSz="685800">
              <a:defRPr/>
            </a:pPr>
            <a:r>
              <a:rPr lang="en-US" sz="2100" dirty="0" err="1">
                <a:solidFill>
                  <a:prstClr val="black"/>
                </a:solidFill>
                <a:latin typeface="Sanskrit 99" pitchFamily="2" charset="0"/>
                <a:cs typeface="Arial" panose="020B0604020202020204" pitchFamily="34" charset="0"/>
              </a:rPr>
              <a:t>sman</a:t>
            </a:r>
            <a:r>
              <a:rPr lang="en-US" sz="2100" dirty="0">
                <a:solidFill>
                  <a:prstClr val="black"/>
                </a:solidFill>
                <a:latin typeface="Sanskrit 99" pitchFamily="2" charset="0"/>
                <a:cs typeface="Arial" panose="020B0604020202020204" pitchFamily="34" charset="0"/>
              </a:rPr>
              <a:t>&lt; </a:t>
            </a:r>
            <a:r>
              <a:rPr lang="en-US" sz="2100" dirty="0" err="1">
                <a:solidFill>
                  <a:prstClr val="black"/>
                </a:solidFill>
                <a:latin typeface="Sanskrit 99" pitchFamily="2" charset="0"/>
                <a:cs typeface="Arial" panose="020B0604020202020204" pitchFamily="34" charset="0"/>
              </a:rPr>
              <a:t>mn</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shicÄme;am</a:t>
            </a:r>
            <a:r>
              <a:rPr lang="en-US" sz="2100" dirty="0">
                <a:solidFill>
                  <a:prstClr val="black"/>
                </a:solidFill>
                <a:latin typeface="Sanskrit 99" pitchFamily="2" charset="0"/>
                <a:cs typeface="Arial" panose="020B0604020202020204" pitchFamily="34" charset="0"/>
              </a:rPr>
              <a:t>!</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mantraù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samitiù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samäné</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manaù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sahacittameñäm</a:t>
            </a: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4580311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11" y="26946"/>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0" y="843558"/>
            <a:ext cx="6858000" cy="3647152"/>
          </a:xfrm>
          <a:prstGeom prst="rect">
            <a:avLst/>
          </a:prstGeom>
        </p:spPr>
        <p:txBody>
          <a:bodyPr wrap="square">
            <a:spAutoFit/>
          </a:bodyPr>
          <a:lstStyle/>
          <a:p>
            <a:pPr algn="ctr" defTabSz="685800">
              <a:defRPr/>
            </a:pPr>
            <a:r>
              <a:rPr lang="en-US" sz="2100" dirty="0" err="1">
                <a:solidFill>
                  <a:prstClr val="black"/>
                </a:solidFill>
                <a:latin typeface="Sanskrit 99" pitchFamily="2" charset="0"/>
                <a:cs typeface="Arial" panose="020B0604020202020204" pitchFamily="34" charset="0"/>
              </a:rPr>
              <a:t>sman</a:t>
            </a:r>
            <a:r>
              <a:rPr lang="en-US" sz="2100" dirty="0">
                <a:solidFill>
                  <a:prstClr val="black"/>
                </a:solidFill>
                <a:latin typeface="Sanskrit 99" pitchFamily="2" charset="0"/>
                <a:cs typeface="Arial" panose="020B0604020202020204" pitchFamily="34" charset="0"/>
              </a:rPr>
              <a:t>&lt; </a:t>
            </a:r>
            <a:r>
              <a:rPr lang="en-US" sz="2100" dirty="0" err="1">
                <a:solidFill>
                  <a:prstClr val="black"/>
                </a:solidFill>
                <a:latin typeface="Sanskrit 99" pitchFamily="2" charset="0"/>
                <a:cs typeface="Arial" panose="020B0604020202020204" pitchFamily="34" charset="0"/>
              </a:rPr>
              <a:t>mÙmiÉmÙye</a:t>
            </a:r>
            <a:r>
              <a:rPr lang="en-US" sz="2100" dirty="0">
                <a:solidFill>
                  <a:prstClr val="black"/>
                </a:solidFill>
                <a:latin typeface="Sanskrit 99" pitchFamily="2" charset="0"/>
                <a:cs typeface="Arial" panose="020B0604020202020204" pitchFamily="34" charset="0"/>
              </a:rPr>
              <a:t> v&gt;</a:t>
            </a:r>
          </a:p>
          <a:p>
            <a:pPr algn="ctr" defTabSz="685800">
              <a:defRPr/>
            </a:pPr>
            <a:r>
              <a:rPr lang="en-US" sz="2100" dirty="0" err="1">
                <a:solidFill>
                  <a:prstClr val="black"/>
                </a:solidFill>
                <a:latin typeface="Sanskrit 99" pitchFamily="2" charset="0"/>
                <a:cs typeface="Arial" panose="020B0604020202020204" pitchFamily="34" charset="0"/>
              </a:rPr>
              <a:t>smanen</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vae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hiv;a</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juhaeim</a:t>
            </a:r>
            <a:r>
              <a:rPr lang="en-US" sz="2100" dirty="0">
                <a:solidFill>
                  <a:prstClr val="black"/>
                </a:solidFill>
                <a:latin typeface="Sanskrit 99" pitchFamily="2" charset="0"/>
                <a:cs typeface="Arial" panose="020B0604020202020204" pitchFamily="34" charset="0"/>
              </a:rPr>
              <a:t>.</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mantramabhimantraye</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vaù</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Samänena</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haviñä</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juhomi</a:t>
            </a:r>
            <a:r>
              <a:rPr lang="en-US" sz="2100" dirty="0">
                <a:solidFill>
                  <a:prstClr val="black"/>
                </a:solidFill>
                <a:latin typeface="URW Palladio IT" pitchFamily="2" charset="0"/>
                <a:cs typeface="Arial" panose="020B0604020202020204" pitchFamily="34" charset="0"/>
              </a:rPr>
              <a:t>||</a:t>
            </a: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cs typeface="Arial" panose="020B0604020202020204" pitchFamily="34" charset="0"/>
              </a:rPr>
              <a:t>In order for such unity to form I offer a common prayer.</a:t>
            </a:r>
          </a:p>
          <a:p>
            <a:pPr algn="ctr" defTabSz="685800">
              <a:defRPr/>
            </a:pPr>
            <a:endParaRPr lang="en-US" sz="21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378207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11" y="26946"/>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1" y="979007"/>
            <a:ext cx="6857999" cy="4293483"/>
          </a:xfrm>
          <a:prstGeom prst="rect">
            <a:avLst/>
          </a:prstGeom>
        </p:spPr>
        <p:txBody>
          <a:bodyPr wrap="square">
            <a:spAutoFit/>
          </a:bodyPr>
          <a:lstStyle/>
          <a:p>
            <a:pPr algn="ctr" defTabSz="685800">
              <a:defRPr/>
            </a:pPr>
            <a:r>
              <a:rPr lang="en-US" sz="2100" dirty="0" err="1">
                <a:solidFill>
                  <a:prstClr val="black"/>
                </a:solidFill>
                <a:latin typeface="Sanskrit 99" pitchFamily="2" charset="0"/>
                <a:cs typeface="Arial" panose="020B0604020202020204" pitchFamily="34" charset="0"/>
              </a:rPr>
              <a:t>smanI</a:t>
            </a:r>
            <a:r>
              <a:rPr lang="en-US" sz="2100" dirty="0">
                <a:solidFill>
                  <a:prstClr val="black"/>
                </a:solidFill>
                <a:latin typeface="Sanskrit 99" pitchFamily="2" charset="0"/>
                <a:cs typeface="Arial" panose="020B0604020202020204" pitchFamily="34" charset="0"/>
              </a:rPr>
              <a:t> v </a:t>
            </a:r>
            <a:r>
              <a:rPr lang="en-US" sz="2100" dirty="0" err="1">
                <a:solidFill>
                  <a:prstClr val="black"/>
                </a:solidFill>
                <a:latin typeface="Sanskrit 99" pitchFamily="2" charset="0"/>
                <a:cs typeface="Arial" panose="020B0604020202020204" pitchFamily="34" charset="0"/>
              </a:rPr>
              <a:t>Aakªit</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smana</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ùdyain</a:t>
            </a:r>
            <a:r>
              <a:rPr lang="en-US" sz="2100" dirty="0">
                <a:solidFill>
                  <a:prstClr val="black"/>
                </a:solidFill>
                <a:latin typeface="Sanskrit 99" pitchFamily="2" charset="0"/>
                <a:cs typeface="Arial" panose="020B0604020202020204" pitchFamily="34" charset="0"/>
              </a:rPr>
              <a:t> v&gt;</a:t>
            </a:r>
          </a:p>
          <a:p>
            <a:pPr algn="ctr" defTabSz="685800">
              <a:defRPr/>
            </a:pPr>
            <a:r>
              <a:rPr lang="en-US" sz="2100" dirty="0" err="1">
                <a:solidFill>
                  <a:prstClr val="black"/>
                </a:solidFill>
                <a:latin typeface="Sanskrit 99" pitchFamily="2" charset="0"/>
                <a:cs typeface="Arial" panose="020B0604020202020204" pitchFamily="34" charset="0"/>
              </a:rPr>
              <a:t>smanmStu</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vae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mnae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ywa</a:t>
            </a:r>
            <a:r>
              <a:rPr lang="en-US" sz="2100" dirty="0">
                <a:solidFill>
                  <a:prstClr val="black"/>
                </a:solidFill>
                <a:latin typeface="Sanskrit 99" pitchFamily="2" charset="0"/>
                <a:cs typeface="Arial" panose="020B0604020202020204" pitchFamily="34" charset="0"/>
              </a:rPr>
              <a:t> v&gt; </a:t>
            </a:r>
            <a:r>
              <a:rPr lang="en-US" sz="2100" dirty="0" err="1">
                <a:solidFill>
                  <a:prstClr val="black"/>
                </a:solidFill>
                <a:latin typeface="Sanskrit 99" pitchFamily="2" charset="0"/>
                <a:cs typeface="Arial" panose="020B0604020202020204" pitchFamily="34" charset="0"/>
              </a:rPr>
              <a:t>sushasit</a:t>
            </a:r>
            <a:r>
              <a:rPr lang="en-US" sz="2100" dirty="0">
                <a:solidFill>
                  <a:prstClr val="black"/>
                </a:solidFill>
                <a:latin typeface="Sanskrit 99" pitchFamily="2" charset="0"/>
                <a:cs typeface="Arial" panose="020B0604020202020204" pitchFamily="34" charset="0"/>
              </a:rPr>
              <a:t>.</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Samäné</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äkütiù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samänä</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hådayäni</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vaù</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Samänamastu</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yathä</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susahäsati</a:t>
            </a:r>
            <a:r>
              <a:rPr lang="en-US" sz="2100" dirty="0">
                <a:solidFill>
                  <a:prstClr val="black"/>
                </a:solidFill>
                <a:latin typeface="URW Palladio IT" pitchFamily="2" charset="0"/>
                <a:cs typeface="Arial" panose="020B0604020202020204" pitchFamily="34" charset="0"/>
              </a:rPr>
              <a:t>||</a:t>
            </a: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endParaRPr lang="en-US" sz="2100" b="1" dirty="0">
              <a:solidFill>
                <a:prstClr val="black"/>
              </a:solidFill>
              <a:latin typeface="BRH Kannada" pitchFamily="2" charset="0"/>
              <a:cs typeface="Arial" panose="020B0604020202020204" pitchFamily="34" charset="0"/>
            </a:endParaRPr>
          </a:p>
          <a:p>
            <a:pPr algn="ctr" defTabSz="685800"/>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cs typeface="Arial" panose="020B0604020202020204" pitchFamily="34" charset="0"/>
              </a:rPr>
              <a:t>May our intentions and aspirations be alike, so that a common objective unifies us all.</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1773909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00" y="26946"/>
            <a:ext cx="6858000"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0" y="1082882"/>
            <a:ext cx="6858000" cy="4293483"/>
          </a:xfrm>
          <a:prstGeom prst="rect">
            <a:avLst/>
          </a:prstGeom>
        </p:spPr>
        <p:txBody>
          <a:bodyPr wrap="square">
            <a:spAutoFit/>
          </a:bodyPr>
          <a:lstStyle/>
          <a:p>
            <a:pPr algn="ctr" defTabSz="685800">
              <a:defRPr/>
            </a:pPr>
            <a:r>
              <a:rPr lang="en-US" sz="2100" dirty="0">
                <a:solidFill>
                  <a:prstClr val="black"/>
                </a:solidFill>
                <a:latin typeface="Sanskrit 99" pitchFamily="2" charset="0"/>
                <a:cs typeface="Arial" panose="020B0604020202020204" pitchFamily="34" charset="0"/>
              </a:rPr>
              <a:t>s&lt;</a:t>
            </a:r>
            <a:r>
              <a:rPr lang="en-US" sz="2100" dirty="0" err="1">
                <a:solidFill>
                  <a:prstClr val="black"/>
                </a:solidFill>
                <a:latin typeface="Sanskrit 99" pitchFamily="2" charset="0"/>
                <a:cs typeface="Arial" panose="020B0604020202020204" pitchFamily="34" charset="0"/>
              </a:rPr>
              <a:t>gCDXv</a:t>
            </a:r>
            <a:r>
              <a:rPr lang="en-US" sz="2100" dirty="0">
                <a:solidFill>
                  <a:prstClr val="black"/>
                </a:solidFill>
                <a:latin typeface="Sanskrit 99" pitchFamily="2" charset="0"/>
                <a:cs typeface="Arial" panose="020B0604020202020204" pitchFamily="34" charset="0"/>
              </a:rPr>
              <a:t>&lt; s&lt;</a:t>
            </a:r>
            <a:r>
              <a:rPr lang="en-US" sz="2100" dirty="0" err="1">
                <a:solidFill>
                  <a:prstClr val="black"/>
                </a:solidFill>
                <a:latin typeface="Sanskrit 99" pitchFamily="2" charset="0"/>
                <a:cs typeface="Arial" panose="020B0604020202020204" pitchFamily="34" charset="0"/>
              </a:rPr>
              <a:t>vdXv</a:t>
            </a:r>
            <a:r>
              <a:rPr lang="en-US" sz="2100" dirty="0">
                <a:solidFill>
                  <a:prstClr val="black"/>
                </a:solidFill>
                <a:latin typeface="Sanskrit 99" pitchFamily="2" charset="0"/>
                <a:cs typeface="Arial" panose="020B0604020202020204" pitchFamily="34" charset="0"/>
              </a:rPr>
              <a:t>&lt;</a:t>
            </a:r>
          </a:p>
          <a:p>
            <a:pPr algn="ctr" defTabSz="685800">
              <a:defRPr/>
            </a:pPr>
            <a:r>
              <a:rPr lang="en-US" sz="2100" dirty="0">
                <a:solidFill>
                  <a:prstClr val="black"/>
                </a:solidFill>
                <a:latin typeface="Sanskrit 99" pitchFamily="2" charset="0"/>
                <a:cs typeface="Arial" panose="020B0604020202020204" pitchFamily="34" charset="0"/>
              </a:rPr>
              <a:t>s&lt; </a:t>
            </a:r>
            <a:r>
              <a:rPr lang="en-US" sz="2100" dirty="0" err="1">
                <a:solidFill>
                  <a:prstClr val="black"/>
                </a:solidFill>
                <a:latin typeface="Sanskrit 99" pitchFamily="2" charset="0"/>
                <a:cs typeface="Arial" panose="020B0604020202020204" pitchFamily="34" charset="0"/>
              </a:rPr>
              <a:t>vae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mna</a:t>
            </a:r>
            <a:r>
              <a:rPr lang="en-US" sz="2100" dirty="0">
                <a:solidFill>
                  <a:prstClr val="black"/>
                </a:solidFill>
                <a:latin typeface="Sanskrit 99" pitchFamily="2" charset="0"/>
                <a:cs typeface="Arial" panose="020B0604020202020204" pitchFamily="34" charset="0"/>
              </a:rPr>
              <a:t>&lt;is </a:t>
            </a:r>
            <a:r>
              <a:rPr lang="en-US" sz="2100" dirty="0" err="1">
                <a:solidFill>
                  <a:prstClr val="black"/>
                </a:solidFill>
                <a:latin typeface="Sanskrit 99" pitchFamily="2" charset="0"/>
                <a:cs typeface="Arial" panose="020B0604020202020204" pitchFamily="34" charset="0"/>
              </a:rPr>
              <a:t>jantam</a:t>
            </a:r>
            <a:r>
              <a:rPr lang="en-US" sz="2100" dirty="0">
                <a:solidFill>
                  <a:prstClr val="black"/>
                </a:solidFill>
                <a:latin typeface="Sanskrit 99" pitchFamily="2" charset="0"/>
                <a:cs typeface="Arial" panose="020B0604020202020204" pitchFamily="34" charset="0"/>
              </a:rPr>
              <a:t>! </a:t>
            </a:r>
            <a:r>
              <a:rPr lang="en-US" sz="2100" dirty="0">
                <a:solidFill>
                  <a:prstClr val="black"/>
                </a:solidFill>
                <a:latin typeface="Calibri"/>
                <a:cs typeface="Arial" panose="020B0604020202020204" pitchFamily="34" charset="0"/>
              </a:rPr>
              <a:t>(3)</a:t>
            </a:r>
          </a:p>
          <a:p>
            <a:pPr algn="ctr" defTabSz="685800">
              <a:defRPr/>
            </a:pPr>
            <a:endParaRPr lang="en-US" sz="2100" dirty="0">
              <a:solidFill>
                <a:prstClr val="black"/>
              </a:solidFill>
              <a:latin typeface="Calibri"/>
              <a:cs typeface="Arial" panose="020B0604020202020204" pitchFamily="34" charset="0"/>
            </a:endParaRP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Saìgacchadhvaà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saàvadadhvaà</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manäàsi</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jänatäm</a:t>
            </a:r>
            <a:r>
              <a:rPr lang="en-US" sz="2100" dirty="0">
                <a:solidFill>
                  <a:prstClr val="black"/>
                </a:solidFill>
                <a:latin typeface="URW Palladio IT" pitchFamily="2" charset="0"/>
                <a:cs typeface="Arial" panose="020B0604020202020204" pitchFamily="34" charset="0"/>
              </a:rPr>
              <a:t> (3)</a:t>
            </a:r>
          </a:p>
          <a:p>
            <a:pPr algn="ctr" defTabSz="685800">
              <a:defRPr/>
            </a:pPr>
            <a:endParaRPr lang="en-US" sz="2100" b="1" dirty="0">
              <a:solidFill>
                <a:prstClr val="black"/>
              </a:solidFill>
              <a:latin typeface="BRH Kannada" pitchFamily="2"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rPr>
              <a:t>May we move in harmony, speak in one voice; let our minds be in agreement</a:t>
            </a: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31222091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33" y="86"/>
            <a:ext cx="9143735" cy="5120731"/>
          </a:xfrm>
          <a:prstGeom prst="rect">
            <a:avLst/>
          </a:prstGeom>
          <a:noFill/>
          <a:ln w="9525">
            <a:noFill/>
            <a:miter lim="800000"/>
            <a:headEnd/>
            <a:tailEnd/>
          </a:ln>
        </p:spPr>
      </p:pic>
      <p:sp>
        <p:nvSpPr>
          <p:cNvPr id="19459" name="Title 1"/>
          <p:cNvSpPr>
            <a:spLocks noGrp="1"/>
          </p:cNvSpPr>
          <p:nvPr>
            <p:ph type="ctrTitle"/>
          </p:nvPr>
        </p:nvSpPr>
        <p:spPr>
          <a:xfrm>
            <a:off x="133" y="86"/>
            <a:ext cx="9143735" cy="5120731"/>
          </a:xfrm>
        </p:spPr>
        <p:txBody>
          <a:bodyPr/>
          <a:lstStyle/>
          <a:p>
            <a:pPr eaLnBrk="1" hangingPunct="1">
              <a:lnSpc>
                <a:spcPct val="150000"/>
              </a:lnSpc>
            </a:pPr>
            <a:r>
              <a:rPr lang="en-IN" sz="3200" b="1" dirty="0" err="1">
                <a:solidFill>
                  <a:schemeClr val="tx1">
                    <a:lumMod val="95000"/>
                    <a:lumOff val="5000"/>
                  </a:schemeClr>
                </a:solidFill>
              </a:rPr>
              <a:t>श्रीमद्गोस्वामी-तुलसीदासजी</a:t>
            </a:r>
            <a:r>
              <a:rPr lang="en-IN" sz="3200" b="1" dirty="0">
                <a:solidFill>
                  <a:schemeClr val="tx1">
                    <a:lumMod val="95000"/>
                    <a:lumOff val="5000"/>
                  </a:schemeClr>
                </a:solidFill>
              </a:rPr>
              <a:t> </a:t>
            </a:r>
            <a:r>
              <a:rPr lang="en-IN" sz="3200" b="1" dirty="0" err="1">
                <a:solidFill>
                  <a:schemeClr val="tx1">
                    <a:lumMod val="95000"/>
                    <a:lumOff val="5000"/>
                  </a:schemeClr>
                </a:solidFill>
              </a:rPr>
              <a:t>विरचित</a:t>
            </a:r>
            <a:r>
              <a:rPr lang="en-IN" sz="3200" b="1" dirty="0">
                <a:solidFill>
                  <a:schemeClr val="tx1">
                    <a:lumMod val="95000"/>
                    <a:lumOff val="5000"/>
                  </a:schemeClr>
                </a:solidFill>
              </a:rPr>
              <a:t/>
            </a:r>
            <a:br>
              <a:rPr lang="en-IN" sz="3200" b="1" dirty="0">
                <a:solidFill>
                  <a:schemeClr val="tx1">
                    <a:lumMod val="95000"/>
                    <a:lumOff val="5000"/>
                  </a:schemeClr>
                </a:solidFill>
              </a:rPr>
            </a:br>
            <a:r>
              <a:rPr lang="en-IN" sz="3200" b="1" dirty="0">
                <a:solidFill>
                  <a:schemeClr val="tx1">
                    <a:lumMod val="95000"/>
                    <a:lumOff val="5000"/>
                  </a:schemeClr>
                </a:solidFill>
              </a:rPr>
              <a:t/>
            </a:r>
            <a:br>
              <a:rPr lang="en-IN" sz="3200" b="1" dirty="0">
                <a:solidFill>
                  <a:schemeClr val="tx1">
                    <a:lumMod val="95000"/>
                    <a:lumOff val="5000"/>
                  </a:schemeClr>
                </a:solidFill>
              </a:rPr>
            </a:br>
            <a:r>
              <a:rPr lang="en-IN" sz="3200" b="1" dirty="0">
                <a:solidFill>
                  <a:schemeClr val="tx1">
                    <a:lumMod val="95000"/>
                    <a:lumOff val="5000"/>
                  </a:schemeClr>
                </a:solidFill>
              </a:rPr>
              <a:t/>
            </a:r>
            <a:br>
              <a:rPr lang="en-IN" sz="3200" b="1" dirty="0">
                <a:solidFill>
                  <a:schemeClr val="tx1">
                    <a:lumMod val="95000"/>
                    <a:lumOff val="5000"/>
                  </a:schemeClr>
                </a:solidFill>
              </a:rPr>
            </a:br>
            <a:r>
              <a:rPr lang="en-IN" sz="3200" b="1" dirty="0">
                <a:solidFill>
                  <a:schemeClr val="tx1">
                    <a:lumMod val="95000"/>
                    <a:lumOff val="5000"/>
                  </a:schemeClr>
                </a:solidFill>
              </a:rPr>
              <a:t>॥</a:t>
            </a:r>
            <a:r>
              <a:rPr lang="en-IN" sz="3200" b="1" dirty="0" err="1">
                <a:solidFill>
                  <a:schemeClr val="tx1">
                    <a:lumMod val="95000"/>
                    <a:lumOff val="5000"/>
                  </a:schemeClr>
                </a:solidFill>
              </a:rPr>
              <a:t>श्रीहनुमान</a:t>
            </a:r>
            <a:r>
              <a:rPr lang="en-IN" sz="3200" b="1" dirty="0">
                <a:solidFill>
                  <a:schemeClr val="tx1">
                    <a:lumMod val="95000"/>
                    <a:lumOff val="5000"/>
                  </a:schemeClr>
                </a:solidFill>
              </a:rPr>
              <a:t> </a:t>
            </a:r>
            <a:r>
              <a:rPr lang="en-IN" sz="3200" b="1" dirty="0" err="1">
                <a:solidFill>
                  <a:schemeClr val="tx1">
                    <a:lumMod val="95000"/>
                    <a:lumOff val="5000"/>
                  </a:schemeClr>
                </a:solidFill>
              </a:rPr>
              <a:t>चालीसा</a:t>
            </a:r>
            <a:r>
              <a:rPr lang="en-IN" sz="3200" b="1" dirty="0">
                <a:solidFill>
                  <a:schemeClr val="tx1">
                    <a:lumMod val="95000"/>
                    <a:lumOff val="5000"/>
                  </a:schemeClr>
                </a:solidFill>
              </a:rPr>
              <a:t>॥</a:t>
            </a:r>
            <a:br>
              <a:rPr lang="en-IN" sz="3200" b="1" dirty="0">
                <a:solidFill>
                  <a:schemeClr val="tx1">
                    <a:lumMod val="95000"/>
                    <a:lumOff val="5000"/>
                  </a:schemeClr>
                </a:solidFill>
              </a:rPr>
            </a:b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Çré</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Hanumäna</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Cälésä</a:t>
            </a:r>
            <a:r>
              <a:rPr lang="en-US" sz="3200" b="1" dirty="0">
                <a:solidFill>
                  <a:schemeClr val="tx1">
                    <a:lumMod val="95000"/>
                    <a:lumOff val="5000"/>
                  </a:schemeClr>
                </a:solidFill>
                <a:latin typeface="URW Palladio IT" pitchFamily="2" charset="0"/>
              </a:rPr>
              <a:t> || </a:t>
            </a:r>
            <a:br>
              <a:rPr lang="en-US" sz="3200" b="1" dirty="0">
                <a:solidFill>
                  <a:schemeClr val="tx1">
                    <a:lumMod val="95000"/>
                    <a:lumOff val="5000"/>
                  </a:schemeClr>
                </a:solidFill>
                <a:latin typeface="URW Palladio IT" pitchFamily="2" charset="0"/>
              </a:rPr>
            </a:br>
            <a:r>
              <a:rPr lang="en-US" sz="3200" b="1" dirty="0">
                <a:solidFill>
                  <a:schemeClr val="tx1">
                    <a:lumMod val="95000"/>
                    <a:lumOff val="5000"/>
                  </a:schemeClr>
                </a:solidFill>
              </a:rPr>
              <a:t> ॥ </a:t>
            </a:r>
            <a:r>
              <a:rPr lang="en-US" sz="3200" b="1" dirty="0" err="1">
                <a:solidFill>
                  <a:schemeClr val="tx1">
                    <a:lumMod val="95000"/>
                    <a:lumOff val="5000"/>
                  </a:schemeClr>
                </a:solidFill>
              </a:rPr>
              <a:t>ಶ್ರೀ</a:t>
            </a:r>
            <a:r>
              <a:rPr lang="en-US" sz="3200" b="1" dirty="0">
                <a:solidFill>
                  <a:schemeClr val="tx1">
                    <a:lumMod val="95000"/>
                    <a:lumOff val="5000"/>
                  </a:schemeClr>
                </a:solidFill>
              </a:rPr>
              <a:t> </a:t>
            </a:r>
            <a:r>
              <a:rPr lang="en-US" sz="3200" b="1" dirty="0" err="1">
                <a:solidFill>
                  <a:schemeClr val="tx1">
                    <a:lumMod val="95000"/>
                    <a:lumOff val="5000"/>
                  </a:schemeClr>
                </a:solidFill>
              </a:rPr>
              <a:t>ಹನುಮಾ</a:t>
            </a:r>
            <a:r>
              <a:rPr lang="kn-IN" sz="3200" b="1" dirty="0">
                <a:solidFill>
                  <a:schemeClr val="tx1">
                    <a:lumMod val="95000"/>
                    <a:lumOff val="5000"/>
                  </a:schemeClr>
                </a:solidFill>
                <a:ea typeface="Tunga" pitchFamily="2"/>
              </a:rPr>
              <a:t>ನ್</a:t>
            </a:r>
            <a:r>
              <a:rPr lang="en-US" sz="3200" b="1" dirty="0">
                <a:solidFill>
                  <a:schemeClr val="tx1">
                    <a:lumMod val="95000"/>
                    <a:lumOff val="5000"/>
                  </a:schemeClr>
                </a:solidFill>
              </a:rPr>
              <a:t> </a:t>
            </a:r>
            <a:r>
              <a:rPr lang="en-US" sz="3200" b="1" dirty="0" err="1">
                <a:solidFill>
                  <a:schemeClr val="tx1">
                    <a:lumMod val="95000"/>
                    <a:lumOff val="5000"/>
                  </a:schemeClr>
                </a:solidFill>
              </a:rPr>
              <a:t>ಚಾಲೀಸಾ</a:t>
            </a:r>
            <a:r>
              <a:rPr lang="en-US" sz="3200" b="1" dirty="0">
                <a:solidFill>
                  <a:schemeClr val="tx1">
                    <a:lumMod val="95000"/>
                    <a:lumOff val="5000"/>
                  </a:schemeClr>
                </a:solidFill>
              </a:rPr>
              <a:t> ॥</a:t>
            </a:r>
            <a:r>
              <a:rPr lang="en-US" sz="3200" dirty="0">
                <a:solidFill>
                  <a:schemeClr val="tx1">
                    <a:lumMod val="95000"/>
                    <a:lumOff val="5000"/>
                  </a:schemeClr>
                </a:solidFill>
              </a:rPr>
              <a:t/>
            </a:r>
            <a:br>
              <a:rPr lang="en-US" sz="3200" dirty="0">
                <a:solidFill>
                  <a:schemeClr val="tx1">
                    <a:lumMod val="95000"/>
                    <a:lumOff val="5000"/>
                  </a:schemeClr>
                </a:solidFill>
              </a:rPr>
            </a:br>
            <a:endParaRPr lang="en-US" sz="3200" dirty="0">
              <a:solidFill>
                <a:schemeClr val="tx1">
                  <a:lumMod val="95000"/>
                  <a:lumOff val="5000"/>
                </a:schemeClr>
              </a:solidFill>
            </a:endParaRPr>
          </a:p>
        </p:txBody>
      </p:sp>
    </p:spTree>
    <p:extLst>
      <p:ext uri="{BB962C8B-B14F-4D97-AF65-F5344CB8AC3E}">
        <p14:creationId xmlns:p14="http://schemas.microsoft.com/office/powerpoint/2010/main" val="4570169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485990" y="2057415"/>
            <a:ext cx="6172021" cy="800077"/>
          </a:xfrm>
        </p:spPr>
        <p:txBody>
          <a:bodyPr/>
          <a:lstStyle/>
          <a:p>
            <a:pPr algn="ctr" eaLnBrk="1" hangingPunct="1">
              <a:buFont typeface="Arial" charset="0"/>
              <a:buNone/>
            </a:pPr>
            <a:r>
              <a:rPr lang="en-IN" sz="4050" b="1">
                <a:latin typeface="Aparajita" pitchFamily="34" charset="0"/>
                <a:ea typeface="Aparajita" pitchFamily="34" charset="0"/>
                <a:cs typeface="Aparajita" pitchFamily="34" charset="0"/>
              </a:rPr>
              <a:t>॥ दोहा ॥ </a:t>
            </a:r>
            <a:r>
              <a:rPr lang="en-IN" sz="4050" b="1"/>
              <a:t>- </a:t>
            </a:r>
            <a:r>
              <a:rPr lang="en-US" sz="4050" b="1">
                <a:latin typeface="URW Palladio IT" pitchFamily="2" charset="0"/>
              </a:rPr>
              <a:t>DOHÄ - </a:t>
            </a:r>
            <a:r>
              <a:rPr lang="kn-IN" sz="4050" b="1">
                <a:ea typeface="Tunga" pitchFamily="2"/>
              </a:rPr>
              <a:t>ದೋಹಾ</a:t>
            </a:r>
            <a:endParaRPr lang="en-US" sz="4050" b="1">
              <a:latin typeface="URW Palladio IT" pitchFamily="2" charset="0"/>
            </a:endParaRPr>
          </a:p>
          <a:p>
            <a:pPr algn="ctr" eaLnBrk="1" hangingPunct="1"/>
            <a:endParaRPr lang="en-US" sz="4050"/>
          </a:p>
        </p:txBody>
      </p:sp>
    </p:spTree>
    <p:extLst>
      <p:ext uri="{BB962C8B-B14F-4D97-AF65-F5344CB8AC3E}">
        <p14:creationId xmlns:p14="http://schemas.microsoft.com/office/powerpoint/2010/main" val="19899224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143100" y="-57073"/>
            <a:ext cx="6857802" cy="5089855"/>
          </a:xfrm>
          <a:prstGeom prst="rect">
            <a:avLst/>
          </a:prstGeom>
          <a:noFill/>
          <a:ln w="9525">
            <a:noFill/>
            <a:miter lim="800000"/>
            <a:headEnd/>
            <a:tailEnd/>
          </a:ln>
        </p:spPr>
        <p:txBody>
          <a:bodyPr wrap="square">
            <a:spAutoFit/>
          </a:bodyPr>
          <a:lstStyle/>
          <a:p>
            <a:pPr algn="just" defTabSz="685754"/>
            <a:endParaRPr lang="en-IN" sz="525" b="1" dirty="0">
              <a:solidFill>
                <a:prstClr val="black"/>
              </a:solidFill>
              <a:latin typeface="Aparajita" pitchFamily="34" charset="0"/>
            </a:endParaRPr>
          </a:p>
          <a:p>
            <a:pPr algn="just"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श्रीगुरु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निज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सुधारि</a:t>
            </a:r>
            <a:r>
              <a:rPr lang="en-IN" sz="3000" b="1" dirty="0">
                <a:solidFill>
                  <a:prstClr val="black"/>
                </a:solidFill>
                <a:latin typeface="Aparajita" pitchFamily="34" charset="0"/>
              </a:rPr>
              <a:t> ।</a:t>
            </a:r>
          </a:p>
          <a:p>
            <a:pPr algn="ctr" defTabSz="685754"/>
            <a:r>
              <a:rPr lang="en-IN" sz="3000" b="1" dirty="0">
                <a:solidFill>
                  <a:prstClr val="black"/>
                </a:solidFill>
                <a:latin typeface="Aparajita" pitchFamily="34" charset="0"/>
              </a:rPr>
              <a:t/>
            </a:r>
            <a:br>
              <a:rPr lang="en-IN" sz="3000" b="1" dirty="0">
                <a:solidFill>
                  <a:prstClr val="black"/>
                </a:solidFill>
                <a:latin typeface="Aparajita" pitchFamily="34" charset="0"/>
              </a:rPr>
            </a:br>
            <a:r>
              <a:rPr lang="en-US" sz="2700" b="1" dirty="0" err="1">
                <a:solidFill>
                  <a:prstClr val="black"/>
                </a:solidFill>
                <a:latin typeface="URW Palladio IT" pitchFamily="2" charset="0"/>
              </a:rPr>
              <a:t>Çréguru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Saroja</a:t>
            </a:r>
            <a:r>
              <a:rPr lang="en-US" sz="2700" b="1" dirty="0">
                <a:solidFill>
                  <a:prstClr val="black"/>
                </a:solidFill>
                <a:latin typeface="URW Palladio IT" pitchFamily="2" charset="0"/>
              </a:rPr>
              <a:t> Raja </a:t>
            </a:r>
          </a:p>
          <a:p>
            <a:pPr algn="ctr" defTabSz="685754"/>
            <a:r>
              <a:rPr lang="en-US" sz="2700" b="1" dirty="0" err="1">
                <a:solidFill>
                  <a:prstClr val="black"/>
                </a:solidFill>
                <a:latin typeface="URW Palladio IT" pitchFamily="2" charset="0"/>
              </a:rPr>
              <a:t>Nija</a:t>
            </a:r>
            <a:r>
              <a:rPr lang="en-US" sz="2700" b="1" dirty="0">
                <a:solidFill>
                  <a:prstClr val="black"/>
                </a:solidFill>
                <a:latin typeface="URW Palladio IT" pitchFamily="2" charset="0"/>
              </a:rPr>
              <a:t> Manu </a:t>
            </a:r>
            <a:r>
              <a:rPr lang="en-US" sz="2700" b="1" dirty="0" err="1">
                <a:solidFill>
                  <a:prstClr val="black"/>
                </a:solidFill>
                <a:latin typeface="URW Palladio IT" pitchFamily="2" charset="0"/>
              </a:rPr>
              <a:t>Mukuru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Sudhäri</a:t>
            </a:r>
            <a:r>
              <a:rPr lang="en-US" sz="2700" b="1" dirty="0">
                <a:solidFill>
                  <a:prstClr val="black"/>
                </a:solidFill>
                <a:latin typeface="URW Palladio IT" pitchFamily="2" charset="0"/>
              </a:rPr>
              <a:t> |</a:t>
            </a:r>
          </a:p>
          <a:p>
            <a:pPr algn="ctr" defTabSz="685754"/>
            <a:r>
              <a:rPr lang="en-US" sz="3000" b="1" dirty="0">
                <a:solidFill>
                  <a:prstClr val="black"/>
                </a:solidFill>
                <a:latin typeface="URW Palladio IT" pitchFamily="2" charset="0"/>
              </a:rPr>
              <a:t> </a:t>
            </a:r>
          </a:p>
          <a:p>
            <a:pPr algn="ctr" defTabSz="685754"/>
            <a:r>
              <a:rPr lang="en-US" sz="3000" b="1" dirty="0" err="1">
                <a:solidFill>
                  <a:prstClr val="black"/>
                </a:solidFill>
                <a:latin typeface="Calibri" pitchFamily="34" charset="0"/>
              </a:rPr>
              <a:t>ಶ್ರೀ</a:t>
            </a:r>
            <a:r>
              <a:rPr lang="en-US" sz="3000" b="1" dirty="0">
                <a:solidFill>
                  <a:prstClr val="black"/>
                </a:solidFill>
                <a:latin typeface="Calibri" pitchFamily="34" charset="0"/>
              </a:rPr>
              <a:t> </a:t>
            </a:r>
            <a:r>
              <a:rPr lang="en-US" sz="3000" b="1" dirty="0" err="1">
                <a:solidFill>
                  <a:prstClr val="black"/>
                </a:solidFill>
                <a:latin typeface="Calibri" pitchFamily="34" charset="0"/>
              </a:rPr>
              <a:t>ಗುರು</a:t>
            </a:r>
            <a:r>
              <a:rPr lang="en-US" sz="3000" b="1" dirty="0">
                <a:solidFill>
                  <a:prstClr val="black"/>
                </a:solidFill>
                <a:latin typeface="Calibri" pitchFamily="34" charset="0"/>
              </a:rPr>
              <a:t> </a:t>
            </a:r>
            <a:r>
              <a:rPr lang="en-US" sz="3000" b="1" dirty="0" err="1">
                <a:solidFill>
                  <a:prstClr val="black"/>
                </a:solidFill>
                <a:latin typeface="Calibri" pitchFamily="34" charset="0"/>
              </a:rPr>
              <a:t>ಚರನ</a:t>
            </a:r>
            <a:r>
              <a:rPr lang="en-US" sz="3000" b="1" dirty="0">
                <a:solidFill>
                  <a:prstClr val="black"/>
                </a:solidFill>
                <a:latin typeface="Calibri" pitchFamily="34" charset="0"/>
              </a:rPr>
              <a:t> </a:t>
            </a:r>
            <a:r>
              <a:rPr lang="en-US" sz="3000" b="1" dirty="0" err="1">
                <a:solidFill>
                  <a:prstClr val="black"/>
                </a:solidFill>
                <a:latin typeface="Calibri" pitchFamily="34" charset="0"/>
              </a:rPr>
              <a:t>ಸರೋಜ</a:t>
            </a:r>
            <a:r>
              <a:rPr lang="en-US" sz="3000" b="1" dirty="0">
                <a:solidFill>
                  <a:prstClr val="black"/>
                </a:solidFill>
                <a:latin typeface="Calibri" pitchFamily="34" charset="0"/>
              </a:rPr>
              <a:t> </a:t>
            </a:r>
            <a:r>
              <a:rPr lang="en-US" sz="3000" b="1" dirty="0" err="1">
                <a:solidFill>
                  <a:prstClr val="black"/>
                </a:solidFill>
                <a:latin typeface="Calibri" pitchFamily="34" charset="0"/>
              </a:rPr>
              <a:t>ರಜ</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ನಿಜ</a:t>
            </a:r>
            <a:r>
              <a:rPr lang="en-US" sz="3000" b="1" dirty="0">
                <a:solidFill>
                  <a:prstClr val="black"/>
                </a:solidFill>
                <a:latin typeface="Calibri" pitchFamily="34" charset="0"/>
              </a:rPr>
              <a:t> </a:t>
            </a:r>
            <a:r>
              <a:rPr lang="en-US" sz="3000" b="1" dirty="0" err="1">
                <a:solidFill>
                  <a:prstClr val="black"/>
                </a:solidFill>
                <a:latin typeface="Calibri" pitchFamily="34" charset="0"/>
              </a:rPr>
              <a:t>ಮನು</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ಮುಕುರು </a:t>
            </a:r>
            <a:r>
              <a:rPr lang="en-US" sz="3000" b="1" dirty="0" err="1">
                <a:solidFill>
                  <a:prstClr val="black"/>
                </a:solidFill>
                <a:latin typeface="Calibri" pitchFamily="34" charset="0"/>
              </a:rPr>
              <a:t>ಸುಧಾರಿ</a:t>
            </a:r>
            <a:r>
              <a:rPr lang="en-US" sz="3000" b="1" dirty="0">
                <a:solidFill>
                  <a:prstClr val="black"/>
                </a:solidFill>
                <a:latin typeface="Calibri" pitchFamily="34" charset="0"/>
              </a:rPr>
              <a:t> ।</a:t>
            </a:r>
          </a:p>
          <a:p>
            <a:pPr algn="ctr" defTabSz="685754"/>
            <a:endParaRPr lang="en-IN" sz="600" b="1" dirty="0">
              <a:solidFill>
                <a:prstClr val="black"/>
              </a:solidFill>
              <a:latin typeface="Palatino Linotype" pitchFamily="18" charset="0"/>
            </a:endParaRPr>
          </a:p>
          <a:p>
            <a:pPr algn="ctr" defTabSz="685754"/>
            <a:endParaRPr lang="en-US" sz="2400" b="1" dirty="0">
              <a:solidFill>
                <a:prstClr val="black"/>
              </a:solidFill>
              <a:latin typeface="Palatino Linotype" pitchFamily="18" charset="0"/>
            </a:endParaRPr>
          </a:p>
          <a:p>
            <a:pPr algn="ctr" defTabSz="685754"/>
            <a:r>
              <a:rPr lang="en-US" sz="2400" b="1" dirty="0">
                <a:solidFill>
                  <a:prstClr val="black"/>
                </a:solidFill>
                <a:latin typeface="Palatino Linotype" pitchFamily="18" charset="0"/>
              </a:rPr>
              <a:t>With the dust of Guru's Lotus feet, I  </a:t>
            </a:r>
          </a:p>
          <a:p>
            <a:pPr algn="ctr" defTabSz="685754"/>
            <a:r>
              <a:rPr lang="en-US" sz="2400" b="1" dirty="0">
                <a:solidFill>
                  <a:prstClr val="black"/>
                </a:solidFill>
                <a:latin typeface="Palatino Linotype" pitchFamily="18" charset="0"/>
              </a:rPr>
              <a:t>clean the  mirror of my mind</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4267894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143100" y="84"/>
            <a:ext cx="6857802" cy="5228354"/>
          </a:xfrm>
          <a:prstGeom prst="rect">
            <a:avLst/>
          </a:prstGeom>
          <a:noFill/>
          <a:ln w="9525">
            <a:noFill/>
            <a:miter lim="800000"/>
            <a:headEnd/>
            <a:tailEnd/>
          </a:ln>
        </p:spPr>
        <p:txBody>
          <a:bodyPr>
            <a:spAutoFit/>
          </a:bodyPr>
          <a:lstStyle/>
          <a:p>
            <a:pPr algn="ctr" defTabSz="685754"/>
            <a:endParaRPr lang="en-IN" sz="525" dirty="0">
              <a:solidFill>
                <a:prstClr val="black"/>
              </a:solidFill>
              <a:latin typeface="Aparajita" pitchFamily="34" charset="0"/>
            </a:endParaRPr>
          </a:p>
          <a:p>
            <a:pPr algn="ctr"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बरनउँ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दायकु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p>
          <a:p>
            <a:pPr algn="ctr" defTabSz="685754"/>
            <a:endParaRPr lang="en-US"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Baranaüð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Bimala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Jasu</a:t>
            </a:r>
            <a:r>
              <a:rPr lang="en-US" sz="2700" b="1" dirty="0">
                <a:solidFill>
                  <a:prstClr val="black"/>
                </a:solidFill>
                <a:latin typeface="URW Palladio IT" pitchFamily="2" charset="0"/>
              </a:rPr>
              <a:t>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Däyaku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Cäri</a:t>
            </a:r>
            <a:r>
              <a:rPr lang="en-US" sz="2700" b="1" dirty="0">
                <a:solidFill>
                  <a:prstClr val="black"/>
                </a:solidFill>
                <a:latin typeface="URW Palladio IT" pitchFamily="2" charset="0"/>
              </a:rPr>
              <a:t> || - D1</a:t>
            </a:r>
            <a:r>
              <a:rPr lang="en-US" sz="3000" b="1" dirty="0">
                <a:solidFill>
                  <a:prstClr val="black"/>
                </a:solidFill>
                <a:latin typeface="URW Palladio IT" pitchFamily="2" charset="0"/>
              </a:rPr>
              <a:t>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ಬರನಊ</a:t>
            </a:r>
            <a:r>
              <a:rPr lang="en-US" sz="3000" b="1" dirty="0">
                <a:solidFill>
                  <a:prstClr val="black"/>
                </a:solidFill>
                <a:latin typeface="Calibri" pitchFamily="34" charset="0"/>
              </a:rPr>
              <a:t> </a:t>
            </a:r>
            <a:r>
              <a:rPr lang="en-US" sz="3000" b="1" dirty="0" err="1">
                <a:solidFill>
                  <a:prstClr val="black"/>
                </a:solidFill>
                <a:latin typeface="Calibri" pitchFamily="34" charset="0"/>
              </a:rPr>
              <a:t>ರಘುಬರ</a:t>
            </a:r>
            <a:r>
              <a:rPr lang="en-US" sz="3000" b="1" dirty="0">
                <a:solidFill>
                  <a:prstClr val="black"/>
                </a:solidFill>
                <a:latin typeface="Calibri" pitchFamily="34" charset="0"/>
              </a:rPr>
              <a:t> </a:t>
            </a:r>
            <a:r>
              <a:rPr lang="en-US" sz="3000" b="1" dirty="0" err="1">
                <a:solidFill>
                  <a:prstClr val="black"/>
                </a:solidFill>
                <a:latin typeface="Calibri" pitchFamily="34" charset="0"/>
              </a:rPr>
              <a:t>ಬಿಮಲ</a:t>
            </a:r>
            <a:r>
              <a:rPr lang="en-US" sz="3000" b="1" dirty="0">
                <a:solidFill>
                  <a:prstClr val="black"/>
                </a:solidFill>
                <a:latin typeface="Calibri" pitchFamily="34" charset="0"/>
              </a:rPr>
              <a:t> </a:t>
            </a:r>
            <a:r>
              <a:rPr lang="en-US" sz="3000" b="1" dirty="0" err="1">
                <a:solidFill>
                  <a:prstClr val="black"/>
                </a:solidFill>
                <a:latin typeface="Calibri" pitchFamily="34" charset="0"/>
              </a:rPr>
              <a:t>ಜಸು</a:t>
            </a:r>
            <a:endParaRPr lang="en-US" sz="3000" b="1" dirty="0">
              <a:solidFill>
                <a:prstClr val="black"/>
              </a:solidFill>
              <a:latin typeface="Calibri" pitchFamily="34" charset="0"/>
            </a:endParaRPr>
          </a:p>
          <a:p>
            <a:pPr algn="ctr" defTabSz="685754"/>
            <a:r>
              <a:rPr lang="en-US" sz="3000" b="1" dirty="0" err="1">
                <a:solidFill>
                  <a:prstClr val="black"/>
                </a:solidFill>
                <a:latin typeface="Calibri" pitchFamily="34" charset="0"/>
              </a:rPr>
              <a:t>ಜೋ</a:t>
            </a:r>
            <a:r>
              <a:rPr lang="en-US" sz="3000" b="1" dirty="0">
                <a:solidFill>
                  <a:prstClr val="black"/>
                </a:solidFill>
                <a:latin typeface="Calibri" pitchFamily="34" charset="0"/>
              </a:rPr>
              <a:t> </a:t>
            </a:r>
            <a:r>
              <a:rPr lang="en-US" sz="3000" b="1" dirty="0" err="1">
                <a:solidFill>
                  <a:prstClr val="black"/>
                </a:solidFill>
                <a:latin typeface="Calibri" pitchFamily="34" charset="0"/>
              </a:rPr>
              <a:t>ದಾಯಕು</a:t>
            </a:r>
            <a:r>
              <a:rPr lang="en-US" sz="3000" b="1" dirty="0">
                <a:solidFill>
                  <a:prstClr val="black"/>
                </a:solidFill>
                <a:latin typeface="Calibri" pitchFamily="34" charset="0"/>
              </a:rPr>
              <a:t> </a:t>
            </a:r>
            <a:r>
              <a:rPr lang="en-US" sz="3000" b="1" dirty="0" err="1">
                <a:solidFill>
                  <a:prstClr val="black"/>
                </a:solidFill>
                <a:latin typeface="Calibri" pitchFamily="34" charset="0"/>
              </a:rPr>
              <a:t>ಫಲ</a:t>
            </a:r>
            <a:r>
              <a:rPr lang="en-US" sz="3000" b="1" dirty="0">
                <a:solidFill>
                  <a:prstClr val="black"/>
                </a:solidFill>
                <a:latin typeface="Calibri" pitchFamily="34" charset="0"/>
              </a:rPr>
              <a:t> </a:t>
            </a:r>
            <a:r>
              <a:rPr lang="en-US" sz="3000" b="1" dirty="0" err="1">
                <a:solidFill>
                  <a:prstClr val="black"/>
                </a:solidFill>
                <a:latin typeface="Calibri" pitchFamily="34" charset="0"/>
              </a:rPr>
              <a:t>ಚಾರಿ</a:t>
            </a:r>
            <a:r>
              <a:rPr lang="en-US" sz="3000" b="1" dirty="0">
                <a:solidFill>
                  <a:prstClr val="black"/>
                </a:solidFill>
                <a:latin typeface="Calibri" pitchFamily="34" charset="0"/>
              </a:rPr>
              <a:t> ॥</a:t>
            </a:r>
            <a:endParaRPr lang="en-US" sz="2700" b="1" dirty="0">
              <a:solidFill>
                <a:prstClr val="black"/>
              </a:solidFill>
              <a:latin typeface="URW Palladio IT" pitchFamily="2" charset="0"/>
            </a:endParaRPr>
          </a:p>
          <a:p>
            <a:pPr algn="ctr" defTabSz="685754"/>
            <a:endParaRPr lang="en-US" sz="21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And then narrate the sacred glory of Sri Ram Chandra, The Supreme among the </a:t>
            </a:r>
            <a:r>
              <a:rPr lang="en-US" sz="2100" b="1" dirty="0" err="1">
                <a:solidFill>
                  <a:prstClr val="black"/>
                </a:solidFill>
                <a:latin typeface="Palatino Linotype" pitchFamily="18" charset="0"/>
              </a:rPr>
              <a:t>Raghu</a:t>
            </a:r>
            <a:r>
              <a:rPr lang="en-US" sz="2100" b="1" dirty="0">
                <a:solidFill>
                  <a:prstClr val="black"/>
                </a:solidFill>
                <a:latin typeface="Palatino Linotype" pitchFamily="18" charset="0"/>
              </a:rPr>
              <a:t> 	dynasty. The giver of the four attainments of life</a:t>
            </a:r>
            <a:r>
              <a:rPr lang="en-IN" sz="2100" b="1" dirty="0">
                <a:solidFill>
                  <a:prstClr val="black"/>
                </a:solidFill>
                <a:latin typeface="Palatino Linotype" pitchFamily="18" charset="0"/>
              </a:rPr>
              <a:t>.</a:t>
            </a:r>
            <a:r>
              <a:rPr lang="en-US" sz="2100" b="1" dirty="0">
                <a:solidFill>
                  <a:prstClr val="black"/>
                </a:solidFill>
                <a:latin typeface="Palatino Linotype" pitchFamily="18" charset="0"/>
              </a:rPr>
              <a:t>		</a:t>
            </a:r>
            <a:endParaRPr lang="en-IN" sz="2100" b="1" dirty="0">
              <a:solidFill>
                <a:prstClr val="black"/>
              </a:solidFill>
              <a:latin typeface="Palatino Linotype" pitchFamily="18" charset="0"/>
            </a:endParaRPr>
          </a:p>
        </p:txBody>
      </p:sp>
    </p:spTree>
    <p:extLst>
      <p:ext uri="{BB962C8B-B14F-4D97-AF65-F5344CB8AC3E}">
        <p14:creationId xmlns:p14="http://schemas.microsoft.com/office/powerpoint/2010/main" val="34441889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143100" y="85"/>
            <a:ext cx="6857802" cy="5309146"/>
          </a:xfrm>
          <a:prstGeom prst="rect">
            <a:avLst/>
          </a:prstGeom>
          <a:noFill/>
          <a:ln w="9525">
            <a:noFill/>
            <a:miter lim="800000"/>
            <a:headEnd/>
            <a:tailEnd/>
          </a:ln>
        </p:spPr>
        <p:txBody>
          <a:bodyPr wrap="square">
            <a:spAutoFit/>
          </a:bodyPr>
          <a:lstStyle/>
          <a:p>
            <a:pPr algn="ct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बुद्धिहीन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पवनकुमार</a:t>
            </a:r>
            <a:r>
              <a:rPr lang="en-IN" sz="3000" b="1" dirty="0">
                <a:solidFill>
                  <a:prstClr val="black"/>
                </a:solidFill>
                <a:latin typeface="Aparajita" pitchFamily="34" charset="0"/>
              </a:rPr>
              <a:t> ।</a:t>
            </a:r>
          </a:p>
          <a:p>
            <a:pPr algn="ctr" defTabSz="685754"/>
            <a:r>
              <a:rPr lang="en-IN" sz="3600" b="1" dirty="0">
                <a:solidFill>
                  <a:prstClr val="black"/>
                </a:solidFill>
                <a:latin typeface="Aparajita" pitchFamily="34" charset="0"/>
              </a:rPr>
              <a:t/>
            </a:r>
            <a:br>
              <a:rPr lang="en-IN" sz="3600" b="1" dirty="0">
                <a:solidFill>
                  <a:prstClr val="black"/>
                </a:solidFill>
                <a:latin typeface="Aparajita" pitchFamily="34" charset="0"/>
              </a:rPr>
            </a:br>
            <a:r>
              <a:rPr lang="en-US" sz="3000" b="1" dirty="0" err="1">
                <a:solidFill>
                  <a:prstClr val="black"/>
                </a:solidFill>
                <a:latin typeface="URW Palladio IT" pitchFamily="2" charset="0"/>
              </a:rPr>
              <a:t>Buddhihéna</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Tanu</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Jänike</a:t>
            </a:r>
            <a:r>
              <a:rPr lang="en-US" sz="3000" b="1" dirty="0">
                <a:solidFill>
                  <a:prstClr val="black"/>
                </a:solidFill>
                <a:latin typeface="URW Palladio IT" pitchFamily="2" charset="0"/>
              </a:rPr>
              <a:t> </a:t>
            </a:r>
          </a:p>
          <a:p>
            <a:pPr algn="ctr" defTabSz="685754"/>
            <a:r>
              <a:rPr lang="en-US" sz="3000" b="1" dirty="0" err="1">
                <a:solidFill>
                  <a:prstClr val="black"/>
                </a:solidFill>
                <a:latin typeface="URW Palladio IT" pitchFamily="2" charset="0"/>
              </a:rPr>
              <a:t>Sumirauà</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Pavanakumära</a:t>
            </a:r>
            <a:r>
              <a:rPr lang="en-US" sz="3000" b="1" dirty="0">
                <a:solidFill>
                  <a:prstClr val="black"/>
                </a:solidFill>
                <a:latin typeface="URW Palladio IT" pitchFamily="2" charset="0"/>
              </a:rPr>
              <a:t> |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ಬುದ್ಧಿಹೀನ</a:t>
            </a:r>
            <a:r>
              <a:rPr lang="en-US" sz="3000" b="1" dirty="0">
                <a:solidFill>
                  <a:prstClr val="black"/>
                </a:solidFill>
                <a:latin typeface="Calibri" pitchFamily="34" charset="0"/>
              </a:rPr>
              <a:t> </a:t>
            </a:r>
            <a:r>
              <a:rPr lang="en-US" sz="3000" b="1" dirty="0" err="1">
                <a:solidFill>
                  <a:prstClr val="black"/>
                </a:solidFill>
                <a:latin typeface="Calibri" pitchFamily="34" charset="0"/>
              </a:rPr>
              <a:t>ತನು</a:t>
            </a:r>
            <a:r>
              <a:rPr lang="en-US" sz="3000" b="1" dirty="0">
                <a:solidFill>
                  <a:prstClr val="black"/>
                </a:solidFill>
                <a:latin typeface="Calibri" pitchFamily="34" charset="0"/>
              </a:rPr>
              <a:t> </a:t>
            </a:r>
            <a:r>
              <a:rPr lang="en-US" sz="3000" b="1" dirty="0" err="1">
                <a:solidFill>
                  <a:prstClr val="black"/>
                </a:solidFill>
                <a:latin typeface="Calibri" pitchFamily="34" charset="0"/>
              </a:rPr>
              <a:t>ಜಾನಿ</a:t>
            </a:r>
            <a:r>
              <a:rPr lang="en-US" sz="3000" b="1" dirty="0">
                <a:solidFill>
                  <a:prstClr val="black"/>
                </a:solidFill>
                <a:latin typeface="Calibri" pitchFamily="34" charset="0"/>
              </a:rPr>
              <a:t> </a:t>
            </a:r>
            <a:r>
              <a:rPr lang="en-US" sz="3000" b="1" dirty="0" err="1">
                <a:solidFill>
                  <a:prstClr val="black"/>
                </a:solidFill>
                <a:latin typeface="Calibri" pitchFamily="34" charset="0"/>
              </a:rPr>
              <a:t>ಕೇ</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ಸುಮಿರೌ</a:t>
            </a:r>
            <a:r>
              <a:rPr lang="en-US" sz="3000" b="1" dirty="0">
                <a:solidFill>
                  <a:prstClr val="black"/>
                </a:solidFill>
                <a:latin typeface="Calibri" pitchFamily="34" charset="0"/>
              </a:rPr>
              <a:t> </a:t>
            </a:r>
            <a:r>
              <a:rPr lang="en-US" sz="3000" b="1" dirty="0" err="1">
                <a:solidFill>
                  <a:prstClr val="black"/>
                </a:solidFill>
                <a:latin typeface="Calibri" pitchFamily="34" charset="0"/>
              </a:rPr>
              <a:t>ಪವನ</a:t>
            </a:r>
            <a:r>
              <a:rPr lang="en-US" sz="3000" b="1" dirty="0">
                <a:solidFill>
                  <a:prstClr val="black"/>
                </a:solidFill>
                <a:latin typeface="Calibri" pitchFamily="34" charset="0"/>
              </a:rPr>
              <a:t> </a:t>
            </a:r>
            <a:r>
              <a:rPr lang="en-US" sz="3000" b="1" dirty="0" err="1">
                <a:solidFill>
                  <a:prstClr val="black"/>
                </a:solidFill>
                <a:latin typeface="Calibri" pitchFamily="34" charset="0"/>
              </a:rPr>
              <a:t>ಕುಮಾರ</a:t>
            </a:r>
            <a:r>
              <a:rPr lang="en-US" sz="3000" b="1" dirty="0">
                <a:solidFill>
                  <a:prstClr val="black"/>
                </a:solidFill>
                <a:latin typeface="Calibri" pitchFamily="34" charset="0"/>
              </a:rPr>
              <a:t> ।</a:t>
            </a:r>
          </a:p>
          <a:p>
            <a:pPr algn="ctr" defTabSz="685754"/>
            <a:endParaRPr lang="en-US" sz="3300" b="1" dirty="0">
              <a:solidFill>
                <a:prstClr val="black"/>
              </a:solidFill>
              <a:latin typeface="URW Palladio IT" pitchFamily="2" charset="0"/>
            </a:endParaRPr>
          </a:p>
          <a:p>
            <a:pPr algn="ctr" defTabSz="685754"/>
            <a:r>
              <a:rPr lang="en-US" sz="2100" b="1" dirty="0">
                <a:solidFill>
                  <a:prstClr val="black"/>
                </a:solidFill>
                <a:latin typeface="Palatino Linotype" pitchFamily="18" charset="0"/>
              </a:rPr>
              <a:t>Knowing myself to be ignorant, I urge you, 	O  Hanuman, The son of </a:t>
            </a:r>
            <a:r>
              <a:rPr lang="en-US" sz="2100" b="1" dirty="0" err="1">
                <a:solidFill>
                  <a:prstClr val="black"/>
                </a:solidFill>
                <a:latin typeface="Palatino Linotype" pitchFamily="18" charset="0"/>
              </a:rPr>
              <a:t>Pavan</a:t>
            </a:r>
            <a:r>
              <a:rPr lang="en-US" sz="2100" b="1" dirty="0">
                <a:solidFill>
                  <a:prstClr val="black"/>
                </a:solidFill>
                <a:latin typeface="Palatino Linotype" pitchFamily="18" charset="0"/>
              </a:rPr>
              <a:t>(</a:t>
            </a:r>
            <a:r>
              <a:rPr lang="en-IN" sz="2100" b="1" dirty="0">
                <a:solidFill>
                  <a:prstClr val="black"/>
                </a:solidFill>
                <a:latin typeface="Palatino Linotype" pitchFamily="18" charset="0"/>
              </a:rPr>
              <a:t>Wind</a:t>
            </a:r>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30063210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143100" y="72"/>
            <a:ext cx="6857802" cy="4755148"/>
          </a:xfrm>
          <a:prstGeom prst="rect">
            <a:avLst/>
          </a:prstGeom>
          <a:noFill/>
          <a:ln w="9525">
            <a:noFill/>
            <a:miter lim="800000"/>
            <a:headEnd/>
            <a:tailEnd/>
          </a:ln>
        </p:spPr>
        <p:txBody>
          <a:bodyPr wrap="square">
            <a:spAutoFit/>
          </a:bodyPr>
          <a:lstStyle/>
          <a:p>
            <a:pP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हरहु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a:t>
            </a:r>
            <a:r>
              <a:rPr lang="en-IN" sz="3000" b="1" dirty="0">
                <a:solidFill>
                  <a:prstClr val="black"/>
                </a:solidFill>
                <a:latin typeface="Aparajita" pitchFamily="34" charset="0"/>
              </a:rPr>
              <a:t> ॥ </a:t>
            </a:r>
          </a:p>
          <a:p>
            <a:pPr algn="ctr" defTabSz="685754"/>
            <a:endParaRPr lang="en-IN" sz="3000" b="1" dirty="0">
              <a:solidFill>
                <a:prstClr val="black"/>
              </a:solidFill>
              <a:latin typeface="Palatino Linotype" pitchFamily="18" charset="0"/>
            </a:endParaRPr>
          </a:p>
          <a:p>
            <a:pPr algn="ctr" defTabSz="685754"/>
            <a:r>
              <a:rPr lang="en-US" sz="2400" b="1" dirty="0" err="1">
                <a:solidFill>
                  <a:prstClr val="black"/>
                </a:solidFill>
                <a:latin typeface="URW Palladio IT" pitchFamily="2" charset="0"/>
              </a:rPr>
              <a:t>Bala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Budhi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Bidyä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Dehu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Mohià</a:t>
            </a:r>
            <a:r>
              <a:rPr lang="en-US" sz="2400" b="1" dirty="0">
                <a:solidFill>
                  <a:prstClr val="black"/>
                </a:solidFill>
                <a:latin typeface="URW Palladio IT" pitchFamily="2" charset="0"/>
              </a:rPr>
              <a:t> </a:t>
            </a:r>
          </a:p>
          <a:p>
            <a:pPr algn="ctr" defTabSz="685754"/>
            <a:r>
              <a:rPr lang="en-US" sz="2400" b="1" dirty="0" err="1">
                <a:solidFill>
                  <a:prstClr val="black"/>
                </a:solidFill>
                <a:latin typeface="URW Palladio IT" pitchFamily="2" charset="0"/>
              </a:rPr>
              <a:t>Harahu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Kalesa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Bikära</a:t>
            </a:r>
            <a:r>
              <a:rPr lang="en-US" sz="2400" b="1" dirty="0">
                <a:solidFill>
                  <a:prstClr val="black"/>
                </a:solidFill>
                <a:latin typeface="URW Palladio IT" pitchFamily="2" charset="0"/>
              </a:rPr>
              <a:t> || - D2</a:t>
            </a:r>
          </a:p>
          <a:p>
            <a:pPr algn="ctr" defTabSz="685754"/>
            <a:endParaRPr lang="en-US"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ಬಲ</a:t>
            </a:r>
            <a:r>
              <a:rPr lang="en-US" sz="3000" b="1" dirty="0">
                <a:solidFill>
                  <a:prstClr val="black"/>
                </a:solidFill>
                <a:latin typeface="Calibri" pitchFamily="34" charset="0"/>
              </a:rPr>
              <a:t> </a:t>
            </a:r>
            <a:r>
              <a:rPr lang="en-US" sz="3000" b="1" dirty="0" err="1">
                <a:solidFill>
                  <a:prstClr val="black"/>
                </a:solidFill>
                <a:latin typeface="Calibri" pitchFamily="34" charset="0"/>
              </a:rPr>
              <a:t>ಬು</a:t>
            </a:r>
            <a:r>
              <a:rPr lang="kn-IN" sz="3000" b="1" dirty="0">
                <a:solidFill>
                  <a:prstClr val="black"/>
                </a:solidFill>
                <a:latin typeface="Calibri" pitchFamily="34" charset="0"/>
                <a:ea typeface="Tunga" pitchFamily="2"/>
                <a:cs typeface="Tunga" pitchFamily="2"/>
              </a:rPr>
              <a:t>ಧಿ</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ಬಿ</a:t>
            </a:r>
            <a:r>
              <a:rPr lang="en-US" sz="3000" b="1" dirty="0" err="1">
                <a:solidFill>
                  <a:prstClr val="black"/>
                </a:solidFill>
                <a:latin typeface="Calibri" pitchFamily="34" charset="0"/>
              </a:rPr>
              <a:t>ದ್ಯಾ</a:t>
            </a:r>
            <a:r>
              <a:rPr lang="en-US" sz="3000" b="1" dirty="0">
                <a:solidFill>
                  <a:prstClr val="black"/>
                </a:solidFill>
                <a:latin typeface="Calibri" pitchFamily="34" charset="0"/>
              </a:rPr>
              <a:t> </a:t>
            </a:r>
            <a:r>
              <a:rPr lang="en-US" sz="3000" b="1" dirty="0" err="1">
                <a:solidFill>
                  <a:prstClr val="black"/>
                </a:solidFill>
                <a:latin typeface="Calibri" pitchFamily="34" charset="0"/>
              </a:rPr>
              <a:t>ದೇಹು</a:t>
            </a:r>
            <a:r>
              <a:rPr lang="en-US" sz="3000" b="1" dirty="0">
                <a:solidFill>
                  <a:prstClr val="black"/>
                </a:solidFill>
                <a:latin typeface="Calibri" pitchFamily="34" charset="0"/>
              </a:rPr>
              <a:t> </a:t>
            </a:r>
            <a:r>
              <a:rPr lang="en-US" sz="3000" b="1" dirty="0" err="1">
                <a:solidFill>
                  <a:prstClr val="black"/>
                </a:solidFill>
                <a:latin typeface="Calibri" pitchFamily="34" charset="0"/>
              </a:rPr>
              <a:t>ಮೋಹಿ</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ಹರಹು</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ಕಲೇಸ ಬಿ</a:t>
            </a:r>
            <a:r>
              <a:rPr lang="en-US" sz="3000" b="1" dirty="0" err="1">
                <a:solidFill>
                  <a:prstClr val="black"/>
                </a:solidFill>
                <a:latin typeface="Calibri" pitchFamily="34" charset="0"/>
              </a:rPr>
              <a:t>ಕಾರ</a:t>
            </a:r>
            <a:r>
              <a:rPr lang="en-US" sz="3000" b="1" dirty="0">
                <a:solidFill>
                  <a:prstClr val="black"/>
                </a:solidFill>
                <a:latin typeface="Calibri" pitchFamily="34" charset="0"/>
              </a:rPr>
              <a:t> ॥</a:t>
            </a:r>
          </a:p>
          <a:p>
            <a:pPr algn="ctr" defTabSz="685754"/>
            <a:endParaRPr lang="en-IN" sz="27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O Lord! kindly bestow on me strength, 	wisdom 	and knowledge, removing all my miseries and blemishes.</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4385462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371693" y="2114563"/>
            <a:ext cx="6172021" cy="1028671"/>
          </a:xfrm>
        </p:spPr>
        <p:txBody>
          <a:bodyPr/>
          <a:lstStyle/>
          <a:p>
            <a:pPr algn="ctr" eaLnBrk="1" hangingPunct="1">
              <a:buFont typeface="Arial" charset="0"/>
              <a:buNone/>
            </a:pPr>
            <a:r>
              <a:rPr lang="en-IN" sz="5399" b="1">
                <a:latin typeface="Aparajita" pitchFamily="34" charset="0"/>
                <a:ea typeface="Aparajita" pitchFamily="34" charset="0"/>
                <a:cs typeface="Aparajita" pitchFamily="34" charset="0"/>
              </a:rPr>
              <a:t>॥चौपाई॥ </a:t>
            </a:r>
            <a:r>
              <a:rPr lang="en-IN" sz="4949" b="1"/>
              <a:t>- </a:t>
            </a:r>
            <a:r>
              <a:rPr lang="en-IN" sz="4050" b="1">
                <a:latin typeface="URW Palladio IT" pitchFamily="2" charset="0"/>
              </a:rPr>
              <a:t>CHAUP</a:t>
            </a:r>
            <a:r>
              <a:rPr lang="en-US" sz="4050" b="1">
                <a:latin typeface="URW Palladio IT" pitchFamily="2" charset="0"/>
              </a:rPr>
              <a:t>ÄÉ</a:t>
            </a:r>
          </a:p>
          <a:p>
            <a:pPr eaLnBrk="1" hangingPunct="1"/>
            <a:endParaRPr lang="en-US" smtClean="0"/>
          </a:p>
        </p:txBody>
      </p:sp>
    </p:spTree>
    <p:extLst>
      <p:ext uri="{BB962C8B-B14F-4D97-AF65-F5344CB8AC3E}">
        <p14:creationId xmlns:p14="http://schemas.microsoft.com/office/powerpoint/2010/main" val="1698114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143100" y="171520"/>
            <a:ext cx="6857802" cy="4616648"/>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ज्ञान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उजागर</a:t>
            </a:r>
            <a:r>
              <a:rPr lang="en-IN" sz="3000" b="1" dirty="0">
                <a:solidFill>
                  <a:prstClr val="black"/>
                </a:solidFill>
                <a:latin typeface="Aparajita" pitchFamily="34" charset="0"/>
              </a:rPr>
              <a:t> ॥१॥</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Jïäna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Sägara</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Kapésa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Tihuð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Ujägara</a:t>
            </a:r>
            <a:r>
              <a:rPr lang="en-US" sz="2700" b="1" dirty="0">
                <a:solidFill>
                  <a:prstClr val="black"/>
                </a:solidFill>
                <a:latin typeface="URW Palladio IT" pitchFamily="2" charset="0"/>
              </a:rPr>
              <a:t> </a:t>
            </a:r>
            <a:r>
              <a:rPr lang="en-US" b="1" dirty="0">
                <a:solidFill>
                  <a:prstClr val="black"/>
                </a:solidFill>
                <a:latin typeface="URW Palladio IT" pitchFamily="2" charset="0"/>
              </a:rPr>
              <a:t>|| - 1</a:t>
            </a:r>
          </a:p>
          <a:p>
            <a:pPr algn="ctr" defTabSz="685754"/>
            <a:endParaRPr lang="en-US"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ಜ್ಞಾನ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ಸಾಗರ</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kn-IN" sz="2700" b="1" dirty="0">
                <a:solidFill>
                  <a:prstClr val="black"/>
                </a:solidFill>
                <a:latin typeface="Calibri" pitchFamily="34" charset="0"/>
                <a:ea typeface="Tunga" pitchFamily="2"/>
                <a:cs typeface="Tunga" pitchFamily="2"/>
              </a:rPr>
              <a:t>ಸ</a:t>
            </a:r>
            <a:r>
              <a:rPr lang="en-US" sz="2700" b="1" dirty="0">
                <a:solidFill>
                  <a:prstClr val="black"/>
                </a:solidFill>
                <a:latin typeface="Calibri" pitchFamily="34" charset="0"/>
              </a:rPr>
              <a:t> </a:t>
            </a:r>
            <a:r>
              <a:rPr lang="en-US" sz="2700" b="1" dirty="0" err="1">
                <a:solidFill>
                  <a:prstClr val="black"/>
                </a:solidFill>
                <a:latin typeface="Calibri" pitchFamily="34" charset="0"/>
              </a:rPr>
              <a:t>ತಿಹು</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ಉಜಾಗರ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a:t>
            </a:r>
            <a:r>
              <a:rPr lang="en-US" sz="2700" b="1" dirty="0">
                <a:solidFill>
                  <a:prstClr val="black"/>
                </a:solidFill>
                <a:latin typeface="Calibri" pitchFamily="34" charset="0"/>
              </a:rPr>
              <a:t>॥</a:t>
            </a:r>
            <a:r>
              <a:rPr lang="en-US" sz="2700" b="1" dirty="0">
                <a:solidFill>
                  <a:prstClr val="black"/>
                </a:solidFill>
                <a:latin typeface="URW Palladio IT" pitchFamily="2" charset="0"/>
              </a:rPr>
              <a:t> </a:t>
            </a:r>
          </a:p>
          <a:p>
            <a:pPr algn="ctr" defTabSz="685754"/>
            <a:endParaRPr lang="en-US" sz="2400" b="1" dirty="0">
              <a:solidFill>
                <a:prstClr val="black"/>
              </a:solidFill>
              <a:latin typeface="URW Palladio IT" pitchFamily="2" charset="0"/>
            </a:endParaRPr>
          </a:p>
          <a:p>
            <a:pPr algn="ctr" defTabSz="685754"/>
            <a:r>
              <a:rPr lang="en-US" b="1" dirty="0">
                <a:solidFill>
                  <a:prstClr val="black"/>
                </a:solidFill>
                <a:latin typeface="Palatino Linotype" pitchFamily="18" charset="0"/>
              </a:rPr>
              <a:t>Victory of Thee, O Hanuman, Ocean of wisdom and virtue, victory to the Lord of monkeys who is well known in all the three worlds</a:t>
            </a:r>
            <a:endParaRPr lang="en-IN" sz="1500" b="1" dirty="0">
              <a:solidFill>
                <a:prstClr val="black"/>
              </a:solidFill>
              <a:latin typeface="Palatino Linotype" pitchFamily="18" charset="0"/>
            </a:endParaRPr>
          </a:p>
        </p:txBody>
      </p:sp>
    </p:spTree>
    <p:extLst>
      <p:ext uri="{BB962C8B-B14F-4D97-AF65-F5344CB8AC3E}">
        <p14:creationId xmlns:p14="http://schemas.microsoft.com/office/powerpoint/2010/main" val="28770954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143100" y="74"/>
            <a:ext cx="6857802" cy="4962897"/>
          </a:xfrm>
          <a:prstGeom prst="rect">
            <a:avLst/>
          </a:prstGeom>
          <a:noFill/>
          <a:ln w="9525">
            <a:noFill/>
            <a:miter lim="800000"/>
            <a:headEnd/>
            <a:tailEnd/>
          </a:ln>
        </p:spPr>
        <p:txBody>
          <a:bodyPr>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अतुलित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धामा</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अञ्जनि-पुत्र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॥२॥</a:t>
            </a:r>
          </a:p>
          <a:p>
            <a:pPr algn="ctr" defTabSz="685754"/>
            <a:endParaRPr lang="en-IN" sz="405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Atulita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Dhämä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Aïjaniputra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Pavanasuta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Nämä</a:t>
            </a:r>
            <a:r>
              <a:rPr lang="en-US" sz="2700" b="1" dirty="0">
                <a:solidFill>
                  <a:prstClr val="black"/>
                </a:solidFill>
                <a:latin typeface="URW Palladio IT" pitchFamily="2" charset="0"/>
              </a:rPr>
              <a:t> || - 2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ಅತುಲಿತ </a:t>
            </a:r>
            <a:r>
              <a:rPr lang="en-US" sz="2700" b="1" dirty="0" err="1">
                <a:solidFill>
                  <a:prstClr val="black"/>
                </a:solidFill>
                <a:latin typeface="Calibri" pitchFamily="34" charset="0"/>
              </a:rPr>
              <a:t>ಬಲ</a:t>
            </a:r>
            <a:r>
              <a:rPr lang="en-US" sz="2700" b="1" dirty="0">
                <a:solidFill>
                  <a:prstClr val="black"/>
                </a:solidFill>
                <a:latin typeface="Calibri" pitchFamily="34" charset="0"/>
              </a:rPr>
              <a:t> </a:t>
            </a:r>
            <a:r>
              <a:rPr lang="en-US" sz="2700" b="1" dirty="0" err="1">
                <a:solidFill>
                  <a:prstClr val="black"/>
                </a:solidFill>
                <a:latin typeface="Calibri" pitchFamily="34" charset="0"/>
              </a:rPr>
              <a:t>ಧಾಮಾ</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ಅಂಜನಿ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a:t>
            </a:r>
            <a:r>
              <a:rPr lang="en-US" sz="2700" b="1" dirty="0">
                <a:solidFill>
                  <a:prstClr val="black"/>
                </a:solidFill>
                <a:latin typeface="Calibri" pitchFamily="34" charset="0"/>
              </a:rPr>
              <a:t>॥</a:t>
            </a:r>
          </a:p>
          <a:p>
            <a:pPr algn="ctr" defTabSz="685754"/>
            <a:endParaRPr lang="en-US"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You, the Divine messenger of Ram and </a:t>
            </a:r>
            <a:r>
              <a:rPr lang="en-IN" b="1" dirty="0">
                <a:solidFill>
                  <a:prstClr val="black"/>
                </a:solidFill>
                <a:latin typeface="Palatino Linotype" pitchFamily="18" charset="0"/>
              </a:rPr>
              <a:t>abode of matchless power</a:t>
            </a:r>
            <a:r>
              <a:rPr lang="en-US" b="1" dirty="0">
                <a:solidFill>
                  <a:prstClr val="black"/>
                </a:solidFill>
                <a:latin typeface="Palatino Linotype" pitchFamily="18" charset="0"/>
              </a:rPr>
              <a:t>, are also known as </a:t>
            </a:r>
            <a:r>
              <a:rPr lang="en-US" b="1" dirty="0" err="1">
                <a:solidFill>
                  <a:prstClr val="black"/>
                </a:solidFill>
                <a:latin typeface="Palatino Linotype" pitchFamily="18" charset="0"/>
              </a:rPr>
              <a:t>Anjaniputra</a:t>
            </a:r>
            <a:r>
              <a:rPr lang="en-US" b="1" dirty="0">
                <a:solidFill>
                  <a:prstClr val="black"/>
                </a:solidFill>
                <a:latin typeface="Palatino Linotype" pitchFamily="18" charset="0"/>
              </a:rPr>
              <a:t> (</a:t>
            </a:r>
            <a:r>
              <a:rPr lang="en-IN" b="1" dirty="0" err="1">
                <a:solidFill>
                  <a:prstClr val="black"/>
                </a:solidFill>
                <a:latin typeface="Palatino Linotype" pitchFamily="18" charset="0"/>
              </a:rPr>
              <a:t>Anjani's</a:t>
            </a:r>
            <a:r>
              <a:rPr lang="en-IN" b="1" dirty="0">
                <a:solidFill>
                  <a:prstClr val="black"/>
                </a:solidFill>
                <a:latin typeface="Palatino Linotype" pitchFamily="18" charset="0"/>
              </a:rPr>
              <a:t> son</a:t>
            </a:r>
            <a:r>
              <a:rPr lang="en-US" b="1" dirty="0">
                <a:solidFill>
                  <a:prstClr val="black"/>
                </a:solidFill>
                <a:latin typeface="Palatino Linotype" pitchFamily="18" charset="0"/>
              </a:rPr>
              <a:t>) and known as the son of the wind – </a:t>
            </a:r>
            <a:r>
              <a:rPr lang="en-US" b="1" dirty="0" err="1">
                <a:solidFill>
                  <a:prstClr val="black"/>
                </a:solidFill>
                <a:latin typeface="Palatino Linotype" pitchFamily="18" charset="0"/>
              </a:rPr>
              <a:t>Pavanputra</a:t>
            </a:r>
            <a:r>
              <a:rPr lang="en-US" b="1" dirty="0">
                <a:solidFill>
                  <a:prstClr val="black"/>
                </a:solidFill>
                <a:latin typeface="Palatino Linotype" pitchFamily="18" charset="0"/>
              </a:rPr>
              <a:t> (</a:t>
            </a:r>
            <a:r>
              <a:rPr lang="en-IN" b="1" dirty="0">
                <a:solidFill>
                  <a:prstClr val="black"/>
                </a:solidFill>
                <a:latin typeface="Palatino Linotype" pitchFamily="18" charset="0"/>
              </a:rPr>
              <a:t>Son of the Wind</a:t>
            </a:r>
            <a:r>
              <a:rPr lang="en-US" b="1" dirty="0">
                <a:solidFill>
                  <a:prstClr val="black"/>
                </a:solidFill>
                <a:latin typeface="Palatino Linotype" pitchFamily="18" charset="0"/>
              </a:rPr>
              <a:t>).</a:t>
            </a:r>
            <a:endParaRPr lang="en-IN" b="1" dirty="0">
              <a:solidFill>
                <a:prstClr val="black"/>
              </a:solidFill>
              <a:latin typeface="Palatino Linotype" pitchFamily="18" charset="0"/>
            </a:endParaRPr>
          </a:p>
        </p:txBody>
      </p:sp>
    </p:spTree>
    <p:extLst>
      <p:ext uri="{BB962C8B-B14F-4D97-AF65-F5344CB8AC3E}">
        <p14:creationId xmlns:p14="http://schemas.microsoft.com/office/powerpoint/2010/main" val="6486898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बजरङ्गी</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सङ्गी</a:t>
            </a:r>
            <a:r>
              <a:rPr lang="en-IN" sz="3000" b="1" dirty="0">
                <a:solidFill>
                  <a:prstClr val="black"/>
                </a:solidFill>
                <a:latin typeface="Aparajita" pitchFamily="34" charset="0"/>
              </a:rPr>
              <a:t> ॥३॥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Bikrama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Bajaraìgé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Nivära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Saìgé</a:t>
            </a:r>
            <a:r>
              <a:rPr lang="en-US" sz="2700" b="1" dirty="0">
                <a:solidFill>
                  <a:prstClr val="black"/>
                </a:solidFill>
                <a:latin typeface="URW Palladio IT" pitchFamily="2" charset="0"/>
              </a:rPr>
              <a:t> || - 3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ಮಹಾಬೀರ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ಬಿಕ್ರಮ </a:t>
            </a:r>
            <a:r>
              <a:rPr lang="en-US" sz="2700" b="1" dirty="0" err="1">
                <a:solidFill>
                  <a:prstClr val="black"/>
                </a:solidFill>
                <a:latin typeface="Calibri" pitchFamily="34" charset="0"/>
              </a:rPr>
              <a:t>ಬಜರಂಗೀ</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ಸಂಗೀ</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1048581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कञ्चन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कानन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कुण्डल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कुञ्चित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a:t>
            </a:r>
            <a:r>
              <a:rPr lang="en-IN" sz="3000" b="1" dirty="0">
                <a:solidFill>
                  <a:prstClr val="black"/>
                </a:solidFill>
                <a:latin typeface="Aparajita" pitchFamily="34" charset="0"/>
              </a:rPr>
              <a:t> ॥४॥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Kaïcana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Subesä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Känana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Kuëòala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Kuïcita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Kesä</a:t>
            </a:r>
            <a:r>
              <a:rPr lang="en-US" sz="2700" b="1" dirty="0">
                <a:solidFill>
                  <a:prstClr val="black"/>
                </a:solidFill>
                <a:latin typeface="URW Palladio IT" pitchFamily="2" charset="0"/>
              </a:rPr>
              <a:t> || - 4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ಕಂಚನ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ಸುಬೇಸಾ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ಕಾನನ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ಕುಂಡಲ</a:t>
            </a:r>
            <a:r>
              <a:rPr lang="en-US" sz="2700" b="1" dirty="0">
                <a:solidFill>
                  <a:prstClr val="black"/>
                </a:solidFill>
                <a:latin typeface="Calibri" pitchFamily="34" charset="0"/>
              </a:rPr>
              <a:t> </a:t>
            </a:r>
            <a:r>
              <a:rPr lang="en-US" sz="2700" b="1" dirty="0" err="1">
                <a:solidFill>
                  <a:prstClr val="black"/>
                </a:solidFill>
                <a:latin typeface="Calibri" pitchFamily="34" charset="0"/>
              </a:rPr>
              <a:t>ಕುಂಚಿತ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physique is golden </a:t>
            </a:r>
            <a:r>
              <a:rPr lang="en-US" b="1" dirty="0" err="1">
                <a:solidFill>
                  <a:prstClr val="black"/>
                </a:solidFill>
                <a:latin typeface="Palatino Linotype" pitchFamily="18" charset="0"/>
              </a:rPr>
              <a:t>coloured</a:t>
            </a:r>
            <a:r>
              <a:rPr lang="en-US" b="1" dirty="0">
                <a:solidFill>
                  <a:prstClr val="black"/>
                </a:solidFill>
                <a:latin typeface="Palatino Linotype" pitchFamily="18" charset="0"/>
              </a:rPr>
              <a:t>. His dress is pretty, wearing '</a:t>
            </a:r>
            <a:r>
              <a:rPr lang="en-US" b="1" dirty="0" err="1">
                <a:solidFill>
                  <a:prstClr val="black"/>
                </a:solidFill>
                <a:latin typeface="Palatino Linotype" pitchFamily="18" charset="0"/>
              </a:rPr>
              <a:t>Kundals</a:t>
            </a:r>
            <a:r>
              <a:rPr lang="en-US" b="1" dirty="0">
                <a:solidFill>
                  <a:prstClr val="black"/>
                </a:solidFill>
                <a:latin typeface="Palatino Linotype" pitchFamily="18" charset="0"/>
              </a:rPr>
              <a:t>' ear-rings and his hairs are long and curly.</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20349023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143100" y="74"/>
            <a:ext cx="6743505" cy="4732065"/>
          </a:xfrm>
          <a:prstGeom prst="rect">
            <a:avLst/>
          </a:prstGeom>
          <a:noFill/>
          <a:ln w="9525">
            <a:noFill/>
            <a:miter lim="800000"/>
            <a:headEnd/>
            <a:tailEnd/>
          </a:ln>
        </p:spPr>
        <p:txBody>
          <a:bodyPr wrap="square">
            <a:spAutoFit/>
          </a:bodyPr>
          <a:lstStyle/>
          <a:p>
            <a:pPr algn="ctr"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हाथ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a:t>
            </a:r>
            <a:r>
              <a:rPr lang="en-IN" sz="3000" b="1" dirty="0">
                <a:solidFill>
                  <a:prstClr val="black"/>
                </a:solidFill>
                <a:latin typeface="Aparajita" pitchFamily="34" charset="0"/>
              </a:rPr>
              <a:t> औ </a:t>
            </a:r>
            <a:r>
              <a:rPr lang="en-IN" sz="3000" b="1" dirty="0" err="1">
                <a:solidFill>
                  <a:prstClr val="black"/>
                </a:solidFill>
                <a:latin typeface="Aparajita" pitchFamily="34" charset="0"/>
              </a:rPr>
              <a:t>ध्वजा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Hätha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Bajra</a:t>
            </a:r>
            <a:r>
              <a:rPr lang="en-US" sz="2700" b="1" dirty="0">
                <a:solidFill>
                  <a:prstClr val="black"/>
                </a:solidFill>
                <a:latin typeface="URW Palladio IT" pitchFamily="2" charset="0"/>
              </a:rPr>
              <a:t> Au </a:t>
            </a:r>
            <a:r>
              <a:rPr lang="en-US" sz="2700" b="1" dirty="0" err="1">
                <a:solidFill>
                  <a:prstClr val="black"/>
                </a:solidFill>
                <a:latin typeface="URW Palladio IT" pitchFamily="2" charset="0"/>
              </a:rPr>
              <a:t>Dhvajä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Käðdhe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Müðja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Janeü</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Säjai</a:t>
            </a:r>
            <a:r>
              <a:rPr lang="en-US" sz="2700" b="1" dirty="0">
                <a:solidFill>
                  <a:prstClr val="black"/>
                </a:solidFill>
                <a:latin typeface="URW Palladio IT" pitchFamily="2" charset="0"/>
              </a:rPr>
              <a:t> || - 5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ಹಾಥ</a:t>
            </a:r>
            <a:r>
              <a:rPr lang="en-US" sz="2700" b="1" dirty="0">
                <a:solidFill>
                  <a:prstClr val="black"/>
                </a:solidFill>
                <a:latin typeface="Calibri" pitchFamily="34" charset="0"/>
              </a:rPr>
              <a:t> </a:t>
            </a:r>
            <a:r>
              <a:rPr lang="en-US" sz="2700" b="1" dirty="0" err="1">
                <a:solidFill>
                  <a:prstClr val="black"/>
                </a:solidFill>
                <a:latin typeface="Calibri" pitchFamily="34" charset="0"/>
              </a:rPr>
              <a:t>ಬಜ್ರ</a:t>
            </a:r>
            <a:r>
              <a:rPr lang="en-US" sz="2700" b="1" dirty="0">
                <a:solidFill>
                  <a:prstClr val="black"/>
                </a:solidFill>
                <a:latin typeface="Calibri" pitchFamily="34" charset="0"/>
              </a:rPr>
              <a:t> ಔ </a:t>
            </a:r>
            <a:r>
              <a:rPr lang="kn-IN" sz="2700" b="1" dirty="0">
                <a:solidFill>
                  <a:prstClr val="black"/>
                </a:solidFill>
                <a:latin typeface="Calibri" pitchFamily="34" charset="0"/>
                <a:ea typeface="Tunga" pitchFamily="2"/>
                <a:cs typeface="Tunga" pitchFamily="2"/>
              </a:rPr>
              <a:t>ಧ್ವಜಾ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ಕಾಂಧೇ</a:t>
            </a:r>
            <a:r>
              <a:rPr lang="en-US" sz="2700" b="1" dirty="0">
                <a:solidFill>
                  <a:prstClr val="black"/>
                </a:solidFill>
                <a:latin typeface="Calibri" pitchFamily="34" charset="0"/>
              </a:rPr>
              <a:t> </a:t>
            </a:r>
            <a:r>
              <a:rPr lang="en-US" sz="2700" b="1" dirty="0" err="1">
                <a:solidFill>
                  <a:prstClr val="black"/>
                </a:solidFill>
                <a:latin typeface="Calibri" pitchFamily="34" charset="0"/>
              </a:rPr>
              <a:t>ಮೂಂಜ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ಜನೇಊ</a:t>
            </a:r>
            <a:r>
              <a:rPr lang="en-US" sz="2700" b="1" dirty="0">
                <a:solidFill>
                  <a:prstClr val="black"/>
                </a:solidFill>
                <a:latin typeface="Calibri" pitchFamily="34" charset="0"/>
              </a:rPr>
              <a:t> </a:t>
            </a:r>
            <a:r>
              <a:rPr lang="en-US" sz="2700" b="1" dirty="0" err="1">
                <a:solidFill>
                  <a:prstClr val="black"/>
                </a:solidFill>
                <a:latin typeface="Calibri" pitchFamily="34" charset="0"/>
              </a:rPr>
              <a:t>ಸಾಜೇ</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is holding in one hand a lighting bolt and in the other a banner with sacred thread across his shoulder.</a:t>
            </a:r>
            <a:endParaRPr lang="en-IN" sz="2100" b="1" dirty="0">
              <a:solidFill>
                <a:prstClr val="black"/>
              </a:solidFill>
              <a:latin typeface="Aparajita" pitchFamily="34" charset="0"/>
            </a:endParaRPr>
          </a:p>
        </p:txBody>
      </p:sp>
    </p:spTree>
    <p:extLst>
      <p:ext uri="{BB962C8B-B14F-4D97-AF65-F5344CB8AC3E}">
        <p14:creationId xmlns:p14="http://schemas.microsoft.com/office/powerpoint/2010/main" val="35838193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143100" y="74"/>
            <a:ext cx="6857802" cy="5009064"/>
          </a:xfrm>
          <a:prstGeom prst="rect">
            <a:avLst/>
          </a:prstGeom>
          <a:noFill/>
          <a:ln w="9525">
            <a:noFill/>
            <a:miter lim="800000"/>
            <a:headEnd/>
            <a:tailEnd/>
          </a:ln>
        </p:spPr>
        <p:txBody>
          <a:bodyPr wrap="square">
            <a:spAutoFit/>
          </a:bodyPr>
          <a:lstStyle/>
          <a:p>
            <a:pPr algn="just"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सङ्कर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केसरीनन्दन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बन्दन</a:t>
            </a:r>
            <a:r>
              <a:rPr lang="en-IN" sz="3000" b="1" dirty="0">
                <a:solidFill>
                  <a:prstClr val="black"/>
                </a:solidFill>
                <a:latin typeface="Aparajita" pitchFamily="34" charset="0"/>
              </a:rPr>
              <a:t> ॥६॥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Kesarénandana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a:t>
            </a:r>
            <a:r>
              <a:rPr lang="en-US" sz="2700" b="1" dirty="0">
                <a:solidFill>
                  <a:prstClr val="black"/>
                </a:solidFill>
                <a:latin typeface="URW Palladio IT" pitchFamily="2" charset="0"/>
              </a:rPr>
              <a:t> Bandana || - 6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ನಂದನ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೬</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emanation of 'SHIVA' and you delight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IN" b="1" dirty="0" err="1">
                <a:solidFill>
                  <a:prstClr val="black"/>
                </a:solidFill>
                <a:latin typeface="Palatino Linotype" pitchFamily="18" charset="0"/>
              </a:rPr>
              <a:t>Kesari</a:t>
            </a:r>
            <a:r>
              <a:rPr lang="en-US" b="1" dirty="0">
                <a:solidFill>
                  <a:prstClr val="black"/>
                </a:solidFill>
                <a:latin typeface="Palatino Linotype" pitchFamily="18" charset="0"/>
              </a:rPr>
              <a:t>. Being ever effulgent, </a:t>
            </a:r>
            <a:r>
              <a:rPr lang="en-IN" b="1" dirty="0">
                <a:solidFill>
                  <a:prstClr val="black"/>
                </a:solidFill>
                <a:latin typeface="Palatino Linotype" pitchFamily="18" charset="0"/>
              </a:rPr>
              <a:t>your glory is revered throughout  the world. </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26286164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143100" y="74"/>
            <a:ext cx="6857802" cy="4732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685754"/>
            <a:endParaRPr lang="en-US" sz="1350"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बिद्यावान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आतुर</a:t>
            </a:r>
            <a:r>
              <a:rPr lang="en-IN" sz="3000" b="1" dirty="0">
                <a:solidFill>
                  <a:prstClr val="black"/>
                </a:solidFill>
                <a:latin typeface="Aparajita" pitchFamily="34" charset="0"/>
              </a:rPr>
              <a:t> ॥७॥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Vidyäväna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Cätura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Ätura</a:t>
            </a:r>
            <a:r>
              <a:rPr lang="en-US" sz="2700" b="1" dirty="0">
                <a:solidFill>
                  <a:prstClr val="black"/>
                </a:solidFill>
                <a:latin typeface="URW Palladio IT" pitchFamily="2" charset="0"/>
              </a:rPr>
              <a:t> || - 7</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ದ್ಯಾವಾನ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BRH Kannada" pitchFamily="2" charset="0"/>
              </a:rPr>
              <a:t>¤Ã</a:t>
            </a:r>
            <a:r>
              <a:rPr lang="en-US" sz="2700" b="1" dirty="0">
                <a:solidFill>
                  <a:prstClr val="black"/>
                </a:solidFill>
                <a:latin typeface="Calibri" pitchFamily="34" charset="0"/>
              </a:rPr>
              <a:t> </a:t>
            </a:r>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ಆತುರ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೭</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repository learning, virtuous, very wise and highly keen to do the work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1343661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143100" y="86"/>
            <a:ext cx="6857802" cy="5216813"/>
          </a:xfrm>
          <a:prstGeom prst="rect">
            <a:avLst/>
          </a:prstGeom>
          <a:noFill/>
          <a:ln w="9525">
            <a:noFill/>
            <a:miter lim="800000"/>
            <a:headEnd/>
            <a:tailEnd/>
          </a:ln>
        </p:spPr>
        <p:txBody>
          <a:bodyPr wrap="square">
            <a:spAutoFit/>
          </a:bodyPr>
          <a:lstStyle/>
          <a:p>
            <a:pPr algn="ctr" defTabSz="685754"/>
            <a:endParaRPr lang="en-US" sz="1200" dirty="0">
              <a:solidFill>
                <a:prstClr val="black"/>
              </a:solidFill>
              <a:latin typeface="Calibri"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बसिया</a:t>
            </a:r>
            <a:r>
              <a:rPr lang="en-IN" sz="3000" b="1" dirty="0">
                <a:solidFill>
                  <a:prstClr val="black"/>
                </a:solidFill>
                <a:latin typeface="Aparajita" pitchFamily="34" charset="0"/>
              </a:rPr>
              <a:t> ॥८॥</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Prabhu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Caritra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Rasiyä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Sétä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Basiyä</a:t>
            </a:r>
            <a:r>
              <a:rPr lang="en-US" sz="2700" b="1" dirty="0">
                <a:solidFill>
                  <a:prstClr val="black"/>
                </a:solidFill>
                <a:latin typeface="URW Palladio IT" pitchFamily="2" charset="0"/>
              </a:rPr>
              <a:t> || - 8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ಪ್ರಭು</a:t>
            </a:r>
            <a:r>
              <a:rPr lang="en-US" sz="2700" b="1" dirty="0">
                <a:solidFill>
                  <a:prstClr val="black"/>
                </a:solidFill>
                <a:latin typeface="Calibri" pitchFamily="34" charset="0"/>
              </a:rPr>
              <a:t> </a:t>
            </a:r>
            <a:r>
              <a:rPr lang="en-US" sz="2700" b="1" dirty="0" err="1">
                <a:solidFill>
                  <a:prstClr val="black"/>
                </a:solidFill>
                <a:latin typeface="Calibri" pitchFamily="34" charset="0"/>
              </a:rPr>
              <a:t>ಚರಿತ್ರ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are intensely greedy for listening to the 	narration of Lord Ram's life-story and revel on its 	enjoyment. You ever dwell in the hearts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a:t>
            </a:r>
            <a:r>
              <a:rPr lang="en-US" sz="1500" b="1" dirty="0">
                <a:solidFill>
                  <a:prstClr val="black"/>
                </a:solidFill>
                <a:latin typeface="Calibri" pitchFamily="34" charset="0"/>
              </a:rPr>
              <a:t/>
            </a:r>
            <a:br>
              <a:rPr lang="en-US" sz="1500" b="1" dirty="0">
                <a:solidFill>
                  <a:prstClr val="black"/>
                </a:solidFill>
                <a:latin typeface="Calibri" pitchFamily="34" charset="0"/>
              </a:rPr>
            </a:br>
            <a:endParaRPr lang="en-US" sz="1500" b="1" dirty="0">
              <a:solidFill>
                <a:prstClr val="black"/>
              </a:solidFill>
              <a:latin typeface="Calibri" pitchFamily="34" charset="0"/>
            </a:endParaRPr>
          </a:p>
        </p:txBody>
      </p:sp>
    </p:spTree>
    <p:extLst>
      <p:ext uri="{BB962C8B-B14F-4D97-AF65-F5344CB8AC3E}">
        <p14:creationId xmlns:p14="http://schemas.microsoft.com/office/powerpoint/2010/main" val="21396935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34819"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algn="ctr" defTabSz="685754"/>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algn="ctr" defTabSz="685754"/>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algn="ctr" defTabSz="685754"/>
            <a:r>
              <a:rPr lang="kn-IN" sz="2100" b="1" dirty="0">
                <a:solidFill>
                  <a:srgbClr val="000000"/>
                </a:solidFill>
                <a:latin typeface="Calibri"/>
              </a:rPr>
              <a:t>ರಾಮ ಲಕ್ಷ್ಮಣ ಜಾನಕೀ</a:t>
            </a:r>
          </a:p>
          <a:p>
            <a:pPr algn="ctr" defTabSz="685754"/>
            <a:r>
              <a:rPr lang="kn-IN" sz="2100" b="1" dirty="0">
                <a:solidFill>
                  <a:srgbClr val="000000"/>
                </a:solidFill>
                <a:latin typeface="Calibri"/>
              </a:rPr>
              <a:t>ಜೈ ಬೋಲೋ ಹನುಮಾನ್ ಕೀ</a:t>
            </a:r>
            <a:endParaRPr lang="en-IN" sz="2100"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2371789" y="7219"/>
            <a:ext cx="4400423" cy="3878944"/>
          </a:xfrm>
          <a:prstGeom prst="rect">
            <a:avLst/>
          </a:prstGeom>
          <a:noFill/>
          <a:ln w="9525">
            <a:noFill/>
            <a:miter lim="800000"/>
            <a:headEnd/>
            <a:tailEnd/>
          </a:ln>
        </p:spPr>
      </p:pic>
    </p:spTree>
    <p:extLst>
      <p:ext uri="{BB962C8B-B14F-4D97-AF65-F5344CB8AC3E}">
        <p14:creationId xmlns:p14="http://schemas.microsoft.com/office/powerpoint/2010/main" val="24998035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143100" y="114387"/>
            <a:ext cx="6857802" cy="48013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सूक्ष्म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बिकट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लङ्क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जरावा</a:t>
            </a:r>
            <a:r>
              <a:rPr lang="en-IN" sz="3000" b="1" dirty="0">
                <a:solidFill>
                  <a:prstClr val="black"/>
                </a:solidFill>
                <a:latin typeface="Aparajita" pitchFamily="34" charset="0"/>
              </a:rPr>
              <a:t> ॥९॥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Sükñma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Siyahià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Dikhävä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Bikaöa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Laìka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Jarävä</a:t>
            </a:r>
            <a:r>
              <a:rPr lang="en-US" sz="2700" b="1" dirty="0">
                <a:solidFill>
                  <a:prstClr val="black"/>
                </a:solidFill>
                <a:latin typeface="URW Palladio IT" pitchFamily="2" charset="0"/>
              </a:rPr>
              <a:t> || - 9</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ಸೂಕ್ಷ್ಮ ರೂಪ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ಸಿಯ</a:t>
            </a:r>
            <a:r>
              <a:rPr lang="kn-IN" sz="2700" b="1" dirty="0">
                <a:solidFill>
                  <a:prstClr val="black"/>
                </a:solidFill>
                <a:latin typeface="Calibri" pitchFamily="34" charset="0"/>
                <a:ea typeface="Tunga" pitchFamily="2"/>
                <a:cs typeface="Tunga" pitchFamily="2"/>
              </a:rPr>
              <a:t>ಹಿಂ </a:t>
            </a:r>
            <a:r>
              <a:rPr lang="en-US" sz="2700" b="1" dirty="0" err="1">
                <a:solidFill>
                  <a:prstClr val="black"/>
                </a:solidFill>
                <a:latin typeface="Calibri" pitchFamily="34" charset="0"/>
              </a:rPr>
              <a:t>ದಿಖಾವಾ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ಬಿಕಟ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appeared before </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in a diminutive form and spoke to her, while you assumed an awesome form and struck terror by setting Lanka on fire.</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10308038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143100" y="171536"/>
            <a:ext cx="6857802" cy="468589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रामचन्द्र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सँवारे</a:t>
            </a:r>
            <a:r>
              <a:rPr lang="en-IN" sz="3000" b="1" dirty="0">
                <a:solidFill>
                  <a:prstClr val="black"/>
                </a:solidFill>
                <a:latin typeface="Aparajita" pitchFamily="34" charset="0"/>
              </a:rPr>
              <a:t> ॥१०॥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Bhéma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Asura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Saðhäre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Rämacandra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Saðväre</a:t>
            </a:r>
            <a:r>
              <a:rPr lang="en-US" sz="2700" b="1" dirty="0">
                <a:solidFill>
                  <a:prstClr val="black"/>
                </a:solidFill>
                <a:latin typeface="URW Palladio IT" pitchFamily="2" charset="0"/>
              </a:rPr>
              <a:t> || - 10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ರಾಮಚಂದ್ರ</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೧೦</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He, with his terrible form, killed demons in Lanka and performed all acts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p>
        </p:txBody>
      </p:sp>
    </p:spTree>
    <p:extLst>
      <p:ext uri="{BB962C8B-B14F-4D97-AF65-F5344CB8AC3E}">
        <p14:creationId xmlns:p14="http://schemas.microsoft.com/office/powerpoint/2010/main" val="10355313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143100" y="114371"/>
            <a:ext cx="6857802"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सञ्जीवन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श्रीरघुबीर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हरषि</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लाये</a:t>
            </a:r>
            <a:r>
              <a:rPr lang="en-IN" sz="3000" b="1" dirty="0">
                <a:solidFill>
                  <a:prstClr val="black"/>
                </a:solidFill>
                <a:latin typeface="Aparajita" pitchFamily="34" charset="0"/>
              </a:rPr>
              <a:t> ॥११॥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Läya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Jiyäye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Çréraghubéra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Harañi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Läye</a:t>
            </a:r>
            <a:r>
              <a:rPr lang="en-US" sz="2700" b="1" dirty="0">
                <a:solidFill>
                  <a:prstClr val="black"/>
                </a:solidFill>
                <a:latin typeface="URW Palladio IT" pitchFamily="2" charset="0"/>
              </a:rPr>
              <a:t> || - 11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ಸಂಜೀವನ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ಜಿಯಾಯೇ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ಶ್ರೀ</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kn-IN" sz="2700" b="1" dirty="0">
                <a:solidFill>
                  <a:prstClr val="black"/>
                </a:solidFill>
                <a:latin typeface="Calibri" pitchFamily="34" charset="0"/>
                <a:ea typeface="Tunga" pitchFamily="2"/>
                <a:cs typeface="Tunga" pitchFamily="2"/>
              </a:rPr>
              <a:t>ಷಿ</a:t>
            </a:r>
            <a:r>
              <a:rPr lang="en-US" sz="2700" b="1" dirty="0">
                <a:solidFill>
                  <a:prstClr val="black"/>
                </a:solidFill>
                <a:latin typeface="Calibri" pitchFamily="34" charset="0"/>
              </a:rPr>
              <a:t> </a:t>
            </a:r>
            <a:r>
              <a:rPr lang="en-US" sz="2700" b="1" dirty="0" err="1">
                <a:solidFill>
                  <a:prstClr val="black"/>
                </a:solidFill>
                <a:latin typeface="Calibri" pitchFamily="34" charset="0"/>
              </a:rPr>
              <a:t>ಉರ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made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 alive after bringing '</a:t>
            </a:r>
            <a:r>
              <a:rPr lang="en-US" b="1" dirty="0" err="1">
                <a:solidFill>
                  <a:prstClr val="black"/>
                </a:solidFill>
                <a:latin typeface="Palatino Linotype" pitchFamily="18" charset="0"/>
              </a:rPr>
              <a:t>Sanjivni</a:t>
            </a:r>
            <a:r>
              <a:rPr lang="en-US" b="1" dirty="0">
                <a:solidFill>
                  <a:prstClr val="black"/>
                </a:solidFill>
                <a:latin typeface="Palatino Linotype" pitchFamily="18" charset="0"/>
              </a:rPr>
              <a:t> herb'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27965077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200248" y="84"/>
            <a:ext cx="6800653" cy="5632311"/>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बड़ाई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भरतहि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भाई</a:t>
            </a:r>
            <a:r>
              <a:rPr lang="en-IN" sz="3000" b="1" dirty="0">
                <a:solidFill>
                  <a:prstClr val="black"/>
                </a:solidFill>
                <a:latin typeface="Aparajita" pitchFamily="34" charset="0"/>
              </a:rPr>
              <a:t> ॥१२॥</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Aparajita" pitchFamily="34" charset="0"/>
              </a:rPr>
              <a:t>Raghupati</a:t>
            </a:r>
            <a:r>
              <a:rPr lang="en-US" sz="2400" b="1" dirty="0">
                <a:solidFill>
                  <a:prstClr val="black"/>
                </a:solidFill>
                <a:latin typeface="Aparajita" pitchFamily="34" charset="0"/>
              </a:rPr>
              <a:t> </a:t>
            </a:r>
            <a:r>
              <a:rPr lang="en-US" sz="2400" b="1" dirty="0" err="1">
                <a:solidFill>
                  <a:prstClr val="black"/>
                </a:solidFill>
                <a:latin typeface="Aparajita" pitchFamily="34" charset="0"/>
              </a:rPr>
              <a:t>Kénhé</a:t>
            </a:r>
            <a:r>
              <a:rPr lang="en-US" sz="2400" b="1" dirty="0">
                <a:solidFill>
                  <a:prstClr val="black"/>
                </a:solidFill>
                <a:latin typeface="Aparajita" pitchFamily="34" charset="0"/>
              </a:rPr>
              <a:t> </a:t>
            </a:r>
            <a:r>
              <a:rPr lang="en-US" sz="2400" b="1" dirty="0" err="1">
                <a:solidFill>
                  <a:prstClr val="black"/>
                </a:solidFill>
                <a:latin typeface="Aparajita" pitchFamily="34" charset="0"/>
              </a:rPr>
              <a:t>Bahuta</a:t>
            </a:r>
            <a:r>
              <a:rPr lang="en-US" sz="2400" b="1" dirty="0">
                <a:solidFill>
                  <a:prstClr val="black"/>
                </a:solidFill>
                <a:latin typeface="Aparajita" pitchFamily="34" charset="0"/>
              </a:rPr>
              <a:t> </a:t>
            </a:r>
            <a:r>
              <a:rPr lang="en-US" sz="2400" b="1" dirty="0" err="1">
                <a:solidFill>
                  <a:prstClr val="black"/>
                </a:solidFill>
                <a:latin typeface="Aparajita" pitchFamily="34" charset="0"/>
              </a:rPr>
              <a:t>Baòäé</a:t>
            </a:r>
            <a:r>
              <a:rPr lang="en-US" sz="2400" b="1" dirty="0">
                <a:solidFill>
                  <a:prstClr val="black"/>
                </a:solidFill>
                <a:latin typeface="Aparajita" pitchFamily="34" charset="0"/>
              </a:rPr>
              <a:t> | </a:t>
            </a:r>
          </a:p>
          <a:p>
            <a:pPr algn="ctr" defTabSz="685754"/>
            <a:r>
              <a:rPr lang="en-US" sz="2400" b="1" dirty="0" err="1">
                <a:solidFill>
                  <a:prstClr val="black"/>
                </a:solidFill>
                <a:latin typeface="Aparajita" pitchFamily="34" charset="0"/>
              </a:rPr>
              <a:t>Tum</a:t>
            </a:r>
            <a:r>
              <a:rPr lang="en-US" sz="2400" b="1" dirty="0">
                <a:solidFill>
                  <a:prstClr val="black"/>
                </a:solidFill>
                <a:latin typeface="Aparajita" pitchFamily="34" charset="0"/>
              </a:rPr>
              <a:t> Mama Priya </a:t>
            </a:r>
            <a:r>
              <a:rPr lang="en-US" sz="2400" b="1" dirty="0" err="1">
                <a:solidFill>
                  <a:prstClr val="black"/>
                </a:solidFill>
                <a:latin typeface="Aparajita" pitchFamily="34" charset="0"/>
              </a:rPr>
              <a:t>Bharatahi</a:t>
            </a:r>
            <a:r>
              <a:rPr lang="en-US" sz="2400" b="1" dirty="0">
                <a:solidFill>
                  <a:prstClr val="black"/>
                </a:solidFill>
                <a:latin typeface="Aparajita" pitchFamily="34" charset="0"/>
              </a:rPr>
              <a:t> Sama </a:t>
            </a:r>
            <a:r>
              <a:rPr lang="en-US" sz="2400" b="1" dirty="0" err="1">
                <a:solidFill>
                  <a:prstClr val="black"/>
                </a:solidFill>
                <a:latin typeface="Aparajita" pitchFamily="34" charset="0"/>
              </a:rPr>
              <a:t>Bhäé</a:t>
            </a:r>
            <a:r>
              <a:rPr lang="en-US" sz="2400" b="1" dirty="0">
                <a:solidFill>
                  <a:prstClr val="black"/>
                </a:solidFill>
                <a:latin typeface="Aparajita" pitchFamily="34" charset="0"/>
              </a:rPr>
              <a:t>||-12</a:t>
            </a:r>
          </a:p>
          <a:p>
            <a:pPr algn="ctr" defTabSz="685754"/>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ರಘುಪತಿ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ಕೀಂಹೀ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ಬಹುತ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ಬಡಾಈ</a:t>
            </a:r>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ತುಮ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ಮಮ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ಪ್ರಿಯ</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ಭರತಹಿ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ಸಮ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ಭಾಈ</a:t>
            </a:r>
            <a:r>
              <a:rPr lang="en-US" sz="2400" b="1" dirty="0">
                <a:solidFill>
                  <a:prstClr val="black"/>
                </a:solidFill>
                <a:latin typeface="Aparajita" pitchFamily="34" charset="0"/>
              </a:rPr>
              <a:t> ॥</a:t>
            </a:r>
            <a:r>
              <a:rPr lang="kn-IN" sz="2400" b="1" dirty="0">
                <a:solidFill>
                  <a:prstClr val="black"/>
                </a:solidFill>
                <a:latin typeface="Aparajita" pitchFamily="34" charset="0"/>
              </a:rPr>
              <a:t>೧೨</a:t>
            </a:r>
            <a:r>
              <a:rPr lang="en-US" sz="2400" b="1" dirty="0">
                <a:solidFill>
                  <a:prstClr val="black"/>
                </a:solidFill>
                <a:latin typeface="Aparajita" pitchFamily="34" charset="0"/>
              </a:rPr>
              <a:t>॥</a:t>
            </a:r>
          </a:p>
          <a:p>
            <a:pPr algn="ctr" defTabSz="685754"/>
            <a:r>
              <a:rPr lang="en-US" sz="3000" b="1" dirty="0">
                <a:solidFill>
                  <a:prstClr val="black"/>
                </a:solidFill>
                <a:latin typeface="Aparajita" pitchFamily="34" charset="0"/>
              </a:rPr>
              <a:t>	</a:t>
            </a:r>
          </a:p>
          <a:p>
            <a:pPr algn="ctr" defTabSz="685754"/>
            <a:r>
              <a:rPr lang="en-US" b="1" dirty="0">
                <a:solidFill>
                  <a:prstClr val="black"/>
                </a:solidFill>
                <a:latin typeface="Aparajita" pitchFamily="34" charset="0"/>
              </a:rPr>
              <a:t>Shri Ram enthusiastically extolled </a:t>
            </a:r>
            <a:r>
              <a:rPr lang="en-US" b="1" dirty="0" err="1">
                <a:solidFill>
                  <a:prstClr val="black"/>
                </a:solidFill>
                <a:latin typeface="Aparajita" pitchFamily="34" charset="0"/>
              </a:rPr>
              <a:t>Hanumanji's</a:t>
            </a:r>
            <a:r>
              <a:rPr lang="en-US" b="1" dirty="0">
                <a:solidFill>
                  <a:prstClr val="black"/>
                </a:solidFill>
                <a:latin typeface="Aparajita" pitchFamily="34" charset="0"/>
              </a:rPr>
              <a:t> excellence and remarked, "you are as dear to me as 	my own brother Bharat”</a:t>
            </a:r>
          </a:p>
          <a:p>
            <a:pPr algn="ctr" defTabSz="685754"/>
            <a:r>
              <a:rPr lang="en-US" b="1" dirty="0">
                <a:solidFill>
                  <a:prstClr val="black"/>
                </a:solidFill>
                <a:latin typeface="Palatino Linotype" pitchFamily="18" charset="0"/>
              </a:rPr>
              <a:t>		</a:t>
            </a:r>
            <a:r>
              <a:rPr lang="en-US" b="1" dirty="0">
                <a:solidFill>
                  <a:prstClr val="black"/>
                </a:solidFill>
                <a:latin typeface="Calibri" pitchFamily="34" charset="0"/>
              </a:rPr>
              <a:t/>
            </a:r>
            <a:br>
              <a:rPr lang="en-US" b="1" dirty="0">
                <a:solidFill>
                  <a:prstClr val="black"/>
                </a:solidFill>
                <a:latin typeface="Calibri" pitchFamily="34" charset="0"/>
              </a:rPr>
            </a:br>
            <a:endParaRPr lang="en-US" b="1" dirty="0">
              <a:solidFill>
                <a:prstClr val="black"/>
              </a:solidFill>
              <a:latin typeface="Calibri" pitchFamily="34" charset="0"/>
            </a:endParaRPr>
          </a:p>
        </p:txBody>
      </p:sp>
    </p:spTree>
    <p:extLst>
      <p:ext uri="{BB962C8B-B14F-4D97-AF65-F5344CB8AC3E}">
        <p14:creationId xmlns:p14="http://schemas.microsoft.com/office/powerpoint/2010/main" val="36125619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143100" y="85"/>
            <a:ext cx="6857802" cy="49398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सहस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श्रीपति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लगावैं</a:t>
            </a:r>
            <a:r>
              <a:rPr lang="en-IN" sz="3000" b="1" dirty="0">
                <a:solidFill>
                  <a:prstClr val="black"/>
                </a:solidFill>
                <a:latin typeface="Aparajita" pitchFamily="34" charset="0"/>
              </a:rPr>
              <a:t> ॥१३॥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Sahasa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Gävaià</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Çrépati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Kaëöha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Lagävaià</a:t>
            </a:r>
            <a:r>
              <a:rPr lang="en-US" sz="2700" b="1" dirty="0">
                <a:solidFill>
                  <a:prstClr val="black"/>
                </a:solidFill>
                <a:latin typeface="URW Palladio IT" pitchFamily="2" charset="0"/>
              </a:rPr>
              <a:t> || - 13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ಸಹಸ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ಜಸ</a:t>
            </a:r>
            <a:r>
              <a:rPr lang="en-US" sz="2700" b="1" dirty="0">
                <a:solidFill>
                  <a:prstClr val="black"/>
                </a:solidFill>
                <a:latin typeface="Calibri" pitchFamily="34" charset="0"/>
              </a:rPr>
              <a:t> </a:t>
            </a:r>
            <a:r>
              <a:rPr lang="en-US" sz="2700" b="1" dirty="0" err="1">
                <a:solidFill>
                  <a:prstClr val="black"/>
                </a:solidFill>
                <a:latin typeface="Calibri" pitchFamily="34" charset="0"/>
              </a:rPr>
              <a:t>ಗಾವೈ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ಶ್ರೀಪತಿ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ಕಂಠ</a:t>
            </a:r>
            <a:r>
              <a:rPr lang="en-US" sz="2700" b="1" dirty="0">
                <a:solidFill>
                  <a:prstClr val="black"/>
                </a:solidFill>
                <a:latin typeface="Calibri" pitchFamily="34" charset="0"/>
              </a:rPr>
              <a:t> </a:t>
            </a:r>
            <a:r>
              <a:rPr lang="en-US" sz="2700" b="1" dirty="0" err="1">
                <a:solidFill>
                  <a:prstClr val="black"/>
                </a:solidFill>
                <a:latin typeface="Calibri" pitchFamily="34" charset="0"/>
              </a:rPr>
              <a:t>ಲಗಾವೈ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೧೩</a:t>
            </a:r>
            <a:r>
              <a:rPr lang="en-US" sz="2700" b="1" dirty="0">
                <a:solidFill>
                  <a:prstClr val="black"/>
                </a:solidFill>
                <a:latin typeface="Calibri" pitchFamily="34" charset="0"/>
              </a:rPr>
              <a:t>॥</a:t>
            </a:r>
          </a:p>
          <a:p>
            <a:pPr algn="ctr" defTabSz="685754"/>
            <a:endParaRPr lang="en-US" sz="2700"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Shri Ram embraced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saying: "Let the thousand - tongued </a:t>
            </a:r>
            <a:r>
              <a:rPr lang="en-US" b="1" dirty="0" err="1">
                <a:solidFill>
                  <a:prstClr val="black"/>
                </a:solidFill>
                <a:latin typeface="Palatino Linotype" pitchFamily="18" charset="0"/>
              </a:rPr>
              <a:t>sheshnaag</a:t>
            </a:r>
            <a:r>
              <a:rPr lang="en-US" b="1" dirty="0">
                <a:solidFill>
                  <a:prstClr val="black"/>
                </a:solidFill>
                <a:latin typeface="Palatino Linotype" pitchFamily="18" charset="0"/>
              </a:rPr>
              <a:t> sing your glories”</a:t>
            </a:r>
          </a:p>
          <a:p>
            <a:pPr algn="ctr" defTabSz="685754"/>
            <a:r>
              <a:rPr lang="en-US" sz="2700" b="1" dirty="0">
                <a:solidFill>
                  <a:prstClr val="black"/>
                </a:solidFill>
                <a:latin typeface="Palatino Linotype" pitchFamily="18" charset="0"/>
              </a:rPr>
              <a:t>	</a:t>
            </a:r>
          </a:p>
        </p:txBody>
      </p:sp>
    </p:spTree>
    <p:extLst>
      <p:ext uri="{BB962C8B-B14F-4D97-AF65-F5344CB8AC3E}">
        <p14:creationId xmlns:p14="http://schemas.microsoft.com/office/powerpoint/2010/main" val="32528302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314545" y="85"/>
            <a:ext cx="6457763" cy="5309146"/>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सनकादिक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ब्रह्मादि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नारद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अहीसा</a:t>
            </a:r>
            <a:r>
              <a:rPr lang="en-IN" sz="3000" b="1" dirty="0">
                <a:solidFill>
                  <a:prstClr val="black"/>
                </a:solidFill>
                <a:latin typeface="Aparajita" pitchFamily="34" charset="0"/>
              </a:rPr>
              <a:t> ॥१४॥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Sanakädika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Brahmädi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Munésä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Närada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Sahita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Ahésä</a:t>
            </a:r>
            <a:r>
              <a:rPr lang="en-US" sz="2700" b="1" dirty="0">
                <a:solidFill>
                  <a:prstClr val="black"/>
                </a:solidFill>
                <a:latin typeface="URW Palladio IT" pitchFamily="2" charset="0"/>
              </a:rPr>
              <a:t> || - 14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ಸನ</a:t>
            </a:r>
            <a:r>
              <a:rPr lang="kn-IN" sz="2700" b="1" dirty="0">
                <a:solidFill>
                  <a:prstClr val="black"/>
                </a:solidFill>
                <a:latin typeface="Calibri" pitchFamily="34" charset="0"/>
                <a:ea typeface="Tunga" pitchFamily="2"/>
                <a:cs typeface="Tunga" pitchFamily="2"/>
              </a:rPr>
              <a:t>ಕಾ</a:t>
            </a:r>
            <a:r>
              <a:rPr lang="en-US" sz="2700" b="1" dirty="0" err="1">
                <a:solidFill>
                  <a:prstClr val="black"/>
                </a:solidFill>
                <a:latin typeface="Calibri" pitchFamily="34" charset="0"/>
              </a:rPr>
              <a:t>ದಿಕ</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ಬ್ರಹ್ಮಾದಿ</a:t>
            </a:r>
            <a:r>
              <a:rPr lang="en-US" sz="2700" b="1" dirty="0">
                <a:solidFill>
                  <a:prstClr val="black"/>
                </a:solidFill>
                <a:latin typeface="Calibri" pitchFamily="34" charset="0"/>
              </a:rPr>
              <a:t> </a:t>
            </a:r>
            <a:r>
              <a:rPr lang="en-US" sz="2700" b="1" dirty="0" err="1">
                <a:solidFill>
                  <a:prstClr val="black"/>
                </a:solidFill>
                <a:latin typeface="Calibri" pitchFamily="34" charset="0"/>
              </a:rPr>
              <a:t>ಮು</a:t>
            </a:r>
            <a:r>
              <a:rPr lang="kn-IN" sz="2700" b="1" dirty="0">
                <a:solidFill>
                  <a:prstClr val="black"/>
                </a:solidFill>
                <a:latin typeface="Calibri" pitchFamily="34" charset="0"/>
                <a:ea typeface="Tunga" pitchFamily="2"/>
                <a:cs typeface="Tunga" pitchFamily="2"/>
              </a:rPr>
              <a:t>ನೀ</a:t>
            </a:r>
            <a:r>
              <a:rPr lang="en-US" sz="2700" b="1" dirty="0" err="1">
                <a:solidFill>
                  <a:prstClr val="black"/>
                </a:solidFill>
                <a:latin typeface="Calibri" pitchFamily="34" charset="0"/>
              </a:rPr>
              <a:t>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ನಾರದ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ಅಹೀಸಾ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೧೪</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Sanak</a:t>
            </a:r>
            <a:r>
              <a:rPr lang="en-US" b="1" dirty="0">
                <a:solidFill>
                  <a:prstClr val="black"/>
                </a:solidFill>
                <a:latin typeface="Palatino Linotype" pitchFamily="18" charset="0"/>
              </a:rPr>
              <a:t> and the sages, saints. Lord Brahma, the great hermits </a:t>
            </a:r>
            <a:r>
              <a:rPr lang="en-US" b="1" dirty="0" err="1">
                <a:solidFill>
                  <a:prstClr val="black"/>
                </a:solidFill>
                <a:latin typeface="Palatino Linotype" pitchFamily="18" charset="0"/>
              </a:rPr>
              <a:t>Narad</a:t>
            </a:r>
            <a:r>
              <a:rPr lang="en-US" b="1" dirty="0">
                <a:solidFill>
                  <a:prstClr val="black"/>
                </a:solidFill>
                <a:latin typeface="Palatino Linotype" pitchFamily="18" charset="0"/>
              </a:rPr>
              <a:t> and Goddess </a:t>
            </a:r>
            <a:r>
              <a:rPr lang="en-US" b="1" dirty="0" err="1">
                <a:solidFill>
                  <a:prstClr val="black"/>
                </a:solidFill>
                <a:latin typeface="Palatino Linotype" pitchFamily="18" charset="0"/>
              </a:rPr>
              <a:t>Saraswati</a:t>
            </a:r>
            <a:r>
              <a:rPr lang="en-US" b="1" dirty="0">
                <a:solidFill>
                  <a:prstClr val="black"/>
                </a:solidFill>
                <a:latin typeface="Palatino Linotype" pitchFamily="18" charset="0"/>
              </a:rPr>
              <a:t> along with </a:t>
            </a:r>
            <a:r>
              <a:rPr lang="en-US" b="1" dirty="0" err="1">
                <a:solidFill>
                  <a:prstClr val="black"/>
                </a:solidFill>
                <a:latin typeface="Palatino Linotype" pitchFamily="18" charset="0"/>
              </a:rPr>
              <a:t>Sheshnag</a:t>
            </a:r>
            <a:r>
              <a:rPr lang="en-US" b="1" dirty="0">
                <a:solidFill>
                  <a:prstClr val="black"/>
                </a:solidFill>
                <a:latin typeface="Palatino Linotype" pitchFamily="18" charset="0"/>
              </a:rPr>
              <a:t> the cosmic serpent, fail to sing the glories of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exactly</a:t>
            </a:r>
          </a:p>
          <a:p>
            <a:pPr algn="ctr" defTabSz="685754"/>
            <a:r>
              <a:rPr lang="en-US" sz="2100" b="1" dirty="0">
                <a:solidFill>
                  <a:prstClr val="black"/>
                </a:solidFill>
                <a:latin typeface="Palatino Linotype" pitchFamily="18" charset="0"/>
              </a:rPr>
              <a:t>		</a:t>
            </a:r>
            <a:endParaRPr lang="en-US" b="1" dirty="0">
              <a:solidFill>
                <a:prstClr val="black"/>
              </a:solidFill>
              <a:latin typeface="Palatino Linotype" pitchFamily="18" charset="0"/>
            </a:endParaRPr>
          </a:p>
        </p:txBody>
      </p:sp>
    </p:spTree>
    <p:extLst>
      <p:ext uri="{BB962C8B-B14F-4D97-AF65-F5344CB8AC3E}">
        <p14:creationId xmlns:p14="http://schemas.microsoft.com/office/powerpoint/2010/main" val="21292702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143100" y="-114220"/>
            <a:ext cx="6857802" cy="5493812"/>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दिगपाल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॥१५॥</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Jama </a:t>
            </a:r>
            <a:r>
              <a:rPr lang="en-US" sz="2700" b="1" dirty="0" err="1">
                <a:solidFill>
                  <a:prstClr val="black"/>
                </a:solidFill>
                <a:latin typeface="URW Palladio IT" pitchFamily="2" charset="0"/>
              </a:rPr>
              <a:t>Kubera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Digapäla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Kabi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Kobida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Sake </a:t>
            </a:r>
            <a:r>
              <a:rPr lang="en-US" sz="2700" b="1" dirty="0" err="1">
                <a:solidFill>
                  <a:prstClr val="black"/>
                </a:solidFill>
                <a:latin typeface="URW Palladio IT" pitchFamily="2" charset="0"/>
              </a:rPr>
              <a:t>Kahäð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- 15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ದಿಗಪಾಲ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ಕಬಿ</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೧೫</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What to talk of denizens of the poets and scholars </a:t>
            </a:r>
            <a:r>
              <a:rPr lang="en-US" b="1" dirty="0" err="1">
                <a:solidFill>
                  <a:prstClr val="black"/>
                </a:solidFill>
                <a:latin typeface="Palatino Linotype" pitchFamily="18" charset="0"/>
              </a:rPr>
              <a:t>etc</a:t>
            </a:r>
            <a:r>
              <a:rPr lang="en-US" b="1" dirty="0">
                <a:solidFill>
                  <a:prstClr val="black"/>
                </a:solidFill>
                <a:latin typeface="Palatino Linotype" pitchFamily="18" charset="0"/>
              </a:rPr>
              <a:t>, even Gods like </a:t>
            </a:r>
            <a:r>
              <a:rPr lang="en-US" b="1" dirty="0" err="1">
                <a:solidFill>
                  <a:prstClr val="black"/>
                </a:solidFill>
                <a:latin typeface="Palatino Linotype" pitchFamily="18" charset="0"/>
              </a:rPr>
              <a:t>Yamraj</a:t>
            </a:r>
            <a:r>
              <a:rPr lang="en-US" b="1" dirty="0">
                <a:solidFill>
                  <a:prstClr val="black"/>
                </a:solidFill>
                <a:latin typeface="Palatino Linotype" pitchFamily="18" charset="0"/>
              </a:rPr>
              <a:t>, </a:t>
            </a:r>
            <a:r>
              <a:rPr lang="en-US" b="1" dirty="0" err="1">
                <a:solidFill>
                  <a:prstClr val="black"/>
                </a:solidFill>
                <a:latin typeface="Palatino Linotype" pitchFamily="18" charset="0"/>
              </a:rPr>
              <a:t>Kuber</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Digpal</a:t>
            </a:r>
            <a:r>
              <a:rPr lang="en-US" b="1" dirty="0">
                <a:solidFill>
                  <a:prstClr val="black"/>
                </a:solidFill>
                <a:latin typeface="Palatino Linotype" pitchFamily="18" charset="0"/>
              </a:rPr>
              <a:t> fail to narrate Hanuman's greatness in total.</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42046033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257396" y="75"/>
            <a:ext cx="6572060" cy="51013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उपकार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सुग्रीवहिं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दीह्ना</a:t>
            </a:r>
            <a:r>
              <a:rPr lang="en-IN" sz="3000" b="1" dirty="0">
                <a:solidFill>
                  <a:prstClr val="black"/>
                </a:solidFill>
                <a:latin typeface="Aparajita" pitchFamily="34" charset="0"/>
              </a:rPr>
              <a:t> ॥१६॥</a:t>
            </a:r>
          </a:p>
          <a:p>
            <a:pPr algn="ctr" defTabSz="685754"/>
            <a:endParaRPr lang="en-IN" sz="27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Upakära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Sugrévahià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Kénhä</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Miläya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Räja</a:t>
            </a:r>
            <a:r>
              <a:rPr lang="en-US" sz="2400" b="1" dirty="0">
                <a:solidFill>
                  <a:prstClr val="black"/>
                </a:solidFill>
                <a:latin typeface="URW Palladio IT" pitchFamily="2" charset="0"/>
              </a:rPr>
              <a:t> Pada </a:t>
            </a:r>
            <a:r>
              <a:rPr lang="en-US" sz="2400" b="1" dirty="0" err="1">
                <a:solidFill>
                  <a:prstClr val="black"/>
                </a:solidFill>
                <a:latin typeface="URW Palladio IT" pitchFamily="2" charset="0"/>
              </a:rPr>
              <a:t>Dénhä</a:t>
            </a:r>
            <a:r>
              <a:rPr lang="en-US" sz="2400" b="1" dirty="0">
                <a:solidFill>
                  <a:prstClr val="black"/>
                </a:solidFill>
                <a:latin typeface="URW Palladio IT" pitchFamily="2" charset="0"/>
              </a:rPr>
              <a:t> || - 16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ಉಪಕಾರ</a:t>
            </a:r>
            <a:r>
              <a:rPr lang="en-US" sz="2400" b="1" dirty="0">
                <a:solidFill>
                  <a:prstClr val="black"/>
                </a:solidFill>
                <a:latin typeface="Calibri" pitchFamily="34" charset="0"/>
              </a:rPr>
              <a:t> </a:t>
            </a:r>
            <a:r>
              <a:rPr lang="en-US" sz="2400" b="1" dirty="0" err="1">
                <a:solidFill>
                  <a:prstClr val="black"/>
                </a:solidFill>
                <a:latin typeface="Calibri" pitchFamily="34" charset="0"/>
              </a:rPr>
              <a:t>ಸುಗ್ರೀವಹಿ</a:t>
            </a:r>
            <a:r>
              <a:rPr lang="en-US" sz="2400" b="1" dirty="0">
                <a:solidFill>
                  <a:prstClr val="black"/>
                </a:solidFill>
                <a:latin typeface="Calibri" pitchFamily="34" charset="0"/>
              </a:rPr>
              <a:t> </a:t>
            </a:r>
            <a:r>
              <a:rPr lang="en-US" sz="2400" b="1" dirty="0" err="1">
                <a:solidFill>
                  <a:prstClr val="black"/>
                </a:solidFill>
                <a:latin typeface="Calibri" pitchFamily="34" charset="0"/>
              </a:rPr>
              <a:t>ಕೀಂಹಾ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ಮಿಲಾಯ</a:t>
            </a:r>
            <a:r>
              <a:rPr lang="en-US" sz="2400" b="1" dirty="0">
                <a:solidFill>
                  <a:prstClr val="black"/>
                </a:solidFill>
                <a:latin typeface="Calibri" pitchFamily="34" charset="0"/>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ಪದ</a:t>
            </a:r>
            <a:r>
              <a:rPr lang="en-US" sz="2400" b="1" dirty="0">
                <a:solidFill>
                  <a:prstClr val="black"/>
                </a:solidFill>
                <a:latin typeface="Calibri" pitchFamily="34" charset="0"/>
              </a:rPr>
              <a:t> </a:t>
            </a:r>
            <a:r>
              <a:rPr lang="en-US" sz="2400" b="1" dirty="0" err="1">
                <a:solidFill>
                  <a:prstClr val="black"/>
                </a:solidFill>
                <a:latin typeface="Calibri" pitchFamily="34" charset="0"/>
              </a:rPr>
              <a:t>ದೀಂಹಾ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rendered a great service for Sugriva, It were you who united him with SHRI RAM and installed him on the Royal Throne.</a:t>
            </a:r>
          </a:p>
          <a:p>
            <a:pPr algn="ctr" defTabSz="685754"/>
            <a:r>
              <a:rPr lang="en-US" sz="2400" b="1" dirty="0">
                <a:solidFill>
                  <a:prstClr val="black"/>
                </a:solidFill>
                <a:latin typeface="Palatino Linotype" pitchFamily="18" charset="0"/>
              </a:rPr>
              <a:t>		</a:t>
            </a:r>
            <a:endParaRPr lang="en-US" sz="2400" dirty="0">
              <a:solidFill>
                <a:prstClr val="black"/>
              </a:solidFill>
              <a:latin typeface="Calibri" pitchFamily="34" charset="0"/>
            </a:endParaRPr>
          </a:p>
        </p:txBody>
      </p:sp>
    </p:spTree>
    <p:extLst>
      <p:ext uri="{BB962C8B-B14F-4D97-AF65-F5344CB8AC3E}">
        <p14:creationId xmlns:p14="http://schemas.microsoft.com/office/powerpoint/2010/main" val="19370024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44035" name="Rectangle 1"/>
          <p:cNvSpPr>
            <a:spLocks noChangeArrowheads="1"/>
          </p:cNvSpPr>
          <p:nvPr/>
        </p:nvSpPr>
        <p:spPr bwMode="auto">
          <a:xfrm>
            <a:off x="1143100" y="3486124"/>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143100" y="-171370"/>
            <a:ext cx="6857802" cy="4057532"/>
          </a:xfrm>
          <a:prstGeom prst="rect">
            <a:avLst/>
          </a:prstGeom>
          <a:noFill/>
          <a:ln w="9525">
            <a:noFill/>
            <a:miter lim="800000"/>
            <a:headEnd/>
            <a:tailEnd/>
          </a:ln>
        </p:spPr>
      </p:pic>
    </p:spTree>
    <p:extLst>
      <p:ext uri="{BB962C8B-B14F-4D97-AF65-F5344CB8AC3E}">
        <p14:creationId xmlns:p14="http://schemas.microsoft.com/office/powerpoint/2010/main" val="33141433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200248" y="75"/>
            <a:ext cx="6857802" cy="459356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300" b="1" dirty="0">
                <a:solidFill>
                  <a:srgbClr val="00B050"/>
                </a:solidFill>
                <a:latin typeface="Sanskrit 99" pitchFamily="2"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बिभीषन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लङ्केस्वर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भए</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Mantra </a:t>
            </a:r>
            <a:r>
              <a:rPr lang="en-US" sz="2700" b="1" dirty="0" err="1">
                <a:solidFill>
                  <a:prstClr val="black"/>
                </a:solidFill>
                <a:latin typeface="URW Palladio IT" pitchFamily="2" charset="0"/>
              </a:rPr>
              <a:t>Bibhéñana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Laìkesvara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Bhae</a:t>
            </a:r>
            <a:r>
              <a:rPr lang="en-US" sz="2700" b="1" dirty="0">
                <a:solidFill>
                  <a:prstClr val="black"/>
                </a:solidFill>
                <a:latin typeface="URW Palladio IT" pitchFamily="2" charset="0"/>
              </a:rPr>
              <a:t> Saba Jaga </a:t>
            </a:r>
            <a:r>
              <a:rPr lang="en-US" sz="2700" b="1" dirty="0" err="1">
                <a:solidFill>
                  <a:prstClr val="black"/>
                </a:solidFill>
                <a:latin typeface="URW Palladio IT" pitchFamily="2" charset="0"/>
              </a:rPr>
              <a:t>Jänä</a:t>
            </a:r>
            <a:r>
              <a:rPr lang="en-US" sz="2700" b="1" dirty="0">
                <a:solidFill>
                  <a:prstClr val="black"/>
                </a:solidFill>
                <a:latin typeface="URW Palladio IT" pitchFamily="2" charset="0"/>
              </a:rPr>
              <a:t> || - 17</a:t>
            </a:r>
          </a:p>
          <a:p>
            <a:pPr algn="ctr" defTabSz="685754"/>
            <a:endParaRPr lang="en-US" sz="27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ತುಮ್ಹ</a:t>
            </a:r>
            <a:r>
              <a:rPr lang="kn-IN" sz="2400" b="1" dirty="0" err="1">
                <a:solidFill>
                  <a:prstClr val="black"/>
                </a:solidFill>
                <a:latin typeface="Calibri" pitchFamily="34" charset="0"/>
                <a:ea typeface="Tunga" pitchFamily="2"/>
                <a:cs typeface="Tunga" pitchFamily="2"/>
              </a:rPr>
              <a:t>ರೋ</a:t>
            </a:r>
            <a:r>
              <a:rPr lang="en-US" sz="2400" b="1" dirty="0">
                <a:solidFill>
                  <a:prstClr val="black"/>
                </a:solidFill>
                <a:latin typeface="Calibri" pitchFamily="34" charset="0"/>
              </a:rPr>
              <a:t> </a:t>
            </a:r>
            <a:r>
              <a:rPr lang="en-US" sz="2400" b="1" dirty="0" err="1">
                <a:solidFill>
                  <a:prstClr val="black"/>
                </a:solidFill>
                <a:latin typeface="Calibri" pitchFamily="34" charset="0"/>
              </a:rPr>
              <a:t>ಮಂತ್ರ</a:t>
            </a:r>
            <a:r>
              <a:rPr lang="en-US" sz="2400" b="1" dirty="0">
                <a:solidFill>
                  <a:prstClr val="black"/>
                </a:solidFill>
                <a:latin typeface="Calibri" pitchFamily="34" charset="0"/>
              </a:rPr>
              <a:t> </a:t>
            </a:r>
            <a:r>
              <a:rPr lang="en-US" sz="2400" b="1" dirty="0" err="1">
                <a:solidFill>
                  <a:prstClr val="black"/>
                </a:solidFill>
                <a:latin typeface="Calibri" pitchFamily="34" charset="0"/>
              </a:rPr>
              <a:t>ಬಿಭೀಷಣ</a:t>
            </a:r>
            <a:r>
              <a:rPr lang="en-US" sz="2400" b="1" dirty="0">
                <a:solidFill>
                  <a:prstClr val="black"/>
                </a:solidFill>
                <a:latin typeface="Calibri" pitchFamily="34" charset="0"/>
              </a:rPr>
              <a:t> </a:t>
            </a:r>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ಲಂಕೇಶ್ವರ</a:t>
            </a:r>
            <a:r>
              <a:rPr lang="en-US" sz="2400" b="1" dirty="0">
                <a:solidFill>
                  <a:prstClr val="black"/>
                </a:solidFill>
                <a:latin typeface="Calibri" pitchFamily="34" charset="0"/>
              </a:rPr>
              <a:t> </a:t>
            </a:r>
            <a:r>
              <a:rPr lang="en-US" sz="2400" b="1" dirty="0" err="1">
                <a:solidFill>
                  <a:prstClr val="black"/>
                </a:solidFill>
                <a:latin typeface="Calibri" pitchFamily="34" charset="0"/>
              </a:rPr>
              <a:t>ಭಯೇ</a:t>
            </a:r>
            <a:r>
              <a:rPr lang="en-US" sz="2400" b="1" dirty="0">
                <a:solidFill>
                  <a:prstClr val="black"/>
                </a:solidFill>
                <a:latin typeface="Calibri" pitchFamily="34" charset="0"/>
              </a:rPr>
              <a:t> </a:t>
            </a:r>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ಜಗ</a:t>
            </a:r>
            <a:r>
              <a:rPr lang="en-US" sz="2400" b="1" dirty="0">
                <a:solidFill>
                  <a:prstClr val="black"/>
                </a:solidFill>
                <a:latin typeface="Calibri" pitchFamily="34" charset="0"/>
              </a:rPr>
              <a:t> </a:t>
            </a:r>
            <a:r>
              <a:rPr lang="en-US" sz="2400" b="1" dirty="0" err="1">
                <a:solidFill>
                  <a:prstClr val="black"/>
                </a:solidFill>
                <a:latin typeface="Calibri" pitchFamily="34" charset="0"/>
              </a:rPr>
              <a:t>ಜಾನಾ</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೧೭</a:t>
            </a:r>
            <a:r>
              <a:rPr lang="en-US" sz="2400" b="1" dirty="0">
                <a:solidFill>
                  <a:prstClr val="black"/>
                </a:solidFill>
                <a:latin typeface="Calibri" pitchFamily="34" charset="0"/>
              </a:rPr>
              <a:t>॥</a:t>
            </a:r>
          </a:p>
          <a:p>
            <a:pPr algn="ctr" defTabSz="685754"/>
            <a:endParaRPr lang="en-US" sz="2400" b="1" dirty="0">
              <a:solidFill>
                <a:prstClr val="black"/>
              </a:solidFill>
              <a:latin typeface="Calibri" pitchFamily="34" charset="0"/>
            </a:endParaRPr>
          </a:p>
          <a:p>
            <a:pPr algn="ctr" defTabSz="685754"/>
            <a:r>
              <a:rPr lang="en-US" b="1" dirty="0">
                <a:solidFill>
                  <a:prstClr val="black"/>
                </a:solidFill>
                <a:latin typeface="Palatino Linotype" pitchFamily="18" charset="0"/>
              </a:rPr>
              <a:t>By heeding your advice. </a:t>
            </a:r>
            <a:r>
              <a:rPr lang="en-US" b="1" dirty="0" err="1">
                <a:solidFill>
                  <a:prstClr val="black"/>
                </a:solidFill>
                <a:latin typeface="Palatino Linotype" pitchFamily="18" charset="0"/>
              </a:rPr>
              <a:t>Vibhishan</a:t>
            </a:r>
            <a:r>
              <a:rPr lang="en-US"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24479807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257396" y="86"/>
            <a:ext cx="6572060" cy="5770811"/>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Juga </a:t>
            </a:r>
            <a:r>
              <a:rPr lang="en-US" sz="2700" b="1" dirty="0" err="1">
                <a:solidFill>
                  <a:prstClr val="black"/>
                </a:solidFill>
                <a:latin typeface="URW Palladio IT" pitchFamily="2" charset="0"/>
              </a:rPr>
              <a:t>Sahasra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Jojana</a:t>
            </a:r>
            <a:r>
              <a:rPr lang="en-US" sz="2700" b="1" dirty="0">
                <a:solidFill>
                  <a:prstClr val="black"/>
                </a:solidFill>
                <a:latin typeface="URW Palladio IT" pitchFamily="2" charset="0"/>
              </a:rPr>
              <a:t> Para </a:t>
            </a:r>
            <a:r>
              <a:rPr lang="en-US" sz="2700" b="1" dirty="0" err="1">
                <a:solidFill>
                  <a:prstClr val="black"/>
                </a:solidFill>
                <a:latin typeface="URW Palladio IT" pitchFamily="2" charset="0"/>
              </a:rPr>
              <a:t>Bhänü</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Lélyo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Tähi</a:t>
            </a:r>
            <a:r>
              <a:rPr lang="en-US" sz="2700" b="1" dirty="0">
                <a:solidFill>
                  <a:prstClr val="black"/>
                </a:solidFill>
                <a:latin typeface="URW Palladio IT" pitchFamily="2" charset="0"/>
              </a:rPr>
              <a:t> Madhura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Jänü</a:t>
            </a:r>
            <a:r>
              <a:rPr lang="en-US" sz="2700" b="1" dirty="0">
                <a:solidFill>
                  <a:prstClr val="black"/>
                </a:solidFill>
                <a:latin typeface="URW Palladio IT" pitchFamily="2" charset="0"/>
              </a:rPr>
              <a:t> || - 18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ಸಹ</a:t>
            </a:r>
            <a:r>
              <a:rPr lang="kn-IN" sz="2700" b="1" dirty="0" err="1">
                <a:solidFill>
                  <a:prstClr val="black"/>
                </a:solidFill>
                <a:latin typeface="Calibri" pitchFamily="34" charset="0"/>
                <a:ea typeface="Tunga" pitchFamily="2"/>
                <a:cs typeface="Tunga" pitchFamily="2"/>
              </a:rPr>
              <a:t>ಸ್ರ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ಜೋಜನ</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ಲೀಲ್ಯೋ</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ತಾಹಿ</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ಮಧುರ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gulped, the SUN at distance of sixteen thousand miles considering it to be a sweet fruit.</a:t>
            </a:r>
          </a:p>
          <a:p>
            <a:pPr algn="ctr" defTabSz="685754"/>
            <a:r>
              <a:rPr lang="en-US" b="1" dirty="0">
                <a:solidFill>
                  <a:prstClr val="black"/>
                </a:solidFill>
                <a:latin typeface="Palatino Linotype" pitchFamily="18" charset="0"/>
              </a:rPr>
              <a:t>		</a:t>
            </a:r>
            <a:r>
              <a:rPr lang="en-US" sz="2700" b="1" dirty="0">
                <a:solidFill>
                  <a:prstClr val="black"/>
                </a:solidFill>
                <a:latin typeface="Calibri" pitchFamily="34" charset="0"/>
              </a:rPr>
              <a:t/>
            </a:r>
            <a:br>
              <a:rPr lang="en-US" sz="2700" b="1" dirty="0">
                <a:solidFill>
                  <a:prstClr val="black"/>
                </a:solidFill>
                <a:latin typeface="Calibri" pitchFamily="34" charset="0"/>
              </a:rPr>
            </a:br>
            <a:endParaRPr lang="en-US" sz="2700" b="1" dirty="0">
              <a:solidFill>
                <a:prstClr val="black"/>
              </a:solidFill>
              <a:latin typeface="Calibri" pitchFamily="34" charset="0"/>
            </a:endParaRPr>
          </a:p>
        </p:txBody>
      </p:sp>
    </p:spTree>
    <p:extLst>
      <p:ext uri="{BB962C8B-B14F-4D97-AF65-F5344CB8AC3E}">
        <p14:creationId xmlns:p14="http://schemas.microsoft.com/office/powerpoint/2010/main" val="2496678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200248" y="75"/>
            <a:ext cx="6800653"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मुद्रिका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जलधि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लाँघि</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अचरज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॥१९॥</a:t>
            </a:r>
          </a:p>
          <a:p>
            <a:pPr algn="ctr" defTabSz="685754"/>
            <a:endParaRPr lang="en-IN" sz="3000" b="1" dirty="0">
              <a:solidFill>
                <a:prstClr val="black"/>
              </a:solidFill>
              <a:latin typeface="Aparajita" pitchFamily="34" charset="0"/>
            </a:endParaRPr>
          </a:p>
          <a:p>
            <a:pPr algn="ctr" defTabSz="685754"/>
            <a:r>
              <a:rPr lang="en-US" sz="2400" b="1" dirty="0">
                <a:solidFill>
                  <a:prstClr val="black"/>
                </a:solidFill>
                <a:latin typeface="URW Palladio IT" pitchFamily="2" charset="0"/>
              </a:rPr>
              <a:t>Prabhu </a:t>
            </a:r>
            <a:r>
              <a:rPr lang="en-US" sz="2400" b="1" dirty="0" err="1">
                <a:solidFill>
                  <a:prstClr val="black"/>
                </a:solidFill>
                <a:latin typeface="URW Palladio IT" pitchFamily="2" charset="0"/>
              </a:rPr>
              <a:t>Mudrikä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Meli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Mukha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Mähéà</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Jaladhi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Läðghi</a:t>
            </a:r>
            <a:r>
              <a:rPr lang="en-US" sz="2400" b="1" dirty="0">
                <a:solidFill>
                  <a:prstClr val="black"/>
                </a:solidFill>
                <a:latin typeface="URW Palladio IT" pitchFamily="2" charset="0"/>
              </a:rPr>
              <a:t> Gaye </a:t>
            </a:r>
            <a:r>
              <a:rPr lang="en-US" sz="2400" b="1" dirty="0" err="1">
                <a:solidFill>
                  <a:prstClr val="black"/>
                </a:solidFill>
                <a:latin typeface="URW Palladio IT" pitchFamily="2" charset="0"/>
              </a:rPr>
              <a:t>Acaraja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Nähéà</a:t>
            </a:r>
            <a:r>
              <a:rPr lang="en-US" sz="2400" b="1" dirty="0">
                <a:solidFill>
                  <a:prstClr val="black"/>
                </a:solidFill>
                <a:latin typeface="URW Palladio IT" pitchFamily="2" charset="0"/>
              </a:rPr>
              <a:t> || - 19</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ಪ್ರಭು</a:t>
            </a:r>
            <a:r>
              <a:rPr lang="en-US" sz="2400" b="1" dirty="0">
                <a:solidFill>
                  <a:prstClr val="black"/>
                </a:solidFill>
                <a:latin typeface="Calibri" pitchFamily="34" charset="0"/>
              </a:rPr>
              <a:t> </a:t>
            </a:r>
            <a:r>
              <a:rPr lang="en-US" sz="2400" b="1" dirty="0" err="1">
                <a:solidFill>
                  <a:prstClr val="black"/>
                </a:solidFill>
                <a:latin typeface="Calibri" pitchFamily="34" charset="0"/>
              </a:rPr>
              <a:t>ಮುದ್ರಿಕಾ</a:t>
            </a:r>
            <a:r>
              <a:rPr lang="en-US" sz="2400" b="1" dirty="0">
                <a:solidFill>
                  <a:prstClr val="black"/>
                </a:solidFill>
                <a:latin typeface="Calibri" pitchFamily="34" charset="0"/>
              </a:rPr>
              <a:t> </a:t>
            </a:r>
            <a:r>
              <a:rPr lang="en-US" sz="2400" b="1" dirty="0" err="1">
                <a:solidFill>
                  <a:prstClr val="black"/>
                </a:solidFill>
                <a:latin typeface="Calibri" pitchFamily="34" charset="0"/>
              </a:rPr>
              <a:t>ಮೇಲಿ</a:t>
            </a:r>
            <a:r>
              <a:rPr lang="en-US" sz="2400" b="1" dirty="0">
                <a:solidFill>
                  <a:prstClr val="black"/>
                </a:solidFill>
                <a:latin typeface="Calibri" pitchFamily="34" charset="0"/>
              </a:rPr>
              <a:t> </a:t>
            </a:r>
            <a:r>
              <a:rPr lang="en-US" sz="2400" b="1" dirty="0" err="1">
                <a:solidFill>
                  <a:prstClr val="black"/>
                </a:solidFill>
                <a:latin typeface="Calibri" pitchFamily="34" charset="0"/>
              </a:rPr>
              <a:t>ಮುಖ</a:t>
            </a:r>
            <a:r>
              <a:rPr lang="en-US" sz="2400" b="1" dirty="0">
                <a:solidFill>
                  <a:prstClr val="black"/>
                </a:solidFill>
                <a:latin typeface="Calibri" pitchFamily="34" charset="0"/>
              </a:rPr>
              <a:t> </a:t>
            </a:r>
            <a:r>
              <a:rPr lang="en-US" sz="2400" b="1" dirty="0" err="1">
                <a:solidFill>
                  <a:prstClr val="black"/>
                </a:solidFill>
                <a:latin typeface="Calibri" pitchFamily="34" charset="0"/>
              </a:rPr>
              <a:t>ಮಾಹೀಂ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ಜಲಧಿಲಾಂಘಿ</a:t>
            </a:r>
            <a:r>
              <a:rPr lang="en-US" sz="2400" b="1" dirty="0">
                <a:solidFill>
                  <a:prstClr val="black"/>
                </a:solidFill>
                <a:latin typeface="Calibri" pitchFamily="34" charset="0"/>
              </a:rPr>
              <a:t> </a:t>
            </a:r>
            <a:r>
              <a:rPr lang="en-US" sz="2400" b="1" dirty="0" err="1">
                <a:solidFill>
                  <a:prstClr val="black"/>
                </a:solidFill>
                <a:latin typeface="Calibri" pitchFamily="34" charset="0"/>
              </a:rPr>
              <a:t>ಗಯೇ</a:t>
            </a:r>
            <a:r>
              <a:rPr lang="en-US" sz="2400" b="1" dirty="0">
                <a:solidFill>
                  <a:prstClr val="black"/>
                </a:solidFill>
                <a:latin typeface="Calibri" pitchFamily="34" charset="0"/>
              </a:rPr>
              <a:t> </a:t>
            </a:r>
            <a:r>
              <a:rPr lang="en-US" sz="2400" b="1" dirty="0" err="1">
                <a:solidFill>
                  <a:prstClr val="black"/>
                </a:solidFill>
                <a:latin typeface="Calibri" pitchFamily="34" charset="0"/>
              </a:rPr>
              <a:t>ಅಚರಜ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ನಾಹೀಂ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೧೯</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Carrying the Lord's ring in his mouth, he went across the ocean. There is no wonder in that.</a:t>
            </a:r>
          </a:p>
          <a:p>
            <a:pPr algn="ctr" defTabSz="685754"/>
            <a:r>
              <a:rPr lang="en-US" sz="3000"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42075112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257396" y="85"/>
            <a:ext cx="6857802" cy="4939814"/>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4050" b="1" dirty="0">
                <a:solidFill>
                  <a:prstClr val="black"/>
                </a:solidFill>
                <a:latin typeface="Aparajita" pitchFamily="34" charset="0"/>
              </a:rPr>
              <a:t> </a:t>
            </a:r>
            <a:r>
              <a:rPr lang="en-IN" sz="3000" b="1" dirty="0" err="1">
                <a:solidFill>
                  <a:prstClr val="black"/>
                </a:solidFill>
                <a:latin typeface="Aparajita" pitchFamily="34" charset="0"/>
              </a:rPr>
              <a:t>दुर्गम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अनुग्रह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तेते</a:t>
            </a:r>
            <a:r>
              <a:rPr lang="en-IN" sz="3000" b="1" dirty="0">
                <a:solidFill>
                  <a:prstClr val="black"/>
                </a:solidFill>
                <a:latin typeface="Aparajita" pitchFamily="34" charset="0"/>
              </a:rPr>
              <a:t> ॥२०॥</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Aparajita" pitchFamily="34" charset="0"/>
              </a:rPr>
              <a:t>    </a:t>
            </a:r>
            <a:r>
              <a:rPr lang="en-US" sz="2700" b="1" dirty="0" err="1">
                <a:solidFill>
                  <a:prstClr val="black"/>
                </a:solidFill>
                <a:latin typeface="URW Palladio IT" pitchFamily="2" charset="0"/>
              </a:rPr>
              <a:t>Durgama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Jete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Anugraha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Tete</a:t>
            </a:r>
            <a:r>
              <a:rPr lang="en-US" sz="2700" b="1" dirty="0">
                <a:solidFill>
                  <a:prstClr val="black"/>
                </a:solidFill>
                <a:latin typeface="URW Palladio IT" pitchFamily="2" charset="0"/>
              </a:rPr>
              <a:t> || - 20</a:t>
            </a:r>
          </a:p>
          <a:p>
            <a:pPr algn="ctr" defTabSz="685754"/>
            <a:endParaRPr lang="en-US" sz="2700" b="1" dirty="0">
              <a:solidFill>
                <a:prstClr val="black"/>
              </a:solidFill>
              <a:latin typeface="URW Palladio IT" pitchFamily="2" charset="0"/>
            </a:endParaRPr>
          </a:p>
          <a:p>
            <a:pPr algn="ctr" defTabSz="685754"/>
            <a:r>
              <a:rPr lang="en-US" sz="2700" b="1" dirty="0">
                <a:solidFill>
                  <a:prstClr val="black"/>
                </a:solidFill>
                <a:latin typeface="URW Palladio IT" pitchFamily="2" charset="0"/>
              </a:rPr>
              <a:t>    </a:t>
            </a:r>
            <a:r>
              <a:rPr lang="en-US" sz="2700" b="1" dirty="0" err="1">
                <a:solidFill>
                  <a:prstClr val="black"/>
                </a:solidFill>
                <a:latin typeface="Calibri" pitchFamily="34" charset="0"/>
              </a:rPr>
              <a:t>ದುರ್ಗಮ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ಜೇತೇ</a:t>
            </a:r>
            <a:r>
              <a:rPr lang="en-US" sz="2700" b="1" dirty="0">
                <a:solidFill>
                  <a:prstClr val="black"/>
                </a:solidFill>
                <a:latin typeface="Calibri" pitchFamily="34" charset="0"/>
              </a:rPr>
              <a:t> ।</a:t>
            </a:r>
          </a:p>
          <a:p>
            <a:pPr algn="ctr" defTabSz="685754"/>
            <a:r>
              <a:rPr lang="en-US" sz="2700" b="1" dirty="0">
                <a:solidFill>
                  <a:prstClr val="black"/>
                </a:solidFill>
                <a:latin typeface="Calibri" pitchFamily="34" charset="0"/>
              </a:rPr>
              <a:t>  </a:t>
            </a:r>
            <a:r>
              <a:rPr lang="en-US" sz="2700" b="1" dirty="0" err="1">
                <a:solidFill>
                  <a:prstClr val="black"/>
                </a:solidFill>
                <a:latin typeface="Calibri" pitchFamily="34" charset="0"/>
              </a:rPr>
              <a:t>ಸುಗಮ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ಅನುಗ್ರಹ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URW Palladio IT" pitchFamily="2" charset="0"/>
              </a:rPr>
              <a:t>   </a:t>
            </a:r>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all the difficult tasks in the world are rendered easiest by your grace.</a:t>
            </a:r>
          </a:p>
          <a:p>
            <a:pPr algn="ctr" defTabSz="685754"/>
            <a:r>
              <a:rPr lang="en-US"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9676426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371693" y="194143"/>
            <a:ext cx="6457763" cy="5239896"/>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दुआरे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आज्ञा</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पैसारे</a:t>
            </a:r>
            <a:r>
              <a:rPr lang="en-IN" sz="3000" b="1" dirty="0">
                <a:solidFill>
                  <a:prstClr val="black"/>
                </a:solidFill>
                <a:latin typeface="Aparajita" pitchFamily="34" charset="0"/>
              </a:rPr>
              <a:t> ॥२१॥</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Duäre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Hota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Äjïä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Binu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Paisäre</a:t>
            </a:r>
            <a:r>
              <a:rPr lang="en-US" sz="2700" b="1" dirty="0">
                <a:solidFill>
                  <a:prstClr val="black"/>
                </a:solidFill>
                <a:latin typeface="URW Palladio IT" pitchFamily="2" charset="0"/>
              </a:rPr>
              <a:t> || - 21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ಆಜ್ಞಾ</a:t>
            </a:r>
            <a:r>
              <a:rPr lang="en-US" sz="2700" b="1" dirty="0">
                <a:solidFill>
                  <a:prstClr val="black"/>
                </a:solidFill>
                <a:latin typeface="Calibri" pitchFamily="34" charset="0"/>
              </a:rPr>
              <a:t> </a:t>
            </a:r>
            <a:r>
              <a:rPr lang="en-US" sz="2700" b="1" dirty="0" err="1">
                <a:solidFill>
                  <a:prstClr val="black"/>
                </a:solidFill>
                <a:latin typeface="Calibri" pitchFamily="34" charset="0"/>
              </a:rPr>
              <a:t>ಬಿನು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sentinel at the door of Ram's mercy mansion or His divine abode. No one may enter without your permission.</a:t>
            </a:r>
          </a:p>
          <a:p>
            <a:pPr algn="ctr" defTabSz="685754"/>
            <a:r>
              <a:rPr lang="en-US" sz="2100" b="1" dirty="0">
                <a:solidFill>
                  <a:prstClr val="black"/>
                </a:solidFill>
                <a:latin typeface="Palatino Linotype" pitchFamily="18"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255501701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314544" y="88353"/>
            <a:ext cx="6686357" cy="5078313"/>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रच्छक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॥२२॥</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Saba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Saranä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Racchaka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Kähü</a:t>
            </a:r>
            <a:r>
              <a:rPr lang="en-US" sz="2700" b="1" dirty="0">
                <a:solidFill>
                  <a:prstClr val="black"/>
                </a:solidFill>
                <a:latin typeface="URW Palladio IT" pitchFamily="2" charset="0"/>
              </a:rPr>
              <a:t> Ko </a:t>
            </a:r>
            <a:r>
              <a:rPr lang="en-US" sz="2700" b="1" dirty="0" err="1">
                <a:solidFill>
                  <a:prstClr val="black"/>
                </a:solidFill>
                <a:latin typeface="URW Palladio IT" pitchFamily="2" charset="0"/>
              </a:rPr>
              <a:t>Òara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a:t>
            </a:r>
            <a:r>
              <a:rPr lang="en-US" sz="2700" b="1" dirty="0">
                <a:solidFill>
                  <a:prstClr val="black"/>
                </a:solidFill>
                <a:latin typeface="URW Palladio IT" pitchFamily="2" charset="0"/>
              </a:rPr>
              <a:t> || - 22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ಲಹೈ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a:t>
            </a:r>
            <a:r>
              <a:rPr lang="kn-IN" sz="2700" b="1" dirty="0" err="1">
                <a:solidFill>
                  <a:prstClr val="black"/>
                </a:solidFill>
                <a:latin typeface="Calibri" pitchFamily="34" charset="0"/>
                <a:ea typeface="Tunga" pitchFamily="2"/>
                <a:cs typeface="Tunga" pitchFamily="2"/>
              </a:rPr>
              <a:t>ಚ್ಛ</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ಡರನಾ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೨೨</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By your grace one can enjoy all happiness and one need not have any fear under your protection</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r>
              <a:rPr lang="en-US" sz="1350" b="1" dirty="0">
                <a:solidFill>
                  <a:prstClr val="black"/>
                </a:solidFill>
                <a:latin typeface="Calibri" pitchFamily="34" charset="0"/>
              </a:rPr>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5161411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143100" y="88"/>
            <a:ext cx="6857802" cy="5032147"/>
          </a:xfrm>
          <a:prstGeom prst="rect">
            <a:avLst/>
          </a:prstGeom>
          <a:noFill/>
          <a:ln w="9525">
            <a:noFill/>
            <a:miter lim="800000"/>
            <a:headEnd/>
            <a:tailEnd/>
          </a:ln>
        </p:spPr>
        <p:txBody>
          <a:bodyPr wrap="square">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आपन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आपै</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a:t>
            </a:r>
            <a:r>
              <a:rPr lang="en-IN" sz="3000" b="1" dirty="0">
                <a:solidFill>
                  <a:prstClr val="black"/>
                </a:solidFill>
                <a:latin typeface="Aparajita" pitchFamily="34" charset="0"/>
              </a:rPr>
              <a:t> ॥२३॥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Äpana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Samhäro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Äpai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Ténoà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Häðka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Käðpai</a:t>
            </a:r>
            <a:r>
              <a:rPr lang="en-US" sz="2700" b="1" dirty="0">
                <a:solidFill>
                  <a:prstClr val="black"/>
                </a:solidFill>
                <a:latin typeface="URW Palladio IT" pitchFamily="2" charset="0"/>
              </a:rPr>
              <a:t> || - 23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ಆಪನ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ಆಪೈ</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ತೀನೋ</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ಹಾಂಕ</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you roar all the three worlds tremble and only you can control your might.</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1831276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371692" y="85"/>
            <a:ext cx="6629208" cy="547072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पिसाच</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सुनावै</a:t>
            </a:r>
            <a:r>
              <a:rPr lang="en-IN" sz="3000" b="1" dirty="0">
                <a:solidFill>
                  <a:prstClr val="black"/>
                </a:solidFill>
                <a:latin typeface="Aparajita" pitchFamily="34" charset="0"/>
              </a:rPr>
              <a:t> ॥२४॥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Pisäca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Nahim</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Sunävai</a:t>
            </a:r>
            <a:r>
              <a:rPr lang="en-US" sz="2700" b="1" dirty="0">
                <a:solidFill>
                  <a:prstClr val="black"/>
                </a:solidFill>
                <a:latin typeface="URW Palladio IT" pitchFamily="2" charset="0"/>
              </a:rPr>
              <a:t> || - 24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ಭೂತ</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ಪಿಸಾಚ</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ನಹಿ</a:t>
            </a:r>
            <a:r>
              <a:rPr lang="en-US" sz="2700" b="1" dirty="0">
                <a:solidFill>
                  <a:prstClr val="black"/>
                </a:solidFill>
                <a:latin typeface="Calibri" pitchFamily="34" charset="0"/>
              </a:rPr>
              <a:t> </a:t>
            </a:r>
            <a:r>
              <a:rPr lang="en-US" sz="2700" b="1" dirty="0" err="1">
                <a:solidFill>
                  <a:prstClr val="black"/>
                </a:solidFill>
                <a:latin typeface="Calibri" pitchFamily="34" charset="0"/>
              </a:rPr>
              <a:t>ಆವೈ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ಮಹಾ</a:t>
            </a:r>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ಜಬ</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೨೪</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Great Brave on.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name keeps all the Ghosts, Demons &amp; evils spirits away from his devotees.</a:t>
            </a:r>
          </a:p>
          <a:p>
            <a:pPr algn="ctr" defTabSz="685754"/>
            <a:r>
              <a:rPr lang="en-US" sz="2700" b="1" dirty="0">
                <a:solidFill>
                  <a:prstClr val="black"/>
                </a:solidFill>
                <a:latin typeface="Palatino Linotype" pitchFamily="18" charset="0"/>
              </a:rPr>
              <a:t>		</a:t>
            </a:r>
            <a:r>
              <a:rPr lang="en-US" sz="2100" b="1" dirty="0">
                <a:solidFill>
                  <a:prstClr val="black"/>
                </a:solidFill>
                <a:latin typeface="Palatino Linotype" pitchFamily="18" charset="0"/>
              </a:rPr>
              <a:t/>
            </a:r>
            <a:br>
              <a:rPr lang="en-US" sz="2100" b="1" dirty="0">
                <a:solidFill>
                  <a:prstClr val="black"/>
                </a:solidFill>
                <a:latin typeface="Palatino Linotype" pitchFamily="18" charset="0"/>
              </a:rPr>
            </a:br>
            <a:endParaRPr lang="en-US" sz="2100" b="1" dirty="0">
              <a:solidFill>
                <a:prstClr val="black"/>
              </a:solidFill>
              <a:latin typeface="Palatino Linotype" pitchFamily="18" charset="0"/>
            </a:endParaRPr>
          </a:p>
        </p:txBody>
      </p:sp>
    </p:spTree>
    <p:extLst>
      <p:ext uri="{BB962C8B-B14F-4D97-AF65-F5344CB8AC3E}">
        <p14:creationId xmlns:p14="http://schemas.microsoft.com/office/powerpoint/2010/main" val="289951270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53251" name="Rectangle 1"/>
          <p:cNvSpPr>
            <a:spLocks noChangeArrowheads="1"/>
          </p:cNvSpPr>
          <p:nvPr/>
        </p:nvSpPr>
        <p:spPr bwMode="auto">
          <a:xfrm>
            <a:off x="1182390" y="3555190"/>
            <a:ext cx="6857802" cy="1985159"/>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b="1" dirty="0">
                <a:solidFill>
                  <a:srgbClr val="000000"/>
                </a:solidFill>
                <a:latin typeface="Calibri"/>
              </a:rPr>
              <a:t>ರಾಮ ಲಕ್ಷ್ಮಣ </a:t>
            </a:r>
            <a:r>
              <a:rPr lang="kn-IN" b="1" dirty="0" err="1">
                <a:solidFill>
                  <a:srgbClr val="000000"/>
                </a:solidFill>
                <a:latin typeface="Calibri"/>
              </a:rPr>
              <a:t>ಜಾನಕೀ</a:t>
            </a:r>
            <a:endParaRPr lang="kn-IN" b="1" dirty="0">
              <a:solidFill>
                <a:srgbClr val="000000"/>
              </a:solidFill>
              <a:latin typeface="Calibri"/>
            </a:endParaRPr>
          </a:p>
          <a:p>
            <a:pPr algn="ctr" defTabSz="685754"/>
            <a:r>
              <a:rPr lang="kn-IN" b="1" dirty="0">
                <a:solidFill>
                  <a:srgbClr val="000000"/>
                </a:solidFill>
                <a:latin typeface="Calibri"/>
              </a:rPr>
              <a:t>ಜೈ </a:t>
            </a:r>
            <a:r>
              <a:rPr lang="kn-IN" b="1" dirty="0" err="1">
                <a:solidFill>
                  <a:srgbClr val="000000"/>
                </a:solidFill>
                <a:latin typeface="Calibri"/>
              </a:rPr>
              <a:t>ಬೋಲೋ</a:t>
            </a:r>
            <a:r>
              <a:rPr lang="kn-IN" b="1" dirty="0">
                <a:solidFill>
                  <a:srgbClr val="000000"/>
                </a:solidFill>
                <a:latin typeface="Calibri"/>
              </a:rPr>
              <a:t> </a:t>
            </a:r>
            <a:r>
              <a:rPr lang="kn-IN" b="1" dirty="0" err="1">
                <a:solidFill>
                  <a:srgbClr val="000000"/>
                </a:solidFill>
                <a:latin typeface="Calibri"/>
              </a:rPr>
              <a:t>ಹನುಮಾನ್</a:t>
            </a:r>
            <a:r>
              <a:rPr lang="kn-IN" b="1" dirty="0">
                <a:solidFill>
                  <a:srgbClr val="000000"/>
                </a:solidFill>
                <a:latin typeface="Calibri"/>
              </a:rPr>
              <a:t> ಕೀ</a:t>
            </a:r>
            <a:endParaRPr lang="en-CA" b="1" dirty="0">
              <a:solidFill>
                <a:srgbClr val="000000"/>
              </a:solidFill>
              <a:latin typeface="Calibri"/>
            </a:endParaRPr>
          </a:p>
          <a:p>
            <a:pPr defTabSz="685754"/>
            <a:endParaRPr lang="en-IN" sz="2100"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132383" y="13182"/>
            <a:ext cx="6868517" cy="3890851"/>
          </a:xfrm>
          <a:prstGeom prst="rect">
            <a:avLst/>
          </a:prstGeom>
          <a:noFill/>
          <a:ln w="9525">
            <a:noFill/>
            <a:miter lim="800000"/>
            <a:headEnd/>
            <a:tailEnd/>
          </a:ln>
        </p:spPr>
      </p:pic>
    </p:spTree>
    <p:extLst>
      <p:ext uri="{BB962C8B-B14F-4D97-AF65-F5344CB8AC3E}">
        <p14:creationId xmlns:p14="http://schemas.microsoft.com/office/powerpoint/2010/main" val="318434051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314545" y="228681"/>
            <a:ext cx="6629208" cy="4524315"/>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नासै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निरन्तर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॥२५॥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Näsai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Roga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Japata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Nirantara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Bérä</a:t>
            </a:r>
            <a:r>
              <a:rPr lang="en-US" sz="2700" b="1" dirty="0">
                <a:solidFill>
                  <a:prstClr val="black"/>
                </a:solidFill>
                <a:latin typeface="URW Palladio IT" pitchFamily="2" charset="0"/>
              </a:rPr>
              <a:t> || - 25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ನಾಸೈ</a:t>
            </a:r>
            <a:r>
              <a:rPr lang="en-US" sz="2700" b="1" dirty="0">
                <a:solidFill>
                  <a:prstClr val="black"/>
                </a:solidFill>
                <a:latin typeface="Calibri" pitchFamily="34" charset="0"/>
              </a:rPr>
              <a:t> </a:t>
            </a:r>
            <a:r>
              <a:rPr lang="en-US" sz="2700" b="1" dirty="0" err="1">
                <a:solidFill>
                  <a:prstClr val="black"/>
                </a:solidFill>
                <a:latin typeface="Calibri" pitchFamily="34" charset="0"/>
              </a:rPr>
              <a:t>ರೋಗ</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sz="1200" b="1" dirty="0">
                <a:solidFill>
                  <a:prstClr val="black"/>
                </a:solidFill>
                <a:latin typeface="URW Palladio IT" pitchFamily="2" charset="0"/>
              </a:rPr>
              <a:t>  </a:t>
            </a:r>
            <a:r>
              <a:rPr lang="en-US" b="1" dirty="0">
                <a:solidFill>
                  <a:prstClr val="black"/>
                </a:solidFill>
                <a:latin typeface="Palatino Linotype" pitchFamily="18" charset="0"/>
              </a:rPr>
              <a:t>On reciting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holy name regularly all the  </a:t>
            </a:r>
          </a:p>
          <a:p>
            <a:pPr algn="ctr" defTabSz="685754"/>
            <a:r>
              <a:rPr lang="en-US" b="1" dirty="0">
                <a:solidFill>
                  <a:prstClr val="black"/>
                </a:solidFill>
                <a:latin typeface="Palatino Linotype" pitchFamily="18" charset="0"/>
              </a:rPr>
              <a:t> maladies perish the entire pain disappears</a:t>
            </a:r>
            <a:r>
              <a:rPr lang="en-US" b="1" dirty="0">
                <a:solidFill>
                  <a:prstClr val="black"/>
                </a:solidFill>
                <a:latin typeface="Calibri" pitchFamily="34" charset="0"/>
              </a:rPr>
              <a:t>.</a:t>
            </a:r>
          </a:p>
        </p:txBody>
      </p:sp>
    </p:spTree>
    <p:extLst>
      <p:ext uri="{BB962C8B-B14F-4D97-AF65-F5344CB8AC3E}">
        <p14:creationId xmlns:p14="http://schemas.microsoft.com/office/powerpoint/2010/main" val="269801749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143100" y="75"/>
            <a:ext cx="6857802" cy="514756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छुड़ावै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॥२६॥</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Saìkaöa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Teà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Hanumäna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Chuåävai</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Mana Krama </a:t>
            </a:r>
            <a:r>
              <a:rPr lang="en-US" sz="2400" b="1" dirty="0" err="1">
                <a:solidFill>
                  <a:prstClr val="black"/>
                </a:solidFill>
                <a:latin typeface="URW Palladio IT" pitchFamily="2" charset="0"/>
              </a:rPr>
              <a:t>Bacana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Dhyäna</a:t>
            </a:r>
            <a:r>
              <a:rPr lang="en-US" sz="2400" b="1" dirty="0">
                <a:solidFill>
                  <a:prstClr val="black"/>
                </a:solidFill>
                <a:latin typeface="URW Palladio IT" pitchFamily="2" charset="0"/>
              </a:rPr>
              <a:t> Jo </a:t>
            </a:r>
            <a:r>
              <a:rPr lang="en-US" sz="2400" b="1" dirty="0" err="1">
                <a:solidFill>
                  <a:prstClr val="black"/>
                </a:solidFill>
                <a:latin typeface="URW Palladio IT" pitchFamily="2" charset="0"/>
              </a:rPr>
              <a:t>Lävai</a:t>
            </a:r>
            <a:r>
              <a:rPr lang="en-US" sz="2400" b="1" dirty="0">
                <a:solidFill>
                  <a:prstClr val="black"/>
                </a:solidFill>
                <a:latin typeface="URW Palladio IT" pitchFamily="2" charset="0"/>
              </a:rPr>
              <a:t> || - 26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ಸಂಕಟ</a:t>
            </a:r>
            <a:r>
              <a:rPr lang="en-US" sz="2400" b="1" dirty="0">
                <a:solidFill>
                  <a:prstClr val="black"/>
                </a:solidFill>
                <a:latin typeface="Calibri" pitchFamily="34" charset="0"/>
              </a:rPr>
              <a:t> </a:t>
            </a:r>
            <a:r>
              <a:rPr lang="en-US" sz="2400" b="1" dirty="0" err="1">
                <a:solidFill>
                  <a:prstClr val="black"/>
                </a:solidFill>
                <a:latin typeface="Calibri" pitchFamily="34" charset="0"/>
              </a:rPr>
              <a:t>ತೇ</a:t>
            </a:r>
            <a:r>
              <a:rPr lang="en-US" sz="2400" b="1" dirty="0">
                <a:solidFill>
                  <a:prstClr val="black"/>
                </a:solidFill>
                <a:latin typeface="Calibri" pitchFamily="34" charset="0"/>
              </a:rPr>
              <a:t> </a:t>
            </a:r>
            <a:r>
              <a:rPr lang="en-US" sz="2400" b="1" dirty="0" err="1">
                <a:solidFill>
                  <a:prstClr val="black"/>
                </a:solidFill>
                <a:latin typeface="Calibri" pitchFamily="34" charset="0"/>
              </a:rPr>
              <a:t>ಹನುಮಾನ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ಛುಡಾವೈ</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ಕ್ರಮ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ಬಚನ</a:t>
            </a:r>
            <a:r>
              <a:rPr lang="en-US" sz="2400" b="1" dirty="0">
                <a:solidFill>
                  <a:prstClr val="black"/>
                </a:solidFill>
                <a:latin typeface="Calibri" pitchFamily="34" charset="0"/>
              </a:rPr>
              <a:t> </a:t>
            </a:r>
            <a:r>
              <a:rPr lang="en-US" sz="2400" b="1" dirty="0" err="1">
                <a:solidFill>
                  <a:prstClr val="black"/>
                </a:solidFill>
                <a:latin typeface="Calibri" pitchFamily="34" charset="0"/>
              </a:rPr>
              <a:t>ಧ್ಯಾನ</a:t>
            </a:r>
            <a:r>
              <a:rPr lang="en-US" sz="2400" b="1" dirty="0">
                <a:solidFill>
                  <a:prstClr val="black"/>
                </a:solidFill>
                <a:latin typeface="Calibri" pitchFamily="34" charset="0"/>
              </a:rPr>
              <a:t> </a:t>
            </a:r>
            <a:r>
              <a:rPr lang="en-US" sz="2400" b="1" dirty="0" err="1">
                <a:solidFill>
                  <a:prstClr val="black"/>
                </a:solidFill>
                <a:latin typeface="Calibri" pitchFamily="34" charset="0"/>
              </a:rPr>
              <a:t>ಜೋ</a:t>
            </a:r>
            <a:r>
              <a:rPr lang="en-US" sz="2400" b="1" dirty="0">
                <a:solidFill>
                  <a:prstClr val="black"/>
                </a:solidFill>
                <a:latin typeface="Calibri" pitchFamily="34" charset="0"/>
              </a:rPr>
              <a:t> </a:t>
            </a:r>
            <a:r>
              <a:rPr lang="en-US" sz="2400" b="1" dirty="0" err="1">
                <a:solidFill>
                  <a:prstClr val="black"/>
                </a:solidFill>
                <a:latin typeface="Calibri" pitchFamily="34" charset="0"/>
              </a:rPr>
              <a:t>ಲಾವೈ</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Those who remember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in thought, word and deed are well guarded against their odds in life</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r>
              <a:rPr lang="en-US" sz="2100" dirty="0">
                <a:solidFill>
                  <a:prstClr val="black"/>
                </a:solidFill>
                <a:latin typeface="Calibri" pitchFamily="34" charset="0"/>
              </a:rPr>
              <a:t/>
            </a:r>
            <a:br>
              <a:rPr lang="en-US" sz="2100" dirty="0">
                <a:solidFill>
                  <a:prstClr val="black"/>
                </a:solidFill>
                <a:latin typeface="Calibri" pitchFamily="34" charset="0"/>
              </a:rPr>
            </a:br>
            <a:endParaRPr lang="en-US" sz="2100" dirty="0">
              <a:solidFill>
                <a:prstClr val="black"/>
              </a:solidFill>
              <a:latin typeface="Calibri" pitchFamily="34" charset="0"/>
            </a:endParaRPr>
          </a:p>
        </p:txBody>
      </p:sp>
    </p:spTree>
    <p:extLst>
      <p:ext uri="{BB962C8B-B14F-4D97-AF65-F5344CB8AC3E}">
        <p14:creationId xmlns:p14="http://schemas.microsoft.com/office/powerpoint/2010/main" val="314699539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200248" y="57230"/>
            <a:ext cx="6857802" cy="5055230"/>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तपस्वी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॥२७॥</a:t>
            </a:r>
          </a:p>
          <a:p>
            <a:pPr algn="ctr" defTabSz="685754"/>
            <a:endParaRPr lang="en-US" sz="2700" b="1" dirty="0">
              <a:solidFill>
                <a:prstClr val="black"/>
              </a:solidFill>
              <a:latin typeface="URW Palladio IT" pitchFamily="2" charset="0"/>
            </a:endParaRPr>
          </a:p>
          <a:p>
            <a:pPr algn="ctr" defTabSz="685754"/>
            <a:r>
              <a:rPr lang="en-US" sz="2400" b="1" dirty="0">
                <a:solidFill>
                  <a:prstClr val="black"/>
                </a:solidFill>
                <a:latin typeface="URW Palladio IT" pitchFamily="2" charset="0"/>
              </a:rPr>
              <a:t>Saba Para </a:t>
            </a:r>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Tapasvé</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Räjä</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Tina </a:t>
            </a:r>
            <a:r>
              <a:rPr lang="en-US" sz="2400" b="1" dirty="0" err="1">
                <a:solidFill>
                  <a:prstClr val="black"/>
                </a:solidFill>
                <a:latin typeface="URW Palladio IT" pitchFamily="2" charset="0"/>
              </a:rPr>
              <a:t>Ke</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Käja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Sakala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Säjä</a:t>
            </a:r>
            <a:r>
              <a:rPr lang="en-US" sz="2400" b="1" dirty="0">
                <a:solidFill>
                  <a:prstClr val="black"/>
                </a:solidFill>
                <a:latin typeface="URW Palladio IT" pitchFamily="2" charset="0"/>
              </a:rPr>
              <a:t> || - 27</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ಪರ</a:t>
            </a:r>
            <a:r>
              <a:rPr lang="en-US" sz="2400" b="1" dirty="0">
                <a:solidFill>
                  <a:prstClr val="black"/>
                </a:solidFill>
                <a:latin typeface="Calibri" pitchFamily="34" charset="0"/>
              </a:rPr>
              <a:t> </a:t>
            </a:r>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kn-IN" sz="2400" b="1" dirty="0" err="1">
                <a:solidFill>
                  <a:prstClr val="black"/>
                </a:solidFill>
                <a:latin typeface="Calibri" pitchFamily="34" charset="0"/>
                <a:ea typeface="Tunga" pitchFamily="2"/>
                <a:cs typeface="Tunga" pitchFamily="2"/>
              </a:rPr>
              <a:t>ತಪಸ್ವೀ</a:t>
            </a:r>
            <a:r>
              <a:rPr lang="kn-IN" sz="2400" b="1" dirty="0">
                <a:solidFill>
                  <a:prstClr val="black"/>
                </a:solidFill>
                <a:latin typeface="Calibri" pitchFamily="34" charset="0"/>
                <a:ea typeface="Tunga" pitchFamily="2"/>
                <a:cs typeface="Tunga" pitchFamily="2"/>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ತಿನಕೇ</a:t>
            </a:r>
            <a:r>
              <a:rPr lang="en-US" sz="2400" b="1" dirty="0">
                <a:solidFill>
                  <a:prstClr val="black"/>
                </a:solidFill>
                <a:latin typeface="Calibri" pitchFamily="34" charset="0"/>
              </a:rPr>
              <a:t> </a:t>
            </a:r>
            <a:r>
              <a:rPr lang="en-US" sz="2400" b="1" dirty="0" err="1">
                <a:solidFill>
                  <a:prstClr val="black"/>
                </a:solidFill>
                <a:latin typeface="Calibri" pitchFamily="34" charset="0"/>
              </a:rPr>
              <a:t>ಕಾಜ</a:t>
            </a:r>
            <a:r>
              <a:rPr lang="en-US" sz="2400" b="1" dirty="0">
                <a:solidFill>
                  <a:prstClr val="black"/>
                </a:solidFill>
                <a:latin typeface="Calibri" pitchFamily="34" charset="0"/>
              </a:rPr>
              <a:t> </a:t>
            </a:r>
            <a:r>
              <a:rPr lang="en-US" sz="2400" b="1" dirty="0" err="1">
                <a:solidFill>
                  <a:prstClr val="black"/>
                </a:solidFill>
                <a:latin typeface="Calibri" pitchFamily="34" charset="0"/>
              </a:rPr>
              <a:t>ಸಕಲ</a:t>
            </a:r>
            <a:r>
              <a:rPr lang="en-US" sz="2400" b="1" dirty="0">
                <a:solidFill>
                  <a:prstClr val="black"/>
                </a:solidFill>
                <a:latin typeface="Calibri" pitchFamily="34" charset="0"/>
              </a:rPr>
              <a:t> </a:t>
            </a:r>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ಸಾಜಾ</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೨೭</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caretaker of even Lord Rama, who has been hailed as the Supreme Lord and the Monarch of all those devoted in penances.</a:t>
            </a:r>
          </a:p>
          <a:p>
            <a:pPr algn="ctr" defTabSz="685754"/>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37261660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257396" y="74"/>
            <a:ext cx="6514912" cy="5401479"/>
          </a:xfrm>
          <a:prstGeom prst="rect">
            <a:avLst/>
          </a:prstGeom>
          <a:noFill/>
          <a:ln w="9525">
            <a:noFill/>
            <a:miter lim="800000"/>
            <a:headEnd/>
            <a:tailEnd/>
          </a:ln>
        </p:spPr>
        <p:txBody>
          <a:bodyPr>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मनोरथ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॥२८॥</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Manoratha</a:t>
            </a:r>
            <a:r>
              <a:rPr lang="en-US" sz="2700" b="1" dirty="0">
                <a:solidFill>
                  <a:prstClr val="black"/>
                </a:solidFill>
                <a:latin typeface="URW Palladio IT" pitchFamily="2" charset="0"/>
              </a:rPr>
              <a:t> Jo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Amita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Pävai</a:t>
            </a:r>
            <a:r>
              <a:rPr lang="en-US" sz="2700" b="1" dirty="0">
                <a:solidFill>
                  <a:prstClr val="black"/>
                </a:solidFill>
                <a:latin typeface="URW Palladio IT" pitchFamily="2" charset="0"/>
              </a:rPr>
              <a:t> || - 28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ಮನೋರಥ</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r>
              <a:rPr lang="en-US" sz="2700" b="1" dirty="0" err="1">
                <a:solidFill>
                  <a:prstClr val="black"/>
                </a:solidFill>
                <a:latin typeface="Calibri" pitchFamily="34" charset="0"/>
              </a:rPr>
              <a:t>ಲಾವೈ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ಅಮಿತ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ಜೀವನ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161833886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371693" y="57235"/>
            <a:ext cx="6457763" cy="5193729"/>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उजियारा</a:t>
            </a:r>
            <a:r>
              <a:rPr lang="en-IN" sz="3000" b="1" dirty="0">
                <a:solidFill>
                  <a:prstClr val="black"/>
                </a:solidFill>
                <a:latin typeface="Aparajita" pitchFamily="34" charset="0"/>
              </a:rPr>
              <a:t> ॥२९॥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Cäroà</a:t>
            </a:r>
            <a:r>
              <a:rPr lang="en-US" sz="2700" b="1" dirty="0">
                <a:solidFill>
                  <a:prstClr val="black"/>
                </a:solidFill>
                <a:latin typeface="URW Palladio IT" pitchFamily="2" charset="0"/>
              </a:rPr>
              <a:t> Juga </a:t>
            </a:r>
            <a:r>
              <a:rPr lang="en-US" sz="2700" b="1" dirty="0" err="1">
                <a:solidFill>
                  <a:prstClr val="black"/>
                </a:solidFill>
                <a:latin typeface="URW Palladio IT" pitchFamily="2" charset="0"/>
              </a:rPr>
              <a:t>Paratäpa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Hai </a:t>
            </a:r>
            <a:r>
              <a:rPr lang="en-US" sz="2700" b="1" dirty="0" err="1">
                <a:solidFill>
                  <a:prstClr val="black"/>
                </a:solidFill>
                <a:latin typeface="URW Palladio IT" pitchFamily="2" charset="0"/>
              </a:rPr>
              <a:t>Parasiddha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Ujiyärä</a:t>
            </a:r>
            <a:r>
              <a:rPr lang="en-US" sz="2700" b="1" dirty="0">
                <a:solidFill>
                  <a:prstClr val="black"/>
                </a:solidFill>
                <a:latin typeface="URW Palladio IT" pitchFamily="2" charset="0"/>
              </a:rPr>
              <a:t> || - 29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ಉಜಿಯಾರಾ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magnificent glory is acclaimed far and wide all through the four ages and your fame is </a:t>
            </a:r>
            <a:r>
              <a:rPr lang="en-US" b="1" dirty="0" err="1">
                <a:solidFill>
                  <a:prstClr val="black"/>
                </a:solidFill>
                <a:latin typeface="Palatino Linotype" pitchFamily="18" charset="0"/>
              </a:rPr>
              <a:t>radianlty</a:t>
            </a:r>
            <a:r>
              <a:rPr lang="en-US" b="1" dirty="0">
                <a:solidFill>
                  <a:prstClr val="black"/>
                </a:solidFill>
                <a:latin typeface="Palatino Linotype" pitchFamily="18" charset="0"/>
              </a:rPr>
              <a:t> noted all over the cosmos</a:t>
            </a:r>
            <a:r>
              <a:rPr lang="en-US" b="1" dirty="0">
                <a:solidFill>
                  <a:prstClr val="black"/>
                </a:solidFill>
                <a:latin typeface="Calibri" pitchFamily="34" charset="0"/>
              </a:rPr>
              <a:t>.</a:t>
            </a:r>
          </a:p>
          <a:p>
            <a:pPr algn="ctr" defTabSz="685754"/>
            <a:r>
              <a:rPr lang="en-US" sz="1500" b="1" dirty="0">
                <a:solidFill>
                  <a:prstClr val="black"/>
                </a:solidFill>
                <a:latin typeface="Calibri" pitchFamily="34"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39788041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143100" y="77473"/>
            <a:ext cx="6857802" cy="5586145"/>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निकन्दन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दुलारे</a:t>
            </a:r>
            <a:r>
              <a:rPr lang="en-IN" sz="3000" b="1" dirty="0">
                <a:solidFill>
                  <a:prstClr val="black"/>
                </a:solidFill>
                <a:latin typeface="Aparajita" pitchFamily="34" charset="0"/>
              </a:rPr>
              <a:t> ॥३०॥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Sädhu</a:t>
            </a:r>
            <a:r>
              <a:rPr lang="en-US" sz="2700" b="1" dirty="0">
                <a:solidFill>
                  <a:prstClr val="black"/>
                </a:solidFill>
                <a:latin typeface="URW Palladio IT" pitchFamily="2" charset="0"/>
              </a:rPr>
              <a:t> Santa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Asura </a:t>
            </a:r>
            <a:r>
              <a:rPr lang="en-US" sz="2700" b="1" dirty="0" err="1">
                <a:solidFill>
                  <a:prstClr val="black"/>
                </a:solidFill>
                <a:latin typeface="URW Palladio IT" pitchFamily="2" charset="0"/>
              </a:rPr>
              <a:t>Nikandana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Duläre</a:t>
            </a:r>
            <a:r>
              <a:rPr lang="en-US" sz="2700" b="1" dirty="0">
                <a:solidFill>
                  <a:prstClr val="black"/>
                </a:solidFill>
                <a:latin typeface="URW Palladio IT" pitchFamily="2" charset="0"/>
              </a:rPr>
              <a:t> || - 30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ದುಲಾರೇ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a:t>
            </a:r>
            <a:r>
              <a:rPr lang="en-US" b="1" dirty="0" err="1">
                <a:solidFill>
                  <a:prstClr val="black"/>
                </a:solidFill>
                <a:latin typeface="Palatino Linotype" pitchFamily="18" charset="0"/>
              </a:rPr>
              <a:t>saviour</a:t>
            </a:r>
            <a:r>
              <a:rPr lang="en-US" b="1" dirty="0">
                <a:solidFill>
                  <a:prstClr val="black"/>
                </a:solidFill>
                <a:latin typeface="Palatino Linotype" pitchFamily="18" charset="0"/>
              </a:rPr>
              <a:t> and the guardian angel of saints and sages and destroy all the Demons, you are the seraphic darling of Shri Ram.</a:t>
            </a:r>
          </a:p>
          <a:p>
            <a:pPr algn="ctr" defTabSz="685754"/>
            <a:r>
              <a:rPr lang="en-US" b="1" dirty="0">
                <a:solidFill>
                  <a:prstClr val="black"/>
                </a:solidFill>
                <a:latin typeface="Palatino Linotype" pitchFamily="18" charset="0"/>
              </a:rPr>
              <a:t>	</a:t>
            </a:r>
            <a:r>
              <a:rPr lang="en-IN" b="1" dirty="0">
                <a:solidFill>
                  <a:srgbClr val="00B050"/>
                </a:solidFill>
                <a:latin typeface="Sanskrit 99" pitchFamily="2" charset="0"/>
              </a:rPr>
              <a:t> 	</a:t>
            </a:r>
          </a:p>
          <a:p>
            <a:pPr algn="ctr" defTabSz="685754"/>
            <a:r>
              <a:rPr lang="en-IN" b="1" dirty="0">
                <a:solidFill>
                  <a:srgbClr val="00B050"/>
                </a:solidFill>
                <a:latin typeface="Sanskrit 99" pitchFamily="2" charset="0"/>
              </a:rPr>
              <a:t>	</a:t>
            </a:r>
            <a:r>
              <a:rPr lang="en-US" sz="1350" b="1" dirty="0">
                <a:solidFill>
                  <a:prstClr val="black"/>
                </a:solidFill>
                <a:latin typeface="Calibri" pitchFamily="34" charset="0"/>
              </a:rPr>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23753566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अष्टसिद्धि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माता</a:t>
            </a:r>
            <a:r>
              <a:rPr lang="en-IN" sz="3000" b="1" dirty="0">
                <a:solidFill>
                  <a:prstClr val="black"/>
                </a:solidFill>
                <a:latin typeface="Aparajita" pitchFamily="34" charset="0"/>
              </a:rPr>
              <a:t> ॥३१॥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Añöa</a:t>
            </a:r>
            <a:r>
              <a:rPr lang="en-US" sz="2700" b="1" dirty="0">
                <a:solidFill>
                  <a:prstClr val="black"/>
                </a:solidFill>
                <a:latin typeface="URW Palladio IT" pitchFamily="2" charset="0"/>
              </a:rPr>
              <a:t> Siddhi Nau Nidhi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Dätä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Bara </a:t>
            </a:r>
            <a:r>
              <a:rPr lang="en-US" sz="2700" b="1" dirty="0" err="1">
                <a:solidFill>
                  <a:prstClr val="black"/>
                </a:solidFill>
                <a:latin typeface="URW Palladio IT" pitchFamily="2" charset="0"/>
              </a:rPr>
              <a:t>Déna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Jänaké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Mätä</a:t>
            </a:r>
            <a:r>
              <a:rPr lang="en-US" sz="2700" b="1" dirty="0">
                <a:solidFill>
                  <a:prstClr val="black"/>
                </a:solidFill>
                <a:latin typeface="URW Palladio IT" pitchFamily="2" charset="0"/>
              </a:rPr>
              <a:t> || - 31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ಅಷ್ಟ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ನಿಧಿ</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ಜಾನಕೀ</a:t>
            </a:r>
            <a:r>
              <a:rPr lang="en-US" sz="2700" b="1" dirty="0">
                <a:solidFill>
                  <a:prstClr val="black"/>
                </a:solidFill>
                <a:latin typeface="Calibri" pitchFamily="34" charset="0"/>
              </a:rPr>
              <a:t> </a:t>
            </a:r>
            <a:r>
              <a:rPr lang="en-US" sz="2700" b="1" dirty="0" err="1">
                <a:solidFill>
                  <a:prstClr val="black"/>
                </a:solidFill>
                <a:latin typeface="Calibri" pitchFamily="34" charset="0"/>
              </a:rPr>
              <a:t>ಮಾತಾ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೩೧</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has been blessed with mother </a:t>
            </a:r>
            <a:r>
              <a:rPr lang="en-US" b="1" dirty="0" err="1">
                <a:solidFill>
                  <a:prstClr val="black"/>
                </a:solidFill>
                <a:latin typeface="Palatino Linotype" pitchFamily="18" charset="0"/>
              </a:rPr>
              <a:t>Janki</a:t>
            </a:r>
            <a:r>
              <a:rPr lang="en-US" b="1" dirty="0">
                <a:solidFill>
                  <a:prstClr val="black"/>
                </a:solidFill>
                <a:latin typeface="Palatino Linotype" pitchFamily="18" charset="0"/>
              </a:rPr>
              <a:t> to grant to any one any YOGIC power of eight </a:t>
            </a:r>
            <a:r>
              <a:rPr lang="en-US" b="1" dirty="0" err="1">
                <a:solidFill>
                  <a:prstClr val="black"/>
                </a:solidFill>
                <a:latin typeface="Palatino Linotype" pitchFamily="18" charset="0"/>
              </a:rPr>
              <a:t>Sidhis</a:t>
            </a:r>
            <a:r>
              <a:rPr lang="en-US" b="1" dirty="0">
                <a:solidFill>
                  <a:prstClr val="black"/>
                </a:solidFill>
                <a:latin typeface="Palatino Linotype" pitchFamily="18" charset="0"/>
              </a:rPr>
              <a:t> and Nava </a:t>
            </a:r>
            <a:r>
              <a:rPr lang="en-US" b="1" dirty="0" err="1">
                <a:solidFill>
                  <a:prstClr val="black"/>
                </a:solidFill>
                <a:latin typeface="Palatino Linotype" pitchFamily="18" charset="0"/>
              </a:rPr>
              <a:t>Nidhis</a:t>
            </a:r>
            <a:r>
              <a:rPr lang="en-US" b="1" dirty="0">
                <a:solidFill>
                  <a:prstClr val="black"/>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152021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314544" y="57223"/>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दासा</a:t>
            </a:r>
            <a:r>
              <a:rPr lang="en-IN" sz="3000" b="1" dirty="0">
                <a:solidFill>
                  <a:prstClr val="black"/>
                </a:solidFill>
                <a:latin typeface="Aparajita" pitchFamily="34" charset="0"/>
              </a:rPr>
              <a:t> ॥३२॥</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Rasäyana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Raho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Däsä</a:t>
            </a:r>
            <a:r>
              <a:rPr lang="en-US" sz="2700" b="1" dirty="0">
                <a:solidFill>
                  <a:prstClr val="black"/>
                </a:solidFill>
                <a:latin typeface="URW Palladio IT" pitchFamily="2" charset="0"/>
              </a:rPr>
              <a:t> || - 32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ದಾಸಾ</a:t>
            </a:r>
            <a:r>
              <a:rPr lang="kn-IN" sz="2700" b="1" dirty="0">
                <a:solidFill>
                  <a:prstClr val="black"/>
                </a:solidFill>
                <a:latin typeface="Calibri" pitchFamily="34" charset="0"/>
                <a:ea typeface="Tunga" pitchFamily="2"/>
                <a:cs typeface="Tunga" pitchFamily="2"/>
              </a:rPr>
              <a:t> </a:t>
            </a:r>
            <a:r>
              <a:rPr lang="en-US" sz="2700" b="1" dirty="0">
                <a:solidFill>
                  <a:prstClr val="black"/>
                </a:solidFill>
                <a:latin typeface="Calibri" pitchFamily="34" charset="0"/>
              </a:rPr>
              <a:t>॥</a:t>
            </a:r>
            <a:r>
              <a:rPr lang="kn-IN" sz="2700" b="1" dirty="0">
                <a:solidFill>
                  <a:prstClr val="black"/>
                </a:solidFill>
                <a:latin typeface="Calibri" pitchFamily="34" charset="0"/>
                <a:ea typeface="Tunga" pitchFamily="2"/>
                <a:cs typeface="Tunga" pitchFamily="2"/>
              </a:rPr>
              <a:t>೩೨</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hold the essence of devotion to RAM, always remaining His Servant.</a:t>
            </a:r>
          </a:p>
          <a:p>
            <a:pPr algn="ctr" defTabSz="685754"/>
            <a:r>
              <a:rPr lang="en-US" sz="2700" b="1" dirty="0">
                <a:solidFill>
                  <a:prstClr val="black"/>
                </a:solidFill>
                <a:latin typeface="Palatino Linotype" pitchFamily="18" charset="0"/>
              </a:rPr>
              <a:t>		</a:t>
            </a:r>
            <a:r>
              <a:rPr lang="en-US" sz="2700" dirty="0">
                <a:solidFill>
                  <a:prstClr val="black"/>
                </a:solidFill>
                <a:latin typeface="Calibri" pitchFamily="34" charset="0"/>
              </a:rPr>
              <a:t/>
            </a:r>
            <a:br>
              <a:rPr lang="en-US" sz="2700" dirty="0">
                <a:solidFill>
                  <a:prstClr val="black"/>
                </a:solidFill>
                <a:latin typeface="Calibri" pitchFamily="34" charset="0"/>
              </a:rPr>
            </a:b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385730000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अष्टसिद्धि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दाता</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अस</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बर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जानकी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माता</a:t>
            </a:r>
            <a:r>
              <a:rPr lang="en-IN" sz="3000" b="1" dirty="0">
                <a:solidFill>
                  <a:srgbClr val="000000"/>
                </a:solidFill>
                <a:latin typeface="Aparajita" pitchFamily="34" charset="0"/>
              </a:rPr>
              <a:t> ॥३१॥</a:t>
            </a:r>
          </a:p>
          <a:p>
            <a:pPr algn="ctr" defTabSz="685754"/>
            <a:endParaRPr lang="en-IN" sz="30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Añöa</a:t>
            </a:r>
            <a:r>
              <a:rPr lang="en-US" sz="2700" b="1" dirty="0">
                <a:solidFill>
                  <a:srgbClr val="000000"/>
                </a:solidFill>
                <a:latin typeface="URW Palladio IT" pitchFamily="2" charset="0"/>
              </a:rPr>
              <a:t> Siddhi Nau Nidhi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Dätä</a:t>
            </a:r>
            <a:r>
              <a:rPr lang="en-US" sz="2700" b="1" dirty="0">
                <a:solidFill>
                  <a:srgbClr val="000000"/>
                </a:solidFill>
                <a:latin typeface="URW Palladio IT" pitchFamily="2" charset="0"/>
              </a:rPr>
              <a:t> | </a:t>
            </a:r>
          </a:p>
          <a:p>
            <a:pPr algn="ctr" defTabSz="685754"/>
            <a:r>
              <a:rPr lang="en-US" sz="2700" b="1" dirty="0">
                <a:solidFill>
                  <a:srgbClr val="000000"/>
                </a:solidFill>
                <a:latin typeface="URW Palladio IT" pitchFamily="2" charset="0"/>
              </a:rPr>
              <a:t>Asa Bara </a:t>
            </a:r>
            <a:r>
              <a:rPr lang="en-US" sz="2700" b="1" dirty="0" err="1">
                <a:solidFill>
                  <a:srgbClr val="000000"/>
                </a:solidFill>
                <a:latin typeface="URW Palladio IT" pitchFamily="2" charset="0"/>
              </a:rPr>
              <a:t>Déna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Jänaké</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Mätä</a:t>
            </a:r>
            <a:r>
              <a:rPr lang="en-US" sz="2700" b="1" dirty="0">
                <a:solidFill>
                  <a:srgbClr val="000000"/>
                </a:solidFill>
                <a:latin typeface="URW Palladio IT" pitchFamily="2" charset="0"/>
              </a:rPr>
              <a:t> || - 31</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ಅಷ್ಟ</a:t>
            </a:r>
            <a:r>
              <a:rPr lang="en-US" sz="2700" b="1" dirty="0">
                <a:solidFill>
                  <a:srgbClr val="000000"/>
                </a:solidFill>
                <a:latin typeface="Calibri" pitchFamily="34" charset="0"/>
              </a:rPr>
              <a:t> </a:t>
            </a:r>
            <a:r>
              <a:rPr lang="en-US" sz="2700" b="1" dirty="0" err="1">
                <a:solidFill>
                  <a:srgbClr val="000000"/>
                </a:solidFill>
                <a:latin typeface="Calibri" pitchFamily="34" charset="0"/>
              </a:rPr>
              <a:t>ಸಿದ್ಧಿ</a:t>
            </a:r>
            <a:r>
              <a:rPr lang="en-US" sz="2700" b="1" dirty="0">
                <a:solidFill>
                  <a:srgbClr val="000000"/>
                </a:solidFill>
                <a:latin typeface="Calibri" pitchFamily="34" charset="0"/>
              </a:rPr>
              <a:t> </a:t>
            </a:r>
            <a:r>
              <a:rPr lang="en-US" sz="2700" b="1" dirty="0" err="1">
                <a:solidFill>
                  <a:srgbClr val="000000"/>
                </a:solidFill>
                <a:latin typeface="Calibri" pitchFamily="34" charset="0"/>
              </a:rPr>
              <a:t>ನೌ</a:t>
            </a:r>
            <a:r>
              <a:rPr lang="en-US" sz="2700" b="1" dirty="0">
                <a:solidFill>
                  <a:srgbClr val="000000"/>
                </a:solidFill>
                <a:latin typeface="Calibri" pitchFamily="34" charset="0"/>
              </a:rPr>
              <a:t> </a:t>
            </a:r>
            <a:r>
              <a:rPr lang="en-US" sz="2700" b="1" dirty="0" err="1">
                <a:solidFill>
                  <a:srgbClr val="000000"/>
                </a:solidFill>
                <a:latin typeface="Calibri" pitchFamily="34" charset="0"/>
              </a:rPr>
              <a:t>ನಿಧಿ</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en-US" sz="2700" b="1" dirty="0" err="1">
                <a:solidFill>
                  <a:srgbClr val="000000"/>
                </a:solidFill>
                <a:latin typeface="Calibri" pitchFamily="34" charset="0"/>
              </a:rPr>
              <a:t>ದಾತಾ</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ಅಸ</a:t>
            </a:r>
            <a:r>
              <a:rPr lang="en-US" sz="2700" b="1" dirty="0">
                <a:solidFill>
                  <a:srgbClr val="000000"/>
                </a:solidFill>
                <a:latin typeface="Calibri" pitchFamily="34" charset="0"/>
              </a:rPr>
              <a:t> </a:t>
            </a:r>
            <a:r>
              <a:rPr lang="en-US" sz="2700" b="1" dirty="0" err="1">
                <a:solidFill>
                  <a:srgbClr val="000000"/>
                </a:solidFill>
                <a:latin typeface="Calibri" pitchFamily="34" charset="0"/>
              </a:rPr>
              <a:t>ಬರ</a:t>
            </a:r>
            <a:r>
              <a:rPr lang="en-US" sz="2700" b="1" dirty="0">
                <a:solidFill>
                  <a:srgbClr val="000000"/>
                </a:solidFill>
                <a:latin typeface="Calibri" pitchFamily="34" charset="0"/>
              </a:rPr>
              <a:t> </a:t>
            </a:r>
            <a:r>
              <a:rPr lang="en-US" sz="2700" b="1" dirty="0" err="1">
                <a:solidFill>
                  <a:srgbClr val="000000"/>
                </a:solidFill>
                <a:latin typeface="Calibri" pitchFamily="34" charset="0"/>
              </a:rPr>
              <a:t>ದೀಂಹ</a:t>
            </a:r>
            <a:r>
              <a:rPr lang="en-US" sz="2700" b="1" dirty="0">
                <a:solidFill>
                  <a:srgbClr val="000000"/>
                </a:solidFill>
                <a:latin typeface="Calibri" pitchFamily="34" charset="0"/>
              </a:rPr>
              <a:t> </a:t>
            </a:r>
            <a:r>
              <a:rPr lang="en-US" sz="2700" b="1" dirty="0" err="1">
                <a:solidFill>
                  <a:srgbClr val="000000"/>
                </a:solidFill>
                <a:latin typeface="Calibri" pitchFamily="34" charset="0"/>
              </a:rPr>
              <a:t>ಜಾನಕೀ</a:t>
            </a:r>
            <a:r>
              <a:rPr lang="en-US" sz="2700" b="1" dirty="0">
                <a:solidFill>
                  <a:srgbClr val="000000"/>
                </a:solidFill>
                <a:latin typeface="Calibri" pitchFamily="34" charset="0"/>
              </a:rPr>
              <a:t> </a:t>
            </a:r>
            <a:r>
              <a:rPr lang="en-US" sz="2700" b="1" dirty="0" err="1">
                <a:solidFill>
                  <a:srgbClr val="000000"/>
                </a:solidFill>
                <a:latin typeface="Calibri" pitchFamily="34" charset="0"/>
              </a:rPr>
              <a:t>ಮಾತಾ</a:t>
            </a:r>
            <a:r>
              <a:rPr lang="en-US" sz="2700" b="1" dirty="0">
                <a:solidFill>
                  <a:srgbClr val="000000"/>
                </a:solidFill>
                <a:latin typeface="Calibri" pitchFamily="34" charset="0"/>
              </a:rPr>
              <a:t> ॥</a:t>
            </a:r>
            <a:r>
              <a:rPr lang="kn-IN" sz="2700" b="1" dirty="0">
                <a:solidFill>
                  <a:srgbClr val="000000"/>
                </a:solidFill>
                <a:latin typeface="Calibri" pitchFamily="34" charset="0"/>
                <a:ea typeface="Tunga" pitchFamily="2"/>
                <a:cs typeface="Tunga" pitchFamily="2"/>
              </a:rPr>
              <a:t>೩೧</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has been blessed with mother </a:t>
            </a:r>
            <a:r>
              <a:rPr lang="en-US" b="1" dirty="0" err="1">
                <a:solidFill>
                  <a:srgbClr val="000000"/>
                </a:solidFill>
                <a:latin typeface="Palatino Linotype" pitchFamily="18" charset="0"/>
              </a:rPr>
              <a:t>Janki</a:t>
            </a:r>
            <a:r>
              <a:rPr lang="en-US" b="1" dirty="0">
                <a:solidFill>
                  <a:srgbClr val="000000"/>
                </a:solidFill>
                <a:latin typeface="Palatino Linotype" pitchFamily="18" charset="0"/>
              </a:rPr>
              <a:t> to grant to any one any YOGIC power of eight </a:t>
            </a:r>
            <a:r>
              <a:rPr lang="en-US" b="1" dirty="0" err="1">
                <a:solidFill>
                  <a:srgbClr val="000000"/>
                </a:solidFill>
                <a:latin typeface="Palatino Linotype" pitchFamily="18" charset="0"/>
              </a:rPr>
              <a:t>Sidhis</a:t>
            </a:r>
            <a:r>
              <a:rPr lang="en-US" b="1" dirty="0">
                <a:solidFill>
                  <a:srgbClr val="000000"/>
                </a:solidFill>
                <a:latin typeface="Palatino Linotype" pitchFamily="18" charset="0"/>
              </a:rPr>
              <a:t> and Nava </a:t>
            </a:r>
            <a:r>
              <a:rPr lang="en-US" b="1" dirty="0" err="1">
                <a:solidFill>
                  <a:srgbClr val="000000"/>
                </a:solidFill>
                <a:latin typeface="Palatino Linotype" pitchFamily="18" charset="0"/>
              </a:rPr>
              <a:t>Nidhis</a:t>
            </a:r>
            <a:r>
              <a:rPr lang="en-US" b="1" dirty="0">
                <a:solidFill>
                  <a:srgbClr val="000000"/>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srgbClr val="000000"/>
              </a:solidFill>
              <a:latin typeface="Palatino Linotype" pitchFamily="18" charset="0"/>
            </a:endParaRPr>
          </a:p>
        </p:txBody>
      </p:sp>
    </p:spTree>
    <p:extLst>
      <p:ext uri="{BB962C8B-B14F-4D97-AF65-F5344CB8AC3E}">
        <p14:creationId xmlns:p14="http://schemas.microsoft.com/office/powerpoint/2010/main" val="211767270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314544" y="57224"/>
            <a:ext cx="6572060" cy="55168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राम</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रसायन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तुह्मरे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पासा</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सदा</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रहो</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रघुपति</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दासा</a:t>
            </a:r>
            <a:r>
              <a:rPr lang="en-IN" sz="3000" b="1" dirty="0">
                <a:solidFill>
                  <a:srgbClr val="000000"/>
                </a:solidFill>
                <a:latin typeface="Aparajita" pitchFamily="34" charset="0"/>
              </a:rPr>
              <a:t> ॥३२॥</a:t>
            </a:r>
          </a:p>
          <a:p>
            <a:pPr algn="ctr" defTabSz="685754"/>
            <a:endParaRPr lang="en-IN" sz="27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Räma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Rasäyana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Tumhare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Päsä</a:t>
            </a:r>
            <a:r>
              <a:rPr lang="en-US" sz="2700" b="1" dirty="0">
                <a:solidFill>
                  <a:srgbClr val="000000"/>
                </a:solidFill>
                <a:latin typeface="URW Palladio IT" pitchFamily="2" charset="0"/>
              </a:rPr>
              <a:t> | </a:t>
            </a:r>
          </a:p>
          <a:p>
            <a:pPr algn="ctr" defTabSz="685754"/>
            <a:r>
              <a:rPr lang="en-US" sz="2700" b="1" dirty="0" err="1">
                <a:solidFill>
                  <a:srgbClr val="000000"/>
                </a:solidFill>
                <a:latin typeface="URW Palladio IT" pitchFamily="2" charset="0"/>
              </a:rPr>
              <a:t>Sadä</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Raho</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Raghupati</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Däsä</a:t>
            </a:r>
            <a:r>
              <a:rPr lang="en-US" sz="2700" b="1" dirty="0">
                <a:solidFill>
                  <a:srgbClr val="000000"/>
                </a:solidFill>
                <a:latin typeface="URW Palladio IT" pitchFamily="2" charset="0"/>
              </a:rPr>
              <a:t> || - 32</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ರಾಮ</a:t>
            </a:r>
            <a:r>
              <a:rPr lang="en-US" sz="2700" b="1" dirty="0">
                <a:solidFill>
                  <a:srgbClr val="000000"/>
                </a:solidFill>
                <a:latin typeface="Calibri" pitchFamily="34" charset="0"/>
              </a:rPr>
              <a:t> </a:t>
            </a:r>
            <a:r>
              <a:rPr lang="en-US" sz="2700" b="1" dirty="0" err="1">
                <a:solidFill>
                  <a:srgbClr val="000000"/>
                </a:solidFill>
                <a:latin typeface="Calibri" pitchFamily="34" charset="0"/>
              </a:rPr>
              <a:t>ರಸಾಯನ</a:t>
            </a:r>
            <a:r>
              <a:rPr lang="en-US" sz="2700" b="1" dirty="0">
                <a:solidFill>
                  <a:srgbClr val="000000"/>
                </a:solidFill>
                <a:latin typeface="Calibri" pitchFamily="34" charset="0"/>
              </a:rPr>
              <a:t> </a:t>
            </a:r>
            <a:r>
              <a:rPr lang="en-US" sz="2700" b="1" dirty="0" err="1">
                <a:solidFill>
                  <a:srgbClr val="000000"/>
                </a:solidFill>
                <a:latin typeface="Calibri" pitchFamily="34" charset="0"/>
              </a:rPr>
              <a:t>ತುಮ್ಹರೇ</a:t>
            </a:r>
            <a:r>
              <a:rPr lang="en-US" sz="2700" b="1" dirty="0">
                <a:solidFill>
                  <a:srgbClr val="000000"/>
                </a:solidFill>
                <a:latin typeface="Calibri" pitchFamily="34" charset="0"/>
              </a:rPr>
              <a:t> </a:t>
            </a:r>
            <a:r>
              <a:rPr lang="en-US" sz="2700" b="1" dirty="0" err="1">
                <a:solidFill>
                  <a:srgbClr val="000000"/>
                </a:solidFill>
                <a:latin typeface="Calibri" pitchFamily="34" charset="0"/>
              </a:rPr>
              <a:t>ಪಾಸಾ</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ಸದಾ</a:t>
            </a:r>
            <a:r>
              <a:rPr lang="en-US" sz="2700" b="1" dirty="0">
                <a:solidFill>
                  <a:srgbClr val="000000"/>
                </a:solidFill>
                <a:latin typeface="Calibri" pitchFamily="34" charset="0"/>
              </a:rPr>
              <a:t> </a:t>
            </a:r>
            <a:r>
              <a:rPr lang="en-US" sz="2700" b="1" dirty="0" err="1">
                <a:solidFill>
                  <a:srgbClr val="000000"/>
                </a:solidFill>
                <a:latin typeface="Calibri" pitchFamily="34" charset="0"/>
              </a:rPr>
              <a:t>ರಹೋ</a:t>
            </a:r>
            <a:r>
              <a:rPr lang="en-US" sz="2700" b="1" dirty="0">
                <a:solidFill>
                  <a:srgbClr val="000000"/>
                </a:solidFill>
                <a:latin typeface="Calibri" pitchFamily="34" charset="0"/>
              </a:rPr>
              <a:t> </a:t>
            </a:r>
            <a:r>
              <a:rPr lang="en-US" sz="2700" b="1" dirty="0" err="1">
                <a:solidFill>
                  <a:srgbClr val="000000"/>
                </a:solidFill>
                <a:latin typeface="Calibri" pitchFamily="34" charset="0"/>
              </a:rPr>
              <a:t>ರಘುಪತಿ</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kn-IN" sz="2700" b="1" dirty="0" err="1">
                <a:solidFill>
                  <a:srgbClr val="000000"/>
                </a:solidFill>
                <a:latin typeface="Calibri" pitchFamily="34" charset="0"/>
                <a:ea typeface="Tunga" pitchFamily="2"/>
                <a:cs typeface="Tunga" pitchFamily="2"/>
              </a:rPr>
              <a:t>ದಾಸಾ</a:t>
            </a:r>
            <a:r>
              <a:rPr lang="kn-IN" sz="2700" b="1" dirty="0">
                <a:solidFill>
                  <a:srgbClr val="000000"/>
                </a:solidFill>
                <a:latin typeface="Calibri" pitchFamily="34" charset="0"/>
                <a:ea typeface="Tunga" pitchFamily="2"/>
                <a:cs typeface="Tunga" pitchFamily="2"/>
              </a:rPr>
              <a:t> </a:t>
            </a:r>
            <a:r>
              <a:rPr lang="en-US" sz="2700" b="1" dirty="0">
                <a:solidFill>
                  <a:srgbClr val="000000"/>
                </a:solidFill>
                <a:latin typeface="Calibri" pitchFamily="34" charset="0"/>
              </a:rPr>
              <a:t>॥</a:t>
            </a:r>
            <a:r>
              <a:rPr lang="kn-IN" sz="2700" b="1" dirty="0">
                <a:solidFill>
                  <a:srgbClr val="000000"/>
                </a:solidFill>
                <a:latin typeface="Calibri" pitchFamily="34" charset="0"/>
                <a:ea typeface="Tunga" pitchFamily="2"/>
                <a:cs typeface="Tunga" pitchFamily="2"/>
              </a:rPr>
              <a:t>೩೨</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a:solidFill>
                  <a:srgbClr val="000000"/>
                </a:solidFill>
                <a:latin typeface="Palatino Linotype" pitchFamily="18" charset="0"/>
              </a:rPr>
              <a:t>Oh </a:t>
            </a:r>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You hold the essence of devotion to RAM, always remaining His Servant.</a:t>
            </a:r>
          </a:p>
          <a:p>
            <a:pPr algn="ctr" defTabSz="685754"/>
            <a:r>
              <a:rPr lang="en-US" sz="2700" b="1" dirty="0">
                <a:solidFill>
                  <a:srgbClr val="000000"/>
                </a:solidFill>
                <a:latin typeface="Palatino Linotype" pitchFamily="18" charset="0"/>
              </a:rPr>
              <a:t>		</a:t>
            </a:r>
            <a:r>
              <a:rPr lang="en-US" sz="2700" dirty="0">
                <a:solidFill>
                  <a:srgbClr val="000000"/>
                </a:solidFill>
                <a:latin typeface="Calibri" pitchFamily="34" charset="0"/>
              </a:rPr>
              <a:t/>
            </a:r>
            <a:br>
              <a:rPr lang="en-US" sz="2700" dirty="0">
                <a:solidFill>
                  <a:srgbClr val="000000"/>
                </a:solidFill>
                <a:latin typeface="Calibri" pitchFamily="34" charset="0"/>
              </a:rPr>
            </a:br>
            <a:endParaRPr lang="en-US" sz="2700" dirty="0">
              <a:solidFill>
                <a:srgbClr val="000000"/>
              </a:solidFill>
              <a:latin typeface="Calibri" pitchFamily="34" charset="0"/>
            </a:endParaRPr>
          </a:p>
        </p:txBody>
      </p:sp>
    </p:spTree>
    <p:extLst>
      <p:ext uri="{BB962C8B-B14F-4D97-AF65-F5344CB8AC3E}">
        <p14:creationId xmlns:p14="http://schemas.microsoft.com/office/powerpoint/2010/main" val="32582302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64515" name="Rectangle 1"/>
          <p:cNvSpPr>
            <a:spLocks noChangeArrowheads="1"/>
          </p:cNvSpPr>
          <p:nvPr/>
        </p:nvSpPr>
        <p:spPr bwMode="auto">
          <a:xfrm>
            <a:off x="1182390" y="3555179"/>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64516" name="Picture 2" descr="G:\Rama\sri-rama-shri-hanuman.jpg"/>
          <p:cNvPicPr>
            <a:picLocks noChangeAspect="1" noChangeArrowheads="1"/>
          </p:cNvPicPr>
          <p:nvPr/>
        </p:nvPicPr>
        <p:blipFill>
          <a:blip/>
          <a:srcRect/>
          <a:stretch>
            <a:fillRect/>
          </a:stretch>
        </p:blipFill>
        <p:spPr bwMode="auto">
          <a:xfrm>
            <a:off x="1731261" y="-10639"/>
            <a:ext cx="5755314" cy="3886089"/>
          </a:xfrm>
          <a:prstGeom prst="rect">
            <a:avLst/>
          </a:prstGeom>
          <a:noFill/>
          <a:ln w="9525">
            <a:noFill/>
            <a:miter lim="800000"/>
            <a:headEnd/>
            <a:tailEnd/>
          </a:ln>
        </p:spPr>
      </p:pic>
    </p:spTree>
    <p:extLst>
      <p:ext uri="{BB962C8B-B14F-4D97-AF65-F5344CB8AC3E}">
        <p14:creationId xmlns:p14="http://schemas.microsoft.com/office/powerpoint/2010/main" val="130055602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314544" y="160805"/>
            <a:ext cx="6686357" cy="4870564"/>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बिसरावै</a:t>
            </a:r>
            <a:r>
              <a:rPr lang="en-IN" sz="3000" b="1" dirty="0">
                <a:solidFill>
                  <a:prstClr val="black"/>
                </a:solidFill>
                <a:latin typeface="Aparajita" pitchFamily="34" charset="0"/>
              </a:rPr>
              <a:t> ॥३३॥</a:t>
            </a:r>
          </a:p>
          <a:p>
            <a:pPr algn="ctr" defTabSz="685754"/>
            <a:endParaRPr lang="en-IN" sz="3300" b="1" dirty="0">
              <a:solidFill>
                <a:prstClr val="black"/>
              </a:solidFill>
              <a:latin typeface="Aparajita" pitchFamily="34" charset="0"/>
            </a:endParaRPr>
          </a:p>
          <a:p>
            <a:pPr algn="ctr" defTabSz="685754"/>
            <a:r>
              <a:rPr lang="en-US" sz="2100" b="1" dirty="0" err="1">
                <a:solidFill>
                  <a:prstClr val="black"/>
                </a:solidFill>
                <a:latin typeface="URW Palladio IT" pitchFamily="2" charset="0"/>
              </a:rPr>
              <a:t>Tumhare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Bhajana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Räma</a:t>
            </a:r>
            <a:r>
              <a:rPr lang="en-US" sz="2100" b="1" dirty="0">
                <a:solidFill>
                  <a:prstClr val="black"/>
                </a:solidFill>
                <a:latin typeface="URW Palladio IT" pitchFamily="2" charset="0"/>
              </a:rPr>
              <a:t> Ko </a:t>
            </a:r>
            <a:r>
              <a:rPr lang="en-US" sz="2100" b="1" dirty="0" err="1">
                <a:solidFill>
                  <a:prstClr val="black"/>
                </a:solidFill>
                <a:latin typeface="URW Palladio IT" pitchFamily="2" charset="0"/>
              </a:rPr>
              <a:t>Pävai</a:t>
            </a:r>
            <a:r>
              <a:rPr lang="en-US" sz="2100" b="1" dirty="0">
                <a:solidFill>
                  <a:prstClr val="black"/>
                </a:solidFill>
                <a:latin typeface="URW Palladio IT" pitchFamily="2" charset="0"/>
              </a:rPr>
              <a:t> | </a:t>
            </a:r>
          </a:p>
          <a:p>
            <a:pPr algn="ctr" defTabSz="685754"/>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Ke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Dukha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Bisarävai</a:t>
            </a:r>
            <a:r>
              <a:rPr lang="en-US" sz="2100" b="1" dirty="0">
                <a:solidFill>
                  <a:prstClr val="black"/>
                </a:solidFill>
                <a:latin typeface="URW Palladio IT" pitchFamily="2" charset="0"/>
              </a:rPr>
              <a:t> || - 33</a:t>
            </a:r>
          </a:p>
          <a:p>
            <a:pPr algn="ctr" defTabSz="685754"/>
            <a:endParaRPr lang="en-US" sz="2100" b="1" dirty="0">
              <a:solidFill>
                <a:prstClr val="black"/>
              </a:solidFill>
              <a:latin typeface="URW Palladio IT" pitchFamily="2" charset="0"/>
            </a:endParaRPr>
          </a:p>
          <a:p>
            <a:pPr algn="ctr" defTabSz="685754"/>
            <a:endParaRPr lang="en-US" sz="105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ದುಖ</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through devotion to you, one comes to RAM and becomes free from suffering of several lives.</a:t>
            </a:r>
            <a:endParaRPr lang="en-US" dirty="0">
              <a:solidFill>
                <a:prstClr val="black"/>
              </a:solidFill>
              <a:latin typeface="Calibri" pitchFamily="34" charset="0"/>
            </a:endParaRPr>
          </a:p>
        </p:txBody>
      </p:sp>
    </p:spTree>
    <p:extLst>
      <p:ext uri="{BB962C8B-B14F-4D97-AF65-F5344CB8AC3E}">
        <p14:creationId xmlns:p14="http://schemas.microsoft.com/office/powerpoint/2010/main" val="390596086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314545" y="57223"/>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हरिभक्त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कहाई</a:t>
            </a:r>
            <a:r>
              <a:rPr lang="en-IN" sz="3000" b="1" dirty="0">
                <a:solidFill>
                  <a:prstClr val="black"/>
                </a:solidFill>
                <a:latin typeface="Aparajita" pitchFamily="34" charset="0"/>
              </a:rPr>
              <a:t> ॥३४॥</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Anta </a:t>
            </a:r>
            <a:r>
              <a:rPr lang="en-US" sz="2700" b="1" dirty="0" err="1">
                <a:solidFill>
                  <a:prstClr val="black"/>
                </a:solidFill>
                <a:latin typeface="URW Palladio IT" pitchFamily="2" charset="0"/>
              </a:rPr>
              <a:t>Käla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Pura </a:t>
            </a:r>
            <a:r>
              <a:rPr lang="en-US" sz="2700" b="1" dirty="0" err="1">
                <a:solidFill>
                  <a:prstClr val="black"/>
                </a:solidFill>
                <a:latin typeface="URW Palladio IT" pitchFamily="2" charset="0"/>
              </a:rPr>
              <a:t>Jäé</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Haribhakta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Kahäé</a:t>
            </a:r>
            <a:r>
              <a:rPr lang="en-US" sz="2700" b="1" dirty="0">
                <a:solidFill>
                  <a:prstClr val="black"/>
                </a:solidFill>
                <a:latin typeface="URW Palladio IT" pitchFamily="2" charset="0"/>
              </a:rPr>
              <a:t> || - 34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ಕಾಲ</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kn-IN" sz="2700" b="1" dirty="0" err="1">
                <a:solidFill>
                  <a:prstClr val="black"/>
                </a:solidFill>
                <a:latin typeface="Calibri" pitchFamily="34" charset="0"/>
                <a:ea typeface="Tunga" pitchFamily="2"/>
                <a:cs typeface="Tunga" pitchFamily="2"/>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ಭಕ್ತ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೩೪</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After death he enters the eternal abode of Sri Ram and remains a devotee of him, whenever, taking new birth on earth.</a:t>
            </a:r>
          </a:p>
          <a:p>
            <a:pPr algn="ctr" defTabSz="685754"/>
            <a:endParaRPr lang="en-IN" sz="600" b="1" dirty="0">
              <a:solidFill>
                <a:prstClr val="black"/>
              </a:solidFill>
              <a:latin typeface="Aparajita" pitchFamily="34" charset="0"/>
            </a:endParaRPr>
          </a:p>
          <a:p>
            <a:pPr algn="ctr" defTabSz="685754"/>
            <a:r>
              <a:rPr lang="en-IN" sz="1500" b="1" dirty="0">
                <a:solidFill>
                  <a:srgbClr val="00B050"/>
                </a:solidFill>
                <a:latin typeface="Sanskrit 99" pitchFamily="2" charset="0"/>
              </a:rPr>
              <a:t>   		</a:t>
            </a:r>
            <a:r>
              <a:rPr lang="en-US" sz="1500" dirty="0">
                <a:solidFill>
                  <a:prstClr val="black"/>
                </a:solidFill>
                <a:latin typeface="Calibri" pitchFamily="34" charset="0"/>
              </a:rPr>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382286735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314545" y="74"/>
            <a:ext cx="6514912" cy="593239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देवता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सेइ</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करई</a:t>
            </a:r>
            <a:r>
              <a:rPr lang="en-IN" sz="3000" b="1" dirty="0">
                <a:solidFill>
                  <a:prstClr val="black"/>
                </a:solidFill>
                <a:latin typeface="Aparajita" pitchFamily="34" charset="0"/>
              </a:rPr>
              <a:t> ॥३५॥</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Devatä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Citta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Dharaé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Seé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Karaé</a:t>
            </a:r>
            <a:r>
              <a:rPr lang="en-US" sz="2700" b="1" dirty="0">
                <a:solidFill>
                  <a:prstClr val="black"/>
                </a:solidFill>
                <a:latin typeface="URW Palladio IT" pitchFamily="2" charset="0"/>
              </a:rPr>
              <a:t> || - 35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ಧರಈ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೩೫</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You need not hold any other demigod in mind.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alone will give all happiness.</a:t>
            </a: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426086759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371693" y="-57074"/>
            <a:ext cx="6457763" cy="577081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बलबीरा</a:t>
            </a:r>
            <a:r>
              <a:rPr lang="en-IN" sz="3000" b="1" dirty="0">
                <a:solidFill>
                  <a:prstClr val="black"/>
                </a:solidFill>
                <a:latin typeface="Aparajita" pitchFamily="34" charset="0"/>
              </a:rPr>
              <a:t> ॥३६॥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Kaöai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Miöai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Sumirai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Balabérä</a:t>
            </a:r>
            <a:r>
              <a:rPr lang="en-US" sz="2700" b="1" dirty="0">
                <a:solidFill>
                  <a:prstClr val="black"/>
                </a:solidFill>
                <a:latin typeface="URW Palladio IT" pitchFamily="2" charset="0"/>
              </a:rPr>
              <a:t> || - 36</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ಮಿಟೈ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ಹನುಮತ್</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ಬಲಬೀರಾ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೩೬</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Powerful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end the sufferings and remove all the pain from those who remember you.</a:t>
            </a:r>
          </a:p>
          <a:p>
            <a:pPr algn="ctr" defTabSz="685754"/>
            <a:r>
              <a:rPr lang="en-US" sz="1350" dirty="0">
                <a:solidFill>
                  <a:prstClr val="black"/>
                </a:solidFill>
                <a:latin typeface="Calibri" pitchFamily="34" charset="0"/>
              </a:rPr>
              <a:t/>
            </a:r>
            <a:br>
              <a:rPr lang="en-US" sz="1350" dirty="0">
                <a:solidFill>
                  <a:prstClr val="black"/>
                </a:solidFill>
                <a:latin typeface="Calibri" pitchFamily="34" charset="0"/>
              </a:rPr>
            </a:br>
            <a:r>
              <a:rPr lang="en-US" sz="1350" dirty="0">
                <a:solidFill>
                  <a:prstClr val="black"/>
                </a:solidFill>
                <a:latin typeface="Calibri" pitchFamily="34" charset="0"/>
              </a:rPr>
              <a:t/>
            </a: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16176067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314545" y="57234"/>
            <a:ext cx="6514912" cy="630172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गोसाईं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गुरुदेव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नाईं</a:t>
            </a:r>
            <a:r>
              <a:rPr lang="en-IN" sz="3000" b="1" dirty="0">
                <a:solidFill>
                  <a:prstClr val="black"/>
                </a:solidFill>
                <a:latin typeface="Aparajita" pitchFamily="34" charset="0"/>
              </a:rPr>
              <a:t> ॥३७॥</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Jaya 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Gosäéà</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Kåpä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Karahu</a:t>
            </a:r>
            <a:r>
              <a:rPr lang="en-US" sz="2700" b="1" dirty="0">
                <a:solidFill>
                  <a:prstClr val="black"/>
                </a:solidFill>
                <a:latin typeface="URW Palladio IT" pitchFamily="2" charset="0"/>
              </a:rPr>
              <a:t> Guru Deva </a:t>
            </a:r>
            <a:r>
              <a:rPr lang="en-US" sz="2700" b="1" dirty="0" err="1">
                <a:solidFill>
                  <a:prstClr val="black"/>
                </a:solidFill>
                <a:latin typeface="URW Palladio IT" pitchFamily="2" charset="0"/>
              </a:rPr>
              <a:t>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Näéà</a:t>
            </a:r>
            <a:r>
              <a:rPr lang="en-US" sz="2700" b="1" dirty="0">
                <a:solidFill>
                  <a:prstClr val="black"/>
                </a:solidFill>
                <a:latin typeface="URW Palladio IT" pitchFamily="2" charset="0"/>
              </a:rPr>
              <a:t> || - 37</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ಗೋಸಾಈ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kn-IN" sz="2700" b="1" dirty="0" err="1">
                <a:solidFill>
                  <a:prstClr val="black"/>
                </a:solidFill>
                <a:latin typeface="Calibri" pitchFamily="34" charset="0"/>
                <a:ea typeface="Tunga" pitchFamily="2"/>
                <a:cs typeface="Tunga" pitchFamily="2"/>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kn-IN" sz="2700" b="1" dirty="0" err="1">
                <a:solidFill>
                  <a:prstClr val="black"/>
                </a:solidFill>
                <a:latin typeface="Calibri" pitchFamily="34" charset="0"/>
                <a:ea typeface="Tunga" pitchFamily="2"/>
                <a:cs typeface="Tunga" pitchFamily="2"/>
              </a:rPr>
              <a:t>ರು</a:t>
            </a:r>
            <a:r>
              <a:rPr lang="en-US" sz="2700" b="1" dirty="0" err="1">
                <a:solidFill>
                  <a:prstClr val="black"/>
                </a:solidFill>
                <a:latin typeface="Calibri" pitchFamily="34" charset="0"/>
              </a:rPr>
              <a:t>ದೇವ</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ನಾಈ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೩೭</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Hail-Hail-Hail-Lord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 beseech you </a:t>
            </a:r>
            <a:r>
              <a:rPr lang="en-US" b="1" dirty="0" err="1">
                <a:solidFill>
                  <a:prstClr val="black"/>
                </a:solidFill>
                <a:latin typeface="Palatino Linotype" pitchFamily="18" charset="0"/>
              </a:rPr>
              <a:t>Honour</a:t>
            </a:r>
            <a:r>
              <a:rPr lang="en-US" b="1" dirty="0">
                <a:solidFill>
                  <a:prstClr val="black"/>
                </a:solidFill>
                <a:latin typeface="Palatino Linotype" pitchFamily="18" charset="0"/>
              </a:rPr>
              <a:t> to bless me in the capacity of my supreme 'GURU' (teacher).</a:t>
            </a:r>
          </a:p>
          <a:p>
            <a:pPr algn="ctr" defTabSz="685754"/>
            <a:r>
              <a:rPr lang="en-US" sz="2400" b="1" dirty="0">
                <a:solidFill>
                  <a:prstClr val="black"/>
                </a:solidFill>
                <a:latin typeface="Palatino Linotype" pitchFamily="18" charset="0"/>
              </a:rPr>
              <a:t>	</a:t>
            </a:r>
            <a:endParaRPr lang="en-IN" sz="2400" b="1" dirty="0">
              <a:solidFill>
                <a:srgbClr val="00B050"/>
              </a:solidFill>
              <a:latin typeface="Aparajita" pitchFamily="34" charset="0"/>
            </a:endParaRPr>
          </a:p>
          <a:p>
            <a:pPr algn="ctr" defTabSz="685754"/>
            <a:endParaRPr lang="en-US" sz="2400" dirty="0">
              <a:solidFill>
                <a:prstClr val="black"/>
              </a:solidFill>
              <a:latin typeface="Calibri" pitchFamily="34" charset="0"/>
            </a:endParaRPr>
          </a:p>
        </p:txBody>
      </p:sp>
    </p:spTree>
    <p:extLst>
      <p:ext uri="{BB962C8B-B14F-4D97-AF65-F5344CB8AC3E}">
        <p14:creationId xmlns:p14="http://schemas.microsoft.com/office/powerpoint/2010/main" val="250276236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314545" y="-135643"/>
            <a:ext cx="6457763"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छूटहि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होई</a:t>
            </a:r>
            <a:r>
              <a:rPr lang="en-IN" sz="3000" b="1" dirty="0">
                <a:solidFill>
                  <a:prstClr val="black"/>
                </a:solidFill>
                <a:latin typeface="Aparajita" pitchFamily="34" charset="0"/>
              </a:rPr>
              <a:t> ॥३८॥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Päöha</a:t>
            </a:r>
            <a:r>
              <a:rPr lang="en-US" sz="2700" b="1" dirty="0">
                <a:solidFill>
                  <a:prstClr val="black"/>
                </a:solidFill>
                <a:latin typeface="URW Palladio IT" pitchFamily="2" charset="0"/>
              </a:rPr>
              <a:t> Kara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Chüöahi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Bandi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Hoé</a:t>
            </a:r>
            <a:r>
              <a:rPr lang="en-US" sz="2700" b="1" dirty="0">
                <a:solidFill>
                  <a:prstClr val="black"/>
                </a:solidFill>
                <a:latin typeface="URW Palladio IT" pitchFamily="2" charset="0"/>
              </a:rPr>
              <a:t> || - 38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ಪಾಠ</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ಛೂಟಹಿ</a:t>
            </a:r>
            <a:r>
              <a:rPr lang="en-US" sz="2700" b="1" dirty="0">
                <a:solidFill>
                  <a:prstClr val="black"/>
                </a:solidFill>
                <a:latin typeface="Calibri" pitchFamily="34" charset="0"/>
              </a:rPr>
              <a:t> </a:t>
            </a:r>
            <a:r>
              <a:rPr lang="en-US" sz="2700" b="1" dirty="0" err="1">
                <a:solidFill>
                  <a:prstClr val="black"/>
                </a:solidFill>
                <a:latin typeface="Calibri" pitchFamily="34" charset="0"/>
              </a:rPr>
              <a:t>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೩೮</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One who recites this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one hundred times daily for one hundred days becomes free from the bondage of life and death and enjoys the highest bliss at last.</a:t>
            </a:r>
          </a:p>
          <a:p>
            <a:pPr algn="ctr" defTabSz="685754"/>
            <a:endParaRPr lang="en-IN" sz="750" b="1" dirty="0">
              <a:solidFill>
                <a:prstClr val="black"/>
              </a:solidFill>
              <a:latin typeface="Aparajita" pitchFamily="34" charset="0"/>
            </a:endParaRPr>
          </a:p>
          <a:p>
            <a:pPr algn="ctr" defTabSz="685754"/>
            <a:r>
              <a:rPr lang="en-IN" sz="2400" b="1" dirty="0">
                <a:solidFill>
                  <a:srgbClr val="00B050"/>
                </a:solidFill>
                <a:latin typeface="Sanskrit 99" pitchFamily="2" charset="0"/>
              </a:rPr>
              <a:t>   		</a:t>
            </a:r>
            <a:r>
              <a:rPr lang="en-US" sz="2400" dirty="0">
                <a:solidFill>
                  <a:prstClr val="black"/>
                </a:solidFill>
                <a:latin typeface="Calibri" pitchFamily="34" charset="0"/>
              </a:rPr>
              <a:t/>
            </a:r>
            <a:br>
              <a:rPr lang="en-US" sz="2400" dirty="0">
                <a:solidFill>
                  <a:prstClr val="black"/>
                </a:solidFill>
                <a:latin typeface="Calibri" pitchFamily="34" charset="0"/>
              </a:rPr>
            </a:br>
            <a:r>
              <a:rPr lang="en-US" sz="1350" dirty="0">
                <a:solidFill>
                  <a:prstClr val="black"/>
                </a:solidFill>
                <a:latin typeface="Calibri" pitchFamily="34" charset="0"/>
              </a:rPr>
              <a:t/>
            </a: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278600972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314544" y="76"/>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पढ़ै</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चालीसा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गौरीसा</a:t>
            </a:r>
            <a:r>
              <a:rPr lang="en-IN" sz="3000" b="1" dirty="0">
                <a:solidFill>
                  <a:prstClr val="black"/>
                </a:solidFill>
                <a:latin typeface="Aparajita" pitchFamily="34" charset="0"/>
              </a:rPr>
              <a:t> ॥३९॥</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Yaha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Paåhai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Cälésä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Hoya Siddhi </a:t>
            </a:r>
            <a:r>
              <a:rPr lang="en-US" sz="2700" b="1" dirty="0" err="1">
                <a:solidFill>
                  <a:prstClr val="black"/>
                </a:solidFill>
                <a:latin typeface="URW Palladio IT" pitchFamily="2" charset="0"/>
              </a:rPr>
              <a:t>Säkhé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Gaurésä</a:t>
            </a:r>
            <a:r>
              <a:rPr lang="en-US" sz="2700" b="1" dirty="0">
                <a:solidFill>
                  <a:prstClr val="black"/>
                </a:solidFill>
                <a:latin typeface="URW Palladio IT" pitchFamily="2" charset="0"/>
              </a:rPr>
              <a:t> || - 39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ಯಹ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ಪಢೈ</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ಚಾ</a:t>
            </a:r>
            <a:r>
              <a:rPr lang="en-US" sz="2700" b="1" dirty="0" err="1">
                <a:solidFill>
                  <a:prstClr val="black"/>
                </a:solidFill>
                <a:latin typeface="Calibri" pitchFamily="34" charset="0"/>
              </a:rPr>
              <a:t>ಲೀಸಾ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ಹೋಯ</a:t>
            </a:r>
            <a:r>
              <a:rPr lang="en-US" sz="2700" b="1" dirty="0">
                <a:solidFill>
                  <a:prstClr val="black"/>
                </a:solidFill>
                <a:latin typeface="Calibri" pitchFamily="34" charset="0"/>
              </a:rPr>
              <a:t> </a:t>
            </a:r>
            <a:r>
              <a:rPr lang="en-US" sz="2700" b="1" dirty="0" err="1">
                <a:solidFill>
                  <a:prstClr val="black"/>
                </a:solidFill>
                <a:latin typeface="Calibri" pitchFamily="34" charset="0"/>
              </a:rPr>
              <a:t>ಸಿ</a:t>
            </a:r>
            <a:r>
              <a:rPr lang="kn-IN" sz="2700" b="1" dirty="0" err="1">
                <a:solidFill>
                  <a:prstClr val="black"/>
                </a:solidFill>
                <a:latin typeface="Calibri" pitchFamily="34" charset="0"/>
                <a:ea typeface="Tunga" pitchFamily="2"/>
                <a:cs typeface="Tunga" pitchFamily="2"/>
              </a:rPr>
              <a:t>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ಗೌರೀಸಾ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೩೯</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As Lord Shankar witnesses, all those who recite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regularly are sure to be </a:t>
            </a:r>
            <a:r>
              <a:rPr lang="en-US" b="1" dirty="0" err="1">
                <a:solidFill>
                  <a:prstClr val="black"/>
                </a:solidFill>
                <a:latin typeface="Palatino Linotype" pitchFamily="18" charset="0"/>
              </a:rPr>
              <a:t>benedicted</a:t>
            </a:r>
            <a:endParaRPr lang="en-US" b="1" dirty="0">
              <a:solidFill>
                <a:prstClr val="black"/>
              </a:solidFill>
              <a:latin typeface="Palatino Linotype" pitchFamily="18" charset="0"/>
            </a:endParaRP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325765844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257396" y="-114222"/>
            <a:ext cx="6457763" cy="5793894"/>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तुलसीदास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॥४०॥</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Tulasédäsa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Hari </a:t>
            </a:r>
            <a:r>
              <a:rPr lang="en-US" sz="2700" b="1" dirty="0" err="1">
                <a:solidFill>
                  <a:prstClr val="black"/>
                </a:solidFill>
                <a:latin typeface="URW Palladio IT" pitchFamily="2" charset="0"/>
              </a:rPr>
              <a:t>Cerä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Kéjai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Hådaya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Maðha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Òerä</a:t>
            </a:r>
            <a:r>
              <a:rPr lang="en-US" sz="2700" b="1" dirty="0">
                <a:solidFill>
                  <a:prstClr val="black"/>
                </a:solidFill>
                <a:latin typeface="URW Palladio IT" pitchFamily="2" charset="0"/>
              </a:rPr>
              <a:t> ||- 40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ತುಲಸೀದಾಸ</a:t>
            </a:r>
            <a:r>
              <a:rPr lang="en-US" sz="2700" b="1" dirty="0">
                <a:solidFill>
                  <a:prstClr val="black"/>
                </a:solidFill>
                <a:latin typeface="Calibri" pitchFamily="34" charset="0"/>
              </a:rPr>
              <a:t> </a:t>
            </a:r>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ನಾಥ</a:t>
            </a:r>
            <a:r>
              <a:rPr lang="en-US" sz="2700" b="1" dirty="0">
                <a:solidFill>
                  <a:prstClr val="black"/>
                </a:solidFill>
                <a:latin typeface="Calibri" pitchFamily="34" charset="0"/>
              </a:rPr>
              <a:t> </a:t>
            </a:r>
            <a:r>
              <a:rPr lang="en-US" sz="2700" b="1" dirty="0" err="1">
                <a:solidFill>
                  <a:prstClr val="black"/>
                </a:solidFill>
                <a:latin typeface="Calibri" pitchFamily="34" charset="0"/>
              </a:rPr>
              <a:t>ಹೃದಯ</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ಡೇರಾ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೪೦</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Tulsidas</a:t>
            </a:r>
            <a:r>
              <a:rPr lang="en-US" b="1" dirty="0">
                <a:solidFill>
                  <a:prstClr val="black"/>
                </a:solidFill>
                <a:latin typeface="Palatino Linotype" pitchFamily="18" charset="0"/>
              </a:rPr>
              <a:t> always the servant of Lord prays. "Oh my Lord! You enshrine within my heart.!</a:t>
            </a:r>
          </a:p>
          <a:p>
            <a:pPr algn="ctr" defTabSz="685754"/>
            <a:r>
              <a:rPr lang="en-US" sz="3000" b="1" dirty="0">
                <a:solidFill>
                  <a:prstClr val="black"/>
                </a:solidFill>
                <a:latin typeface="Palatino Linotype" pitchFamily="18" charset="0"/>
              </a:rPr>
              <a:t>		</a:t>
            </a:r>
            <a:r>
              <a:rPr lang="en-US" sz="1500" dirty="0">
                <a:solidFill>
                  <a:prstClr val="black"/>
                </a:solidFill>
                <a:latin typeface="Calibri" pitchFamily="34" charset="0"/>
              </a:rPr>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411074860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prstClr val="white"/>
                </a:solidFill>
                <a:latin typeface="Aparajita" pitchFamily="34" charset="0"/>
              </a:rPr>
              <a:t>॥ इति श्रीमद्गोस्वामीतुलसीदासजी अवधी भाषायां विरचितं श्रीहनुमान चालीसा ॥</a:t>
            </a:r>
            <a:endParaRPr lang="en-US" sz="1875" b="1">
              <a:solidFill>
                <a:prstClr val="white"/>
              </a:solidFill>
              <a:latin typeface="Aparajita" pitchFamily="34" charset="0"/>
            </a:endParaRPr>
          </a:p>
        </p:txBody>
      </p:sp>
      <p:sp>
        <p:nvSpPr>
          <p:cNvPr id="73731"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prstClr val="black"/>
                </a:solidFill>
                <a:latin typeface="Calibri"/>
              </a:rPr>
              <a:t>	</a:t>
            </a:r>
            <a:r>
              <a:rPr lang="hi-IN" sz="2100" b="1" dirty="0">
                <a:solidFill>
                  <a:prstClr val="black"/>
                </a:solidFill>
                <a:latin typeface="Calibri"/>
              </a:rPr>
              <a:t>राम लक्ष्मण जानकी</a:t>
            </a:r>
            <a:r>
              <a:rPr lang="en-US" sz="2100" b="1" dirty="0">
                <a:solidFill>
                  <a:prstClr val="black"/>
                </a:solidFill>
                <a:latin typeface="Calibri"/>
              </a:rPr>
              <a:t>	</a:t>
            </a:r>
            <a:r>
              <a:rPr lang="en-US" sz="2100" dirty="0" err="1">
                <a:solidFill>
                  <a:prstClr val="black"/>
                </a:solidFill>
                <a:latin typeface="URW Palladio IT" pitchFamily="2" charset="0"/>
              </a:rPr>
              <a:t>Räma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La</a:t>
            </a:r>
            <a:r>
              <a:rPr lang="en-US" altLang="zh-CN" sz="2100" dirty="0" err="1">
                <a:solidFill>
                  <a:prstClr val="black"/>
                </a:solidFill>
                <a:latin typeface="URW Palladio IT" pitchFamily="2" charset="0"/>
                <a:ea typeface="宋体" panose="02010600030101010101" pitchFamily="2" charset="-122"/>
                <a:sym typeface="URW Palladio IT" pitchFamily="2" charset="0"/>
              </a:rPr>
              <a:t>kñ</a:t>
            </a:r>
            <a:r>
              <a:rPr lang="en-US" sz="2100" dirty="0" err="1">
                <a:solidFill>
                  <a:prstClr val="black"/>
                </a:solidFill>
                <a:latin typeface="URW Palladio IT" pitchFamily="2" charset="0"/>
              </a:rPr>
              <a:t>hmaëa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Jänaké</a:t>
            </a:r>
            <a:endParaRPr lang="en-US" sz="2100" dirty="0">
              <a:solidFill>
                <a:prstClr val="black"/>
              </a:solidFill>
              <a:latin typeface="URW Palladio IT" pitchFamily="2" charset="0"/>
            </a:endParaRPr>
          </a:p>
          <a:p>
            <a:pPr defTabSz="685754"/>
            <a:r>
              <a:rPr lang="en-US" sz="2100" b="1" dirty="0">
                <a:solidFill>
                  <a:prstClr val="black"/>
                </a:solidFill>
                <a:latin typeface="Calibri"/>
              </a:rPr>
              <a:t>	</a:t>
            </a:r>
            <a:r>
              <a:rPr lang="hi-IN" sz="2100" b="1" dirty="0">
                <a:solidFill>
                  <a:prstClr val="black"/>
                </a:solidFill>
                <a:latin typeface="Calibri"/>
              </a:rPr>
              <a:t>जय बोलो हनुमान की</a:t>
            </a:r>
            <a:r>
              <a:rPr lang="en-US" sz="2100" b="1" dirty="0">
                <a:solidFill>
                  <a:prstClr val="black"/>
                </a:solidFill>
                <a:latin typeface="Calibri"/>
              </a:rPr>
              <a:t>	</a:t>
            </a:r>
            <a:r>
              <a:rPr lang="en-US" sz="2100" dirty="0">
                <a:solidFill>
                  <a:prstClr val="black"/>
                </a:solidFill>
                <a:latin typeface="URW Palladio IT" pitchFamily="2" charset="0"/>
              </a:rPr>
              <a:t> Jaya Bolo </a:t>
            </a:r>
            <a:r>
              <a:rPr lang="en-US" sz="2100" dirty="0" err="1">
                <a:solidFill>
                  <a:prstClr val="black"/>
                </a:solidFill>
                <a:latin typeface="URW Palladio IT" pitchFamily="2" charset="0"/>
              </a:rPr>
              <a:t>Hanumäna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Ké</a:t>
            </a:r>
            <a:endParaRPr lang="en-CA" sz="2100" b="1" dirty="0">
              <a:solidFill>
                <a:prstClr val="black"/>
              </a:solidFill>
              <a:latin typeface="Calibri"/>
            </a:endParaRPr>
          </a:p>
          <a:p>
            <a:pPr defTabSz="685754"/>
            <a:r>
              <a:rPr lang="en-CA" sz="2100" b="1" dirty="0">
                <a:solidFill>
                  <a:prstClr val="black"/>
                </a:solidFill>
                <a:latin typeface="Calibri"/>
              </a:rPr>
              <a:t>			  </a:t>
            </a:r>
            <a:r>
              <a:rPr lang="kn-IN" sz="2100" b="1" dirty="0">
                <a:solidFill>
                  <a:prstClr val="black"/>
                </a:solidFill>
                <a:latin typeface="Calibri"/>
              </a:rPr>
              <a:t>ರಾಮ ಲಕ್ಷ್ಮಣ </a:t>
            </a:r>
            <a:r>
              <a:rPr lang="kn-IN" sz="2100" b="1" dirty="0" err="1">
                <a:solidFill>
                  <a:prstClr val="black"/>
                </a:solidFill>
                <a:latin typeface="Calibri"/>
              </a:rPr>
              <a:t>ಜಾನಕೀ</a:t>
            </a:r>
            <a:endParaRPr lang="kn-IN" sz="2100" b="1" dirty="0">
              <a:solidFill>
                <a:prstClr val="black"/>
              </a:solidFill>
              <a:latin typeface="Calibri"/>
            </a:endParaRPr>
          </a:p>
          <a:p>
            <a:pPr algn="ctr" defTabSz="685754"/>
            <a:r>
              <a:rPr lang="kn-IN" sz="2100" b="1" dirty="0">
                <a:solidFill>
                  <a:prstClr val="black"/>
                </a:solidFill>
                <a:latin typeface="Calibri"/>
              </a:rPr>
              <a:t>ಜೈ </a:t>
            </a:r>
            <a:r>
              <a:rPr lang="kn-IN" sz="2100" b="1" dirty="0" err="1">
                <a:solidFill>
                  <a:prstClr val="black"/>
                </a:solidFill>
                <a:latin typeface="Calibri"/>
              </a:rPr>
              <a:t>ಬೋಲೋ</a:t>
            </a:r>
            <a:r>
              <a:rPr lang="kn-IN" sz="2100" b="1" dirty="0">
                <a:solidFill>
                  <a:prstClr val="black"/>
                </a:solidFill>
                <a:latin typeface="Calibri"/>
              </a:rPr>
              <a:t> </a:t>
            </a:r>
            <a:r>
              <a:rPr lang="kn-IN" sz="2100" b="1" dirty="0" err="1">
                <a:solidFill>
                  <a:prstClr val="black"/>
                </a:solidFill>
                <a:latin typeface="Calibri"/>
              </a:rPr>
              <a:t>ಹನುಮಾನ್</a:t>
            </a:r>
            <a:r>
              <a:rPr lang="kn-IN" sz="2100" b="1" dirty="0">
                <a:solidFill>
                  <a:prstClr val="black"/>
                </a:solidFill>
                <a:latin typeface="Calibri"/>
              </a:rPr>
              <a:t> ಕೀ</a:t>
            </a:r>
            <a:endParaRPr lang="en-CA" sz="2100" b="1" dirty="0">
              <a:solidFill>
                <a:prstClr val="black"/>
              </a:solidFill>
              <a:latin typeface="Calibri"/>
            </a:endParaRPr>
          </a:p>
          <a:p>
            <a:pPr defTabSz="685754"/>
            <a:endParaRPr lang="en-IN" sz="2100"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1657434" y="7219"/>
            <a:ext cx="5886280" cy="3593202"/>
          </a:xfrm>
          <a:prstGeom prst="rect">
            <a:avLst/>
          </a:prstGeom>
          <a:noFill/>
          <a:ln w="9525">
            <a:noFill/>
            <a:miter lim="800000"/>
            <a:headEnd/>
            <a:tailEnd/>
          </a:ln>
        </p:spPr>
      </p:pic>
    </p:spTree>
    <p:extLst>
      <p:ext uri="{BB962C8B-B14F-4D97-AF65-F5344CB8AC3E}">
        <p14:creationId xmlns:p14="http://schemas.microsoft.com/office/powerpoint/2010/main" val="208161917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95627212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Text Box 6"/>
          <p:cNvSpPr txBox="1">
            <a:spLocks noChangeArrowheads="1"/>
          </p:cNvSpPr>
          <p:nvPr/>
        </p:nvSpPr>
        <p:spPr bwMode="auto">
          <a:xfrm>
            <a:off x="2667000" y="3397324"/>
            <a:ext cx="3505200" cy="1308026"/>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15" tIns="45708" rIns="91415" bIns="45708">
            <a:spAutoFit/>
          </a:bodyPr>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eaLnBrk="0" fontAlgn="base" hangingPunct="0">
              <a:spcBef>
                <a:spcPct val="50000"/>
              </a:spcBef>
              <a:spcAft>
                <a:spcPts val="1200"/>
              </a:spcAft>
            </a:pPr>
            <a:r>
              <a:rPr lang="en-US" sz="2000" b="1" dirty="0" err="1">
                <a:solidFill>
                  <a:prstClr val="white"/>
                </a:solidFill>
                <a:latin typeface="URW Palladio IT" pitchFamily="2" charset="0"/>
              </a:rPr>
              <a:t>Räjayoga</a:t>
            </a:r>
            <a:r>
              <a:rPr lang="en-US" sz="2000" b="1" dirty="0">
                <a:solidFill>
                  <a:prstClr val="white"/>
                </a:solidFill>
                <a:latin typeface="URW Palladio IT" pitchFamily="2" charset="0"/>
              </a:rPr>
              <a:t> </a:t>
            </a:r>
            <a:r>
              <a:rPr lang="en-US" sz="2000" b="1" dirty="0" err="1">
                <a:solidFill>
                  <a:prstClr val="white"/>
                </a:solidFill>
                <a:latin typeface="URW Palladio IT" pitchFamily="2" charset="0"/>
              </a:rPr>
              <a:t>çloka</a:t>
            </a:r>
            <a:r>
              <a:rPr lang="en-US" sz="2000" b="1" dirty="0">
                <a:solidFill>
                  <a:prstClr val="white"/>
                </a:solidFill>
                <a:latin typeface="URW Palladio IT" pitchFamily="2" charset="0"/>
              </a:rPr>
              <a:t> </a:t>
            </a:r>
            <a:r>
              <a:rPr lang="en-US" sz="2000" b="1" dirty="0" err="1">
                <a:solidFill>
                  <a:prstClr val="white"/>
                </a:solidFill>
                <a:latin typeface="URW Palladio IT" pitchFamily="2" charset="0"/>
              </a:rPr>
              <a:t>saìgrahaù</a:t>
            </a:r>
            <a:endParaRPr lang="en-US" sz="2000" b="1" dirty="0">
              <a:solidFill>
                <a:prstClr val="white"/>
              </a:solidFill>
              <a:latin typeface="URW Palladio IT" pitchFamily="2" charset="0"/>
            </a:endParaRPr>
          </a:p>
          <a:p>
            <a:pPr algn="ctr" eaLnBrk="0" fontAlgn="base" hangingPunct="0">
              <a:spcBef>
                <a:spcPct val="0"/>
              </a:spcBef>
              <a:spcAft>
                <a:spcPts val="600"/>
              </a:spcAft>
            </a:pPr>
            <a:r>
              <a:rPr lang="en-US" sz="2400" b="1" dirty="0" err="1">
                <a:solidFill>
                  <a:prstClr val="white"/>
                </a:solidFill>
                <a:latin typeface="BRH Kannada" pitchFamily="2" charset="0"/>
              </a:rPr>
              <a:t>gÁdAiÉÆÃUÀ</a:t>
            </a:r>
            <a:r>
              <a:rPr lang="en-US" sz="2400" b="1" dirty="0">
                <a:solidFill>
                  <a:prstClr val="white"/>
                </a:solidFill>
                <a:latin typeface="BRH Kannada" pitchFamily="2" charset="0"/>
              </a:rPr>
              <a:t> ±</a:t>
            </a:r>
            <a:r>
              <a:rPr lang="en-US" sz="2400" b="1" dirty="0" err="1">
                <a:solidFill>
                  <a:prstClr val="white"/>
                </a:solidFill>
                <a:latin typeface="BRH Kannada" pitchFamily="2" charset="0"/>
              </a:rPr>
              <a:t>ÉÆèÃPÀ</a:t>
            </a:r>
            <a:r>
              <a:rPr lang="en-US" sz="2400" b="1" dirty="0">
                <a:solidFill>
                  <a:prstClr val="white"/>
                </a:solidFill>
                <a:latin typeface="BRH Kannada" pitchFamily="2" charset="0"/>
              </a:rPr>
              <a:t> ¸</a:t>
            </a:r>
            <a:r>
              <a:rPr lang="en-US" sz="2400" b="1" dirty="0" err="1">
                <a:solidFill>
                  <a:prstClr val="white"/>
                </a:solidFill>
                <a:latin typeface="BRH Kannada" pitchFamily="2" charset="0"/>
              </a:rPr>
              <a:t>ÀAUÀæºÀB</a:t>
            </a:r>
            <a:r>
              <a:rPr lang="en-US" sz="2000" b="1" dirty="0">
                <a:solidFill>
                  <a:prstClr val="white"/>
                </a:solidFill>
                <a:latin typeface="AkrutiDevPriya" pitchFamily="2" charset="0"/>
              </a:rPr>
              <a:t> </a:t>
            </a:r>
          </a:p>
          <a:p>
            <a:pPr algn="ctr" eaLnBrk="0" fontAlgn="base" hangingPunct="0">
              <a:spcBef>
                <a:spcPct val="0"/>
              </a:spcBef>
              <a:spcAft>
                <a:spcPct val="0"/>
              </a:spcAft>
            </a:pPr>
            <a:r>
              <a:rPr lang="en-US" sz="2000" b="1" dirty="0" err="1">
                <a:solidFill>
                  <a:prstClr val="white"/>
                </a:solidFill>
                <a:latin typeface="Sanskrit 99" pitchFamily="2" charset="0"/>
              </a:rPr>
              <a:t>rajyaeg</a:t>
            </a:r>
            <a:r>
              <a:rPr lang="en-US" sz="2000" b="1" dirty="0">
                <a:solidFill>
                  <a:prstClr val="white"/>
                </a:solidFill>
                <a:latin typeface="Sanskrit 99" pitchFamily="2" charset="0"/>
              </a:rPr>
              <a:t> </a:t>
            </a:r>
            <a:r>
              <a:rPr lang="en-US" sz="2000" b="1" dirty="0" err="1">
                <a:solidFill>
                  <a:prstClr val="white"/>
                </a:solidFill>
                <a:latin typeface="Sanskrit 99" pitchFamily="2" charset="0"/>
              </a:rPr>
              <a:t>ðaek</a:t>
            </a:r>
            <a:r>
              <a:rPr lang="en-US" sz="2000" b="1" dirty="0">
                <a:solidFill>
                  <a:prstClr val="white"/>
                </a:solidFill>
                <a:latin typeface="Sanskrit 99" pitchFamily="2" charset="0"/>
              </a:rPr>
              <a:t> </a:t>
            </a:r>
            <a:r>
              <a:rPr lang="en-US" sz="2000" b="1" dirty="0" err="1">
                <a:solidFill>
                  <a:prstClr val="white"/>
                </a:solidFill>
                <a:latin typeface="Sanskrit 99" pitchFamily="2" charset="0"/>
              </a:rPr>
              <a:t>s'œ¢h</a:t>
            </a:r>
            <a:r>
              <a:rPr lang="en-US" sz="2000" b="1" dirty="0" smtClean="0">
                <a:solidFill>
                  <a:prstClr val="white"/>
                </a:solidFill>
                <a:latin typeface="Sanskrit 99" pitchFamily="2" charset="0"/>
              </a:rPr>
              <a:t>&gt;</a:t>
            </a:r>
            <a:endParaRPr lang="en-US" sz="1400" dirty="0">
              <a:solidFill>
                <a:prstClr val="white"/>
              </a:solidFill>
            </a:endParaRPr>
          </a:p>
        </p:txBody>
      </p:sp>
    </p:spTree>
    <p:extLst>
      <p:ext uri="{BB962C8B-B14F-4D97-AF65-F5344CB8AC3E}">
        <p14:creationId xmlns:p14="http://schemas.microsoft.com/office/powerpoint/2010/main" val="941736765"/>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 y="1059582"/>
            <a:ext cx="8534400" cy="27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algn="ctr">
              <a:lnSpc>
                <a:spcPct val="150000"/>
              </a:lnSpc>
            </a:pPr>
            <a:r>
              <a:rPr lang="hi-IN" sz="4000" b="1" dirty="0">
                <a:solidFill>
                  <a:schemeClr val="tx1"/>
                </a:solidFill>
                <a:latin typeface="Sanskrit 2003" pitchFamily="2" charset="-78"/>
                <a:cs typeface="Sanskrit 2003" pitchFamily="2" charset="-78"/>
              </a:rPr>
              <a:t>ध्यानश्लोकः</a:t>
            </a:r>
          </a:p>
          <a:p>
            <a:pPr algn="ctr">
              <a:lnSpc>
                <a:spcPct val="150000"/>
              </a:lnSpc>
            </a:pPr>
            <a:r>
              <a:rPr lang="en-US" sz="4000" b="1" dirty="0" err="1">
                <a:solidFill>
                  <a:schemeClr val="tx1"/>
                </a:solidFill>
                <a:latin typeface="URW Palladio IT" pitchFamily="2" charset="0"/>
              </a:rPr>
              <a:t>Dhyānaślo</a:t>
            </a:r>
            <a:r>
              <a:rPr lang="en-US" sz="4000" b="1" dirty="0" err="1">
                <a:solidFill>
                  <a:schemeClr val="tx1"/>
                </a:solidFill>
                <a:latin typeface="URW Palladio IT" pitchFamily="2" charset="0"/>
                <a:cs typeface="Sanskrit 2003" pitchFamily="2" charset="-78"/>
              </a:rPr>
              <a:t>kaḥ</a:t>
            </a:r>
            <a:endParaRPr lang="en-US" sz="4000" b="1" dirty="0">
              <a:solidFill>
                <a:schemeClr val="tx1"/>
              </a:solidFill>
              <a:latin typeface="URW Palladio IT" pitchFamily="2" charset="0"/>
              <a:cs typeface="Sanskrit 2003" pitchFamily="2" charset="-78"/>
            </a:endParaRPr>
          </a:p>
          <a:p>
            <a:pPr algn="ctr">
              <a:lnSpc>
                <a:spcPct val="150000"/>
              </a:lnSpc>
            </a:pPr>
            <a:r>
              <a:rPr lang="en-IN" sz="4000" b="1" dirty="0" err="1">
                <a:solidFill>
                  <a:schemeClr val="tx1"/>
                </a:solidFill>
              </a:rPr>
              <a:t>ಧ್ಯಾನಶ್ಲೋಕಃ</a:t>
            </a:r>
            <a:endParaRPr lang="en-US" sz="4000" b="1" dirty="0">
              <a:solidFill>
                <a:schemeClr val="tx1"/>
              </a:solidFill>
            </a:endParaRPr>
          </a:p>
        </p:txBody>
      </p:sp>
    </p:spTree>
    <p:extLst>
      <p:ext uri="{BB962C8B-B14F-4D97-AF65-F5344CB8AC3E}">
        <p14:creationId xmlns:p14="http://schemas.microsoft.com/office/powerpoint/2010/main" val="320458990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62550"/>
          </a:xfrm>
        </p:spPr>
        <p:txBody>
          <a:bodyPr/>
          <a:lstStyle/>
          <a:p>
            <a:pPr marL="342804" indent="-342804" algn="ctr" eaLnBrk="1" hangingPunct="1">
              <a:lnSpc>
                <a:spcPct val="150000"/>
              </a:lnSpc>
              <a:buFontTx/>
              <a:buNone/>
              <a:defRPr/>
            </a:pPr>
            <a:r>
              <a:rPr lang="en-US" sz="2200" b="1" dirty="0" smtClean="0">
                <a:solidFill>
                  <a:srgbClr val="000000"/>
                </a:solidFill>
                <a:latin typeface="Sanskrit 99" pitchFamily="2" charset="0"/>
              </a:rPr>
              <a:t>y</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äüavé</a:t>
            </a:r>
            <a:r>
              <a:rPr lang="en-US" sz="2200" b="1" dirty="0">
                <a:solidFill>
                  <a:srgbClr val="000000"/>
                </a:solidFill>
                <a:latin typeface="Sanskrit 99" pitchFamily="2" charset="0"/>
              </a:rPr>
              <a:t>[</a:t>
            </a:r>
            <a:r>
              <a:rPr lang="en-US" sz="2200" b="1" dirty="0" err="1">
                <a:solidFill>
                  <a:srgbClr val="000000"/>
                </a:solidFill>
                <a:latin typeface="Sanskrit 99" pitchFamily="2" charset="0"/>
              </a:rPr>
              <a:t>eNÔéÔmét</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StuNviNt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idVyE</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StvE</a:t>
            </a:r>
            <a:r>
              <a:rPr lang="en-US" sz="2200" b="1" dirty="0">
                <a:solidFill>
                  <a:srgbClr val="000000"/>
                </a:solidFill>
                <a:latin typeface="Sanskrit 99" pitchFamily="2" charset="0"/>
              </a:rPr>
              <a:t>&gt;</a:t>
            </a:r>
          </a:p>
          <a:p>
            <a:pPr marL="342804" indent="-342804" algn="ctr" eaLnBrk="1" hangingPunct="1">
              <a:lnSpc>
                <a:spcPct val="150000"/>
              </a:lnSpc>
              <a:buFontTx/>
              <a:buNone/>
              <a:defRPr/>
            </a:pPr>
            <a:r>
              <a:rPr lang="en-US" sz="2200" b="1" dirty="0" err="1" smtClean="0">
                <a:solidFill>
                  <a:srgbClr val="000000"/>
                </a:solidFill>
                <a:latin typeface="Sanskrit 99" pitchFamily="2" charset="0"/>
              </a:rPr>
              <a:t>vedEE</a:t>
            </a:r>
            <a:r>
              <a:rPr lang="en-US" sz="2200" b="1" dirty="0">
                <a:solidFill>
                  <a:srgbClr val="000000"/>
                </a:solidFill>
                <a:latin typeface="Sanskrit 99" pitchFamily="2" charset="0"/>
              </a:rPr>
              <a:t>&gt; sa¼pd³maepin;</a:t>
            </a:r>
            <a:r>
              <a:rPr lang="hi-IN" sz="2200" b="1" dirty="0">
                <a:solidFill>
                  <a:srgbClr val="000000"/>
                </a:solidFill>
                <a:latin typeface="Sanskrit 2003" pitchFamily="2" charset="-78"/>
                <a:cs typeface="Sanskrit 2003" pitchFamily="2" charset="-78"/>
              </a:rPr>
              <a:t>दैर्गा</a:t>
            </a:r>
            <a:r>
              <a:rPr lang="en-US" sz="2200" b="1" dirty="0" err="1">
                <a:solidFill>
                  <a:srgbClr val="000000"/>
                </a:solidFill>
                <a:latin typeface="Sanskrit 99" pitchFamily="2" charset="0"/>
              </a:rPr>
              <a:t>yiNt</a:t>
            </a:r>
            <a:r>
              <a:rPr lang="en-US" sz="2200" b="1" dirty="0">
                <a:solidFill>
                  <a:srgbClr val="000000"/>
                </a:solidFill>
                <a:latin typeface="Sanskrit 99" pitchFamily="2" charset="0"/>
              </a:rPr>
              <a:t> y&lt; </a:t>
            </a:r>
            <a:r>
              <a:rPr lang="en-US" sz="2200" b="1" dirty="0" err="1">
                <a:solidFill>
                  <a:srgbClr val="000000"/>
                </a:solidFill>
                <a:latin typeface="Sanskrit 99" pitchFamily="2" charset="0"/>
              </a:rPr>
              <a:t>samga</a:t>
            </a:r>
            <a:r>
              <a:rPr lang="en-US" sz="2200" b="1" dirty="0" smtClean="0">
                <a:solidFill>
                  <a:srgbClr val="000000"/>
                </a:solidFill>
                <a:latin typeface="Sanskrit 99" pitchFamily="2" charset="0"/>
              </a:rPr>
              <a:t>&gt;,</a:t>
            </a:r>
            <a:endParaRPr lang="en-US" sz="2200" b="1" dirty="0">
              <a:solidFill>
                <a:srgbClr val="000000"/>
              </a:solidFill>
              <a:latin typeface="Sanskrit 99" pitchFamily="2" charset="0"/>
            </a:endParaRPr>
          </a:p>
          <a:p>
            <a:pPr marL="342804" indent="-342804" algn="ctr" eaLnBrk="1" hangingPunct="1">
              <a:lnSpc>
                <a:spcPct val="150000"/>
              </a:lnSpc>
              <a:buFontTx/>
              <a:buNone/>
              <a:defRPr/>
            </a:pPr>
            <a:r>
              <a:rPr lang="en-US" sz="2200" b="1" dirty="0" err="1" smtClean="0">
                <a:solidFill>
                  <a:srgbClr val="000000"/>
                </a:solidFill>
                <a:latin typeface="URW Palladio IT" pitchFamily="2" charset="0"/>
              </a:rPr>
              <a:t>Yaàbrahmävaruëendra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rudra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marutaù</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Stunvanti</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divyaistavaiù</a:t>
            </a:r>
            <a:endParaRPr lang="en-US" sz="2200" b="1" dirty="0" smtClean="0">
              <a:solidFill>
                <a:srgbClr val="000000"/>
              </a:solidFill>
              <a:latin typeface="URW Palladio IT" pitchFamily="2" charset="0"/>
            </a:endParaRPr>
          </a:p>
          <a:p>
            <a:pPr marL="342804" indent="-342804" algn="ctr" eaLnBrk="1" hangingPunct="1">
              <a:lnSpc>
                <a:spcPct val="150000"/>
              </a:lnSpc>
              <a:spcBef>
                <a:spcPct val="0"/>
              </a:spcBef>
              <a:buFontTx/>
              <a:buNone/>
              <a:defRPr/>
            </a:pPr>
            <a:r>
              <a:rPr lang="en-US" sz="2200" b="1" dirty="0" err="1" smtClean="0">
                <a:solidFill>
                  <a:srgbClr val="000000"/>
                </a:solidFill>
                <a:latin typeface="URW Palladio IT" pitchFamily="2" charset="0"/>
              </a:rPr>
              <a:t>Vedaiù</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säìgapadakramopaniñadaiù</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Gäyanti</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yaà</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sämagäù</a:t>
            </a:r>
            <a:r>
              <a:rPr lang="en-US" sz="2200" b="1" dirty="0" smtClean="0">
                <a:solidFill>
                  <a:srgbClr val="000000"/>
                </a:solidFill>
                <a:latin typeface="URW Palladio IT" pitchFamily="2" charset="0"/>
              </a:rPr>
              <a:t> |</a:t>
            </a:r>
          </a:p>
          <a:p>
            <a:pPr marL="342804" indent="11110" algn="ctr">
              <a:lnSpc>
                <a:spcPct val="150000"/>
              </a:lnSpc>
              <a:spcBef>
                <a:spcPct val="0"/>
              </a:spcBef>
              <a:buFont typeface="Arial" pitchFamily="34" charset="0"/>
              <a:buNone/>
              <a:defRPr/>
            </a:pPr>
            <a:r>
              <a:rPr lang="en-US" sz="2200" b="1" dirty="0" err="1" smtClean="0">
                <a:latin typeface="BRH Kannada" pitchFamily="2" charset="0"/>
              </a:rPr>
              <a:t>AiÀÄA</a:t>
            </a:r>
            <a:r>
              <a:rPr lang="en-US" sz="2200" b="1" dirty="0" smtClean="0">
                <a:latin typeface="BRH Kannada" pitchFamily="2" charset="0"/>
              </a:rPr>
              <a:t> §</a:t>
            </a:r>
            <a:r>
              <a:rPr lang="en-US" sz="2200" b="1" dirty="0" err="1" smtClean="0">
                <a:latin typeface="BRH Kannada" pitchFamily="2" charset="0"/>
              </a:rPr>
              <a:t>æºÁä</a:t>
            </a:r>
            <a:r>
              <a:rPr lang="en-US" sz="2200" b="1" dirty="0" smtClean="0">
                <a:latin typeface="BRH Kannada" pitchFamily="2" charset="0"/>
              </a:rPr>
              <a:t> ª</a:t>
            </a:r>
            <a:r>
              <a:rPr lang="en-US" sz="2200" b="1" dirty="0" err="1" smtClean="0">
                <a:latin typeface="BRH Kannada" pitchFamily="2" charset="0"/>
              </a:rPr>
              <a:t>ÀgÀÄuÉÃAzÀæ</a:t>
            </a:r>
            <a:r>
              <a:rPr lang="en-US" sz="2200" b="1" dirty="0" smtClean="0">
                <a:latin typeface="BRH Kannada" pitchFamily="2" charset="0"/>
              </a:rPr>
              <a:t> </a:t>
            </a:r>
            <a:r>
              <a:rPr lang="en-US" sz="2200" b="1" dirty="0" err="1" smtClean="0">
                <a:latin typeface="BRH Kannada" pitchFamily="2" charset="0"/>
              </a:rPr>
              <a:t>gÀÄzÀæ</a:t>
            </a:r>
            <a:r>
              <a:rPr lang="en-US" sz="2200" b="1" dirty="0" smtClean="0">
                <a:latin typeface="BRH Kannada" pitchFamily="2" charset="0"/>
              </a:rPr>
              <a:t> ª</a:t>
            </a:r>
            <a:r>
              <a:rPr lang="en-US" sz="2200" b="1" dirty="0" err="1" smtClean="0">
                <a:latin typeface="BRH Kannada" pitchFamily="2" charset="0"/>
              </a:rPr>
              <a:t>ÀÄgÀÄvÀB</a:t>
            </a:r>
            <a:r>
              <a:rPr lang="en-US" sz="2200" b="1" dirty="0" smtClean="0">
                <a:latin typeface="BRH Kannada" pitchFamily="2" charset="0"/>
              </a:rPr>
              <a:t> ¸</a:t>
            </a:r>
            <a:r>
              <a:rPr lang="en-US" sz="2200" b="1" dirty="0" err="1" smtClean="0">
                <a:latin typeface="BRH Kannada" pitchFamily="2" charset="0"/>
              </a:rPr>
              <a:t>ÀÄÛ£ÀéAw</a:t>
            </a:r>
            <a:r>
              <a:rPr lang="en-US" sz="2200" b="1" dirty="0" smtClean="0">
                <a:latin typeface="BRH Kannada" pitchFamily="2" charset="0"/>
              </a:rPr>
              <a:t> ¢ª</a:t>
            </a:r>
            <a:r>
              <a:rPr lang="en-US" sz="2200" b="1" dirty="0" err="1" smtClean="0">
                <a:latin typeface="BRH Kannada" pitchFamily="2" charset="0"/>
              </a:rPr>
              <a:t>ÉåöÊ¸ÀÛªÉÊB</a:t>
            </a:r>
            <a:endParaRPr lang="en-US" sz="2200" b="1" dirty="0" smtClean="0">
              <a:latin typeface="BRH Kannada" pitchFamily="2" charset="0"/>
            </a:endParaRPr>
          </a:p>
          <a:p>
            <a:pPr marL="342804" indent="11110" algn="ctr">
              <a:lnSpc>
                <a:spcPct val="150000"/>
              </a:lnSpc>
              <a:spcBef>
                <a:spcPct val="0"/>
              </a:spcBef>
              <a:buFont typeface="Arial" pitchFamily="34" charset="0"/>
              <a:buNone/>
              <a:defRPr/>
            </a:pPr>
            <a:r>
              <a:rPr lang="en-US" sz="2200" b="1" dirty="0" smtClean="0">
                <a:latin typeface="BRH Kannada" pitchFamily="2" charset="0"/>
              </a:rPr>
              <a:t>ª</a:t>
            </a:r>
            <a:r>
              <a:rPr lang="en-US" sz="2200" b="1" dirty="0" err="1" smtClean="0">
                <a:latin typeface="BRH Kannada" pitchFamily="2" charset="0"/>
              </a:rPr>
              <a:t>ÉÃzÉÊB</a:t>
            </a:r>
            <a:r>
              <a:rPr lang="en-US" sz="2200" b="1" dirty="0" smtClean="0">
                <a:latin typeface="BRH Kannada" pitchFamily="2" charset="0"/>
              </a:rPr>
              <a:t> ¸</a:t>
            </a:r>
            <a:r>
              <a:rPr lang="en-US" sz="2200" b="1" dirty="0" err="1" smtClean="0">
                <a:latin typeface="BRH Kannada" pitchFamily="2" charset="0"/>
              </a:rPr>
              <a:t>ÁAUÀ¥ÀzÀPÀæªÉÆÃ¥À</a:t>
            </a:r>
            <a:r>
              <a:rPr lang="en-US" sz="2200" b="1" dirty="0" smtClean="0">
                <a:latin typeface="BRH Kannada" pitchFamily="2" charset="0"/>
              </a:rPr>
              <a:t>¤µ</a:t>
            </a:r>
            <a:r>
              <a:rPr lang="en-US" sz="2200" b="1" dirty="0" err="1" smtClean="0">
                <a:latin typeface="BRH Kannada" pitchFamily="2" charset="0"/>
              </a:rPr>
              <a:t>ÀzÉÊB</a:t>
            </a:r>
            <a:r>
              <a:rPr lang="en-US" sz="2200" b="1" dirty="0" smtClean="0">
                <a:latin typeface="BRH Kannada" pitchFamily="2" charset="0"/>
              </a:rPr>
              <a:t> </a:t>
            </a:r>
            <a:r>
              <a:rPr lang="en-US" sz="2200" b="1" dirty="0" err="1" smtClean="0">
                <a:latin typeface="BRH Kannada" pitchFamily="2" charset="0"/>
              </a:rPr>
              <a:t>UÁAiÀÄAw</a:t>
            </a:r>
            <a:r>
              <a:rPr lang="en-US" sz="2200" b="1" dirty="0" smtClean="0">
                <a:latin typeface="BRH Kannada" pitchFamily="2" charset="0"/>
              </a:rPr>
              <a:t> </a:t>
            </a:r>
            <a:r>
              <a:rPr lang="en-US" sz="2200" b="1" dirty="0" err="1" smtClean="0">
                <a:latin typeface="BRH Kannada" pitchFamily="2" charset="0"/>
              </a:rPr>
              <a:t>AiÀÄA</a:t>
            </a:r>
            <a:r>
              <a:rPr lang="en-US" sz="2200" b="1" dirty="0" smtClean="0">
                <a:latin typeface="BRH Kannada" pitchFamily="2" charset="0"/>
              </a:rPr>
              <a:t> ¸ÁªÀÄUÁB |</a:t>
            </a:r>
          </a:p>
          <a:p>
            <a:pPr marL="342804" indent="11110" algn="ctr">
              <a:lnSpc>
                <a:spcPct val="150000"/>
              </a:lnSpc>
              <a:spcBef>
                <a:spcPct val="0"/>
              </a:spcBef>
              <a:buFont typeface="Arial" pitchFamily="34" charset="0"/>
              <a:buNone/>
              <a:defRPr/>
            </a:pPr>
            <a:endParaRPr lang="en-US" sz="2200" b="1" dirty="0" smtClean="0">
              <a:solidFill>
                <a:srgbClr val="000000"/>
              </a:solidFill>
              <a:latin typeface="URW Palladio IT" pitchFamily="2" charset="0"/>
            </a:endParaRPr>
          </a:p>
          <a:p>
            <a:pPr marL="342804" indent="-342804" algn="ctr" eaLnBrk="1" hangingPunct="1">
              <a:spcBef>
                <a:spcPct val="0"/>
              </a:spcBef>
              <a:buFontTx/>
              <a:buNone/>
              <a:defRPr/>
            </a:pPr>
            <a:r>
              <a:rPr lang="en-US" sz="1800" b="1" dirty="0" smtClean="0">
                <a:latin typeface="URW Palladio IT" pitchFamily="2" charset="0"/>
              </a:rPr>
              <a:t>Salutations </a:t>
            </a:r>
            <a:r>
              <a:rPr lang="en-US" sz="1800" b="1" dirty="0">
                <a:latin typeface="URW Palladio IT" pitchFamily="2" charset="0"/>
              </a:rPr>
              <a:t>to that God whom Brahma, </a:t>
            </a:r>
            <a:r>
              <a:rPr lang="en-US" sz="1800" b="1" dirty="0" err="1">
                <a:latin typeface="URW Palladio IT" pitchFamily="2" charset="0"/>
              </a:rPr>
              <a:t>Varuna</a:t>
            </a:r>
            <a:r>
              <a:rPr lang="en-US" sz="1800" b="1" dirty="0">
                <a:latin typeface="URW Palladio IT" pitchFamily="2" charset="0"/>
              </a:rPr>
              <a:t>, </a:t>
            </a:r>
            <a:r>
              <a:rPr lang="en-US" sz="1800" b="1" dirty="0" err="1">
                <a:latin typeface="URW Palladio IT" pitchFamily="2" charset="0"/>
              </a:rPr>
              <a:t>Indra</a:t>
            </a:r>
            <a:r>
              <a:rPr lang="en-US" sz="1800" b="1" dirty="0">
                <a:latin typeface="URW Palladio IT" pitchFamily="2" charset="0"/>
              </a:rPr>
              <a:t>, </a:t>
            </a:r>
            <a:r>
              <a:rPr lang="en-US" sz="1800" b="1" dirty="0" err="1">
                <a:latin typeface="URW Palladio IT" pitchFamily="2" charset="0"/>
              </a:rPr>
              <a:t>Rudra</a:t>
            </a:r>
            <a:r>
              <a:rPr lang="en-US" sz="1800" b="1" dirty="0">
                <a:latin typeface="URW Palladio IT" pitchFamily="2" charset="0"/>
              </a:rPr>
              <a:t> and </a:t>
            </a:r>
            <a:r>
              <a:rPr lang="en-US" sz="1800" b="1" dirty="0" err="1">
                <a:latin typeface="URW Palladio IT" pitchFamily="2" charset="0"/>
              </a:rPr>
              <a:t>Maruts</a:t>
            </a:r>
            <a:r>
              <a:rPr lang="en-US" sz="1800" b="1" dirty="0">
                <a:latin typeface="URW Palladio IT" pitchFamily="2" charset="0"/>
              </a:rPr>
              <a:t> praise with </a:t>
            </a:r>
            <a:r>
              <a:rPr lang="en-US" sz="1800" b="1" dirty="0" smtClean="0">
                <a:latin typeface="URW Palladio IT" pitchFamily="2" charset="0"/>
              </a:rPr>
              <a:t>diving hymns</a:t>
            </a:r>
            <a:r>
              <a:rPr lang="en-US" sz="1800" b="1" dirty="0">
                <a:latin typeface="URW Palladio IT" pitchFamily="2" charset="0"/>
              </a:rPr>
              <a:t>, whom the </a:t>
            </a:r>
            <a:r>
              <a:rPr lang="en-US" sz="1800" b="1" dirty="0" err="1">
                <a:latin typeface="URW Palladio IT" pitchFamily="2" charset="0"/>
              </a:rPr>
              <a:t>Sama</a:t>
            </a:r>
            <a:r>
              <a:rPr lang="en-US" sz="1800" b="1" dirty="0">
                <a:latin typeface="URW Palladio IT" pitchFamily="2" charset="0"/>
              </a:rPr>
              <a:t>-chanters sing by Vedas and their Angas, in the </a:t>
            </a:r>
            <a:r>
              <a:rPr lang="en-US" sz="1800" b="1" dirty="0" err="1">
                <a:latin typeface="URW Palladio IT" pitchFamily="2" charset="0"/>
              </a:rPr>
              <a:t>Pada</a:t>
            </a:r>
            <a:r>
              <a:rPr lang="en-US" sz="1800" b="1" dirty="0">
                <a:latin typeface="URW Palladio IT" pitchFamily="2" charset="0"/>
              </a:rPr>
              <a:t> and </a:t>
            </a:r>
            <a:r>
              <a:rPr lang="en-US" sz="1800" b="1" dirty="0" err="1">
                <a:latin typeface="URW Palladio IT" pitchFamily="2" charset="0"/>
              </a:rPr>
              <a:t>Krama</a:t>
            </a:r>
            <a:r>
              <a:rPr lang="en-US" sz="1800" b="1" dirty="0">
                <a:latin typeface="URW Palladio IT" pitchFamily="2" charset="0"/>
              </a:rPr>
              <a:t> methods, and by </a:t>
            </a:r>
            <a:r>
              <a:rPr lang="en-US" sz="1800" b="1" dirty="0" err="1">
                <a:latin typeface="URW Palladio IT" pitchFamily="2" charset="0"/>
              </a:rPr>
              <a:t>Upanisads</a:t>
            </a:r>
            <a:r>
              <a:rPr lang="en-US" sz="1800" b="1" dirty="0">
                <a:latin typeface="URW Palladio IT" pitchFamily="2" charset="0"/>
              </a:rPr>
              <a:t>, </a:t>
            </a:r>
          </a:p>
        </p:txBody>
      </p:sp>
    </p:spTree>
    <p:extLst>
      <p:ext uri="{BB962C8B-B14F-4D97-AF65-F5344CB8AC3E}">
        <p14:creationId xmlns:p14="http://schemas.microsoft.com/office/powerpoint/2010/main" val="142544177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38750"/>
          </a:xfrm>
        </p:spPr>
        <p:txBody>
          <a:bodyPr/>
          <a:lstStyle/>
          <a:p>
            <a:pPr marL="342804" indent="-342804" algn="ctr" eaLnBrk="1" hangingPunct="1">
              <a:lnSpc>
                <a:spcPct val="150000"/>
              </a:lnSpc>
              <a:buFontTx/>
              <a:buNone/>
              <a:defRPr/>
            </a:pPr>
            <a:r>
              <a:rPr lang="en-US" sz="2200" b="1" dirty="0" err="1" smtClean="0">
                <a:solidFill>
                  <a:srgbClr val="000000"/>
                </a:solidFill>
                <a:latin typeface="Sanskrit 99" pitchFamily="2" charset="0"/>
              </a:rPr>
              <a:t>XyanaviSwttÌten</a:t>
            </a:r>
            <a:r>
              <a:rPr lang="en-US" sz="2200" b="1" dirty="0" smtClean="0">
                <a:solidFill>
                  <a:srgbClr val="000000"/>
                </a:solidFill>
                <a:latin typeface="Sanskrit 99" pitchFamily="2" charset="0"/>
              </a:rPr>
              <a:t> </a:t>
            </a:r>
            <a:r>
              <a:rPr lang="en-US" sz="2200" b="1" dirty="0" err="1">
                <a:solidFill>
                  <a:srgbClr val="000000"/>
                </a:solidFill>
                <a:latin typeface="Sanskrit 99" pitchFamily="2" charset="0"/>
              </a:rPr>
              <a:t>mnsa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pZyiNt</a:t>
            </a:r>
            <a:r>
              <a:rPr lang="en-US" sz="2200" b="1" dirty="0">
                <a:solidFill>
                  <a:srgbClr val="000000"/>
                </a:solidFill>
                <a:latin typeface="Sanskrit 99" pitchFamily="2" charset="0"/>
              </a:rPr>
              <a:t> y&lt; </a:t>
            </a:r>
            <a:r>
              <a:rPr lang="en-IN" sz="2200" dirty="0" err="1">
                <a:solidFill>
                  <a:srgbClr val="000000"/>
                </a:solidFill>
                <a:latin typeface="Sanskrit 99" pitchFamily="2" charset="0"/>
              </a:rPr>
              <a:t>yaeign</a:t>
            </a:r>
            <a:r>
              <a:rPr lang="en-IN" sz="2200" dirty="0">
                <a:solidFill>
                  <a:srgbClr val="000000"/>
                </a:solidFill>
                <a:latin typeface="Sanskrit 99" pitchFamily="2" charset="0"/>
              </a:rPr>
              <a:t>&gt;</a:t>
            </a:r>
            <a:endParaRPr lang="en-US" sz="2200" b="1" dirty="0">
              <a:solidFill>
                <a:srgbClr val="FF0000"/>
              </a:solidFill>
              <a:latin typeface="Sanskrit 2003" pitchFamily="2" charset="-78"/>
              <a:cs typeface="Sanskrit 2003" pitchFamily="2" charset="-78"/>
            </a:endParaRPr>
          </a:p>
          <a:p>
            <a:pPr marL="342804" indent="-342804" algn="ctr" eaLnBrk="1" hangingPunct="1">
              <a:lnSpc>
                <a:spcPct val="150000"/>
              </a:lnSpc>
              <a:buFontTx/>
              <a:buNone/>
              <a:defRPr/>
            </a:pPr>
            <a:r>
              <a:rPr lang="pt-BR" sz="2200" b="1" dirty="0" smtClean="0">
                <a:solidFill>
                  <a:srgbClr val="000000"/>
                </a:solidFill>
                <a:latin typeface="Sanskrit 99" pitchFamily="2" charset="0"/>
              </a:rPr>
              <a:t>ySyaNt</a:t>
            </a:r>
            <a:r>
              <a:rPr lang="pt-BR" sz="2200" b="1" dirty="0">
                <a:solidFill>
                  <a:srgbClr val="000000"/>
                </a:solidFill>
                <a:latin typeface="Sanskrit 99" pitchFamily="2" charset="0"/>
              </a:rPr>
              <a:t>&lt; n ivÊ&gt; surasurg</a:t>
            </a:r>
            <a:r>
              <a:rPr lang="en-IN" sz="2200" dirty="0">
                <a:solidFill>
                  <a:srgbClr val="000000"/>
                </a:solidFill>
                <a:latin typeface="Sanskrit 99" pitchFamily="2" charset="0"/>
              </a:rPr>
              <a:t>[a&gt;</a:t>
            </a:r>
            <a:r>
              <a:rPr lang="pt-BR" sz="2200" b="1" dirty="0">
                <a:solidFill>
                  <a:srgbClr val="000000"/>
                </a:solidFill>
                <a:latin typeface="Sanskrit 99" pitchFamily="2" charset="0"/>
              </a:rPr>
              <a:t> devay tSmE nm</a:t>
            </a:r>
            <a:r>
              <a:rPr lang="pt-BR" sz="2200" b="1" dirty="0" smtClean="0">
                <a:solidFill>
                  <a:srgbClr val="000000"/>
                </a:solidFill>
                <a:latin typeface="Sanskrit 99" pitchFamily="2" charset="0"/>
              </a:rPr>
              <a:t>&gt;.</a:t>
            </a:r>
            <a:endParaRPr lang="pt-BR" sz="2200" b="1" dirty="0">
              <a:solidFill>
                <a:srgbClr val="000000"/>
              </a:solidFill>
              <a:latin typeface="Sanskrit 99" pitchFamily="2" charset="0"/>
            </a:endParaRPr>
          </a:p>
          <a:p>
            <a:pPr marL="342804" indent="-342804" algn="ctr" eaLnBrk="1" hangingPunct="1">
              <a:lnSpc>
                <a:spcPct val="150000"/>
              </a:lnSpc>
              <a:buFontTx/>
              <a:buNone/>
              <a:defRPr/>
            </a:pPr>
            <a:r>
              <a:rPr lang="en-US" sz="2200" b="1" dirty="0" err="1" smtClean="0">
                <a:solidFill>
                  <a:srgbClr val="000000"/>
                </a:solidFill>
                <a:latin typeface="URW Palladio IT" pitchFamily="2" charset="0"/>
              </a:rPr>
              <a:t>Dhyänävasthitatadgatena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manasä</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Paçyanti</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yaà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yoginaù</a:t>
            </a:r>
            <a:r>
              <a:rPr lang="en-US" sz="2200" b="1" dirty="0">
                <a:solidFill>
                  <a:srgbClr val="000000"/>
                </a:solidFill>
                <a:latin typeface="Sanskrit 99" pitchFamily="2" charset="0"/>
              </a:rPr>
              <a:t>,</a:t>
            </a:r>
            <a:endParaRPr lang="en-US" sz="2200" b="1" dirty="0">
              <a:solidFill>
                <a:srgbClr val="000000"/>
              </a:solidFill>
              <a:latin typeface="URW Palladio IT" pitchFamily="2" charset="0"/>
            </a:endParaRPr>
          </a:p>
          <a:p>
            <a:pPr marL="342804" indent="-342804" algn="ctr" eaLnBrk="1" hangingPunct="1">
              <a:lnSpc>
                <a:spcPct val="150000"/>
              </a:lnSpc>
              <a:spcBef>
                <a:spcPct val="0"/>
              </a:spcBef>
              <a:buFontTx/>
              <a:buNone/>
              <a:defRPr/>
            </a:pPr>
            <a:r>
              <a:rPr lang="en-US" sz="2200" b="1" dirty="0" err="1" smtClean="0">
                <a:solidFill>
                  <a:srgbClr val="000000"/>
                </a:solidFill>
                <a:latin typeface="URW Palladio IT" pitchFamily="2" charset="0"/>
              </a:rPr>
              <a:t>Yasyäntaà</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viduù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suräsuragaëäù</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Deväya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tasmai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namaù</a:t>
            </a:r>
            <a:r>
              <a:rPr lang="en-US" sz="2200" b="1" dirty="0">
                <a:solidFill>
                  <a:srgbClr val="000000"/>
                </a:solidFill>
                <a:latin typeface="URW Palladio IT" pitchFamily="2" charset="0"/>
              </a:rPr>
              <a:t> </a:t>
            </a:r>
            <a:r>
              <a:rPr lang="en-US" sz="2200" b="1" dirty="0" smtClean="0">
                <a:solidFill>
                  <a:srgbClr val="000000"/>
                </a:solidFill>
                <a:latin typeface="URW Palladio IT" pitchFamily="2" charset="0"/>
              </a:rPr>
              <a:t>||</a:t>
            </a:r>
          </a:p>
          <a:p>
            <a:pPr marL="342804" indent="11110" algn="ctr">
              <a:lnSpc>
                <a:spcPct val="150000"/>
              </a:lnSpc>
              <a:spcBef>
                <a:spcPct val="0"/>
              </a:spcBef>
              <a:buFont typeface="Arial" pitchFamily="34" charset="0"/>
              <a:buNone/>
              <a:defRPr/>
            </a:pPr>
            <a:r>
              <a:rPr lang="pt-BR" sz="2200" b="1" dirty="0" smtClean="0">
                <a:solidFill>
                  <a:srgbClr val="000000"/>
                </a:solidFill>
                <a:latin typeface="BRH Kannada" pitchFamily="2" charset="0"/>
              </a:rPr>
              <a:t>zsÁå£ÁªÀ¹ÜvÀ vÀzÀÎvÉÃ£À ªÀÄ£À¸Á ¥À±ÀåAw AiÀÄA AiÉÆÃV£ÀB</a:t>
            </a:r>
          </a:p>
          <a:p>
            <a:pPr marL="342804" indent="11110" algn="ctr">
              <a:lnSpc>
                <a:spcPct val="150000"/>
              </a:lnSpc>
              <a:spcBef>
                <a:spcPct val="0"/>
              </a:spcBef>
              <a:buFont typeface="Arial" pitchFamily="34" charset="0"/>
              <a:buNone/>
              <a:defRPr/>
            </a:pPr>
            <a:r>
              <a:rPr lang="en-US" sz="2200" b="1" dirty="0" err="1" smtClean="0">
                <a:solidFill>
                  <a:srgbClr val="000000"/>
                </a:solidFill>
                <a:latin typeface="BRH Kannada" pitchFamily="2" charset="0"/>
              </a:rPr>
              <a:t>AiÀÄ¸ÁåAvÀA</a:t>
            </a:r>
            <a:r>
              <a:rPr lang="en-US" sz="2200" b="1" dirty="0" smtClean="0">
                <a:solidFill>
                  <a:srgbClr val="000000"/>
                </a:solidFill>
                <a:latin typeface="BRH Kannada" pitchFamily="2" charset="0"/>
              </a:rPr>
              <a:t> £À «</a:t>
            </a:r>
            <a:r>
              <a:rPr lang="en-US" sz="2200" b="1" dirty="0" err="1" smtClean="0">
                <a:solidFill>
                  <a:srgbClr val="000000"/>
                </a:solidFill>
                <a:latin typeface="BRH Kannada" pitchFamily="2" charset="0"/>
              </a:rPr>
              <a:t>zÀÄB</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ÀÄgÁ¸ÀÄgÀUÀuÁ</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zÉÃªÁAiÀÄ</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vÀ¸ÉäöÊ</a:t>
            </a:r>
            <a:r>
              <a:rPr lang="en-US" sz="2200" b="1" dirty="0" smtClean="0">
                <a:solidFill>
                  <a:srgbClr val="000000"/>
                </a:solidFill>
                <a:latin typeface="BRH Kannada" pitchFamily="2" charset="0"/>
              </a:rPr>
              <a:t> £ÀªÀÄB</a:t>
            </a:r>
            <a:endParaRPr lang="en-US" sz="2200" b="1" dirty="0" smtClean="0">
              <a:solidFill>
                <a:srgbClr val="000000"/>
              </a:solidFill>
              <a:latin typeface="URW Palladio IT" pitchFamily="2" charset="0"/>
            </a:endParaRPr>
          </a:p>
          <a:p>
            <a:pPr marL="342804" indent="-342804" algn="ctr" eaLnBrk="1" hangingPunct="1">
              <a:lnSpc>
                <a:spcPct val="150000"/>
              </a:lnSpc>
              <a:spcBef>
                <a:spcPct val="0"/>
              </a:spcBef>
              <a:buFont typeface="Arial" pitchFamily="34" charset="0"/>
              <a:buNone/>
              <a:defRPr/>
            </a:pPr>
            <a:r>
              <a:rPr lang="en-US" sz="2000" b="1" dirty="0"/>
              <a:t>	</a:t>
            </a:r>
            <a:endParaRPr lang="en-US" sz="2000" b="1" dirty="0" smtClean="0"/>
          </a:p>
          <a:p>
            <a:pPr marL="342804" indent="-342804" algn="ctr" eaLnBrk="1" hangingPunct="1">
              <a:lnSpc>
                <a:spcPct val="150000"/>
              </a:lnSpc>
              <a:spcBef>
                <a:spcPct val="0"/>
              </a:spcBef>
              <a:buFont typeface="Arial" pitchFamily="34" charset="0"/>
              <a:buNone/>
              <a:defRPr/>
            </a:pPr>
            <a:r>
              <a:rPr lang="en-US" sz="1800" b="1" dirty="0" smtClean="0">
                <a:latin typeface="URW Palladio IT" pitchFamily="2" charset="0"/>
              </a:rPr>
              <a:t>Whom </a:t>
            </a:r>
            <a:r>
              <a:rPr lang="en-US" sz="1800" b="1" dirty="0">
                <a:latin typeface="URW Palladio IT" pitchFamily="2" charset="0"/>
              </a:rPr>
              <a:t>the yogis see with their minds absorbed in Him through meditation, and whose end the hosts of Devas and </a:t>
            </a:r>
            <a:r>
              <a:rPr lang="en-US" sz="1800" b="1" dirty="0" err="1">
                <a:latin typeface="URW Palladio IT" pitchFamily="2" charset="0"/>
              </a:rPr>
              <a:t>Asuras</a:t>
            </a:r>
            <a:r>
              <a:rPr lang="en-US" sz="1800" b="1" dirty="0">
                <a:latin typeface="URW Palladio IT" pitchFamily="2" charset="0"/>
              </a:rPr>
              <a:t> know not. </a:t>
            </a:r>
          </a:p>
          <a:p>
            <a:pPr marL="342804" indent="-342804" algn="ctr" eaLnBrk="1" hangingPunct="1">
              <a:lnSpc>
                <a:spcPct val="150000"/>
              </a:lnSpc>
              <a:spcBef>
                <a:spcPct val="0"/>
              </a:spcBef>
              <a:buFontTx/>
              <a:buNone/>
              <a:defRPr/>
            </a:pPr>
            <a:endParaRPr lang="en-US" sz="2000" b="1" dirty="0">
              <a:solidFill>
                <a:srgbClr val="000000"/>
              </a:solidFill>
              <a:latin typeface="System"/>
            </a:endParaRPr>
          </a:p>
          <a:p>
            <a:pPr marL="342804" indent="-342804" algn="ctr" eaLnBrk="1" hangingPunct="1">
              <a:lnSpc>
                <a:spcPct val="150000"/>
              </a:lnSpc>
              <a:buFontTx/>
              <a:buNone/>
              <a:defRPr/>
            </a:pPr>
            <a:endParaRPr lang="en-US" sz="2000" dirty="0"/>
          </a:p>
        </p:txBody>
      </p:sp>
    </p:spTree>
    <p:extLst>
      <p:ext uri="{BB962C8B-B14F-4D97-AF65-F5344CB8AC3E}">
        <p14:creationId xmlns:p14="http://schemas.microsoft.com/office/powerpoint/2010/main" val="206463990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34925" y="1"/>
            <a:ext cx="9144000" cy="5132785"/>
          </a:xfrm>
          <a:prstGeom prst="rect">
            <a:avLst/>
          </a:prstGeom>
          <a:noFill/>
          <a:ln w="9525">
            <a:noFill/>
            <a:miter lim="800000"/>
            <a:headEnd/>
            <a:tailEnd/>
          </a:ln>
        </p:spPr>
        <p:txBody>
          <a:bodyPr lIns="91415" tIns="45708" rIns="91415" bIns="45708"/>
          <a:lstStyle/>
          <a:p>
            <a:pPr marL="342804" indent="-342804" algn="ctr">
              <a:lnSpc>
                <a:spcPct val="150000"/>
              </a:lnSpc>
              <a:spcBef>
                <a:spcPct val="20000"/>
              </a:spcBef>
              <a:defRPr/>
            </a:pPr>
            <a:r>
              <a:rPr lang="hi-IN" sz="3600" dirty="0" smtClean="0">
                <a:solidFill>
                  <a:schemeClr val="tx1"/>
                </a:solidFill>
                <a:latin typeface="Sanskrit 99" pitchFamily="2" charset="0"/>
                <a:cs typeface="Sanskrit 2003" pitchFamily="2" charset="-78"/>
              </a:rPr>
              <a:t>अथ </a:t>
            </a:r>
            <a:r>
              <a:rPr lang="hi-IN" sz="3600" dirty="0">
                <a:solidFill>
                  <a:schemeClr val="tx1"/>
                </a:solidFill>
                <a:latin typeface="Sanskrit 99" pitchFamily="2" charset="0"/>
                <a:cs typeface="Sanskrit 2003" pitchFamily="2" charset="-78"/>
              </a:rPr>
              <a:t>श्रीमद्भगवद्गीतासु </a:t>
            </a:r>
            <a:endParaRPr lang="en-US" sz="3600" dirty="0">
              <a:solidFill>
                <a:schemeClr val="tx1"/>
              </a:solidFill>
              <a:latin typeface="Sanskrit 99" pitchFamily="2" charset="0"/>
              <a:cs typeface="Sanskrit 2003" pitchFamily="2" charset="-78"/>
            </a:endParaRPr>
          </a:p>
          <a:p>
            <a:pPr marL="342804" indent="-342804" algn="ctr">
              <a:lnSpc>
                <a:spcPct val="150000"/>
              </a:lnSpc>
              <a:spcBef>
                <a:spcPct val="20000"/>
              </a:spcBef>
              <a:defRPr/>
            </a:pPr>
            <a:r>
              <a:rPr lang="en-US" sz="3600" dirty="0">
                <a:solidFill>
                  <a:schemeClr val="tx1"/>
                </a:solidFill>
                <a:latin typeface="Sanskrit 99" pitchFamily="2" charset="0"/>
                <a:cs typeface="Sanskrit 2003" pitchFamily="2" charset="-78"/>
              </a:rPr>
              <a:t>	</a:t>
            </a:r>
            <a:r>
              <a:rPr lang="en-US" sz="3600" dirty="0" smtClean="0">
                <a:solidFill>
                  <a:schemeClr val="tx1"/>
                </a:solidFill>
                <a:latin typeface="Sanskrit 99" pitchFamily="2" charset="0"/>
                <a:cs typeface="Sanskrit 2003" pitchFamily="2" charset="-78"/>
              </a:rPr>
              <a:t> </a:t>
            </a:r>
            <a:r>
              <a:rPr lang="en-US" sz="3600" dirty="0" err="1">
                <a:solidFill>
                  <a:srgbClr val="000000"/>
                </a:solidFill>
                <a:latin typeface="Sanskrit 99" pitchFamily="2" charset="0"/>
              </a:rPr>
              <a:t>rajyaeg</a:t>
            </a:r>
            <a:r>
              <a:rPr lang="hi-IN" sz="3600" dirty="0" smtClean="0">
                <a:solidFill>
                  <a:schemeClr val="tx1"/>
                </a:solidFill>
                <a:latin typeface="Sanskrit 99" pitchFamily="2" charset="0"/>
                <a:cs typeface="Sanskrit 2003" pitchFamily="2" charset="-78"/>
              </a:rPr>
              <a:t>श्लॊकसंग्रहः</a:t>
            </a:r>
            <a:endParaRPr lang="hi-IN" sz="3600" b="1" dirty="0">
              <a:solidFill>
                <a:schemeClr val="tx1"/>
              </a:solidFill>
              <a:latin typeface="Sanskrit 2003" pitchFamily="2" charset="-78"/>
              <a:cs typeface="Sanskrit 2003" pitchFamily="2" charset="-78"/>
            </a:endParaRPr>
          </a:p>
          <a:p>
            <a:pPr marL="342804" indent="-342804" algn="ctr">
              <a:lnSpc>
                <a:spcPct val="150000"/>
              </a:lnSpc>
              <a:spcBef>
                <a:spcPts val="600"/>
              </a:spcBef>
              <a:defRPr/>
            </a:pPr>
            <a:r>
              <a:rPr lang="en-US" sz="3600" b="1" dirty="0">
                <a:solidFill>
                  <a:schemeClr val="tx1"/>
                </a:solidFill>
                <a:latin typeface="URW Palladio ITU" pitchFamily="2" charset="0"/>
              </a:rPr>
              <a:t>   </a:t>
            </a:r>
            <a:r>
              <a:rPr lang="en-US" sz="3600" b="1" dirty="0" err="1" smtClean="0">
                <a:solidFill>
                  <a:schemeClr val="tx1"/>
                </a:solidFill>
                <a:latin typeface="URW Palladio IT" pitchFamily="2" charset="0"/>
              </a:rPr>
              <a:t>Atha</a:t>
            </a:r>
            <a:r>
              <a:rPr lang="en-US" sz="3600" b="1" dirty="0" smtClean="0">
                <a:solidFill>
                  <a:schemeClr val="tx1"/>
                </a:solidFill>
                <a:latin typeface="URW Palladio IT" pitchFamily="2" charset="0"/>
              </a:rPr>
              <a:t> </a:t>
            </a:r>
            <a:r>
              <a:rPr lang="en-US" sz="3600" b="1" dirty="0" err="1">
                <a:solidFill>
                  <a:schemeClr val="tx1"/>
                </a:solidFill>
                <a:latin typeface="URW Palladio IT" pitchFamily="2" charset="0"/>
              </a:rPr>
              <a:t>śrīmadbhagavadgītāsu</a:t>
            </a:r>
            <a:r>
              <a:rPr lang="en-US" sz="3600" b="1" dirty="0">
                <a:solidFill>
                  <a:schemeClr val="tx1"/>
                </a:solidFill>
                <a:latin typeface="URW Palladio IT" pitchFamily="2" charset="0"/>
              </a:rPr>
              <a:t> </a:t>
            </a:r>
          </a:p>
          <a:p>
            <a:pPr marL="342804" indent="-342804" algn="ctr">
              <a:lnSpc>
                <a:spcPct val="150000"/>
              </a:lnSpc>
              <a:spcBef>
                <a:spcPct val="0"/>
              </a:spcBef>
              <a:defRPr/>
            </a:pPr>
            <a:r>
              <a:rPr lang="en-US" sz="3600" b="1" dirty="0">
                <a:solidFill>
                  <a:srgbClr val="000000"/>
                </a:solidFill>
                <a:latin typeface="URW Palladio IT" pitchFamily="2" charset="0"/>
              </a:rPr>
              <a:t>   </a:t>
            </a:r>
            <a:r>
              <a:rPr lang="en-US" sz="3600" b="1" dirty="0" err="1" smtClean="0">
                <a:solidFill>
                  <a:srgbClr val="000000"/>
                </a:solidFill>
                <a:latin typeface="URW Palladio IT" pitchFamily="2" charset="0"/>
              </a:rPr>
              <a:t>Räjayoga</a:t>
            </a:r>
            <a:r>
              <a:rPr lang="en-US" sz="3600" b="1" dirty="0" err="1" smtClean="0">
                <a:solidFill>
                  <a:schemeClr val="tx1"/>
                </a:solidFill>
                <a:latin typeface="URW Palladio IT" pitchFamily="2" charset="0"/>
              </a:rPr>
              <a:t>ślokasaṁgrahaḥ</a:t>
            </a:r>
            <a:endParaRPr lang="en-US" sz="3600" b="1" dirty="0" smtClean="0">
              <a:solidFill>
                <a:schemeClr val="tx1"/>
              </a:solidFill>
              <a:latin typeface="URW Palladio IT" pitchFamily="2" charset="0"/>
            </a:endParaRPr>
          </a:p>
          <a:p>
            <a:pPr algn="ctr">
              <a:lnSpc>
                <a:spcPct val="150000"/>
              </a:lnSpc>
              <a:spcBef>
                <a:spcPts val="600"/>
              </a:spcBef>
              <a:defRPr/>
            </a:pPr>
            <a:r>
              <a:rPr lang="en-US" sz="3600" b="1" dirty="0" err="1" smtClean="0">
                <a:solidFill>
                  <a:srgbClr val="000000"/>
                </a:solidFill>
                <a:latin typeface="BRH Kannada" pitchFamily="2" charset="0"/>
              </a:rPr>
              <a:t>CxÀ</a:t>
            </a:r>
            <a:r>
              <a:rPr lang="en-US" sz="3600" b="1" dirty="0" smtClean="0">
                <a:solidFill>
                  <a:srgbClr val="000000"/>
                </a:solidFill>
                <a:latin typeface="BRH Kannada" pitchFamily="2" charset="0"/>
              </a:rPr>
              <a:t> ²æÃªÀÄzÀãUÀªÀ¢ÎÃvÁ¸ÀÄ </a:t>
            </a:r>
          </a:p>
          <a:p>
            <a:pPr algn="ctr">
              <a:lnSpc>
                <a:spcPct val="150000"/>
              </a:lnSpc>
              <a:spcBef>
                <a:spcPts val="600"/>
              </a:spcBef>
              <a:defRPr/>
            </a:pPr>
            <a:r>
              <a:rPr lang="en-US" sz="3600" b="1" dirty="0" err="1" smtClean="0">
                <a:solidFill>
                  <a:srgbClr val="000000"/>
                </a:solidFill>
                <a:latin typeface="BRH Kannada" pitchFamily="2" charset="0"/>
              </a:rPr>
              <a:t>gÁdAiÉÆÃUÀ</a:t>
            </a:r>
            <a:r>
              <a:rPr lang="en-US" sz="3600" b="1" dirty="0" smtClean="0">
                <a:solidFill>
                  <a:srgbClr val="000000"/>
                </a:solidFill>
                <a:latin typeface="BRH Kannada" pitchFamily="2" charset="0"/>
              </a:rPr>
              <a:t> </a:t>
            </a:r>
            <a:r>
              <a:rPr lang="en-US" sz="3600" b="1" dirty="0">
                <a:solidFill>
                  <a:srgbClr val="000000"/>
                </a:solidFill>
                <a:latin typeface="BRH Kannada" pitchFamily="2" charset="0"/>
              </a:rPr>
              <a:t>±</a:t>
            </a:r>
            <a:r>
              <a:rPr lang="en-US" sz="3600" b="1" dirty="0" err="1">
                <a:solidFill>
                  <a:srgbClr val="000000"/>
                </a:solidFill>
                <a:latin typeface="BRH Kannada" pitchFamily="2" charset="0"/>
              </a:rPr>
              <a:t>ÉÆèÃPÀ</a:t>
            </a:r>
            <a:r>
              <a:rPr lang="en-US" sz="3600" b="1" dirty="0">
                <a:solidFill>
                  <a:srgbClr val="000000"/>
                </a:solidFill>
                <a:latin typeface="BRH Kannada" pitchFamily="2" charset="0"/>
              </a:rPr>
              <a:t> ¸</a:t>
            </a:r>
            <a:r>
              <a:rPr lang="en-US" sz="3600" b="1" dirty="0" err="1" smtClean="0">
                <a:solidFill>
                  <a:srgbClr val="000000"/>
                </a:solidFill>
                <a:latin typeface="BRH Kannada" pitchFamily="2" charset="0"/>
              </a:rPr>
              <a:t>ÀAUÀæºÀB</a:t>
            </a:r>
            <a:endParaRPr lang="en-US" sz="3600" b="1" dirty="0">
              <a:solidFill>
                <a:schemeClr val="tx1"/>
              </a:solidFill>
              <a:latin typeface="URW Palladio IT" pitchFamily="2" charset="0"/>
            </a:endParaRPr>
          </a:p>
          <a:p>
            <a:pPr marL="342804" indent="-342804" algn="ctr">
              <a:lnSpc>
                <a:spcPct val="150000"/>
              </a:lnSpc>
              <a:spcBef>
                <a:spcPts val="1800"/>
              </a:spcBef>
              <a:defRPr/>
            </a:pPr>
            <a:r>
              <a:rPr lang="en-US" sz="3600" b="1" dirty="0">
                <a:solidFill>
                  <a:srgbClr val="000000"/>
                </a:solidFill>
                <a:latin typeface="BRH Kannada" pitchFamily="2" charset="0"/>
              </a:rPr>
              <a:t>   </a:t>
            </a:r>
            <a:endParaRPr lang="en-US" sz="3600" b="1" dirty="0">
              <a:solidFill>
                <a:schemeClr val="tx1"/>
              </a:solidFill>
              <a:latin typeface="Sanskrit 2003" pitchFamily="2" charset="-78"/>
              <a:cs typeface="Sanskrit 2003" pitchFamily="2" charset="-78"/>
            </a:endParaRPr>
          </a:p>
          <a:p>
            <a:pPr marL="342804" indent="-342804" algn="ctr">
              <a:lnSpc>
                <a:spcPct val="150000"/>
              </a:lnSpc>
              <a:spcBef>
                <a:spcPct val="0"/>
              </a:spcBef>
              <a:defRPr/>
            </a:pPr>
            <a:r>
              <a:rPr lang="en-US" sz="3600" b="1" dirty="0">
                <a:solidFill>
                  <a:schemeClr val="tx1"/>
                </a:solidFill>
                <a:latin typeface="Sanskrit 2003" pitchFamily="2" charset="-78"/>
                <a:cs typeface="Sanskrit 2003" pitchFamily="2" charset="-78"/>
              </a:rPr>
              <a:t>   </a:t>
            </a:r>
            <a:endParaRPr lang="kn-IN" sz="3600" b="1" dirty="0">
              <a:solidFill>
                <a:schemeClr val="tx1"/>
              </a:solidFill>
              <a:latin typeface="Calibri" pitchFamily="34" charset="0"/>
            </a:endParaRPr>
          </a:p>
        </p:txBody>
      </p:sp>
    </p:spTree>
    <p:extLst>
      <p:ext uri="{BB962C8B-B14F-4D97-AF65-F5344CB8AC3E}">
        <p14:creationId xmlns:p14="http://schemas.microsoft.com/office/powerpoint/2010/main" val="187694405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marL="342900" indent="-342900">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spcBef>
                <a:spcPct val="20000"/>
              </a:spcBef>
            </a:pPr>
            <a:endParaRPr lang="en-US" sz="4000" b="1" dirty="0" smtClean="0">
              <a:solidFill>
                <a:schemeClr val="tx1"/>
              </a:solidFill>
              <a:latin typeface="Sanskrit 2003" pitchFamily="2" charset="-78"/>
              <a:cs typeface="Sanskrit 2003" pitchFamily="2" charset="-78"/>
            </a:endParaRPr>
          </a:p>
          <a:p>
            <a:pPr algn="ctr">
              <a:spcBef>
                <a:spcPct val="20000"/>
              </a:spcBef>
            </a:pPr>
            <a:r>
              <a:rPr lang="hi-IN" sz="4000" b="1" dirty="0" smtClean="0">
                <a:solidFill>
                  <a:schemeClr val="tx1"/>
                </a:solidFill>
                <a:latin typeface="Sanskrit 2003" pitchFamily="2" charset="-78"/>
                <a:cs typeface="Sanskrit 2003" pitchFamily="2" charset="-78"/>
              </a:rPr>
              <a:t>श्रीभगवानुवाच</a:t>
            </a:r>
            <a:endParaRPr lang="en-US" sz="4000" b="1" dirty="0">
              <a:solidFill>
                <a:schemeClr val="tx1"/>
              </a:solidFill>
              <a:latin typeface="Sanskrit 2003" pitchFamily="2" charset="-78"/>
              <a:cs typeface="Sanskrit 2003" pitchFamily="2" charset="-78"/>
            </a:endParaRPr>
          </a:p>
          <a:p>
            <a:pPr algn="ctr">
              <a:lnSpc>
                <a:spcPct val="150000"/>
              </a:lnSpc>
              <a:spcBef>
                <a:spcPct val="0"/>
              </a:spcBef>
            </a:pPr>
            <a:r>
              <a:rPr lang="en-US" sz="4000" b="1" dirty="0" err="1">
                <a:solidFill>
                  <a:schemeClr val="tx1"/>
                </a:solidFill>
                <a:latin typeface="URW Palladio IT" pitchFamily="2" charset="0"/>
              </a:rPr>
              <a:t>Śrībhagavānuvāca</a:t>
            </a:r>
            <a:endParaRPr lang="en-US" sz="4000" b="1" dirty="0">
              <a:solidFill>
                <a:schemeClr val="tx1"/>
              </a:solidFill>
              <a:latin typeface="URW Palladio IT" pitchFamily="2" charset="0"/>
            </a:endParaRPr>
          </a:p>
          <a:p>
            <a:pPr algn="ctr">
              <a:lnSpc>
                <a:spcPct val="150000"/>
              </a:lnSpc>
              <a:spcBef>
                <a:spcPct val="0"/>
              </a:spcBef>
            </a:pPr>
            <a:r>
              <a:rPr lang="kn-IN" sz="4000" b="1" dirty="0">
                <a:solidFill>
                  <a:schemeClr val="tx1"/>
                </a:solidFill>
                <a:latin typeface="Calibri" pitchFamily="34" charset="0"/>
              </a:rPr>
              <a:t>ಶ್ರೀ</a:t>
            </a:r>
            <a:r>
              <a:rPr lang="en-CA" sz="4000" b="1" dirty="0">
                <a:solidFill>
                  <a:schemeClr val="tx1"/>
                </a:solidFill>
                <a:latin typeface="Calibri" pitchFamily="34" charset="0"/>
              </a:rPr>
              <a:t> </a:t>
            </a:r>
            <a:r>
              <a:rPr lang="kn-IN" sz="4000" b="1" dirty="0">
                <a:solidFill>
                  <a:schemeClr val="tx1"/>
                </a:solidFill>
                <a:latin typeface="Calibri" pitchFamily="34" charset="0"/>
              </a:rPr>
              <a:t>ಭಗವಾನ್ ಉವಾಚ</a:t>
            </a:r>
          </a:p>
        </p:txBody>
      </p:sp>
    </p:spTree>
    <p:extLst>
      <p:ext uri="{BB962C8B-B14F-4D97-AF65-F5344CB8AC3E}">
        <p14:creationId xmlns:p14="http://schemas.microsoft.com/office/powerpoint/2010/main" val="97832971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ÏredaTmnaTma</a:t>
            </a:r>
            <a:r>
              <a:rPr lang="en-US" sz="2200" b="1" dirty="0" err="1">
                <a:latin typeface="Sanskrit 99" pitchFamily="2" charset="0"/>
              </a:rPr>
              <a:t>n</a:t>
            </a:r>
            <a:r>
              <a:rPr lang="en-US" sz="2200" dirty="0">
                <a:latin typeface="Sanskrit 99" pitchFamily="2" charset="0"/>
              </a:rPr>
              <a:t>&lt;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naTmanmvsadyet</a:t>
            </a:r>
            <a:r>
              <a:rPr lang="en-US" sz="2200" b="1" dirty="0">
                <a:solidFill>
                  <a:srgbClr val="000000"/>
                </a:solidFill>
                <a:latin typeface="Sanskrit 99" pitchFamily="2" charset="0"/>
              </a:rPr>
              <a:t>!,</a:t>
            </a:r>
          </a:p>
          <a:p>
            <a:pPr marL="742743" indent="-742743" algn="ctr" eaLnBrk="1" hangingPunct="1">
              <a:lnSpc>
                <a:spcPct val="150000"/>
              </a:lnSpc>
              <a:spcAft>
                <a:spcPts val="600"/>
              </a:spcAft>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AaTmEv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ýaTmnae</a:t>
            </a:r>
            <a:r>
              <a:rPr lang="en-US" sz="2200" b="1" dirty="0">
                <a:solidFill>
                  <a:srgbClr val="000000"/>
                </a:solidFill>
                <a:latin typeface="Sanskrit 99" pitchFamily="2" charset="0"/>
              </a:rPr>
              <a:t> </a:t>
            </a:r>
            <a:r>
              <a:rPr lang="en-US" sz="2200" b="1" dirty="0" err="1">
                <a:latin typeface="Sanskrit 99" pitchFamily="2" charset="0"/>
              </a:rPr>
              <a:t>bNxuraTmEv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irpuraTmn</a:t>
            </a:r>
            <a:r>
              <a:rPr lang="en-US" sz="2200" b="1" dirty="0">
                <a:solidFill>
                  <a:srgbClr val="000000"/>
                </a:solidFill>
                <a:latin typeface="Sanskrit 99" pitchFamily="2" charset="0"/>
              </a:rPr>
              <a:t>&gt;.6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5.</a:t>
            </a:r>
          </a:p>
          <a:p>
            <a:pPr marL="742743" indent="-742743" algn="ctr" eaLnBrk="1" hangingPunct="1">
              <a:lnSpc>
                <a:spcPct val="150000"/>
              </a:lnSpc>
              <a:spcBef>
                <a:spcPct val="0"/>
              </a:spcBef>
              <a:spcAft>
                <a:spcPts val="600"/>
              </a:spcAft>
              <a:buFont typeface="Calibri" pitchFamily="34" charset="0"/>
              <a:buAutoNum type="arabicPeriod"/>
              <a:defRPr/>
            </a:pPr>
            <a:r>
              <a:rPr lang="en-US" sz="2200" b="1" dirty="0" err="1" smtClean="0">
                <a:solidFill>
                  <a:srgbClr val="000000"/>
                </a:solidFill>
                <a:latin typeface="URW Palladio IT" pitchFamily="2" charset="0"/>
              </a:rPr>
              <a:t>Uddharedätmanätmänam</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Nätmänamavasädayet</a:t>
            </a:r>
            <a:r>
              <a:rPr lang="en-US" sz="2200" b="1" dirty="0" smtClean="0">
                <a:solidFill>
                  <a:srgbClr val="000000"/>
                </a:solidFill>
                <a:latin typeface="URW Palladio IT" pitchFamily="2" charset="0"/>
              </a:rPr>
              <a:t> </a:t>
            </a:r>
            <a:r>
              <a:rPr lang="en-US" sz="2200" b="1" dirty="0">
                <a:solidFill>
                  <a:srgbClr val="000000"/>
                </a:solidFill>
                <a:latin typeface="URW Palladio IT" pitchFamily="2" charset="0"/>
              </a:rPr>
              <a:t>|</a:t>
            </a:r>
          </a:p>
          <a:p>
            <a:pPr marL="742743" indent="-742743" algn="ctr" eaLnBrk="1" hangingPunct="1">
              <a:lnSpc>
                <a:spcPct val="150000"/>
              </a:lnSpc>
              <a:spcBef>
                <a:spcPct val="0"/>
              </a:spcBef>
              <a:spcAft>
                <a:spcPts val="600"/>
              </a:spcAft>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Ätmaiva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hyätmano</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bandhuù</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Ätmaiva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ripurätmanaù</a:t>
            </a:r>
            <a:r>
              <a:rPr lang="en-US" sz="2200" b="1" dirty="0">
                <a:solidFill>
                  <a:srgbClr val="000000"/>
                </a:solidFill>
                <a:latin typeface="URW Palladio IT" pitchFamily="2" charset="0"/>
              </a:rPr>
              <a:t> ||6.5||</a:t>
            </a:r>
          </a:p>
          <a:p>
            <a:pPr marL="342804" indent="-342804" algn="ctr" eaLnBrk="1" fontAlgn="auto" hangingPunct="1">
              <a:lnSpc>
                <a:spcPct val="150000"/>
              </a:lnSpc>
              <a:spcBef>
                <a:spcPts val="0"/>
              </a:spcBef>
              <a:spcAft>
                <a:spcPts val="0"/>
              </a:spcAft>
              <a:buFont typeface="Arial" pitchFamily="34" charset="0"/>
              <a:buNone/>
              <a:defRPr/>
            </a:pPr>
            <a:r>
              <a:rPr lang="en-US" sz="2200" b="1" dirty="0">
                <a:solidFill>
                  <a:srgbClr val="000000"/>
                </a:solidFill>
                <a:latin typeface="BRH Kannada"/>
              </a:rPr>
              <a:t>1. </a:t>
            </a:r>
            <a:r>
              <a:rPr lang="en-US" sz="2200" b="1" dirty="0" smtClean="0">
                <a:solidFill>
                  <a:srgbClr val="000000"/>
                </a:solidFill>
                <a:latin typeface="BRH Kannada"/>
              </a:rPr>
              <a:t>     </a:t>
            </a:r>
            <a:r>
              <a:rPr lang="en-US" sz="2200" b="1" dirty="0" err="1" smtClean="0">
                <a:solidFill>
                  <a:srgbClr val="000000"/>
                </a:solidFill>
                <a:latin typeface="BRH Kannada"/>
              </a:rPr>
              <a:t>GzÀÞgÉÃzÁvÀä£ÁvÁä£ÀA</a:t>
            </a:r>
            <a:r>
              <a:rPr lang="en-US" sz="2200" b="1" dirty="0" smtClean="0">
                <a:solidFill>
                  <a:srgbClr val="000000"/>
                </a:solidFill>
                <a:latin typeface="BRH Kannada"/>
              </a:rPr>
              <a:t> </a:t>
            </a:r>
            <a:r>
              <a:rPr lang="en-US" sz="2200" b="1" dirty="0">
                <a:solidFill>
                  <a:srgbClr val="000000"/>
                </a:solidFill>
                <a:latin typeface="BRH Kannada"/>
              </a:rPr>
              <a:t>£</a:t>
            </a:r>
            <a:r>
              <a:rPr lang="en-US" sz="2200" b="1" dirty="0" err="1">
                <a:solidFill>
                  <a:srgbClr val="000000"/>
                </a:solidFill>
                <a:latin typeface="BRH Kannada"/>
              </a:rPr>
              <a:t>ÁvÁä£ÀªÀÄªÀ¸ÁzÀAiÉÄÃvï</a:t>
            </a:r>
            <a:r>
              <a:rPr lang="en-US" sz="2200" b="1" dirty="0">
                <a:solidFill>
                  <a:srgbClr val="000000"/>
                </a:solidFill>
                <a:latin typeface="BRH Kannada"/>
              </a:rPr>
              <a:t> |</a:t>
            </a:r>
          </a:p>
          <a:p>
            <a:pPr marL="342804" indent="-342804" algn="ctr" eaLnBrk="1" fontAlgn="auto" hangingPunct="1">
              <a:lnSpc>
                <a:spcPct val="150000"/>
              </a:lnSpc>
              <a:spcBef>
                <a:spcPts val="0"/>
              </a:spcBef>
              <a:spcAft>
                <a:spcPts val="0"/>
              </a:spcAft>
              <a:buFont typeface="Arial" pitchFamily="34" charset="0"/>
              <a:buNone/>
              <a:defRPr/>
            </a:pPr>
            <a:r>
              <a:rPr lang="en-US" sz="2200" b="1" dirty="0" smtClean="0">
                <a:solidFill>
                  <a:srgbClr val="000000"/>
                </a:solidFill>
                <a:latin typeface="BRH Kannada"/>
              </a:rPr>
              <a:t>        </a:t>
            </a:r>
            <a:r>
              <a:rPr lang="en-US" sz="2200" b="1" dirty="0" err="1" smtClean="0">
                <a:solidFill>
                  <a:srgbClr val="000000"/>
                </a:solidFill>
                <a:latin typeface="BRH Kannada"/>
              </a:rPr>
              <a:t>DvÉäöÊªÀ</a:t>
            </a:r>
            <a:r>
              <a:rPr lang="en-US" sz="2200" b="1" dirty="0" smtClean="0">
                <a:solidFill>
                  <a:srgbClr val="000000"/>
                </a:solidFill>
                <a:latin typeface="BRH Kannada"/>
              </a:rPr>
              <a:t> </a:t>
            </a:r>
            <a:r>
              <a:rPr lang="en-US" sz="2200" b="1" dirty="0">
                <a:solidFill>
                  <a:srgbClr val="000000"/>
                </a:solidFill>
                <a:latin typeface="BRH Kannada"/>
              </a:rPr>
              <a:t>º</a:t>
            </a:r>
            <a:r>
              <a:rPr lang="en-US" sz="2200" b="1" dirty="0" err="1">
                <a:solidFill>
                  <a:srgbClr val="000000"/>
                </a:solidFill>
                <a:latin typeface="BRH Kannada"/>
              </a:rPr>
              <a:t>ÁåvÀä£ÉÆÃ</a:t>
            </a:r>
            <a:r>
              <a:rPr lang="en-US" sz="2200" b="1" dirty="0">
                <a:solidFill>
                  <a:srgbClr val="000000"/>
                </a:solidFill>
                <a:latin typeface="BRH Kannada"/>
              </a:rPr>
              <a:t> §</a:t>
            </a:r>
            <a:r>
              <a:rPr lang="en-US" sz="2200" b="1" dirty="0" err="1">
                <a:solidFill>
                  <a:srgbClr val="000000"/>
                </a:solidFill>
                <a:latin typeface="BRH Kannada"/>
              </a:rPr>
              <a:t>AzsÀÄB</a:t>
            </a:r>
            <a:r>
              <a:rPr lang="en-US" sz="2200" b="1" dirty="0">
                <a:solidFill>
                  <a:srgbClr val="000000"/>
                </a:solidFill>
                <a:latin typeface="BRH Kannada"/>
              </a:rPr>
              <a:t> </a:t>
            </a:r>
            <a:r>
              <a:rPr lang="en-US" sz="2200" b="1" dirty="0" err="1">
                <a:solidFill>
                  <a:srgbClr val="000000"/>
                </a:solidFill>
                <a:latin typeface="BRH Kannada"/>
              </a:rPr>
              <a:t>DvÉäöÊªÀ</a:t>
            </a:r>
            <a:r>
              <a:rPr lang="en-US" sz="2200" b="1" dirty="0">
                <a:solidFill>
                  <a:srgbClr val="000000"/>
                </a:solidFill>
                <a:latin typeface="BRH Kannada"/>
              </a:rPr>
              <a:t> </a:t>
            </a:r>
            <a:r>
              <a:rPr lang="en-US" sz="2200" b="1" dirty="0" err="1">
                <a:solidFill>
                  <a:srgbClr val="000000"/>
                </a:solidFill>
                <a:latin typeface="BRH Kannada"/>
              </a:rPr>
              <a:t>j¥ÀÅgÁvÀä£ÀB</a:t>
            </a:r>
            <a:r>
              <a:rPr lang="en-US" sz="2200" b="1" dirty="0">
                <a:solidFill>
                  <a:srgbClr val="000000"/>
                </a:solidFill>
                <a:latin typeface="BRH Kannada"/>
              </a:rPr>
              <a:t> ||6.5||</a:t>
            </a:r>
            <a:endParaRPr lang="en-US" sz="22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endParaRPr lang="en-US" sz="2000" b="1" dirty="0">
              <a:latin typeface="Times New Roman" pitchFamily="18" charset="0"/>
              <a:cs typeface="Times New Roman" pitchFamily="18" charset="0"/>
            </a:endParaRPr>
          </a:p>
          <a:p>
            <a:pPr marL="742743" indent="-742743" algn="ctr" eaLnBrk="1" hangingPunct="1">
              <a:lnSpc>
                <a:spcPct val="150000"/>
              </a:lnSpc>
              <a:spcBef>
                <a:spcPct val="0"/>
              </a:spcBef>
              <a:buFont typeface="Arial" pitchFamily="34" charset="0"/>
              <a:buNone/>
              <a:defRPr/>
            </a:pPr>
            <a:r>
              <a:rPr lang="en-US" sz="1800" b="1" dirty="0">
                <a:latin typeface="Times New Roman" pitchFamily="18" charset="0"/>
                <a:cs typeface="Times New Roman" pitchFamily="18" charset="0"/>
              </a:rPr>
              <a:t>          </a:t>
            </a:r>
            <a:r>
              <a:rPr lang="en-US" sz="1800" b="1" dirty="0">
                <a:latin typeface="URW Palladio IT" pitchFamily="2" charset="0"/>
                <a:cs typeface="Times New Roman" pitchFamily="18" charset="0"/>
              </a:rPr>
              <a:t>One should </a:t>
            </a:r>
            <a:r>
              <a:rPr lang="en-US" sz="1800" b="1" dirty="0" smtClean="0">
                <a:latin typeface="URW Palladio IT" pitchFamily="2" charset="0"/>
                <a:cs typeface="Times New Roman" pitchFamily="18" charset="0"/>
              </a:rPr>
              <a:t>lift </a:t>
            </a:r>
            <a:r>
              <a:rPr lang="en-US" sz="1800" b="1" dirty="0">
                <a:latin typeface="URW Palladio IT" pitchFamily="2" charset="0"/>
                <a:cs typeface="Times New Roman" pitchFamily="18" charset="0"/>
              </a:rPr>
              <a:t>oneself by one’s own efforts and should not degrade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cs typeface="Times New Roman" pitchFamily="18" charset="0"/>
              </a:rPr>
              <a:t>          oneself; for one’s own self is one’s friend, and one’s own self is one’s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cs typeface="Times New Roman" pitchFamily="18" charset="0"/>
              </a:rPr>
              <a:t>          enemy.</a:t>
            </a:r>
          </a:p>
        </p:txBody>
      </p:sp>
    </p:spTree>
    <p:extLst>
      <p:ext uri="{BB962C8B-B14F-4D97-AF65-F5344CB8AC3E}">
        <p14:creationId xmlns:p14="http://schemas.microsoft.com/office/powerpoint/2010/main" val="58740334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2</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bNxuraTmaTmnStSy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yenaTmEvaTmna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ijt</a:t>
            </a:r>
            <a:r>
              <a:rPr lang="en-US" sz="2200" b="1" dirty="0">
                <a:solidFill>
                  <a:srgbClr val="000000"/>
                </a:solidFill>
                <a:latin typeface="Sanskrit 99" pitchFamily="2" charset="0"/>
              </a:rPr>
              <a:t>&gt;</a:t>
            </a:r>
            <a:r>
              <a:rPr lang="en-US" sz="2200" b="1" dirty="0" smtClean="0">
                <a:solidFill>
                  <a:srgbClr val="000000"/>
                </a:solidFill>
                <a:latin typeface="Sanskrit 99" pitchFamily="2" charset="0"/>
              </a:rPr>
              <a:t>,</a:t>
            </a:r>
            <a:r>
              <a:rPr lang="en-US" sz="2200" b="1" dirty="0">
                <a:solidFill>
                  <a:srgbClr val="000000"/>
                </a:solidFill>
                <a:latin typeface="Sanskrit 99" pitchFamily="2" charset="0"/>
              </a:rPr>
              <a:t> </a:t>
            </a:r>
          </a:p>
          <a:p>
            <a:pPr marL="742743" indent="-742743" algn="ctr" eaLnBrk="1" hangingPunct="1">
              <a:lnSpc>
                <a:spcPct val="150000"/>
              </a:lnSpc>
              <a:spcAft>
                <a:spcPts val="1200"/>
              </a:spcAft>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AnaTmnStu</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zÇuTve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vteRtaTmEv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zÇuvt</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6.</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2. 	</a:t>
            </a:r>
            <a:r>
              <a:rPr lang="en-US" sz="2200" b="1" dirty="0" err="1" smtClean="0">
                <a:solidFill>
                  <a:srgbClr val="000000"/>
                </a:solidFill>
                <a:latin typeface="URW Palladio IT" pitchFamily="2" charset="0"/>
              </a:rPr>
              <a:t>Bandhurätmätmanastasya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Yenätmaivätmanä</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jitaù</a:t>
            </a:r>
            <a:r>
              <a:rPr lang="en-US" sz="2200" b="1" dirty="0" smtClean="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Anätmanastu</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çatrutve</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Vartetätmaiva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çatruvat</a:t>
            </a:r>
            <a:r>
              <a:rPr lang="en-US" sz="2200" b="1" dirty="0" smtClean="0">
                <a:solidFill>
                  <a:srgbClr val="000000"/>
                </a:solidFill>
                <a:latin typeface="URW Palladio IT" pitchFamily="2" charset="0"/>
              </a:rPr>
              <a:t> ||6.6||</a:t>
            </a:r>
          </a:p>
          <a:p>
            <a:pPr marL="342804" indent="-342804" algn="ctr" eaLnBrk="1" fontAlgn="auto" hangingPunct="1">
              <a:lnSpc>
                <a:spcPct val="150000"/>
              </a:lnSpc>
              <a:spcAft>
                <a:spcPts val="0"/>
              </a:spcAft>
              <a:buFont typeface="Arial" pitchFamily="34" charset="0"/>
              <a:buNone/>
              <a:defRPr/>
            </a:pPr>
            <a:r>
              <a:rPr lang="en-US" sz="2200" b="1" dirty="0">
                <a:solidFill>
                  <a:srgbClr val="000000"/>
                </a:solidFill>
                <a:latin typeface="BRH Kannada" pitchFamily="2" charset="0"/>
              </a:rPr>
              <a:t>2. </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AzsÀÄgÁvÁävÀä£À¸ÀÛ¸Àå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AiÉÄÃ£ÁvÉäöÊªÁvÀä£Á</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fvÀB</a:t>
            </a:r>
            <a:r>
              <a:rPr lang="en-US" sz="2200" b="1" dirty="0">
                <a:solidFill>
                  <a:srgbClr val="000000"/>
                </a:solidFill>
                <a:latin typeface="BRH Kannada" pitchFamily="2" charset="0"/>
              </a:rPr>
              <a:t> |</a:t>
            </a:r>
          </a:p>
          <a:p>
            <a:pPr marL="342804" indent="-342804"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C£ÁvÀä£À¸ÀÄÛ</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ÀvÀÄævÉéÃ</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ÀvÉÃðvÁ„vÉäöÊªÀ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ÀvÀÄæªÀvï</a:t>
            </a: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||6.6||</a:t>
            </a:r>
          </a:p>
          <a:p>
            <a:pPr marL="342804" indent="-342804" algn="ctr" eaLnBrk="1" fontAlgn="auto" hangingPunct="1">
              <a:spcBef>
                <a:spcPct val="0"/>
              </a:spcBef>
              <a:spcAft>
                <a:spcPts val="0"/>
              </a:spcAft>
              <a:buFont typeface="Arial" pitchFamily="34" charset="0"/>
              <a:buNone/>
              <a:defRPr/>
            </a:pPr>
            <a:endParaRPr lang="en-US" sz="2000" b="1" dirty="0">
              <a:solidFill>
                <a:srgbClr val="000000"/>
              </a:solidFill>
              <a:latin typeface="URW Palladio IT" pitchFamily="2" charset="0"/>
            </a:endParaRPr>
          </a:p>
          <a:p>
            <a:pPr marL="742743" indent="-742743" algn="ctr" eaLnBrk="1" hangingPunct="1">
              <a:spcBef>
                <a:spcPct val="0"/>
              </a:spcBef>
              <a:buFont typeface="Arial" pitchFamily="34" charset="0"/>
              <a:buNone/>
              <a:defRPr/>
            </a:pPr>
            <a:r>
              <a:rPr lang="en-US" sz="2000" dirty="0"/>
              <a:t>	</a:t>
            </a:r>
            <a:r>
              <a:rPr lang="en-US" sz="1800" b="1" dirty="0" smtClean="0">
                <a:latin typeface="URW Palladio IT" pitchFamily="2" charset="0"/>
              </a:rPr>
              <a:t>One’s </a:t>
            </a:r>
            <a:r>
              <a:rPr lang="en-US" sz="1800" b="1" dirty="0">
                <a:latin typeface="URW Palladio IT" pitchFamily="2" charset="0"/>
              </a:rPr>
              <a:t>own self is the friend of the soul by whom the lower self (consisting of </a:t>
            </a:r>
            <a:r>
              <a:rPr lang="en-US" sz="1800" b="1" dirty="0" smtClean="0">
                <a:latin typeface="URW Palladio IT" pitchFamily="2" charset="0"/>
              </a:rPr>
              <a:t>the </a:t>
            </a:r>
            <a:r>
              <a:rPr lang="en-US" sz="1800" b="1" dirty="0">
                <a:latin typeface="URW Palladio IT" pitchFamily="2" charset="0"/>
              </a:rPr>
              <a:t>mind, senses and body) has been conquered; even so the very self of him </a:t>
            </a:r>
            <a:r>
              <a:rPr lang="en-US" sz="1800" b="1" dirty="0" smtClean="0">
                <a:latin typeface="URW Palladio IT" pitchFamily="2" charset="0"/>
              </a:rPr>
              <a:t>who </a:t>
            </a:r>
            <a:r>
              <a:rPr lang="en-US" sz="1800" b="1" dirty="0">
                <a:latin typeface="URW Palladio IT" pitchFamily="2" charset="0"/>
              </a:rPr>
              <a:t>has not conquered his lower self behaves antagonistically like an enemy.</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167150951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fontScale="92500"/>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3</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zucaE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deze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àitóaPy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iSwrmasnmaTmn</a:t>
            </a:r>
            <a:r>
              <a:rPr lang="en-US" sz="2200" b="1" dirty="0">
                <a:solidFill>
                  <a:srgbClr val="000000"/>
                </a:solidFill>
                <a:latin typeface="Sanskrit 99" pitchFamily="2" charset="0"/>
              </a:rPr>
              <a:t>&gt;,</a:t>
            </a:r>
          </a:p>
          <a:p>
            <a:pPr marL="742743" indent="-742743" algn="ctr" eaLnBrk="1" hangingPunct="1">
              <a:lnSpc>
                <a:spcPct val="150000"/>
              </a:lnSpc>
              <a:spcAft>
                <a:spcPts val="600"/>
              </a:spcAft>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naTyuiCÀt</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naitnIc</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cElaijnk</a:t>
            </a:r>
            <a:r>
              <a:rPr lang="en-US" sz="2200" b="1" dirty="0">
                <a:solidFill>
                  <a:srgbClr val="000000"/>
                </a:solidFill>
                <a:latin typeface="Sanskrit 99" pitchFamily="2" charset="0"/>
              </a:rPr>
              <a:t>…</a:t>
            </a:r>
            <a:r>
              <a:rPr lang="en-US" sz="2200" b="1" dirty="0" err="1">
                <a:solidFill>
                  <a:srgbClr val="000000"/>
                </a:solidFill>
                <a:latin typeface="Sanskrit 99" pitchFamily="2" charset="0"/>
              </a:rPr>
              <a:t>zaeÄrm</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11.</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3. 	</a:t>
            </a:r>
            <a:r>
              <a:rPr lang="en-US" sz="2200" b="1" dirty="0" err="1" smtClean="0">
                <a:solidFill>
                  <a:srgbClr val="000000"/>
                </a:solidFill>
                <a:latin typeface="URW Palladio IT" pitchFamily="2" charset="0"/>
              </a:rPr>
              <a:t>Çucau</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deçe</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pratiñöhäpya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Sthiramäsanamätmanaù</a:t>
            </a:r>
            <a:r>
              <a:rPr lang="en-US" sz="2200" b="1" dirty="0" smtClean="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Nätyucchritaà</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nätinécaà</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Cailäjinakuçottaram</a:t>
            </a:r>
            <a:r>
              <a:rPr lang="en-US" sz="2200" b="1" dirty="0" smtClean="0">
                <a:solidFill>
                  <a:srgbClr val="000000"/>
                </a:solidFill>
                <a:latin typeface="URW Palladio IT" pitchFamily="2" charset="0"/>
              </a:rPr>
              <a:t> ||6.11||</a:t>
            </a:r>
          </a:p>
          <a:p>
            <a:pPr marL="342804" indent="-342804"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3. </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ÀÄZË </a:t>
            </a:r>
            <a:r>
              <a:rPr lang="en-US" sz="2200" b="1" dirty="0" err="1">
                <a:solidFill>
                  <a:srgbClr val="000000"/>
                </a:solidFill>
                <a:latin typeface="BRH Kannada" pitchFamily="2" charset="0"/>
              </a:rPr>
              <a:t>zÉÃ±ÉÃ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ÀæwµÁ</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Àå</a:t>
            </a:r>
            <a:r>
              <a:rPr lang="en-US" sz="2200" b="1" dirty="0">
                <a:solidFill>
                  <a:srgbClr val="000000"/>
                </a:solidFill>
                <a:latin typeface="BRH Kannada" pitchFamily="2" charset="0"/>
              </a:rPr>
              <a:t> ¹ÜgÀªÀiÁ¸À£ÀªÀiÁvÀä£ÀB |</a:t>
            </a:r>
          </a:p>
          <a:p>
            <a:pPr marL="342804" indent="-342804"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ÁvÀÄåaÒçvÀA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Áw¤ÃZÀA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ZÉÊ¯Áf£À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PÀÄ±ÉÆÃvÀÛgÀA</a:t>
            </a:r>
            <a:r>
              <a:rPr lang="en-US" sz="2200" b="1" dirty="0">
                <a:solidFill>
                  <a:srgbClr val="000000"/>
                </a:solidFill>
                <a:latin typeface="BRH Kannada" pitchFamily="2" charset="0"/>
              </a:rPr>
              <a:t> ||6.11</a:t>
            </a:r>
            <a:r>
              <a:rPr lang="en-US" sz="2200" b="1" dirty="0" smtClean="0">
                <a:solidFill>
                  <a:srgbClr val="000000"/>
                </a:solidFill>
                <a:latin typeface="BRH Kannada" pitchFamily="2" charset="0"/>
              </a:rPr>
              <a:t>||</a:t>
            </a:r>
          </a:p>
          <a:p>
            <a:pPr marL="342804" indent="-342804" algn="ctr" eaLnBrk="1" fontAlgn="auto" hangingPunct="1">
              <a:lnSpc>
                <a:spcPct val="150000"/>
              </a:lnSpc>
              <a:spcBef>
                <a:spcPct val="0"/>
              </a:spcBef>
              <a:spcAft>
                <a:spcPts val="0"/>
              </a:spcAft>
              <a:buFont typeface="Arial" pitchFamily="34" charset="0"/>
              <a:buNone/>
              <a:defRPr/>
            </a:pPr>
            <a:endParaRPr lang="en-US" sz="2000" b="1" dirty="0" smtClean="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dirty="0" smtClean="0"/>
              <a:t>	</a:t>
            </a:r>
            <a:r>
              <a:rPr lang="en-US" sz="1800" b="1" dirty="0">
                <a:latin typeface="URW Palladio IT" pitchFamily="2" charset="0"/>
              </a:rPr>
              <a:t>Having firmly established in a place which is free from dirt and other impurities with the sacred </a:t>
            </a:r>
            <a:r>
              <a:rPr lang="en-IN" sz="1800" b="1" i="1" dirty="0" err="1">
                <a:latin typeface="URW Palladio IT" pitchFamily="2" charset="0"/>
              </a:rPr>
              <a:t>Kuça</a:t>
            </a:r>
            <a:r>
              <a:rPr lang="en-US" sz="1800" b="1" dirty="0">
                <a:latin typeface="URW Palladio IT" pitchFamily="2" charset="0"/>
              </a:rPr>
              <a:t> grass, a deerskin and a cloth spread thereon one below another </a:t>
            </a:r>
            <a:r>
              <a:rPr lang="en-IN" sz="1800" b="1" i="1" dirty="0" err="1">
                <a:latin typeface="URW Palladio IT" pitchFamily="2" charset="0"/>
              </a:rPr>
              <a:t>Kuça</a:t>
            </a:r>
            <a:r>
              <a:rPr lang="en-IN" sz="1800" b="1" i="1" dirty="0">
                <a:latin typeface="URW Palladio IT" pitchFamily="2" charset="0"/>
              </a:rPr>
              <a:t> </a:t>
            </a:r>
            <a:r>
              <a:rPr lang="en-US" sz="1800" b="1" dirty="0">
                <a:latin typeface="URW Palladio IT" pitchFamily="2" charset="0"/>
              </a:rPr>
              <a:t>below, deerskin in the middle and cloth uppermost), neither very high nor very low.</a:t>
            </a: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347220041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0065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4</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smtClean="0">
                <a:solidFill>
                  <a:srgbClr val="000000"/>
                </a:solidFill>
                <a:latin typeface="Sanskrit 99" pitchFamily="2" charset="0"/>
              </a:rPr>
              <a:t>     </a:t>
            </a:r>
            <a:r>
              <a:rPr lang="en-US" sz="2200" b="1" dirty="0" err="1" smtClean="0">
                <a:solidFill>
                  <a:srgbClr val="000000"/>
                </a:solidFill>
                <a:latin typeface="Sanskrit 99" pitchFamily="2" charset="0"/>
              </a:rPr>
              <a:t>Apane</a:t>
            </a:r>
            <a:r>
              <a:rPr lang="en-US" sz="2200" b="1" dirty="0" smtClean="0">
                <a:solidFill>
                  <a:srgbClr val="000000"/>
                </a:solidFill>
                <a:latin typeface="Sanskrit 99" pitchFamily="2" charset="0"/>
              </a:rPr>
              <a:t> </a:t>
            </a:r>
            <a:r>
              <a:rPr lang="en-US" sz="2200" b="1" dirty="0" err="1">
                <a:solidFill>
                  <a:srgbClr val="000000"/>
                </a:solidFill>
                <a:latin typeface="Sanskrit 99" pitchFamily="2" charset="0"/>
              </a:rPr>
              <a:t>juþit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[e=pan&lt; </a:t>
            </a:r>
            <a:r>
              <a:rPr lang="en-US" sz="2200" b="1" dirty="0" err="1">
                <a:solidFill>
                  <a:srgbClr val="000000"/>
                </a:solidFill>
                <a:latin typeface="Sanskrit 99" pitchFamily="2" charset="0"/>
              </a:rPr>
              <a:t>twapre</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a:t>
            </a:r>
            <a:r>
              <a:rPr lang="en-US" sz="2200" b="1" dirty="0" err="1">
                <a:solidFill>
                  <a:srgbClr val="000000"/>
                </a:solidFill>
                <a:latin typeface="Sanskrit 99" pitchFamily="2" charset="0"/>
              </a:rPr>
              <a:t>apangtI</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édœXva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a:t>
            </a:r>
            <a:r>
              <a:rPr lang="en-US" sz="2200" b="1" dirty="0" err="1">
                <a:solidFill>
                  <a:srgbClr val="000000"/>
                </a:solidFill>
                <a:latin typeface="Sanskrit 99" pitchFamily="2" charset="0"/>
              </a:rPr>
              <a:t>ayampray</a:t>
            </a:r>
            <a:r>
              <a:rPr lang="en-US" sz="2200" b="1" dirty="0">
                <a:solidFill>
                  <a:srgbClr val="000000"/>
                </a:solidFill>
                <a:latin typeface="Sanskrit 99" pitchFamily="2" charset="0"/>
              </a:rPr>
              <a:t>[a&gt;.4</a:t>
            </a:r>
            <a:r>
              <a:rPr lang="en-US" sz="2200" b="1" dirty="0">
                <a:solidFill>
                  <a:srgbClr val="000000"/>
                </a:solidFill>
                <a:latin typeface="URW Palladio IT" pitchFamily="2" charset="0"/>
              </a:rPr>
              <a:t>.</a:t>
            </a:r>
            <a:r>
              <a:rPr lang="en-US" sz="2200" b="1" dirty="0">
                <a:solidFill>
                  <a:srgbClr val="000000"/>
                </a:solidFill>
                <a:latin typeface="Sanskrit 99" pitchFamily="2" charset="0"/>
              </a:rPr>
              <a:t>29.</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4. 	</a:t>
            </a:r>
            <a:r>
              <a:rPr lang="en-US" sz="2200" b="1" dirty="0" err="1">
                <a:solidFill>
                  <a:srgbClr val="000000"/>
                </a:solidFill>
                <a:latin typeface="URW Palladio IT" pitchFamily="2" charset="0"/>
              </a:rPr>
              <a:t>Apäne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juhvati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präëam</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Präëe'pänaà</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tathäpare</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Präëäpänagaté</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ruddhvä</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Präëäyämaparäyaëäù</a:t>
            </a:r>
            <a:r>
              <a:rPr lang="en-US" sz="2200" b="1" dirty="0" smtClean="0">
                <a:solidFill>
                  <a:srgbClr val="000000"/>
                </a:solidFill>
                <a:latin typeface="URW Palladio IT" pitchFamily="2" charset="0"/>
              </a:rPr>
              <a:t> </a:t>
            </a:r>
            <a:r>
              <a:rPr lang="en-US" sz="2200" b="1" dirty="0">
                <a:solidFill>
                  <a:srgbClr val="000000"/>
                </a:solidFill>
                <a:latin typeface="URW Palladio IT" pitchFamily="2" charset="0"/>
              </a:rPr>
              <a:t>||4.29||</a:t>
            </a:r>
          </a:p>
          <a:p>
            <a:pPr marL="342804" indent="-342804" algn="ctr">
              <a:lnSpc>
                <a:spcPct val="150000"/>
              </a:lnSpc>
              <a:spcBef>
                <a:spcPct val="0"/>
              </a:spcBef>
              <a:buFontTx/>
              <a:buNone/>
              <a:defRPr/>
            </a:pPr>
            <a:r>
              <a:rPr lang="en-US" sz="2200" b="1" dirty="0">
                <a:solidFill>
                  <a:srgbClr val="000000"/>
                </a:solidFill>
                <a:latin typeface="BRH Kannada" pitchFamily="2" charset="0"/>
              </a:rPr>
              <a:t>4. </a:t>
            </a:r>
            <a:r>
              <a:rPr lang="en-US" sz="2200" b="1" dirty="0" smtClean="0">
                <a:solidFill>
                  <a:srgbClr val="000000"/>
                </a:solidFill>
                <a:latin typeface="BRH Kannada" pitchFamily="2" charset="0"/>
              </a:rPr>
              <a:t>     C¥Á£ÉÃ </a:t>
            </a:r>
            <a:r>
              <a:rPr lang="en-US" sz="2200" b="1" dirty="0" err="1">
                <a:solidFill>
                  <a:srgbClr val="000000"/>
                </a:solidFill>
                <a:latin typeface="BRH Kannada" pitchFamily="2" charset="0"/>
              </a:rPr>
              <a:t>dÄºÀéw</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ÁætA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ÁæuÉÃ</a:t>
            </a:r>
            <a:r>
              <a:rPr lang="en-US" sz="2200" b="1" dirty="0">
                <a:solidFill>
                  <a:srgbClr val="000000"/>
                </a:solidFill>
                <a:latin typeface="BRH Kannada" pitchFamily="2" charset="0"/>
              </a:rPr>
              <a:t>„¥Á£ÀA </a:t>
            </a:r>
            <a:r>
              <a:rPr lang="en-US" sz="2200" b="1" dirty="0" err="1">
                <a:solidFill>
                  <a:srgbClr val="000000"/>
                </a:solidFill>
                <a:latin typeface="BRH Kannada" pitchFamily="2" charset="0"/>
              </a:rPr>
              <a:t>vÀxÁ¥ÀgÉÃ</a:t>
            </a:r>
            <a:endParaRPr lang="en-US" sz="2200" b="1" dirty="0">
              <a:solidFill>
                <a:srgbClr val="000000"/>
              </a:solidFill>
              <a:latin typeface="BRH Kannada" pitchFamily="2" charset="0"/>
            </a:endParaRPr>
          </a:p>
          <a:p>
            <a:pPr marL="176163" indent="-176163" algn="ctr">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ÁæuÁ¥Á£ÀUÀwÃ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gÀÄzÁÞ÷é</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ÁæuÁAiÀiÁªÀÄ¥ÀgÁAiÀÄuÁB</a:t>
            </a:r>
            <a:r>
              <a:rPr lang="en-US" sz="2200" b="1" dirty="0">
                <a:solidFill>
                  <a:srgbClr val="000000"/>
                </a:solidFill>
                <a:latin typeface="BRH Kannada" pitchFamily="2" charset="0"/>
              </a:rPr>
              <a:t> ||4.29||</a:t>
            </a:r>
            <a:endParaRPr lang="en-US" sz="22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b="1" dirty="0">
                <a:solidFill>
                  <a:srgbClr val="000000"/>
                </a:solidFill>
              </a:rPr>
              <a:t>	</a:t>
            </a:r>
            <a:r>
              <a:rPr lang="en-US" sz="1800" b="1" dirty="0">
                <a:solidFill>
                  <a:srgbClr val="000000"/>
                </a:solidFill>
                <a:latin typeface="URW Palladio IT" pitchFamily="2" charset="0"/>
              </a:rPr>
              <a:t>Yet others offer as sacrifice the outgoing breath in the coming and the incoming in the outgoing, restraining the flow of the outgoing and incoming breaths, solely absorbed in the regulation of the life-energy</a:t>
            </a:r>
            <a:r>
              <a:rPr lang="en-US" sz="1800" b="1" dirty="0" smtClean="0">
                <a:solidFill>
                  <a:srgbClr val="000000"/>
                </a:solidFill>
                <a:latin typeface="URW Palladio IT" pitchFamily="2" charset="0"/>
              </a:rPr>
              <a:t>.</a:t>
            </a:r>
            <a:endParaRPr lang="en-US" sz="1800" b="1" dirty="0">
              <a:solidFill>
                <a:srgbClr val="000000"/>
              </a:solidFill>
              <a:latin typeface="System"/>
            </a:endParaRPr>
          </a:p>
        </p:txBody>
      </p:sp>
    </p:spTree>
    <p:extLst>
      <p:ext uri="{BB962C8B-B14F-4D97-AF65-F5344CB8AC3E}">
        <p14:creationId xmlns:p14="http://schemas.microsoft.com/office/powerpoint/2010/main" val="24873426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08635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5</a:t>
            </a:r>
            <a:r>
              <a:rPr lang="en-US" sz="2200" b="1" dirty="0">
                <a:solidFill>
                  <a:srgbClr val="000000"/>
                </a:solidFill>
                <a:latin typeface="Times New Roman" pitchFamily="18" charset="0"/>
                <a:cs typeface="Times New Roman" pitchFamily="18" charset="0"/>
              </a:rPr>
              <a:t> </a:t>
            </a:r>
            <a:r>
              <a:rPr lang="en-US" sz="2200" b="1" dirty="0" smtClean="0">
                <a:solidFill>
                  <a:srgbClr val="000000"/>
                </a:solidFill>
                <a:latin typeface="Times New Roman" pitchFamily="18" charset="0"/>
                <a:cs typeface="Times New Roman" pitchFamily="18" charset="0"/>
              </a:rPr>
              <a:t>.      </a:t>
            </a:r>
            <a:r>
              <a:rPr lang="en-US" sz="2200" b="1" dirty="0" smtClean="0">
                <a:solidFill>
                  <a:srgbClr val="000000"/>
                </a:solidFill>
                <a:latin typeface="Sanskrit 99" pitchFamily="2" charset="0"/>
              </a:rPr>
              <a:t>  </a:t>
            </a:r>
            <a:r>
              <a:rPr lang="en-US" sz="2200" b="1" dirty="0" err="1" smtClean="0">
                <a:solidFill>
                  <a:srgbClr val="000000"/>
                </a:solidFill>
                <a:latin typeface="Sanskrit 99" pitchFamily="2" charset="0"/>
              </a:rPr>
              <a:t>yu´aharivharSy</a:t>
            </a:r>
            <a:r>
              <a:rPr lang="en-US" sz="2200" b="1" dirty="0" smtClean="0">
                <a:solidFill>
                  <a:srgbClr val="000000"/>
                </a:solidFill>
                <a:latin typeface="Sanskrit 99" pitchFamily="2" charset="0"/>
              </a:rPr>
              <a:t> </a:t>
            </a:r>
            <a:r>
              <a:rPr lang="en-US" sz="2200" b="1" dirty="0" err="1">
                <a:solidFill>
                  <a:srgbClr val="000000"/>
                </a:solidFill>
                <a:latin typeface="Sanskrit 99" pitchFamily="2" charset="0"/>
              </a:rPr>
              <a:t>yu´ceòSy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kmRsu</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smtClean="0">
                <a:solidFill>
                  <a:srgbClr val="000000"/>
                </a:solidFill>
                <a:latin typeface="Sanskrit 99" pitchFamily="2" charset="0"/>
              </a:rPr>
              <a:t>      </a:t>
            </a:r>
            <a:r>
              <a:rPr lang="en-US" sz="2200" b="1" dirty="0" err="1" smtClean="0">
                <a:solidFill>
                  <a:srgbClr val="000000"/>
                </a:solidFill>
                <a:latin typeface="Sanskrit 99" pitchFamily="2" charset="0"/>
              </a:rPr>
              <a:t>yu´SvßavbaexSy</a:t>
            </a:r>
            <a:r>
              <a:rPr lang="en-US" sz="2200" b="1" dirty="0" smtClean="0">
                <a:solidFill>
                  <a:srgbClr val="000000"/>
                </a:solidFill>
                <a:latin typeface="Sanskrit 99" pitchFamily="2" charset="0"/>
              </a:rPr>
              <a:t> </a:t>
            </a:r>
            <a:r>
              <a:rPr lang="en-US" sz="2200" b="1" dirty="0" err="1">
                <a:solidFill>
                  <a:srgbClr val="000000"/>
                </a:solidFill>
                <a:latin typeface="Sanskrit 99" pitchFamily="2" charset="0"/>
              </a:rPr>
              <a:t>yaegae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Évit</a:t>
            </a:r>
            <a:r>
              <a:rPr lang="en-US" sz="2200" b="1" dirty="0">
                <a:solidFill>
                  <a:srgbClr val="000000"/>
                </a:solidFill>
                <a:latin typeface="Sanskrit 99" pitchFamily="2" charset="0"/>
              </a:rPr>
              <a:t> Ê&gt;oha.6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17</a:t>
            </a:r>
            <a:r>
              <a:rPr lang="en-US" sz="2200" b="1" dirty="0" smtClean="0">
                <a:solidFill>
                  <a:srgbClr val="000000"/>
                </a:solidFill>
                <a:latin typeface="Sanskrit 99" pitchFamily="2" charset="0"/>
              </a:rPr>
              <a:t>.</a:t>
            </a:r>
            <a:endParaRPr lang="en-US" sz="2200" b="1" dirty="0">
              <a:solidFill>
                <a:srgbClr val="000000"/>
              </a:solidFill>
              <a:latin typeface="Sanskrit 99" pitchFamily="2" charset="0"/>
            </a:endParaRP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5. 	</a:t>
            </a:r>
            <a:r>
              <a:rPr lang="en-US" sz="2200" b="1" dirty="0" err="1" smtClean="0">
                <a:solidFill>
                  <a:srgbClr val="000000"/>
                </a:solidFill>
                <a:latin typeface="URW Palladio IT" pitchFamily="2" charset="0"/>
              </a:rPr>
              <a:t>Yuktähäravihärasya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Yuktaceñöasya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karmasu</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Yuktasvapnävabodhasya</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Yogo</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bhavati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duùkhahä</a:t>
            </a:r>
            <a:r>
              <a:rPr lang="en-US" sz="2200" b="1" dirty="0">
                <a:solidFill>
                  <a:srgbClr val="000000"/>
                </a:solidFill>
                <a:latin typeface="URW Palladio IT" pitchFamily="2" charset="0"/>
              </a:rPr>
              <a:t> ||6.17||</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5. </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AiÀÄÄPÁÛºÁgÀ</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«º</a:t>
            </a:r>
            <a:r>
              <a:rPr lang="en-US" sz="2200" b="1" dirty="0" err="1">
                <a:solidFill>
                  <a:srgbClr val="000000"/>
                </a:solidFill>
                <a:latin typeface="BRH Kannada" pitchFamily="2" charset="0"/>
              </a:rPr>
              <a:t>ÁgÀ¸Àå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AiÀÄÄPÀÛZÉÃµÀÖ¸Àå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PÀªÀÄð¸ÀÄ</a:t>
            </a:r>
            <a:r>
              <a:rPr lang="en-US" sz="2200" b="1" dirty="0">
                <a:solidFill>
                  <a:srgbClr val="000000"/>
                </a:solidFill>
                <a:latin typeface="BRH Kannada" pitchFamily="2" charset="0"/>
              </a:rPr>
              <a:t> |</a:t>
            </a:r>
          </a:p>
          <a:p>
            <a:pPr marL="176163" indent="-176163"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AiÀÄÄPÀÛ</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Àé¥ÁßªÀ¨ÉÆÃzsÀ¸Àå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AiÉÆÃUÉÆÃ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sÀªÀw</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zÀÄBRºÁ</a:t>
            </a:r>
            <a:r>
              <a:rPr lang="en-US" sz="2200" b="1" dirty="0">
                <a:solidFill>
                  <a:srgbClr val="000000"/>
                </a:solidFill>
                <a:latin typeface="BRH Kannada" pitchFamily="2" charset="0"/>
              </a:rPr>
              <a:t> ||6.17</a:t>
            </a:r>
            <a:r>
              <a:rPr lang="en-US" sz="2200" b="1" dirty="0" smtClean="0">
                <a:solidFill>
                  <a:srgbClr val="000000"/>
                </a:solidFill>
                <a:latin typeface="BRH Kannada" pitchFamily="2" charset="0"/>
              </a:rPr>
              <a:t>||</a:t>
            </a:r>
          </a:p>
          <a:p>
            <a:pPr marL="176163" indent="-176163" algn="ctr" eaLnBrk="1" hangingPunct="1">
              <a:lnSpc>
                <a:spcPct val="150000"/>
              </a:lnSpc>
              <a:spcBef>
                <a:spcPct val="0"/>
              </a:spcBef>
              <a:buFont typeface="Arial" pitchFamily="34" charset="0"/>
              <a:buNone/>
              <a:defRPr/>
            </a:pP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i="1" dirty="0"/>
              <a:t>	</a:t>
            </a:r>
            <a:r>
              <a:rPr lang="en-US" sz="1800" b="1" i="1" dirty="0">
                <a:latin typeface="URW Palladio IT" pitchFamily="2" charset="0"/>
              </a:rPr>
              <a:t>Yoga</a:t>
            </a:r>
            <a:r>
              <a:rPr lang="en-US" sz="1800" b="1" dirty="0">
                <a:latin typeface="URW Palladio IT" pitchFamily="2" charset="0"/>
              </a:rPr>
              <a:t>, which rids one of woe, is accomplished only by him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rPr>
              <a:t>           who is regulated in diet and  recreation, regulated in performing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rPr>
              <a:t>           actions, and regulated in sleep and wakefulness.</a:t>
            </a:r>
            <a:endParaRPr lang="en-US" sz="1800" b="1" dirty="0">
              <a:solidFill>
                <a:srgbClr val="000000"/>
              </a:solidFill>
              <a:latin typeface="URW Palladio IT" pitchFamily="2" charset="0"/>
            </a:endParaRPr>
          </a:p>
          <a:p>
            <a:pPr marL="742743" indent="-742743" eaLnBrk="1" hangingPunct="1">
              <a:spcBef>
                <a:spcPct val="0"/>
              </a:spcBef>
              <a:buFont typeface="Arial" pitchFamily="34" charset="0"/>
              <a:buNone/>
              <a:defRPr/>
            </a:pPr>
            <a:endParaRPr lang="en-US" sz="2000" b="1" dirty="0">
              <a:solidFill>
                <a:srgbClr val="000000"/>
              </a:solidFill>
              <a:latin typeface="System"/>
            </a:endParaRPr>
          </a:p>
          <a:p>
            <a:pPr marL="742743" indent="-742743" eaLnBrk="1" hangingPunct="1">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263189418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6</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tÇEka</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k«Tva</a:t>
            </a:r>
            <a:r>
              <a:rPr lang="en-US" sz="2200" b="1" dirty="0">
                <a:solidFill>
                  <a:srgbClr val="000000"/>
                </a:solidFill>
                <a:latin typeface="Sanskrit 99" pitchFamily="2" charset="0"/>
              </a:rPr>
              <a:t> yticÄeiNÔyi³y&gt;,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pivZyasne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yuÁJya</a:t>
            </a:r>
            <a:r>
              <a:rPr lang="en-US" sz="2200" b="1" dirty="0">
                <a:solidFill>
                  <a:srgbClr val="000000"/>
                </a:solidFill>
                <a:latin typeface="Sanskrit 99" pitchFamily="2" charset="0"/>
              </a:rPr>
              <a:t>*aegmaTmivzuÏyee.6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12.</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6.  </a:t>
            </a:r>
            <a:r>
              <a:rPr lang="en-US" sz="2200" b="1" dirty="0" err="1">
                <a:solidFill>
                  <a:srgbClr val="000000"/>
                </a:solidFill>
                <a:latin typeface="URW Palladio IT" pitchFamily="2" charset="0"/>
              </a:rPr>
              <a:t>Tatraikägraà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kåtvä</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Yatacittendriyakriyaù</a:t>
            </a:r>
            <a:r>
              <a:rPr lang="en-US" sz="2200" b="1" dirty="0" smtClean="0">
                <a:solidFill>
                  <a:srgbClr val="000000"/>
                </a:solidFill>
                <a:latin typeface="URW Palladio IT" pitchFamily="2" charset="0"/>
              </a:rPr>
              <a:t> </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Upaviçyäsane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yuïjyät</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Yogamätma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viçuddhaye</a:t>
            </a:r>
            <a:r>
              <a:rPr lang="en-US" sz="2200" b="1" dirty="0">
                <a:solidFill>
                  <a:srgbClr val="000000"/>
                </a:solidFill>
                <a:latin typeface="URW Palladio IT" pitchFamily="2" charset="0"/>
              </a:rPr>
              <a:t> ||6.12||</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6. </a:t>
            </a:r>
            <a:r>
              <a:rPr lang="en-US" sz="2200" b="1" dirty="0" err="1">
                <a:solidFill>
                  <a:srgbClr val="000000"/>
                </a:solidFill>
                <a:latin typeface="BRH Kannada" pitchFamily="2" charset="0"/>
              </a:rPr>
              <a:t>vÀvÉæöÊPÁUÀæA</a:t>
            </a:r>
            <a:r>
              <a:rPr lang="en-US" sz="2200" b="1" dirty="0">
                <a:solidFill>
                  <a:srgbClr val="000000"/>
                </a:solidFill>
                <a:latin typeface="BRH Kannada" pitchFamily="2" charset="0"/>
              </a:rPr>
              <a:t> ªÀÄ£ÀB </a:t>
            </a:r>
            <a:r>
              <a:rPr lang="en-US" sz="2200" b="1" dirty="0" err="1">
                <a:solidFill>
                  <a:srgbClr val="000000"/>
                </a:solidFill>
                <a:latin typeface="BRH Kannada" pitchFamily="2" charset="0"/>
              </a:rPr>
              <a:t>PÀÈvÁé</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AiÀÄvÀavÉÛÃA¢æAiÀÄQæAiÀÄB</a:t>
            </a:r>
            <a:endParaRPr lang="en-US" sz="2200" b="1" dirty="0">
              <a:solidFill>
                <a:srgbClr val="000000"/>
              </a:solidFill>
              <a:latin typeface="BRH Kannada" pitchFamily="2" charset="0"/>
            </a:endParaRPr>
          </a:p>
          <a:p>
            <a:pPr marL="342804" indent="-342804" algn="ctr" eaLnBrk="1" hangingPunct="1">
              <a:lnSpc>
                <a:spcPct val="150000"/>
              </a:lnSpc>
              <a:spcBef>
                <a:spcPct val="0"/>
              </a:spcBef>
              <a:buFont typeface="Arial" pitchFamily="34" charset="0"/>
              <a:buNone/>
              <a:defRPr/>
            </a:pPr>
            <a:r>
              <a:rPr lang="en-US" sz="2200" b="1" dirty="0" smtClean="0">
                <a:solidFill>
                  <a:srgbClr val="000000"/>
                </a:solidFill>
                <a:latin typeface="BRH Kannada" pitchFamily="2" charset="0"/>
              </a:rPr>
              <a:t>   G¥À</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Áå¸À£ÉÃ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AiÀÄÄAeÁåvï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AiÉÆÃUÀªÀiÁvÀä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ÀÄzÀÞAiÉÄÃ</a:t>
            </a:r>
            <a:r>
              <a:rPr lang="en-US" sz="2200" b="1" dirty="0">
                <a:solidFill>
                  <a:srgbClr val="000000"/>
                </a:solidFill>
                <a:latin typeface="BRH Kannada" pitchFamily="2" charset="0"/>
              </a:rPr>
              <a:t> ||6.12</a:t>
            </a:r>
            <a:r>
              <a:rPr lang="en-US" sz="2200" b="1" dirty="0" smtClean="0">
                <a:solidFill>
                  <a:srgbClr val="000000"/>
                </a:solidFill>
                <a:latin typeface="BRH Kannada" pitchFamily="2" charset="0"/>
              </a:rPr>
              <a:t>||</a:t>
            </a:r>
          </a:p>
          <a:p>
            <a:pPr marL="742743" indent="-742743" algn="ctr">
              <a:lnSpc>
                <a:spcPct val="150000"/>
              </a:lnSpc>
              <a:spcBef>
                <a:spcPct val="0"/>
              </a:spcBef>
              <a:buNone/>
              <a:defRPr/>
            </a:pPr>
            <a:r>
              <a:rPr lang="en-US" sz="2000" b="1" dirty="0">
                <a:latin typeface="URW Palladio IT" pitchFamily="2" charset="0"/>
              </a:rPr>
              <a:t> </a:t>
            </a:r>
            <a:r>
              <a:rPr lang="en-US" sz="1800" b="1" dirty="0">
                <a:latin typeface="URW Palladio IT" pitchFamily="2" charset="0"/>
              </a:rPr>
              <a:t>Having firmly established in a place which is free from dirt and other impurities, concentrating the mind and controlling the functions of the </a:t>
            </a:r>
          </a:p>
          <a:p>
            <a:pPr marL="742743" indent="-742743" algn="ctr">
              <a:lnSpc>
                <a:spcPct val="150000"/>
              </a:lnSpc>
              <a:spcBef>
                <a:spcPct val="0"/>
              </a:spcBef>
              <a:buNone/>
              <a:defRPr/>
            </a:pPr>
            <a:r>
              <a:rPr lang="en-US" sz="1800" b="1" dirty="0">
                <a:latin typeface="URW Palladio IT" pitchFamily="2" charset="0"/>
              </a:rPr>
              <a:t>              mind and senses, one should practice </a:t>
            </a:r>
            <a:r>
              <a:rPr lang="en-US" sz="1800" b="1" i="1" dirty="0">
                <a:latin typeface="URW Palladio IT" pitchFamily="2" charset="0"/>
              </a:rPr>
              <a:t>Yoga</a:t>
            </a:r>
            <a:r>
              <a:rPr lang="en-US" sz="1800" b="1" dirty="0">
                <a:latin typeface="URW Palladio IT" pitchFamily="2" charset="0"/>
              </a:rPr>
              <a:t> for self purification.</a:t>
            </a: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359154533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0678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7</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sm</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kayizrae¢Iv</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xaryÚcl</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iSwr</a:t>
            </a:r>
            <a:r>
              <a:rPr lang="en-US" sz="2200" b="1" dirty="0">
                <a:solidFill>
                  <a:srgbClr val="000000"/>
                </a:solidFill>
                <a:latin typeface="Sanskrit 99" pitchFamily="2" charset="0"/>
              </a:rPr>
              <a:t>&gt;,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sMàeúy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naiska</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Sv</a:t>
            </a:r>
            <a:r>
              <a:rPr lang="en-US" sz="2200" b="1" dirty="0">
                <a:solidFill>
                  <a:srgbClr val="000000"/>
                </a:solidFill>
                <a:latin typeface="Sanskrit 99" pitchFamily="2" charset="0"/>
              </a:rPr>
              <a:t>&lt; idzíanvlaekyn!.6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13</a:t>
            </a:r>
            <a:r>
              <a:rPr lang="en-US" sz="2200" b="1" dirty="0" smtClean="0">
                <a:solidFill>
                  <a:srgbClr val="000000"/>
                </a:solidFill>
                <a:latin typeface="Sanskrit 99" pitchFamily="2" charset="0"/>
              </a:rPr>
              <a:t>.</a:t>
            </a:r>
            <a:endParaRPr lang="en-US" sz="2200" b="1" dirty="0">
              <a:solidFill>
                <a:srgbClr val="000000"/>
              </a:solidFill>
              <a:latin typeface="Sanskrit 99" pitchFamily="2" charset="0"/>
            </a:endParaRP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7. 	</a:t>
            </a:r>
            <a:r>
              <a:rPr lang="en-US" sz="2200" b="1" dirty="0" err="1">
                <a:solidFill>
                  <a:srgbClr val="000000"/>
                </a:solidFill>
                <a:latin typeface="URW Palladio IT" pitchFamily="2" charset="0"/>
              </a:rPr>
              <a:t>Samaà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käyaçirogrévaà</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Dhärayannacalaà</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sthiraù</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Samprekñya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näsikägraà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svaà</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Diçaçcänavalokayan</a:t>
            </a:r>
            <a:r>
              <a:rPr lang="en-US" sz="2200" b="1" dirty="0" smtClean="0">
                <a:solidFill>
                  <a:srgbClr val="000000"/>
                </a:solidFill>
                <a:latin typeface="URW Palladio IT" pitchFamily="2" charset="0"/>
              </a:rPr>
              <a:t> </a:t>
            </a:r>
            <a:r>
              <a:rPr lang="en-US" sz="2200" b="1" dirty="0">
                <a:solidFill>
                  <a:srgbClr val="000000"/>
                </a:solidFill>
                <a:latin typeface="URW Palladio IT" pitchFamily="2" charset="0"/>
              </a:rPr>
              <a:t>||6.13||</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7</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¸ÀªÀÄA PÁAiÀÄ²gÉÆÃVæÃªÀA </a:t>
            </a:r>
            <a:r>
              <a:rPr lang="en-US" sz="2200" b="1" dirty="0" err="1">
                <a:solidFill>
                  <a:srgbClr val="000000"/>
                </a:solidFill>
                <a:latin typeface="BRH Kannada" pitchFamily="2" charset="0"/>
              </a:rPr>
              <a:t>zsÁgÀAiÀÄ£ï</a:t>
            </a:r>
            <a:r>
              <a:rPr lang="en-US" sz="2200" b="1" dirty="0">
                <a:solidFill>
                  <a:srgbClr val="000000"/>
                </a:solidFill>
                <a:latin typeface="BRH Kannada" pitchFamily="2" charset="0"/>
              </a:rPr>
              <a:t> CZÀ®A ¹ÜgÀB</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ÀA¥ÉæÃPÀë÷å</a:t>
            </a:r>
            <a:r>
              <a:rPr lang="en-US" sz="2200" b="1" dirty="0">
                <a:solidFill>
                  <a:srgbClr val="000000"/>
                </a:solidFill>
                <a:latin typeface="BRH Kannada" pitchFamily="2" charset="0"/>
              </a:rPr>
              <a:t> £Á¹PÁUÀæA ¸</a:t>
            </a:r>
            <a:r>
              <a:rPr lang="en-US" sz="2200" b="1" dirty="0" err="1">
                <a:solidFill>
                  <a:srgbClr val="000000"/>
                </a:solidFill>
                <a:latin typeface="BRH Kannada" pitchFamily="2" charset="0"/>
              </a:rPr>
              <a:t>ÀéA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À±ÁÑ£ÀªÀ¯ÉÆÃPÀAiÀÄ£ï</a:t>
            </a:r>
            <a:r>
              <a:rPr lang="en-US" sz="2200" b="1" dirty="0">
                <a:solidFill>
                  <a:srgbClr val="000000"/>
                </a:solidFill>
                <a:latin typeface="BRH Kannada" pitchFamily="2" charset="0"/>
              </a:rPr>
              <a:t> ||6.13</a:t>
            </a:r>
            <a:r>
              <a:rPr lang="en-US" sz="2200" b="1" dirty="0" smtClean="0">
                <a:solidFill>
                  <a:srgbClr val="000000"/>
                </a:solidFill>
                <a:latin typeface="BRH Kannada" pitchFamily="2" charset="0"/>
              </a:rPr>
              <a:t>||</a:t>
            </a:r>
          </a:p>
          <a:p>
            <a:pPr marL="342804" indent="-342804" algn="ctr" eaLnBrk="1" hangingPunct="1">
              <a:lnSpc>
                <a:spcPct val="150000"/>
              </a:lnSpc>
              <a:spcBef>
                <a:spcPct val="0"/>
              </a:spcBef>
              <a:buFont typeface="Arial" pitchFamily="34" charset="0"/>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dirty="0"/>
              <a:t>	</a:t>
            </a:r>
            <a:r>
              <a:rPr lang="en-US" sz="1800" b="1" dirty="0">
                <a:latin typeface="URW Palladio IT" pitchFamily="2" charset="0"/>
              </a:rPr>
              <a:t>Holding the trunk, head and neck straight and steady, remaining firm and fixing the gaze on the tip of the nose, without looking in other directions</a:t>
            </a:r>
            <a:r>
              <a:rPr lang="en-US" sz="1800" b="1" dirty="0" smtClean="0">
                <a:latin typeface="URW Palladio IT" pitchFamily="2" charset="0"/>
              </a:rPr>
              <a:t>.</a:t>
            </a:r>
            <a:endParaRPr lang="en-US" sz="1800" b="1" dirty="0">
              <a:solidFill>
                <a:srgbClr val="000000"/>
              </a:solidFill>
              <a:latin typeface="System"/>
            </a:endParaRPr>
          </a:p>
        </p:txBody>
      </p:sp>
    </p:spTree>
    <p:extLst>
      <p:ext uri="{BB962C8B-B14F-4D97-AF65-F5344CB8AC3E}">
        <p14:creationId xmlns:p14="http://schemas.microsoft.com/office/powerpoint/2010/main" val="75382408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8</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znE</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znEéprmed</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œbuÏ</a:t>
            </a:r>
            <a:r>
              <a:rPr lang="en-US" sz="2200" b="1" dirty="0">
                <a:solidFill>
                  <a:srgbClr val="000000"/>
                </a:solidFill>
                <a:latin typeface="Sanskrit 99" pitchFamily="2" charset="0"/>
              </a:rPr>
              <a:t>(a </a:t>
            </a:r>
            <a:r>
              <a:rPr lang="en-US" sz="2200" b="1" dirty="0" err="1">
                <a:solidFill>
                  <a:srgbClr val="000000"/>
                </a:solidFill>
                <a:latin typeface="Sanskrit 99" pitchFamily="2" charset="0"/>
              </a:rPr>
              <a:t>x&amp;itg&amp;hItya</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AaTms</a:t>
            </a:r>
            <a:r>
              <a:rPr lang="en-US" sz="2200" b="1" dirty="0">
                <a:solidFill>
                  <a:srgbClr val="000000"/>
                </a:solidFill>
                <a:latin typeface="Sanskrit 99" pitchFamily="2" charset="0"/>
              </a:rPr>
              <a:t>&lt;</a:t>
            </a:r>
            <a:r>
              <a:rPr lang="en-US" sz="2200" b="1" dirty="0" err="1">
                <a:solidFill>
                  <a:srgbClr val="000000"/>
                </a:solidFill>
                <a:latin typeface="Sanskrit 99" pitchFamily="2" charset="0"/>
              </a:rPr>
              <a:t>Sw</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k«Tva</a:t>
            </a:r>
            <a:r>
              <a:rPr lang="en-US" sz="2200" b="1" dirty="0">
                <a:solidFill>
                  <a:srgbClr val="000000"/>
                </a:solidFill>
                <a:latin typeface="Sanskrit 99" pitchFamily="2" charset="0"/>
              </a:rPr>
              <a:t> n </a:t>
            </a:r>
            <a:r>
              <a:rPr lang="en-US" sz="2200" b="1" dirty="0" err="1">
                <a:solidFill>
                  <a:srgbClr val="000000"/>
                </a:solidFill>
                <a:latin typeface="Sanskrit 99" pitchFamily="2" charset="0"/>
              </a:rPr>
              <a:t>ikiÂdip</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icNtyet</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25.</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8. 	</a:t>
            </a:r>
            <a:r>
              <a:rPr lang="en-US" sz="2200" b="1" dirty="0" err="1">
                <a:solidFill>
                  <a:srgbClr val="000000"/>
                </a:solidFill>
                <a:latin typeface="URW Palladio IT" pitchFamily="2" charset="0"/>
              </a:rPr>
              <a:t>Çanaiù</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çanairuparamed</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Buddhyä</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dhåtigåhétayä</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Ätmasaàsthaà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kåtvä</a:t>
            </a:r>
            <a:r>
              <a:rPr lang="en-US" sz="2200" b="1" dirty="0">
                <a:solidFill>
                  <a:srgbClr val="000000"/>
                </a:solidFill>
                <a:latin typeface="URW Palladio IT" pitchFamily="2" charset="0"/>
              </a:rPr>
              <a:t> </a:t>
            </a:r>
            <a:r>
              <a:rPr lang="en-US" sz="2200" b="1" dirty="0" smtClean="0">
                <a:solidFill>
                  <a:srgbClr val="000000"/>
                </a:solidFill>
                <a:latin typeface="URW Palladio IT" pitchFamily="2" charset="0"/>
              </a:rPr>
              <a:t>Na </a:t>
            </a:r>
            <a:r>
              <a:rPr lang="en-US" sz="2200" b="1" dirty="0" err="1">
                <a:solidFill>
                  <a:srgbClr val="000000"/>
                </a:solidFill>
                <a:latin typeface="URW Palladio IT" pitchFamily="2" charset="0"/>
              </a:rPr>
              <a:t>kiïcidapi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cintayet</a:t>
            </a:r>
            <a:r>
              <a:rPr lang="en-US" sz="2200" b="1" dirty="0">
                <a:solidFill>
                  <a:srgbClr val="000000"/>
                </a:solidFill>
                <a:latin typeface="URW Palladio IT" pitchFamily="2" charset="0"/>
              </a:rPr>
              <a:t> ||6.25||</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8. </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À£ÉÊB ±</a:t>
            </a:r>
            <a:r>
              <a:rPr lang="en-US" sz="2200" b="1" dirty="0" err="1">
                <a:solidFill>
                  <a:srgbClr val="000000"/>
                </a:solidFill>
                <a:latin typeface="BRH Kannada" pitchFamily="2" charset="0"/>
              </a:rPr>
              <a:t>À£ÉÊgÀÄ¥ÀgÀªÉÄÃvï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ÄzÁÞ÷å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zsÀÈwUÀÈ»ÃvÀAiÀiÁ</a:t>
            </a:r>
            <a:endParaRPr lang="en-US" sz="2200" b="1" dirty="0">
              <a:solidFill>
                <a:srgbClr val="000000"/>
              </a:solidFill>
              <a:latin typeface="BRH Kannada" pitchFamily="2" charset="0"/>
            </a:endParaRP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DvÀä¸ÀA¸ÀÜA</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ªÀÄ£ÀB </a:t>
            </a:r>
            <a:r>
              <a:rPr lang="en-US" sz="2200" b="1" dirty="0" err="1">
                <a:solidFill>
                  <a:srgbClr val="000000"/>
                </a:solidFill>
                <a:latin typeface="BRH Kannada" pitchFamily="2" charset="0"/>
              </a:rPr>
              <a:t>PÀÈvÁé</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QAazÀ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aAvÀAiÉÄÃvï</a:t>
            </a:r>
            <a:r>
              <a:rPr lang="en-US" sz="2200" b="1" dirty="0">
                <a:solidFill>
                  <a:srgbClr val="000000"/>
                </a:solidFill>
                <a:latin typeface="BRH Kannada" pitchFamily="2" charset="0"/>
              </a:rPr>
              <a:t> ||6.25</a:t>
            </a:r>
            <a:r>
              <a:rPr lang="en-US" sz="2200" b="1" dirty="0" smtClean="0">
                <a:solidFill>
                  <a:srgbClr val="000000"/>
                </a:solidFill>
                <a:latin typeface="BRH Kannada" pitchFamily="2" charset="0"/>
              </a:rPr>
              <a:t>||</a:t>
            </a:r>
          </a:p>
          <a:p>
            <a:pPr marL="342804" indent="-342804" algn="ctr" eaLnBrk="1" hangingPunct="1">
              <a:lnSpc>
                <a:spcPct val="150000"/>
              </a:lnSpc>
              <a:spcBef>
                <a:spcPct val="0"/>
              </a:spcBef>
              <a:buFont typeface="Arial" pitchFamily="34" charset="0"/>
              <a:buNone/>
              <a:defRPr/>
            </a:pPr>
            <a:endParaRPr lang="en-US" sz="2000" b="1" dirty="0">
              <a:solidFill>
                <a:srgbClr val="000000"/>
              </a:solidFill>
              <a:latin typeface="URW Palladio IT" pitchFamily="2" charset="0"/>
            </a:endParaRPr>
          </a:p>
          <a:p>
            <a:pPr marL="742743" indent="-20632" algn="ctr" eaLnBrk="1" hangingPunct="1">
              <a:lnSpc>
                <a:spcPct val="150000"/>
              </a:lnSpc>
              <a:spcBef>
                <a:spcPct val="0"/>
              </a:spcBef>
              <a:buFont typeface="Arial" pitchFamily="34" charset="0"/>
              <a:buNone/>
              <a:defRPr/>
            </a:pPr>
            <a:r>
              <a:rPr lang="en-US" sz="1800" b="1" dirty="0">
                <a:latin typeface="URW Palladio IT" pitchFamily="2" charset="0"/>
              </a:rPr>
              <a:t>One should through gradual practice attain tranquility; and fixing the mind on God through reason controlled by steadfastness, on e should not think of anything else</a:t>
            </a:r>
            <a:r>
              <a:rPr lang="en-US" sz="1800" b="1" dirty="0" smtClean="0">
                <a:latin typeface="URW Palladio IT" pitchFamily="2" charset="0"/>
              </a:rPr>
              <a:t>.</a:t>
            </a: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148388043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114300"/>
            <a:ext cx="9220200" cy="5029200"/>
          </a:xfrm>
        </p:spPr>
        <p:txBody>
          <a:bodyPr>
            <a:normAutofit lnSpcReduction="10000"/>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9</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àzaNtaTma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ivgtÉI</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äücair</a:t>
            </a:r>
            <a:r>
              <a:rPr lang="en-US" sz="2200" b="1" dirty="0" err="1">
                <a:latin typeface="Sanskrit 99" pitchFamily="2" charset="0"/>
              </a:rPr>
              <a:t>ìte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iSwt</a:t>
            </a:r>
            <a:r>
              <a:rPr lang="en-US" sz="2200" b="1" dirty="0">
                <a:solidFill>
                  <a:srgbClr val="000000"/>
                </a:solidFill>
                <a:latin typeface="Sanskrit 99" pitchFamily="2" charset="0"/>
              </a:rPr>
              <a:t>&gt;,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s&lt;</a:t>
            </a:r>
            <a:r>
              <a:rPr lang="en-US" sz="2200" b="1" dirty="0" err="1">
                <a:solidFill>
                  <a:srgbClr val="000000"/>
                </a:solidFill>
                <a:latin typeface="Sanskrit 99" pitchFamily="2" charset="0"/>
              </a:rPr>
              <a:t>yMy</a:t>
            </a:r>
            <a:r>
              <a:rPr lang="en-US" sz="2200" b="1" dirty="0">
                <a:solidFill>
                  <a:srgbClr val="000000"/>
                </a:solidFill>
                <a:latin typeface="Sanskrit 99" pitchFamily="2" charset="0"/>
              </a:rPr>
              <a:t> mi½Äae </a:t>
            </a:r>
            <a:r>
              <a:rPr lang="en-US" sz="2200" b="1" dirty="0" err="1">
                <a:solidFill>
                  <a:srgbClr val="000000"/>
                </a:solidFill>
                <a:latin typeface="Sanskrit 99" pitchFamily="2" charset="0"/>
              </a:rPr>
              <a:t>yu</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AasIt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mTpr</a:t>
            </a:r>
            <a:r>
              <a:rPr lang="en-US" sz="2200" b="1" dirty="0">
                <a:solidFill>
                  <a:srgbClr val="000000"/>
                </a:solidFill>
                <a:latin typeface="Sanskrit 99" pitchFamily="2" charset="0"/>
              </a:rPr>
              <a:t>&gt;.6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14.</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9. 	</a:t>
            </a:r>
            <a:r>
              <a:rPr lang="en-US" sz="2200" b="1" dirty="0" err="1">
                <a:solidFill>
                  <a:srgbClr val="000000"/>
                </a:solidFill>
                <a:latin typeface="URW Palladio IT" pitchFamily="2" charset="0"/>
              </a:rPr>
              <a:t>Praçäntätmä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vigatabhéù</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Brahmacärivrate</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sthitaù</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saàyamya</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maccittaù</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Yukta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äséta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matparaù</a:t>
            </a:r>
            <a:r>
              <a:rPr lang="en-US" sz="2200" b="1" dirty="0">
                <a:solidFill>
                  <a:srgbClr val="000000"/>
                </a:solidFill>
                <a:latin typeface="URW Palladio IT" pitchFamily="2" charset="0"/>
              </a:rPr>
              <a:t> ||6.14||</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9. </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Àæ±ÁAvÁvÁä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UÀvÀ©üÃB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æºÀäZÁjªÀævÉÃ</a:t>
            </a:r>
            <a:r>
              <a:rPr lang="en-US" sz="2200" b="1" dirty="0">
                <a:solidFill>
                  <a:srgbClr val="000000"/>
                </a:solidFill>
                <a:latin typeface="BRH Kannada" pitchFamily="2" charset="0"/>
              </a:rPr>
              <a:t> ¹ÜvÀB |</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ªÀÄ£ÀB </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ÀAAiÀÄªÀÄå</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ÀÄaÑvÀÛB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AiÀÄÄPÀÛ</a:t>
            </a:r>
            <a:r>
              <a:rPr lang="en-US" sz="2200" b="1" dirty="0">
                <a:solidFill>
                  <a:srgbClr val="000000"/>
                </a:solidFill>
                <a:latin typeface="BRH Kannada" pitchFamily="2" charset="0"/>
              </a:rPr>
              <a:t> D¹ÃvÀ ª</a:t>
            </a:r>
            <a:r>
              <a:rPr lang="en-US" sz="2200" b="1" dirty="0" err="1">
                <a:solidFill>
                  <a:srgbClr val="000000"/>
                </a:solidFill>
                <a:latin typeface="BRH Kannada" pitchFamily="2" charset="0"/>
              </a:rPr>
              <a:t>ÀÄvÀàgÀB</a:t>
            </a: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||6.14||</a:t>
            </a:r>
          </a:p>
          <a:p>
            <a:pPr marL="342804" indent="-342804" algn="ctr" eaLnBrk="1" hangingPunct="1">
              <a:lnSpc>
                <a:spcPct val="150000"/>
              </a:lnSpc>
              <a:spcBef>
                <a:spcPct val="0"/>
              </a:spcBef>
              <a:buFont typeface="Arial" pitchFamily="34" charset="0"/>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800" b="1" dirty="0">
                <a:latin typeface="URW Palladio IT" pitchFamily="2" charset="0"/>
              </a:rPr>
              <a:t>Firm in the vow of complete chastity and fearlessness, keeping himself perfectly calm and with the mind held in restraint and fixed on Me, the vigilance </a:t>
            </a:r>
            <a:r>
              <a:rPr lang="en-US" sz="1800" b="1" i="1" dirty="0">
                <a:latin typeface="URW Palladio IT" pitchFamily="2" charset="0"/>
              </a:rPr>
              <a:t>Yogi</a:t>
            </a:r>
            <a:r>
              <a:rPr lang="en-US" sz="1800" b="1" dirty="0">
                <a:latin typeface="URW Palladio IT" pitchFamily="2" charset="0"/>
              </a:rPr>
              <a:t> should sit absorbed in Me (God</a:t>
            </a:r>
            <a:r>
              <a:rPr lang="en-US" sz="1800" b="1" dirty="0" smtClean="0">
                <a:latin typeface="URW Palladio IT" pitchFamily="2" charset="0"/>
              </a:rPr>
              <a:t>).</a:t>
            </a:r>
            <a:endParaRPr lang="en-US" sz="1800" b="1" dirty="0">
              <a:solidFill>
                <a:srgbClr val="000000"/>
              </a:solidFill>
              <a:latin typeface="System"/>
            </a:endParaRPr>
          </a:p>
          <a:p>
            <a:pPr marL="742743" indent="-742743" algn="ctr" eaLnBrk="1" hangingPunct="1">
              <a:lnSpc>
                <a:spcPct val="150000"/>
              </a:lnSpc>
              <a:spcBef>
                <a:spcPct val="0"/>
              </a:spcBef>
              <a:buFont typeface="Calibri" pitchFamily="34" charset="0"/>
              <a:buAutoNum type="arabicPeriod"/>
              <a:defRPr/>
            </a:pPr>
            <a:endParaRPr lang="en-US" sz="2000" b="1" dirty="0">
              <a:solidFill>
                <a:srgbClr val="000000"/>
              </a:solidFill>
              <a:latin typeface="System"/>
            </a:endParaRPr>
          </a:p>
          <a:p>
            <a:pPr marL="742743" indent="-742743" algn="ctr" eaLnBrk="1" hangingPunct="1">
              <a:lnSpc>
                <a:spcPct val="150000"/>
              </a:lnSpc>
              <a:spcBef>
                <a:spcPct val="0"/>
              </a:spcBef>
              <a:buFont typeface="Calibri" pitchFamily="34" charset="0"/>
              <a:buAutoNum type="arabicPeriod"/>
              <a:defRPr/>
            </a:pPr>
            <a:endParaRPr lang="en-US" sz="2000" b="1" dirty="0">
              <a:solidFill>
                <a:srgbClr val="000000"/>
              </a:solidFill>
              <a:latin typeface="System"/>
            </a:endParaRPr>
          </a:p>
          <a:p>
            <a:pPr marL="742743" indent="-742743" algn="ctr" eaLnBrk="1" hangingPunct="1">
              <a:lnSpc>
                <a:spcPct val="150000"/>
              </a:lnSpc>
              <a:spcBef>
                <a:spcPct val="0"/>
              </a:spcBef>
              <a:buFont typeface="Calibri" pitchFamily="34" charset="0"/>
              <a:buAutoNum type="arabicPeriod"/>
              <a:defRPr/>
            </a:pPr>
            <a:endParaRPr lang="en-US" sz="2000" b="1" dirty="0">
              <a:solidFill>
                <a:srgbClr val="000000"/>
              </a:solidFill>
              <a:latin typeface="System"/>
            </a:endParaRPr>
          </a:p>
        </p:txBody>
      </p:sp>
    </p:spTree>
    <p:extLst>
      <p:ext uri="{BB962C8B-B14F-4D97-AF65-F5344CB8AC3E}">
        <p14:creationId xmlns:p14="http://schemas.microsoft.com/office/powerpoint/2010/main" val="54001838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ph idx="1"/>
          </p:nvPr>
        </p:nvSpPr>
        <p:spPr>
          <a:xfrm>
            <a:off x="0" y="0"/>
            <a:ext cx="9144000" cy="5143500"/>
          </a:xfrm>
        </p:spPr>
        <p:txBody>
          <a:bodyPr>
            <a:normAutofit/>
          </a:bodyPr>
          <a:lstStyle/>
          <a:p>
            <a:pPr algn="ctr">
              <a:buFont typeface="Arial" pitchFamily="34" charset="0"/>
              <a:buNone/>
            </a:pPr>
            <a:endParaRPr lang="en-US" sz="4000" b="1" dirty="0" smtClean="0">
              <a:latin typeface="Sanskrit 2003" pitchFamily="2" charset="-78"/>
              <a:cs typeface="Sanskrit 2003" pitchFamily="2" charset="-78"/>
            </a:endParaRPr>
          </a:p>
          <a:p>
            <a:pPr algn="ctr">
              <a:buFont typeface="Arial" pitchFamily="34" charset="0"/>
              <a:buNone/>
            </a:pPr>
            <a:endParaRPr lang="en-US" sz="4000" b="1" dirty="0">
              <a:latin typeface="Sanskrit 2003" pitchFamily="2" charset="-78"/>
              <a:cs typeface="Sanskrit 2003" pitchFamily="2" charset="-78"/>
            </a:endParaRPr>
          </a:p>
          <a:p>
            <a:pPr algn="ctr">
              <a:buFont typeface="Arial" pitchFamily="34" charset="0"/>
              <a:buNone/>
            </a:pPr>
            <a:r>
              <a:rPr lang="hi-IN" sz="4000" b="1" dirty="0" smtClean="0">
                <a:latin typeface="Sanskrit 2003" pitchFamily="2" charset="-78"/>
                <a:cs typeface="Sanskrit 2003" pitchFamily="2" charset="-78"/>
              </a:rPr>
              <a:t>अर्जुन उवाच</a:t>
            </a:r>
          </a:p>
          <a:p>
            <a:pPr algn="ctr">
              <a:buFont typeface="Arial" pitchFamily="34" charset="0"/>
              <a:buNone/>
            </a:pPr>
            <a:r>
              <a:rPr lang="en-US" sz="4000" b="1" dirty="0" err="1" smtClean="0">
                <a:latin typeface="URW Palladio IT" pitchFamily="2" charset="0"/>
                <a:cs typeface="Sanskrit 2003" pitchFamily="2" charset="-78"/>
              </a:rPr>
              <a:t>Arjuna</a:t>
            </a:r>
            <a:r>
              <a:rPr lang="en-US" sz="4000" b="1" dirty="0" smtClean="0">
                <a:latin typeface="URW Palladio IT" pitchFamily="2" charset="0"/>
                <a:cs typeface="Sanskrit 2003" pitchFamily="2" charset="-78"/>
              </a:rPr>
              <a:t> </a:t>
            </a:r>
            <a:r>
              <a:rPr lang="en-US" sz="4000" b="1" dirty="0" err="1" smtClean="0">
                <a:latin typeface="URW Palladio IT" pitchFamily="2" charset="0"/>
                <a:cs typeface="Sanskrit 2003" pitchFamily="2" charset="-78"/>
              </a:rPr>
              <a:t>uvāca</a:t>
            </a:r>
            <a:endParaRPr lang="en-US" sz="4000" b="1" dirty="0" smtClean="0">
              <a:latin typeface="URW Palladio ITU" pitchFamily="2" charset="0"/>
              <a:cs typeface="Sanskrit 2003" pitchFamily="2" charset="-78"/>
            </a:endParaRPr>
          </a:p>
          <a:p>
            <a:pPr algn="ctr">
              <a:buFont typeface="Arial" pitchFamily="34" charset="0"/>
              <a:buNone/>
            </a:pPr>
            <a:r>
              <a:rPr lang="kn-IN" sz="4000" b="1" dirty="0" smtClean="0">
                <a:latin typeface="Arial" pitchFamily="34" charset="0"/>
                <a:cs typeface="Arial" pitchFamily="34" charset="0"/>
              </a:rPr>
              <a:t>ಅರ್ಜುನ ಉವಾಚ</a:t>
            </a:r>
            <a:endParaRPr lang="en-US" sz="4000" dirty="0" smtClean="0"/>
          </a:p>
        </p:txBody>
      </p:sp>
    </p:spTree>
    <p:extLst>
      <p:ext uri="{BB962C8B-B14F-4D97-AF65-F5344CB8AC3E}">
        <p14:creationId xmlns:p14="http://schemas.microsoft.com/office/powerpoint/2010/main" val="234402131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0065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10</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cÂl</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ih</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k«:[ </a:t>
            </a:r>
            <a:r>
              <a:rPr lang="en-US" sz="2200" b="1" dirty="0" err="1">
                <a:solidFill>
                  <a:srgbClr val="000000"/>
                </a:solidFill>
                <a:latin typeface="Sanskrit 99" pitchFamily="2" charset="0"/>
              </a:rPr>
              <a:t>àmaiw</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blvdœd&amp;Fm</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tSyah</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in¢h</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mNye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vayaeirv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suÊ:krm</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34.</a:t>
            </a:r>
            <a:endParaRPr lang="en-US" sz="2200" b="1" dirty="0">
              <a:solidFill>
                <a:srgbClr val="000000"/>
              </a:solidFill>
              <a:latin typeface="URW Palladio IT" pitchFamily="2" charset="0"/>
            </a:endParaRPr>
          </a:p>
          <a:p>
            <a:pPr marL="742743" indent="-742743" algn="ctr" eaLnBrk="1" hangingPunct="1">
              <a:lnSpc>
                <a:spcPct val="150000"/>
              </a:lnSpc>
              <a:buFont typeface="Arial" pitchFamily="34" charset="0"/>
              <a:buNone/>
              <a:defRPr/>
            </a:pPr>
            <a:r>
              <a:rPr lang="en-US" sz="2200" b="1" dirty="0" smtClean="0">
                <a:solidFill>
                  <a:srgbClr val="000000"/>
                </a:solidFill>
                <a:latin typeface="URW Palladio IT" pitchFamily="2" charset="0"/>
              </a:rPr>
              <a:t>10.		</a:t>
            </a:r>
            <a:r>
              <a:rPr lang="en-US" sz="2200" b="1" dirty="0" err="1">
                <a:solidFill>
                  <a:srgbClr val="000000"/>
                </a:solidFill>
                <a:latin typeface="URW Palladio IT" pitchFamily="2" charset="0"/>
              </a:rPr>
              <a:t>Caïcalaà</a:t>
            </a:r>
            <a:r>
              <a:rPr lang="en-US" sz="2200" b="1" dirty="0">
                <a:solidFill>
                  <a:srgbClr val="000000"/>
                </a:solidFill>
                <a:latin typeface="URW Palladio IT" pitchFamily="2" charset="0"/>
              </a:rPr>
              <a:t> hi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kåñëa</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Pramäthi</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balavad</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dåòham</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Tasyähaà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nigrahaà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manye</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Väyoriva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suduñkaram</a:t>
            </a:r>
            <a:r>
              <a:rPr lang="en-US" sz="2200" b="1" dirty="0">
                <a:solidFill>
                  <a:srgbClr val="000000"/>
                </a:solidFill>
                <a:latin typeface="URW Palladio IT" pitchFamily="2" charset="0"/>
              </a:rPr>
              <a:t> ||6.34||</a:t>
            </a:r>
          </a:p>
          <a:p>
            <a:pPr marL="342804" indent="-342804" algn="ctr">
              <a:lnSpc>
                <a:spcPct val="150000"/>
              </a:lnSpc>
              <a:spcBef>
                <a:spcPct val="0"/>
              </a:spcBef>
              <a:buFontTx/>
              <a:buNone/>
              <a:defRPr/>
            </a:pPr>
            <a:r>
              <a:rPr lang="en-US" sz="2200" b="1" dirty="0">
                <a:solidFill>
                  <a:srgbClr val="000000"/>
                </a:solidFill>
                <a:latin typeface="BRH Kannada" pitchFamily="2" charset="0"/>
              </a:rPr>
              <a:t>10. </a:t>
            </a:r>
            <a:r>
              <a:rPr lang="en-US" sz="2200" b="1" dirty="0" smtClean="0">
                <a:solidFill>
                  <a:srgbClr val="000000"/>
                </a:solidFill>
                <a:latin typeface="BRH Kannada" pitchFamily="2" charset="0"/>
              </a:rPr>
              <a:t>     ZÀAZÀ®A </a:t>
            </a:r>
            <a:r>
              <a:rPr lang="en-US" sz="2200" b="1" dirty="0">
                <a:solidFill>
                  <a:srgbClr val="000000"/>
                </a:solidFill>
                <a:latin typeface="BRH Kannada" pitchFamily="2" charset="0"/>
              </a:rPr>
              <a:t>» ªÀÄ£ÀB PÀÈµÀÚ ¥</a:t>
            </a:r>
            <a:r>
              <a:rPr lang="en-US" sz="2200" b="1" dirty="0" err="1">
                <a:solidFill>
                  <a:srgbClr val="000000"/>
                </a:solidFill>
                <a:latin typeface="BRH Kannada" pitchFamily="2" charset="0"/>
              </a:rPr>
              <a:t>ÀæªÀiÁy</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Àzï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zÀÈqsÀA</a:t>
            </a:r>
            <a:r>
              <a:rPr lang="en-US" sz="2200" b="1" dirty="0">
                <a:solidFill>
                  <a:srgbClr val="000000"/>
                </a:solidFill>
                <a:latin typeface="BRH Kannada" pitchFamily="2" charset="0"/>
              </a:rPr>
              <a:t> |</a:t>
            </a:r>
          </a:p>
          <a:p>
            <a:pPr marL="342804" indent="-342804" algn="ctr">
              <a:lnSpc>
                <a:spcPct val="150000"/>
              </a:lnSpc>
              <a:spcBef>
                <a:spcPct val="0"/>
              </a:spcBef>
              <a:buFontTx/>
              <a:buNone/>
              <a:defRPr/>
            </a:pP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vÀ¸ÁåºÀA</a:t>
            </a:r>
            <a:r>
              <a:rPr lang="en-US" sz="2200" b="1" dirty="0" smtClean="0">
                <a:solidFill>
                  <a:srgbClr val="000000"/>
                </a:solidFill>
                <a:latin typeface="BRH Kannada" pitchFamily="2" charset="0"/>
              </a:rPr>
              <a:t> </a:t>
            </a:r>
            <a:r>
              <a:rPr lang="en-US" sz="2200" b="1" dirty="0">
                <a:solidFill>
                  <a:srgbClr val="000000"/>
                </a:solidFill>
                <a:latin typeface="BRH Kannada" pitchFamily="2" charset="0"/>
              </a:rPr>
              <a:t>¤</a:t>
            </a:r>
            <a:r>
              <a:rPr lang="en-US" sz="2200" b="1" dirty="0" err="1">
                <a:solidFill>
                  <a:srgbClr val="000000"/>
                </a:solidFill>
                <a:latin typeface="BRH Kannada" pitchFamily="2" charset="0"/>
              </a:rPr>
              <a:t>UÀæºÀA</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ÀÄ£ÉåÃ</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ÁAiÉÆÃjªÀ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ÀÄzÀÄµÀÌgÀA</a:t>
            </a:r>
            <a:r>
              <a:rPr lang="en-US" sz="2200" b="1" dirty="0">
                <a:solidFill>
                  <a:srgbClr val="000000"/>
                </a:solidFill>
                <a:latin typeface="BRH Kannada" pitchFamily="2" charset="0"/>
              </a:rPr>
              <a:t> ||6.34</a:t>
            </a:r>
            <a:r>
              <a:rPr lang="en-US" sz="2200" b="1" dirty="0" smtClean="0">
                <a:solidFill>
                  <a:srgbClr val="000000"/>
                </a:solidFill>
                <a:latin typeface="BRH Kannada" pitchFamily="2" charset="0"/>
              </a:rPr>
              <a:t>||</a:t>
            </a:r>
          </a:p>
          <a:p>
            <a:pPr marL="342804" indent="-342804" algn="ctr">
              <a:lnSpc>
                <a:spcPct val="150000"/>
              </a:lnSpc>
              <a:spcBef>
                <a:spcPct val="0"/>
              </a:spcBef>
              <a:buFontTx/>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2000" dirty="0" smtClean="0"/>
              <a:t>	</a:t>
            </a:r>
            <a:r>
              <a:rPr lang="en-US" sz="1800" b="1" dirty="0">
                <a:latin typeface="URW Palladio IT" pitchFamily="2" charset="0"/>
              </a:rPr>
              <a:t>Oh! </a:t>
            </a:r>
            <a:r>
              <a:rPr lang="en-IN" sz="1800" b="1" i="1" dirty="0" err="1">
                <a:latin typeface="URW Palladio IT" pitchFamily="2" charset="0"/>
              </a:rPr>
              <a:t>Kåñëa</a:t>
            </a:r>
            <a:r>
              <a:rPr lang="en-IN" sz="1800" b="1" dirty="0">
                <a:latin typeface="URW Palladio IT" pitchFamily="2" charset="0"/>
              </a:rPr>
              <a:t>, the mind is very unsteady, turbulent, tenacious  and powerful. Therefore, I consider it as difficult to control as the wind</a:t>
            </a:r>
            <a:r>
              <a:rPr lang="en-IN" sz="1800" b="1" dirty="0" smtClean="0">
                <a:latin typeface="URW Palladio IT" pitchFamily="2" charset="0"/>
              </a:rPr>
              <a:t>.</a:t>
            </a:r>
            <a:endParaRPr lang="en-US" sz="2000" b="1" dirty="0">
              <a:solidFill>
                <a:srgbClr val="000000"/>
              </a:solidFill>
              <a:latin typeface="System"/>
            </a:endParaRPr>
          </a:p>
        </p:txBody>
      </p:sp>
    </p:spTree>
    <p:extLst>
      <p:ext uri="{BB962C8B-B14F-4D97-AF65-F5344CB8AC3E}">
        <p14:creationId xmlns:p14="http://schemas.microsoft.com/office/powerpoint/2010/main" val="250927242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2628"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marL="342900" indent="-342900">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spcBef>
                <a:spcPct val="20000"/>
              </a:spcBef>
            </a:pPr>
            <a:endParaRPr lang="en-US" sz="4000" b="1" dirty="0">
              <a:solidFill>
                <a:schemeClr val="tx1"/>
              </a:solidFill>
              <a:latin typeface="Sanskrit 2003" pitchFamily="2" charset="-78"/>
              <a:cs typeface="Sanskrit 2003" pitchFamily="2" charset="-78"/>
            </a:endParaRPr>
          </a:p>
          <a:p>
            <a:pPr algn="ctr">
              <a:spcBef>
                <a:spcPct val="20000"/>
              </a:spcBef>
            </a:pPr>
            <a:r>
              <a:rPr lang="en-US" sz="4000" b="1" dirty="0">
                <a:solidFill>
                  <a:schemeClr val="tx1"/>
                </a:solidFill>
                <a:latin typeface="Sanskrit 2003" pitchFamily="2" charset="-78"/>
                <a:cs typeface="Sanskrit 2003" pitchFamily="2" charset="-78"/>
              </a:rPr>
              <a:t>   </a:t>
            </a:r>
            <a:r>
              <a:rPr lang="hi-IN" sz="4000" b="1" dirty="0" smtClean="0">
                <a:solidFill>
                  <a:schemeClr val="tx1"/>
                </a:solidFill>
                <a:latin typeface="Sanskrit 2003" pitchFamily="2" charset="-78"/>
                <a:cs typeface="Sanskrit 2003" pitchFamily="2" charset="-78"/>
              </a:rPr>
              <a:t>श्रीभगवानुवाच</a:t>
            </a:r>
            <a:endParaRPr lang="hi-IN" sz="4000" b="1" dirty="0">
              <a:solidFill>
                <a:schemeClr val="tx1"/>
              </a:solidFill>
              <a:latin typeface="Sanskrit 2003" pitchFamily="2" charset="-78"/>
              <a:cs typeface="Sanskrit 2003" pitchFamily="2" charset="-78"/>
            </a:endParaRPr>
          </a:p>
          <a:p>
            <a:pPr algn="ctr">
              <a:lnSpc>
                <a:spcPct val="150000"/>
              </a:lnSpc>
              <a:spcBef>
                <a:spcPts val="600"/>
              </a:spcBef>
            </a:pPr>
            <a:r>
              <a:rPr lang="en-US" sz="4000" b="1" dirty="0" err="1">
                <a:solidFill>
                  <a:schemeClr val="tx1"/>
                </a:solidFill>
                <a:latin typeface="URW Palladio IT" pitchFamily="2" charset="0"/>
              </a:rPr>
              <a:t>Śrībhagavānuvāca</a:t>
            </a:r>
            <a:endParaRPr lang="kn-IN" sz="4000" b="1" dirty="0">
              <a:solidFill>
                <a:schemeClr val="tx1"/>
              </a:solidFill>
              <a:latin typeface="URW Palladio IT" pitchFamily="2" charset="0"/>
            </a:endParaRPr>
          </a:p>
          <a:p>
            <a:pPr algn="ctr">
              <a:lnSpc>
                <a:spcPct val="150000"/>
              </a:lnSpc>
              <a:spcBef>
                <a:spcPts val="600"/>
              </a:spcBef>
            </a:pPr>
            <a:r>
              <a:rPr lang="kn-IN" sz="4000" b="1" dirty="0">
                <a:solidFill>
                  <a:schemeClr val="tx1"/>
                </a:solidFill>
                <a:latin typeface="Calibri" pitchFamily="34" charset="0"/>
              </a:rPr>
              <a:t>ಶ್ರೀಭಗವಾನ್ಉವಾಚ</a:t>
            </a:r>
          </a:p>
        </p:txBody>
      </p:sp>
    </p:spTree>
    <p:extLst>
      <p:ext uri="{BB962C8B-B14F-4D97-AF65-F5344CB8AC3E}">
        <p14:creationId xmlns:p14="http://schemas.microsoft.com/office/powerpoint/2010/main" val="41915648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029200"/>
          </a:xfrm>
        </p:spPr>
        <p:txBody>
          <a:bodyPr>
            <a:normAutofit lnSpcReduction="10000"/>
          </a:bodyPr>
          <a:lstStyle/>
          <a:p>
            <a:pPr marL="514207" indent="-514207" algn="ctr" eaLnBrk="1" hangingPunct="1">
              <a:lnSpc>
                <a:spcPct val="150000"/>
              </a:lnSpc>
              <a:buFont typeface="Arial" pitchFamily="34" charset="0"/>
              <a:buNone/>
              <a:defRPr/>
            </a:pPr>
            <a:r>
              <a:rPr lang="en-US" sz="2400" b="1" dirty="0" smtClean="0">
                <a:solidFill>
                  <a:srgbClr val="000000"/>
                </a:solidFill>
                <a:latin typeface="Sanskrit 99" pitchFamily="2" charset="0"/>
              </a:rPr>
              <a:t>11</a:t>
            </a:r>
            <a:r>
              <a:rPr lang="en-US" sz="2400" b="1" dirty="0">
                <a:solidFill>
                  <a:srgbClr val="000000"/>
                </a:solidFill>
                <a:latin typeface="Times New Roman" pitchFamily="18" charset="0"/>
                <a:cs typeface="Times New Roman" pitchFamily="18" charset="0"/>
              </a:rPr>
              <a:t>.</a:t>
            </a:r>
            <a:r>
              <a:rPr lang="en-US" sz="2400" b="1" dirty="0">
                <a:solidFill>
                  <a:srgbClr val="000000"/>
                </a:solidFill>
                <a:latin typeface="Sanskrit 99" pitchFamily="2" charset="0"/>
              </a:rPr>
              <a:t> 	</a:t>
            </a:r>
            <a:r>
              <a:rPr lang="en-US" sz="2400" b="1" dirty="0" smtClean="0">
                <a:solidFill>
                  <a:srgbClr val="000000"/>
                </a:solidFill>
                <a:latin typeface="Sanskrit 99" pitchFamily="2" charset="0"/>
              </a:rPr>
              <a:t>     As&lt;</a:t>
            </a:r>
            <a:r>
              <a:rPr lang="en-US" sz="2400" b="1" dirty="0" err="1" smtClean="0">
                <a:solidFill>
                  <a:srgbClr val="000000"/>
                </a:solidFill>
                <a:latin typeface="Sanskrit 99" pitchFamily="2" charset="0"/>
              </a:rPr>
              <a:t>zy</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mhabahae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mnae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ÊinR¢h</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clm</a:t>
            </a:r>
            <a:r>
              <a:rPr lang="en-US" sz="2400" b="1" dirty="0">
                <a:solidFill>
                  <a:srgbClr val="000000"/>
                </a:solidFill>
                <a:latin typeface="Sanskrit 99" pitchFamily="2" charset="0"/>
              </a:rPr>
              <a:t>!,</a:t>
            </a:r>
          </a:p>
          <a:p>
            <a:pPr marL="514207" indent="-514207" algn="ctr" eaLnBrk="1" hangingPunct="1">
              <a:lnSpc>
                <a:spcPct val="150000"/>
              </a:lnSpc>
              <a:buFont typeface="Arial" pitchFamily="34" charset="0"/>
              <a:buNone/>
              <a:defRPr/>
            </a:pPr>
            <a:r>
              <a:rPr lang="es-ES" sz="2400" b="1" dirty="0">
                <a:solidFill>
                  <a:srgbClr val="000000"/>
                </a:solidFill>
                <a:latin typeface="Sanskrit 99" pitchFamily="2" charset="0"/>
              </a:rPr>
              <a:t>		</a:t>
            </a:r>
            <a:r>
              <a:rPr lang="es-ES" sz="2400" b="1" dirty="0" err="1">
                <a:solidFill>
                  <a:srgbClr val="000000"/>
                </a:solidFill>
                <a:latin typeface="Sanskrit 99" pitchFamily="2" charset="0"/>
              </a:rPr>
              <a:t>A_yasen</a:t>
            </a:r>
            <a:r>
              <a:rPr lang="es-ES" sz="2400" b="1" dirty="0">
                <a:solidFill>
                  <a:srgbClr val="000000"/>
                </a:solidFill>
                <a:latin typeface="Sanskrit 99" pitchFamily="2" charset="0"/>
              </a:rPr>
              <a:t> tu </a:t>
            </a:r>
            <a:r>
              <a:rPr lang="es-ES" sz="2400" b="1" dirty="0" err="1">
                <a:solidFill>
                  <a:srgbClr val="000000"/>
                </a:solidFill>
                <a:latin typeface="Sanskrit 99" pitchFamily="2" charset="0"/>
              </a:rPr>
              <a:t>kaENtey</a:t>
            </a:r>
            <a:r>
              <a:rPr lang="es-ES" sz="2400" b="1" dirty="0">
                <a:solidFill>
                  <a:srgbClr val="000000"/>
                </a:solidFill>
                <a:latin typeface="Sanskrit 99" pitchFamily="2" charset="0"/>
              </a:rPr>
              <a:t> </a:t>
            </a:r>
            <a:r>
              <a:rPr lang="es-ES" sz="2400" b="1" dirty="0" err="1">
                <a:solidFill>
                  <a:srgbClr val="000000"/>
                </a:solidFill>
                <a:latin typeface="Sanskrit 99" pitchFamily="2" charset="0"/>
              </a:rPr>
              <a:t>vEraGye</a:t>
            </a:r>
            <a:r>
              <a:rPr lang="es-ES" sz="2400" b="1" dirty="0">
                <a:solidFill>
                  <a:srgbClr val="000000"/>
                </a:solidFill>
                <a:latin typeface="Sanskrit 99" pitchFamily="2" charset="0"/>
              </a:rPr>
              <a:t>[ c g&amp;ýte.6</a:t>
            </a:r>
            <a:r>
              <a:rPr lang="en-US" sz="2400" b="1" dirty="0">
                <a:solidFill>
                  <a:srgbClr val="000000"/>
                </a:solidFill>
                <a:latin typeface="URW Palladio IT" pitchFamily="2" charset="0"/>
              </a:rPr>
              <a:t>.</a:t>
            </a:r>
            <a:r>
              <a:rPr lang="es-ES" sz="2400" b="1" dirty="0">
                <a:solidFill>
                  <a:srgbClr val="000000"/>
                </a:solidFill>
                <a:latin typeface="Sanskrit 99" pitchFamily="2" charset="0"/>
              </a:rPr>
              <a:t>35</a:t>
            </a:r>
            <a:r>
              <a:rPr lang="es-ES" sz="2400" b="1" dirty="0" smtClean="0">
                <a:solidFill>
                  <a:srgbClr val="000000"/>
                </a:solidFill>
                <a:latin typeface="Sanskrit 99" pitchFamily="2" charset="0"/>
              </a:rPr>
              <a:t>.</a:t>
            </a:r>
            <a:endParaRPr lang="en-US" sz="2400" b="1" dirty="0">
              <a:solidFill>
                <a:srgbClr val="000000"/>
              </a:solidFill>
              <a:latin typeface="URW Palladio IT" pitchFamily="2" charset="0"/>
            </a:endParaRPr>
          </a:p>
          <a:p>
            <a:pPr marL="514207" indent="-514207" algn="ctr" eaLnBrk="1" hangingPunct="1">
              <a:lnSpc>
                <a:spcPct val="150000"/>
              </a:lnSpc>
              <a:buFont typeface="Arial" pitchFamily="34" charset="0"/>
              <a:buNone/>
              <a:defRPr/>
            </a:pPr>
            <a:r>
              <a:rPr lang="en-US" sz="2400" b="1" dirty="0" smtClean="0">
                <a:solidFill>
                  <a:srgbClr val="000000"/>
                </a:solidFill>
                <a:latin typeface="URW Palladio IT" pitchFamily="2" charset="0"/>
              </a:rPr>
              <a:t>11.	 	</a:t>
            </a:r>
            <a:r>
              <a:rPr lang="en-US" sz="2400" b="1" dirty="0" err="1">
                <a:solidFill>
                  <a:srgbClr val="000000"/>
                </a:solidFill>
                <a:latin typeface="URW Palladio IT" pitchFamily="2" charset="0"/>
              </a:rPr>
              <a:t>Asaàçayaà</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mahäbäho</a:t>
            </a:r>
            <a:r>
              <a:rPr lang="en-US" sz="2400" b="1" dirty="0">
                <a:solidFill>
                  <a:srgbClr val="000000"/>
                </a:solidFill>
                <a:latin typeface="URW Palladio IT" pitchFamily="2" charset="0"/>
              </a:rPr>
              <a:t> </a:t>
            </a:r>
            <a:r>
              <a:rPr lang="en-US" sz="2400" b="1" dirty="0" smtClean="0">
                <a:solidFill>
                  <a:srgbClr val="000000"/>
                </a:solidFill>
                <a:latin typeface="URW Palladio IT" pitchFamily="2" charset="0"/>
              </a:rPr>
              <a:t>Mano </a:t>
            </a:r>
            <a:r>
              <a:rPr lang="en-US" sz="2400" b="1" dirty="0" err="1">
                <a:solidFill>
                  <a:srgbClr val="000000"/>
                </a:solidFill>
                <a:latin typeface="URW Palladio IT" pitchFamily="2" charset="0"/>
              </a:rPr>
              <a:t>durnigrahaà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calam</a:t>
            </a:r>
            <a:r>
              <a:rPr lang="en-US" sz="2400" b="1" dirty="0">
                <a:solidFill>
                  <a:srgbClr val="000000"/>
                </a:solidFill>
                <a:latin typeface="URW Palladio IT" pitchFamily="2" charset="0"/>
              </a:rPr>
              <a:t>|</a:t>
            </a:r>
          </a:p>
          <a:p>
            <a:pPr marL="514207" indent="-514207" algn="ctr" eaLnBrk="1" hangingPunct="1">
              <a:lnSpc>
                <a:spcPct val="150000"/>
              </a:lnSpc>
              <a:buFont typeface="Arial" pitchFamily="34" charset="0"/>
              <a:buNone/>
              <a:defRPr/>
            </a:pP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Abhyäsena</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tu</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kaunteya</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Vairägyeëa</a:t>
            </a:r>
            <a:r>
              <a:rPr lang="en-US" sz="2400" b="1" dirty="0" smtClean="0">
                <a:solidFill>
                  <a:srgbClr val="000000"/>
                </a:solidFill>
                <a:latin typeface="URW Palladio IT" pitchFamily="2" charset="0"/>
              </a:rPr>
              <a:t> </a:t>
            </a:r>
            <a:r>
              <a:rPr lang="en-US" sz="2400" b="1" dirty="0">
                <a:solidFill>
                  <a:srgbClr val="000000"/>
                </a:solidFill>
                <a:latin typeface="URW Palladio IT" pitchFamily="2" charset="0"/>
              </a:rPr>
              <a:t>ca </a:t>
            </a:r>
            <a:r>
              <a:rPr lang="en-US" sz="2400" b="1" dirty="0" err="1">
                <a:solidFill>
                  <a:srgbClr val="000000"/>
                </a:solidFill>
                <a:latin typeface="URW Palladio IT" pitchFamily="2" charset="0"/>
              </a:rPr>
              <a:t>gåhyate</a:t>
            </a:r>
            <a:r>
              <a:rPr lang="en-US" sz="2400" b="1" dirty="0">
                <a:solidFill>
                  <a:srgbClr val="000000"/>
                </a:solidFill>
                <a:latin typeface="URW Palladio IT" pitchFamily="2" charset="0"/>
              </a:rPr>
              <a:t> ||6.35||</a:t>
            </a:r>
          </a:p>
          <a:p>
            <a:pPr marL="342804" indent="-342804" algn="ctr">
              <a:lnSpc>
                <a:spcPct val="150000"/>
              </a:lnSpc>
              <a:spcBef>
                <a:spcPct val="0"/>
              </a:spcBef>
              <a:buFontTx/>
              <a:buNone/>
              <a:defRPr/>
            </a:pPr>
            <a:r>
              <a:rPr lang="en-US" sz="2400" b="1" dirty="0">
                <a:solidFill>
                  <a:srgbClr val="000000"/>
                </a:solidFill>
                <a:latin typeface="BRH Kannada" pitchFamily="2" charset="0"/>
              </a:rPr>
              <a:t>11</a:t>
            </a:r>
            <a:r>
              <a:rPr lang="en-US" sz="2400" b="1" dirty="0" smtClean="0">
                <a:solidFill>
                  <a:srgbClr val="000000"/>
                </a:solidFill>
                <a:latin typeface="BRH Kannada" pitchFamily="2" charset="0"/>
              </a:rPr>
              <a:t>.      </a:t>
            </a:r>
            <a:r>
              <a:rPr lang="en-US" sz="2400" b="1" dirty="0" err="1">
                <a:solidFill>
                  <a:srgbClr val="000000"/>
                </a:solidFill>
                <a:latin typeface="BRH Kannada" pitchFamily="2" charset="0"/>
              </a:rPr>
              <a:t>C¸ÀA±ÀAiÀÄA</a:t>
            </a:r>
            <a:r>
              <a:rPr lang="en-US" sz="2400" b="1" dirty="0">
                <a:solidFill>
                  <a:srgbClr val="000000"/>
                </a:solidFill>
                <a:latin typeface="BRH Kannada" pitchFamily="2" charset="0"/>
              </a:rPr>
              <a:t> ªÀÄºÁ¨ÁºÉÆÃ ªÀÄ£ÉÆÃ </a:t>
            </a:r>
            <a:r>
              <a:rPr lang="en-US" sz="2400" b="1" dirty="0" err="1">
                <a:solidFill>
                  <a:srgbClr val="000000"/>
                </a:solidFill>
                <a:latin typeface="BRH Kannada" pitchFamily="2" charset="0"/>
              </a:rPr>
              <a:t>zÀÄ¤ðUÀæºÀA</a:t>
            </a:r>
            <a:r>
              <a:rPr lang="en-US" sz="2400" b="1" dirty="0">
                <a:solidFill>
                  <a:srgbClr val="000000"/>
                </a:solidFill>
                <a:latin typeface="BRH Kannada" pitchFamily="2" charset="0"/>
              </a:rPr>
              <a:t> ZÀ®A</a:t>
            </a:r>
          </a:p>
          <a:p>
            <a:pPr marL="342804" indent="-342804" algn="ctr">
              <a:lnSpc>
                <a:spcPct val="150000"/>
              </a:lnSpc>
              <a:spcBef>
                <a:spcPct val="0"/>
              </a:spcBef>
              <a:buFontTx/>
              <a:buNone/>
              <a:defRPr/>
            </a:pP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C¨sÁå¸ÉÃ£À</a:t>
            </a:r>
            <a:r>
              <a:rPr lang="en-US" sz="2400" b="1" dirty="0" smtClean="0">
                <a:solidFill>
                  <a:srgbClr val="000000"/>
                </a:solidFill>
                <a:latin typeface="BRH Kannada" pitchFamily="2" charset="0"/>
              </a:rPr>
              <a:t> </a:t>
            </a:r>
            <a:r>
              <a:rPr lang="en-US" sz="2400" b="1" dirty="0" err="1">
                <a:solidFill>
                  <a:srgbClr val="000000"/>
                </a:solidFill>
                <a:latin typeface="BRH Kannada" pitchFamily="2" charset="0"/>
              </a:rPr>
              <a:t>vÀÄ</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PËAvÉÃAiÀÄ</a:t>
            </a:r>
            <a:r>
              <a:rPr lang="en-US" sz="2400" b="1" dirty="0">
                <a:solidFill>
                  <a:srgbClr val="000000"/>
                </a:solidFill>
                <a:latin typeface="BRH Kannada" pitchFamily="2" charset="0"/>
              </a:rPr>
              <a:t> ª</a:t>
            </a:r>
            <a:r>
              <a:rPr lang="en-US" sz="2400" b="1" dirty="0" err="1">
                <a:solidFill>
                  <a:srgbClr val="000000"/>
                </a:solidFill>
                <a:latin typeface="BRH Kannada" pitchFamily="2" charset="0"/>
              </a:rPr>
              <a:t>ÉÊgÁUÉåÃt</a:t>
            </a:r>
            <a:r>
              <a:rPr lang="en-US" sz="2400" b="1" dirty="0">
                <a:solidFill>
                  <a:srgbClr val="000000"/>
                </a:solidFill>
                <a:latin typeface="BRH Kannada" pitchFamily="2" charset="0"/>
              </a:rPr>
              <a:t> ZÀ </a:t>
            </a:r>
            <a:r>
              <a:rPr lang="en-US" sz="2400" b="1" dirty="0" err="1">
                <a:solidFill>
                  <a:srgbClr val="000000"/>
                </a:solidFill>
                <a:latin typeface="BRH Kannada" pitchFamily="2" charset="0"/>
              </a:rPr>
              <a:t>UÀÈºÀåvÉÃ</a:t>
            </a:r>
            <a:r>
              <a:rPr lang="en-US" sz="2400" b="1" dirty="0">
                <a:solidFill>
                  <a:srgbClr val="000000"/>
                </a:solidFill>
                <a:latin typeface="BRH Kannada" pitchFamily="2" charset="0"/>
              </a:rPr>
              <a:t> ||6.35</a:t>
            </a:r>
            <a:r>
              <a:rPr lang="en-US" sz="2400" b="1" dirty="0" smtClean="0">
                <a:solidFill>
                  <a:srgbClr val="000000"/>
                </a:solidFill>
                <a:latin typeface="BRH Kannada" pitchFamily="2" charset="0"/>
              </a:rPr>
              <a:t>||</a:t>
            </a:r>
          </a:p>
          <a:p>
            <a:pPr marL="342804" indent="-342804" algn="ctr">
              <a:lnSpc>
                <a:spcPct val="150000"/>
              </a:lnSpc>
              <a:spcBef>
                <a:spcPct val="0"/>
              </a:spcBef>
              <a:buFontTx/>
              <a:buNone/>
              <a:defRPr/>
            </a:pPr>
            <a:endParaRPr lang="en-US" sz="2000" b="1" dirty="0">
              <a:solidFill>
                <a:srgbClr val="000000"/>
              </a:solidFill>
              <a:latin typeface="BRH Kannada" pitchFamily="2" charset="0"/>
            </a:endParaRPr>
          </a:p>
          <a:p>
            <a:pPr marL="514207" indent="15870" algn="ctr" eaLnBrk="1" hangingPunct="1">
              <a:lnSpc>
                <a:spcPct val="150000"/>
              </a:lnSpc>
              <a:spcBef>
                <a:spcPct val="0"/>
              </a:spcBef>
              <a:buFont typeface="Arial" pitchFamily="34" charset="0"/>
              <a:buNone/>
              <a:defRPr/>
            </a:pPr>
            <a:r>
              <a:rPr lang="en-IN" sz="1900" b="1" i="1" dirty="0" err="1">
                <a:latin typeface="URW Palladio IT" pitchFamily="2" charset="0"/>
              </a:rPr>
              <a:t>Çré</a:t>
            </a:r>
            <a:r>
              <a:rPr lang="en-IN" sz="1900" b="1" i="1" dirty="0">
                <a:latin typeface="URW Palladio IT" pitchFamily="2" charset="0"/>
              </a:rPr>
              <a:t> </a:t>
            </a:r>
            <a:r>
              <a:rPr lang="en-IN" sz="1900" b="1" i="1" dirty="0" err="1">
                <a:latin typeface="URW Palladio IT" pitchFamily="2" charset="0"/>
              </a:rPr>
              <a:t>Bhagavän</a:t>
            </a:r>
            <a:r>
              <a:rPr lang="en-IN" sz="1900" b="1" i="1" dirty="0">
                <a:latin typeface="URW Palladio IT" pitchFamily="2" charset="0"/>
              </a:rPr>
              <a:t> </a:t>
            </a:r>
            <a:r>
              <a:rPr lang="en-IN" sz="1900" b="1" i="1" dirty="0" err="1">
                <a:latin typeface="URW Palladio IT" pitchFamily="2" charset="0"/>
              </a:rPr>
              <a:t>Kåñëa</a:t>
            </a:r>
            <a:r>
              <a:rPr lang="en-IN" sz="1900" b="1" i="1" dirty="0">
                <a:latin typeface="URW Palladio IT" pitchFamily="2" charset="0"/>
              </a:rPr>
              <a:t> </a:t>
            </a:r>
            <a:r>
              <a:rPr lang="en-US" sz="1900" b="1" dirty="0">
                <a:latin typeface="URW Palladio IT" pitchFamily="2" charset="0"/>
              </a:rPr>
              <a:t>said to </a:t>
            </a:r>
            <a:r>
              <a:rPr lang="en-IN" sz="1900" b="1" i="1" dirty="0">
                <a:latin typeface="URW Palladio IT" pitchFamily="2" charset="0"/>
              </a:rPr>
              <a:t>Arjuna</a:t>
            </a:r>
            <a:r>
              <a:rPr lang="en-US" sz="1900" b="1" dirty="0">
                <a:latin typeface="URW Palladio IT" pitchFamily="2" charset="0"/>
              </a:rPr>
              <a:t> the son of </a:t>
            </a:r>
            <a:r>
              <a:rPr lang="en-IN" sz="1900" b="1" i="1" dirty="0" err="1">
                <a:latin typeface="URW Palladio IT" pitchFamily="2" charset="0"/>
              </a:rPr>
              <a:t>Kunti</a:t>
            </a:r>
            <a:r>
              <a:rPr lang="en-US" sz="1900" b="1" dirty="0">
                <a:latin typeface="URW Palladio IT" pitchFamily="2" charset="0"/>
              </a:rPr>
              <a:t> that no doubt the mind is restless and difficult to curb, but it can be brought under control by repeated practice (of meditation) and by the exercise of dispassion</a:t>
            </a:r>
            <a:r>
              <a:rPr lang="en-US" sz="1900" b="1" dirty="0" smtClean="0">
                <a:latin typeface="URW Palladio IT" pitchFamily="2" charset="0"/>
              </a:rPr>
              <a:t>.</a:t>
            </a:r>
            <a:endParaRPr lang="en-US" sz="1900" b="1" dirty="0">
              <a:solidFill>
                <a:srgbClr val="000000"/>
              </a:solidFill>
              <a:latin typeface="System"/>
            </a:endParaRPr>
          </a:p>
        </p:txBody>
      </p:sp>
    </p:spTree>
    <p:extLst>
      <p:ext uri="{BB962C8B-B14F-4D97-AF65-F5344CB8AC3E}">
        <p14:creationId xmlns:p14="http://schemas.microsoft.com/office/powerpoint/2010/main" val="386479773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2628" y="0"/>
            <a:ext cx="9146628" cy="5143500"/>
          </a:xfrm>
        </p:spPr>
        <p:txBody>
          <a:bodyPr>
            <a:normAutofit/>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12</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AaTmaEpMyen</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svRÇ</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sm</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pZyit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yae</a:t>
            </a:r>
            <a:r>
              <a:rPr lang="en-US" sz="2200" b="1" dirty="0">
                <a:solidFill>
                  <a:srgbClr val="000000"/>
                </a:solidFill>
                <a:latin typeface="Sanskrit 99" pitchFamily="2" charset="0"/>
              </a:rPr>
              <a:t>=</a:t>
            </a:r>
            <a:r>
              <a:rPr lang="en-US" sz="2200" b="1" dirty="0" err="1">
                <a:solidFill>
                  <a:srgbClr val="000000"/>
                </a:solidFill>
                <a:latin typeface="Sanskrit 99" pitchFamily="2" charset="0"/>
              </a:rPr>
              <a:t>juRn</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it-IT" sz="2200" b="1" dirty="0">
                <a:solidFill>
                  <a:srgbClr val="000000"/>
                </a:solidFill>
                <a:latin typeface="Sanskrit 99" pitchFamily="2" charset="0"/>
              </a:rPr>
              <a:t>	 	suo&lt; va yid va Ê&gt;o&lt; s yaegI prmae mt&gt;.6</a:t>
            </a:r>
            <a:r>
              <a:rPr lang="en-US" sz="2200" b="1" dirty="0">
                <a:solidFill>
                  <a:srgbClr val="000000"/>
                </a:solidFill>
                <a:latin typeface="URW Palladio IT" pitchFamily="2" charset="0"/>
              </a:rPr>
              <a:t>.</a:t>
            </a:r>
            <a:r>
              <a:rPr lang="it-IT" sz="2200" b="1" dirty="0">
                <a:solidFill>
                  <a:srgbClr val="000000"/>
                </a:solidFill>
                <a:latin typeface="Sanskrit 99" pitchFamily="2" charset="0"/>
              </a:rPr>
              <a:t>32.</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12. 	</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Ätmaupamyena</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sarvatra</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Samaà</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paçyati</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yo'rjuna</a:t>
            </a:r>
            <a:r>
              <a:rPr lang="en-US" sz="2200" b="1" dirty="0" smtClean="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Sukhaà</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vä</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yadi</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vä</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duùkham</a:t>
            </a:r>
            <a:r>
              <a:rPr lang="en-US" sz="2200" b="1" dirty="0" smtClean="0">
                <a:solidFill>
                  <a:srgbClr val="000000"/>
                </a:solidFill>
                <a:latin typeface="URW Palladio IT" pitchFamily="2" charset="0"/>
              </a:rPr>
              <a:t> Sa </a:t>
            </a:r>
            <a:r>
              <a:rPr lang="en-US" sz="2200" b="1" dirty="0" err="1">
                <a:solidFill>
                  <a:srgbClr val="000000"/>
                </a:solidFill>
                <a:latin typeface="URW Palladio IT" pitchFamily="2" charset="0"/>
              </a:rPr>
              <a:t>yogé</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paramo</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mataù</a:t>
            </a:r>
            <a:r>
              <a:rPr lang="en-US" sz="2200" b="1" dirty="0">
                <a:solidFill>
                  <a:srgbClr val="000000"/>
                </a:solidFill>
                <a:latin typeface="URW Palladio IT" pitchFamily="2" charset="0"/>
              </a:rPr>
              <a:t> ||6.32||</a:t>
            </a:r>
          </a:p>
          <a:p>
            <a:pPr marL="342804" indent="-342804" algn="ctr">
              <a:lnSpc>
                <a:spcPct val="150000"/>
              </a:lnSpc>
              <a:spcBef>
                <a:spcPct val="0"/>
              </a:spcBef>
              <a:buFontTx/>
              <a:buNone/>
              <a:defRPr/>
            </a:pPr>
            <a:r>
              <a:rPr lang="fr-FR" sz="2200" b="1" dirty="0">
                <a:solidFill>
                  <a:srgbClr val="000000"/>
                </a:solidFill>
                <a:latin typeface="BRH Kannada" pitchFamily="2" charset="0"/>
              </a:rPr>
              <a:t>12. </a:t>
            </a:r>
            <a:r>
              <a:rPr lang="fr-FR" sz="2200" b="1" dirty="0" smtClean="0">
                <a:solidFill>
                  <a:srgbClr val="000000"/>
                </a:solidFill>
                <a:latin typeface="BRH Kannada" pitchFamily="2" charset="0"/>
              </a:rPr>
              <a:t>     </a:t>
            </a:r>
            <a:r>
              <a:rPr lang="fr-FR" sz="2200" b="1" dirty="0" err="1" smtClean="0">
                <a:solidFill>
                  <a:srgbClr val="000000"/>
                </a:solidFill>
                <a:latin typeface="BRH Kannada" pitchFamily="2" charset="0"/>
              </a:rPr>
              <a:t>DvËä</a:t>
            </a:r>
            <a:r>
              <a:rPr lang="fr-FR" sz="2200" b="1" dirty="0" smtClean="0">
                <a:solidFill>
                  <a:srgbClr val="000000"/>
                </a:solidFill>
                <a:latin typeface="BRH Kannada" pitchFamily="2" charset="0"/>
              </a:rPr>
              <a:t>¥Àª</a:t>
            </a:r>
            <a:r>
              <a:rPr lang="fr-FR" sz="2200" b="1" dirty="0" err="1" smtClean="0">
                <a:solidFill>
                  <a:srgbClr val="000000"/>
                </a:solidFill>
                <a:latin typeface="BRH Kannada" pitchFamily="2" charset="0"/>
              </a:rPr>
              <a:t>ÉÄåÃ</a:t>
            </a:r>
            <a:r>
              <a:rPr lang="fr-FR" sz="2200" b="1" dirty="0" smtClean="0">
                <a:solidFill>
                  <a:srgbClr val="000000"/>
                </a:solidFill>
                <a:latin typeface="BRH Kannada" pitchFamily="2" charset="0"/>
              </a:rPr>
              <a:t>£À </a:t>
            </a:r>
            <a:r>
              <a:rPr lang="fr-FR" sz="2200" b="1" dirty="0">
                <a:solidFill>
                  <a:srgbClr val="000000"/>
                </a:solidFill>
                <a:latin typeface="BRH Kannada" pitchFamily="2" charset="0"/>
              </a:rPr>
              <a:t>¸Àª</a:t>
            </a:r>
            <a:r>
              <a:rPr lang="fr-FR" sz="2200" b="1" dirty="0" err="1">
                <a:solidFill>
                  <a:srgbClr val="000000"/>
                </a:solidFill>
                <a:latin typeface="BRH Kannada" pitchFamily="2" charset="0"/>
              </a:rPr>
              <a:t>ÀðvÀæ</a:t>
            </a:r>
            <a:r>
              <a:rPr lang="fr-FR" sz="2200" b="1" dirty="0">
                <a:solidFill>
                  <a:srgbClr val="000000"/>
                </a:solidFill>
                <a:latin typeface="BRH Kannada" pitchFamily="2" charset="0"/>
              </a:rPr>
              <a:t> ¸ÀªÀÄA ¥À±</a:t>
            </a:r>
            <a:r>
              <a:rPr lang="fr-FR" sz="2200" b="1" dirty="0" err="1">
                <a:solidFill>
                  <a:srgbClr val="000000"/>
                </a:solidFill>
                <a:latin typeface="BRH Kannada" pitchFamily="2" charset="0"/>
              </a:rPr>
              <a:t>Àåw</a:t>
            </a:r>
            <a:r>
              <a:rPr lang="fr-FR" sz="2200" b="1" dirty="0">
                <a:solidFill>
                  <a:srgbClr val="000000"/>
                </a:solidFill>
                <a:latin typeface="BRH Kannada" pitchFamily="2" charset="0"/>
              </a:rPr>
              <a:t> </a:t>
            </a:r>
            <a:r>
              <a:rPr lang="fr-FR" sz="2200" b="1" dirty="0" err="1">
                <a:solidFill>
                  <a:srgbClr val="000000"/>
                </a:solidFill>
                <a:latin typeface="BRH Kannada" pitchFamily="2" charset="0"/>
              </a:rPr>
              <a:t>AiÉÆÃ„dÄð</a:t>
            </a:r>
            <a:r>
              <a:rPr lang="fr-FR" sz="2200" b="1" dirty="0">
                <a:solidFill>
                  <a:srgbClr val="000000"/>
                </a:solidFill>
                <a:latin typeface="BRH Kannada" pitchFamily="2" charset="0"/>
              </a:rPr>
              <a:t>£À |</a:t>
            </a:r>
          </a:p>
          <a:p>
            <a:pPr marL="342804" indent="-342804" algn="ctr">
              <a:lnSpc>
                <a:spcPct val="150000"/>
              </a:lnSpc>
              <a:spcBef>
                <a:spcPct val="0"/>
              </a:spcBef>
              <a:buFontTx/>
              <a:buNone/>
              <a:defRPr/>
            </a:pPr>
            <a:r>
              <a:rPr lang="en-US" sz="2200" b="1" dirty="0" smtClean="0">
                <a:solidFill>
                  <a:srgbClr val="000000"/>
                </a:solidFill>
                <a:latin typeface="BRH Kannada" pitchFamily="2" charset="0"/>
              </a:rPr>
              <a:t>          ¸ÀÄRA ªÁ </a:t>
            </a:r>
            <a:r>
              <a:rPr lang="en-US" sz="2200" b="1" dirty="0" err="1" smtClean="0">
                <a:solidFill>
                  <a:srgbClr val="000000"/>
                </a:solidFill>
                <a:latin typeface="BRH Kannada" pitchFamily="2" charset="0"/>
              </a:rPr>
              <a:t>AiÀÄ</a:t>
            </a:r>
            <a:r>
              <a:rPr lang="en-US" sz="2200" b="1" dirty="0" smtClean="0">
                <a:solidFill>
                  <a:srgbClr val="000000"/>
                </a:solidFill>
                <a:latin typeface="BRH Kannada" pitchFamily="2" charset="0"/>
              </a:rPr>
              <a:t>¢ ªÁ </a:t>
            </a:r>
            <a:r>
              <a:rPr lang="en-US" sz="2200" b="1" dirty="0" err="1" smtClean="0">
                <a:solidFill>
                  <a:srgbClr val="000000"/>
                </a:solidFill>
                <a:latin typeface="BRH Kannada" pitchFamily="2" charset="0"/>
              </a:rPr>
              <a:t>zÀÄBRA</a:t>
            </a:r>
            <a:r>
              <a:rPr lang="en-US" sz="2200" b="1" dirty="0" smtClean="0">
                <a:solidFill>
                  <a:srgbClr val="000000"/>
                </a:solidFill>
                <a:latin typeface="BRH Kannada" pitchFamily="2" charset="0"/>
              </a:rPr>
              <a:t> ¸À </a:t>
            </a:r>
            <a:r>
              <a:rPr lang="en-US" sz="2200" b="1" dirty="0" err="1" smtClean="0">
                <a:solidFill>
                  <a:srgbClr val="000000"/>
                </a:solidFill>
                <a:latin typeface="BRH Kannada" pitchFamily="2" charset="0"/>
              </a:rPr>
              <a:t>AiÉÆÃVÃ</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ÀgÀªÉÆÃ</a:t>
            </a:r>
            <a:r>
              <a:rPr lang="en-US" sz="2200" b="1" dirty="0" smtClean="0">
                <a:solidFill>
                  <a:srgbClr val="000000"/>
                </a:solidFill>
                <a:latin typeface="BRH Kannada" pitchFamily="2" charset="0"/>
              </a:rPr>
              <a:t> ª</a:t>
            </a:r>
            <a:r>
              <a:rPr lang="en-US" sz="2200" b="1" dirty="0" err="1" smtClean="0">
                <a:solidFill>
                  <a:srgbClr val="000000"/>
                </a:solidFill>
                <a:latin typeface="BRH Kannada" pitchFamily="2" charset="0"/>
              </a:rPr>
              <a:t>ÀÄvÀB</a:t>
            </a: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||6.32||</a:t>
            </a:r>
          </a:p>
          <a:p>
            <a:pPr marL="342804" indent="-342804" algn="ctr">
              <a:lnSpc>
                <a:spcPct val="150000"/>
              </a:lnSpc>
              <a:spcBef>
                <a:spcPct val="0"/>
              </a:spcBef>
              <a:buFontTx/>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IN" sz="2000" i="1" dirty="0"/>
              <a:t>		</a:t>
            </a:r>
            <a:r>
              <a:rPr lang="en-IN" sz="1800" b="1" i="1" dirty="0">
                <a:latin typeface="URW Palladio IT" pitchFamily="2" charset="0"/>
              </a:rPr>
              <a:t>Arjuna</a:t>
            </a:r>
            <a:r>
              <a:rPr lang="en-IN" sz="1800" b="1" dirty="0">
                <a:latin typeface="URW Palladio IT" pitchFamily="2" charset="0"/>
              </a:rPr>
              <a:t>, he who looks on all as one, on the analogy of his </a:t>
            </a:r>
            <a:r>
              <a:rPr lang="en-IN" sz="1800" b="1" dirty="0" smtClean="0">
                <a:latin typeface="URW Palladio IT" pitchFamily="2" charset="0"/>
              </a:rPr>
              <a:t>own </a:t>
            </a:r>
            <a:r>
              <a:rPr lang="en-IN" sz="1800" b="1" dirty="0">
                <a:latin typeface="URW Palladio IT" pitchFamily="2" charset="0"/>
              </a:rPr>
              <a:t>self, and looks upon the joy and sorrow of all with a </a:t>
            </a:r>
            <a:r>
              <a:rPr lang="en-IN" sz="1800" b="1" dirty="0" smtClean="0">
                <a:latin typeface="URW Palladio IT" pitchFamily="2" charset="0"/>
              </a:rPr>
              <a:t>similar </a:t>
            </a:r>
            <a:r>
              <a:rPr lang="en-IN" sz="1800" b="1" dirty="0">
                <a:latin typeface="URW Palladio IT" pitchFamily="2" charset="0"/>
              </a:rPr>
              <a:t>eye, - such a </a:t>
            </a:r>
            <a:r>
              <a:rPr lang="en-IN" sz="1800" b="1" i="1" dirty="0">
                <a:latin typeface="URW Palladio IT" pitchFamily="2" charset="0"/>
              </a:rPr>
              <a:t>Yogi </a:t>
            </a:r>
            <a:r>
              <a:rPr lang="en-IN" sz="1800" b="1" dirty="0">
                <a:latin typeface="URW Palladio IT" pitchFamily="2" charset="0"/>
              </a:rPr>
              <a:t>is deemed the highest of all</a:t>
            </a:r>
            <a:r>
              <a:rPr lang="en-IN" sz="1800" b="1" dirty="0" smtClean="0">
                <a:latin typeface="URW Palladio IT" pitchFamily="2" charset="0"/>
              </a:rPr>
              <a:t>.</a:t>
            </a: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53565650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13</a:t>
            </a:r>
            <a:r>
              <a:rPr lang="en-US" sz="2200" b="1" dirty="0">
                <a:solidFill>
                  <a:srgbClr val="000000"/>
                </a:solidFill>
                <a:latin typeface="Times New Roman" pitchFamily="18" charset="0"/>
                <a:cs typeface="Times New Roman" pitchFamily="18" charset="0"/>
              </a:rPr>
              <a:t>. 	</a:t>
            </a:r>
            <a:r>
              <a:rPr lang="en-US" sz="2200" b="1" dirty="0" err="1">
                <a:solidFill>
                  <a:srgbClr val="000000"/>
                </a:solidFill>
                <a:latin typeface="Sanskrit 99" pitchFamily="2" charset="0"/>
              </a:rPr>
              <a:t>suomaTyiNtk</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yÄÓ‚iÏ¢aýmtIiNÔy</a:t>
            </a:r>
            <a:r>
              <a:rPr lang="en-US" sz="2200" b="1" dirty="0">
                <a:solidFill>
                  <a:srgbClr val="000000"/>
                </a:solidFill>
                <a:latin typeface="Sanskrit 99" pitchFamily="2" charset="0"/>
              </a:rPr>
              <a:t>&lt;,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veiÄ</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yÇ</a:t>
            </a:r>
            <a:r>
              <a:rPr lang="en-US" sz="2200" b="1" dirty="0">
                <a:solidFill>
                  <a:srgbClr val="000000"/>
                </a:solidFill>
                <a:latin typeface="Sanskrit 99" pitchFamily="2" charset="0"/>
              </a:rPr>
              <a:t> n </a:t>
            </a:r>
            <a:r>
              <a:rPr lang="en-US" sz="2200" b="1" dirty="0" err="1">
                <a:solidFill>
                  <a:srgbClr val="000000"/>
                </a:solidFill>
                <a:latin typeface="Sanskrit 99" pitchFamily="2" charset="0"/>
              </a:rPr>
              <a:t>cEvay</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iSwtílit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tÅvt</a:t>
            </a:r>
            <a:r>
              <a:rPr lang="en-US" sz="2200" b="1" dirty="0">
                <a:solidFill>
                  <a:srgbClr val="000000"/>
                </a:solidFill>
                <a:latin typeface="Sanskrit 99" pitchFamily="2" charset="0"/>
              </a:rPr>
              <a:t>&gt;.6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21.</a:t>
            </a:r>
          </a:p>
          <a:p>
            <a:pPr marL="742743" indent="-742743" algn="ctr" eaLnBrk="1" hangingPunct="1">
              <a:lnSpc>
                <a:spcPct val="150000"/>
              </a:lnSpc>
              <a:spcBef>
                <a:spcPts val="600"/>
              </a:spcBef>
              <a:buFont typeface="Arial" pitchFamily="34" charset="0"/>
              <a:buNone/>
              <a:defRPr/>
            </a:pPr>
            <a:r>
              <a:rPr lang="en-US" sz="2200" b="1" dirty="0">
                <a:solidFill>
                  <a:srgbClr val="000000"/>
                </a:solidFill>
                <a:latin typeface="URW Palladio IT" pitchFamily="2" charset="0"/>
              </a:rPr>
              <a:t>13. 	</a:t>
            </a:r>
            <a:r>
              <a:rPr lang="en-US" sz="2200" b="1" dirty="0" err="1">
                <a:solidFill>
                  <a:srgbClr val="000000"/>
                </a:solidFill>
                <a:latin typeface="URW Palladio IT" pitchFamily="2" charset="0"/>
              </a:rPr>
              <a:t>Sukhamätyantikaà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yattat</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Buddhigrähyamaténdriyaà</a:t>
            </a:r>
            <a:r>
              <a:rPr lang="en-US" sz="2200" b="1" dirty="0">
                <a:solidFill>
                  <a:srgbClr val="000000"/>
                </a:solidFill>
                <a:latin typeface="URW Palladio IT" pitchFamily="2" charset="0"/>
              </a:rPr>
              <a:t>|</a:t>
            </a:r>
          </a:p>
          <a:p>
            <a:pPr marL="742743" indent="-742743" algn="ctr" eaLnBrk="1" hangingPunct="1">
              <a:lnSpc>
                <a:spcPct val="150000"/>
              </a:lnSpc>
              <a:spcBef>
                <a:spcPts val="600"/>
              </a:spcBef>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Vetti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yatra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caiväyam</a:t>
            </a:r>
            <a:r>
              <a:rPr lang="en-US" sz="2200" b="1" dirty="0">
                <a:solidFill>
                  <a:srgbClr val="000000"/>
                </a:solidFill>
                <a:latin typeface="URW Palladio IT" pitchFamily="2" charset="0"/>
              </a:rPr>
              <a:t> </a:t>
            </a:r>
            <a:r>
              <a:rPr lang="en-US" sz="2200" b="1" dirty="0" err="1" smtClean="0">
                <a:solidFill>
                  <a:srgbClr val="000000"/>
                </a:solidFill>
                <a:latin typeface="URW Palladio IT" pitchFamily="2" charset="0"/>
              </a:rPr>
              <a:t>Sthitaçcalati</a:t>
            </a:r>
            <a:r>
              <a:rPr lang="en-US" sz="2200" b="1" dirty="0" smtClean="0">
                <a:solidFill>
                  <a:srgbClr val="000000"/>
                </a:solidFill>
                <a:latin typeface="URW Palladio IT" pitchFamily="2" charset="0"/>
              </a:rPr>
              <a:t> </a:t>
            </a:r>
            <a:r>
              <a:rPr lang="en-US" sz="2200" b="1" dirty="0" err="1">
                <a:solidFill>
                  <a:srgbClr val="000000"/>
                </a:solidFill>
                <a:latin typeface="URW Palladio IT" pitchFamily="2" charset="0"/>
              </a:rPr>
              <a:t>tattvataù</a:t>
            </a:r>
            <a:r>
              <a:rPr lang="en-US" sz="2200" b="1" dirty="0">
                <a:solidFill>
                  <a:srgbClr val="000000"/>
                </a:solidFill>
                <a:latin typeface="URW Palladio IT" pitchFamily="2" charset="0"/>
              </a:rPr>
              <a:t> ||6.21||</a:t>
            </a:r>
          </a:p>
          <a:p>
            <a:pPr marL="342804" indent="-342804" algn="ctr">
              <a:lnSpc>
                <a:spcPct val="150000"/>
              </a:lnSpc>
              <a:spcBef>
                <a:spcPct val="0"/>
              </a:spcBef>
              <a:buFontTx/>
              <a:buNone/>
              <a:defRPr/>
            </a:pPr>
            <a:r>
              <a:rPr lang="en-US" sz="2200" b="1" dirty="0">
                <a:solidFill>
                  <a:srgbClr val="000000"/>
                </a:solidFill>
                <a:latin typeface="BRH Kannada" pitchFamily="2" charset="0"/>
              </a:rPr>
              <a:t>13. </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ÀÄRªÀiÁvÀåAwPÀA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AiÀÄvÀÛvï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Ä¢ÞUÁæºÀåªÀÄwÃA¢æAiÀÄA</a:t>
            </a:r>
            <a:r>
              <a:rPr lang="en-US" sz="2200" b="1" dirty="0">
                <a:solidFill>
                  <a:srgbClr val="000000"/>
                </a:solidFill>
                <a:latin typeface="BRH Kannada" pitchFamily="2" charset="0"/>
              </a:rPr>
              <a:t> |</a:t>
            </a:r>
          </a:p>
          <a:p>
            <a:pPr marL="342804" indent="-342804" algn="ctr">
              <a:lnSpc>
                <a:spcPct val="150000"/>
              </a:lnSpc>
              <a:spcBef>
                <a:spcPct val="0"/>
              </a:spcBef>
              <a:buFontTx/>
              <a:buNone/>
              <a:defRPr/>
            </a:pPr>
            <a:r>
              <a:rPr lang="en-US" sz="2200" b="1" dirty="0">
                <a:solidFill>
                  <a:srgbClr val="000000"/>
                </a:solidFill>
                <a:latin typeface="BRH Kannada" pitchFamily="2" charset="0"/>
              </a:rPr>
              <a:t>	</a:t>
            </a:r>
            <a:r>
              <a:rPr lang="en-US" sz="2200" b="1" dirty="0" smtClean="0">
                <a:solidFill>
                  <a:srgbClr val="000000"/>
                </a:solidFill>
                <a:latin typeface="BRH Kannada" pitchFamily="2" charset="0"/>
              </a:rPr>
              <a:t>    ª</a:t>
            </a:r>
            <a:r>
              <a:rPr lang="en-US" sz="2200" b="1" dirty="0" err="1" smtClean="0">
                <a:solidFill>
                  <a:srgbClr val="000000"/>
                </a:solidFill>
                <a:latin typeface="BRH Kannada" pitchFamily="2" charset="0"/>
              </a:rPr>
              <a:t>ÉÃwÛ</a:t>
            </a:r>
            <a:r>
              <a:rPr lang="en-US" sz="2200" b="1" dirty="0" smtClean="0">
                <a:solidFill>
                  <a:srgbClr val="000000"/>
                </a:solidFill>
                <a:latin typeface="BRH Kannada" pitchFamily="2" charset="0"/>
              </a:rPr>
              <a:t> </a:t>
            </a:r>
            <a:r>
              <a:rPr lang="en-US" sz="2200" b="1" dirty="0" err="1">
                <a:solidFill>
                  <a:srgbClr val="000000"/>
                </a:solidFill>
                <a:latin typeface="BRH Kannada" pitchFamily="2" charset="0"/>
              </a:rPr>
              <a:t>AiÀÄvÀæ</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ZÉÊªÁAiÀÄA</a:t>
            </a:r>
            <a:r>
              <a:rPr lang="en-US" sz="2200" b="1" dirty="0">
                <a:solidFill>
                  <a:srgbClr val="000000"/>
                </a:solidFill>
                <a:latin typeface="BRH Kannada" pitchFamily="2" charset="0"/>
              </a:rPr>
              <a:t> ¹ÜvÀ±ÀÑ®w </a:t>
            </a:r>
            <a:r>
              <a:rPr lang="en-US" sz="2200" b="1" dirty="0" err="1">
                <a:solidFill>
                  <a:srgbClr val="000000"/>
                </a:solidFill>
                <a:latin typeface="BRH Kannada" pitchFamily="2" charset="0"/>
              </a:rPr>
              <a:t>vÀvÀÛ÷évÀB</a:t>
            </a:r>
            <a:r>
              <a:rPr lang="en-US" sz="2200" b="1" dirty="0">
                <a:solidFill>
                  <a:srgbClr val="000000"/>
                </a:solidFill>
                <a:latin typeface="BRH Kannada" pitchFamily="2" charset="0"/>
              </a:rPr>
              <a:t> ||6.21</a:t>
            </a:r>
            <a:r>
              <a:rPr lang="en-US" sz="2200" b="1" dirty="0" smtClean="0">
                <a:solidFill>
                  <a:srgbClr val="000000"/>
                </a:solidFill>
                <a:latin typeface="BRH Kannada" pitchFamily="2" charset="0"/>
              </a:rPr>
              <a:t>||</a:t>
            </a:r>
          </a:p>
          <a:p>
            <a:pPr marL="342804" indent="-342804" algn="ctr">
              <a:lnSpc>
                <a:spcPct val="150000"/>
              </a:lnSpc>
              <a:spcBef>
                <a:spcPct val="0"/>
              </a:spcBef>
              <a:buFontTx/>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900" b="1" dirty="0">
                <a:latin typeface="URW Palladio IT" pitchFamily="2" charset="0"/>
              </a:rPr>
              <a:t>Nay, in which the soul experiences the eternal and super sensuous joy which can be apprehended only through the subtle and purified intellect, and wherein established the said </a:t>
            </a:r>
            <a:r>
              <a:rPr lang="en-US" sz="1900" b="1" i="1" dirty="0">
                <a:latin typeface="URW Palladio IT" pitchFamily="2" charset="0"/>
              </a:rPr>
              <a:t>Yogi</a:t>
            </a:r>
            <a:r>
              <a:rPr lang="en-US" sz="1900" b="1" dirty="0">
                <a:latin typeface="URW Palladio IT" pitchFamily="2" charset="0"/>
              </a:rPr>
              <a:t> moves from Truth on any account</a:t>
            </a:r>
            <a:r>
              <a:rPr lang="en-US" sz="1900" b="1" dirty="0" smtClean="0">
                <a:latin typeface="URW Palladio IT" pitchFamily="2" charset="0"/>
              </a:rPr>
              <a:t>.</a:t>
            </a:r>
            <a:endParaRPr lang="en-US" sz="1900" b="1" dirty="0">
              <a:solidFill>
                <a:srgbClr val="000000"/>
              </a:solidFill>
              <a:latin typeface="System"/>
            </a:endParaRPr>
          </a:p>
        </p:txBody>
      </p:sp>
    </p:spTree>
    <p:extLst>
      <p:ext uri="{BB962C8B-B14F-4D97-AF65-F5344CB8AC3E}">
        <p14:creationId xmlns:p14="http://schemas.microsoft.com/office/powerpoint/2010/main" val="289634061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a:bodyPr>
          <a:lstStyle/>
          <a:p>
            <a:pPr marL="914145" indent="-914145" algn="ctr" eaLnBrk="1" hangingPunct="1">
              <a:lnSpc>
                <a:spcPct val="150000"/>
              </a:lnSpc>
              <a:buFont typeface="Arial" pitchFamily="34" charset="0"/>
              <a:buAutoNum type="arabicPeriod" startAt="14"/>
              <a:defRPr/>
            </a:pPr>
            <a:r>
              <a:rPr lang="en-US" sz="2200" b="1" dirty="0" err="1" smtClean="0">
                <a:solidFill>
                  <a:srgbClr val="000000"/>
                </a:solidFill>
                <a:latin typeface="Sanskrit 99" pitchFamily="2" charset="0"/>
              </a:rPr>
              <a:t>yuÃÚev</a:t>
            </a:r>
            <a:r>
              <a:rPr lang="en-US" sz="2200" b="1" dirty="0" smtClean="0">
                <a:solidFill>
                  <a:srgbClr val="000000"/>
                </a:solidFill>
                <a:latin typeface="Sanskrit 99" pitchFamily="2" charset="0"/>
              </a:rPr>
              <a:t>&lt; </a:t>
            </a:r>
            <a:r>
              <a:rPr lang="en-US" sz="2200" b="1" dirty="0" err="1" smtClean="0">
                <a:solidFill>
                  <a:srgbClr val="000000"/>
                </a:solidFill>
                <a:latin typeface="Sanskrit 99" pitchFamily="2" charset="0"/>
              </a:rPr>
              <a:t>sdaTman</a:t>
            </a:r>
            <a:r>
              <a:rPr lang="en-US" sz="2200" b="1" dirty="0" smtClean="0">
                <a:solidFill>
                  <a:srgbClr val="000000"/>
                </a:solidFill>
                <a:latin typeface="Sanskrit 99" pitchFamily="2" charset="0"/>
              </a:rPr>
              <a:t>&lt; </a:t>
            </a:r>
            <a:r>
              <a:rPr lang="en-US" sz="2200" b="1" dirty="0" err="1" smtClean="0">
                <a:solidFill>
                  <a:srgbClr val="000000"/>
                </a:solidFill>
                <a:latin typeface="Sanskrit 99" pitchFamily="2" charset="0"/>
              </a:rPr>
              <a:t>yaegI</a:t>
            </a:r>
            <a:r>
              <a:rPr lang="en-US" sz="2200" b="1" dirty="0" smtClean="0">
                <a:solidFill>
                  <a:srgbClr val="000000"/>
                </a:solidFill>
                <a:latin typeface="Sanskrit 99" pitchFamily="2" charset="0"/>
              </a:rPr>
              <a:t> </a:t>
            </a:r>
            <a:r>
              <a:rPr lang="en-US" sz="2200" b="1" dirty="0" err="1" smtClean="0">
                <a:solidFill>
                  <a:srgbClr val="000000"/>
                </a:solidFill>
                <a:latin typeface="Sanskrit 99" pitchFamily="2" charset="0"/>
              </a:rPr>
              <a:t>ivgtkLm</a:t>
            </a:r>
            <a:r>
              <a:rPr lang="en-US" sz="2200" b="1" dirty="0" smtClean="0">
                <a:solidFill>
                  <a:srgbClr val="000000"/>
                </a:solidFill>
                <a:latin typeface="Sanskrit 99" pitchFamily="2" charset="0"/>
              </a:rPr>
              <a:t>;&gt;,</a:t>
            </a:r>
          </a:p>
          <a:p>
            <a:pPr marL="0" indent="0" algn="ctr" eaLnBrk="1" hangingPunct="1">
              <a:lnSpc>
                <a:spcPct val="150000"/>
              </a:lnSpc>
              <a:buFont typeface="Arial" pitchFamily="34" charset="0"/>
              <a:buNone/>
              <a:defRPr/>
            </a:pPr>
            <a:r>
              <a:rPr lang="en-IN" sz="2200" dirty="0" smtClean="0">
                <a:solidFill>
                  <a:srgbClr val="000000"/>
                </a:solidFill>
                <a:latin typeface="Sanskrit 99"/>
              </a:rPr>
              <a:t>           </a:t>
            </a:r>
            <a:r>
              <a:rPr lang="en-IN" sz="2200" dirty="0" err="1" smtClean="0">
                <a:solidFill>
                  <a:srgbClr val="000000"/>
                </a:solidFill>
                <a:latin typeface="Sanskrit 99"/>
              </a:rPr>
              <a:t>suoen</a:t>
            </a:r>
            <a:r>
              <a:rPr lang="en-US" sz="2200" b="1" dirty="0" smtClean="0">
                <a:solidFill>
                  <a:srgbClr val="000000"/>
                </a:solidFill>
                <a:latin typeface="Sanskrit 99" pitchFamily="2" charset="0"/>
              </a:rPr>
              <a:t> </a:t>
            </a:r>
            <a:r>
              <a:rPr lang="en-IN" sz="2200" dirty="0" err="1" smtClean="0">
                <a:solidFill>
                  <a:srgbClr val="000000"/>
                </a:solidFill>
                <a:latin typeface="Sanskrit 99"/>
              </a:rPr>
              <a:t>äüs</a:t>
            </a:r>
            <a:r>
              <a:rPr lang="en-IN" sz="2200" dirty="0" smtClean="0">
                <a:solidFill>
                  <a:srgbClr val="000000"/>
                </a:solidFill>
                <a:latin typeface="Sanskrit 99"/>
              </a:rPr>
              <a:t>&lt;</a:t>
            </a:r>
            <a:r>
              <a:rPr lang="en-IN" sz="2200" dirty="0" err="1" smtClean="0">
                <a:solidFill>
                  <a:srgbClr val="000000"/>
                </a:solidFill>
                <a:latin typeface="Sanskrit 99"/>
              </a:rPr>
              <a:t>SpzRmTyNt</a:t>
            </a:r>
            <a:r>
              <a:rPr lang="en-IN" sz="2200" dirty="0" smtClean="0">
                <a:solidFill>
                  <a:srgbClr val="000000"/>
                </a:solidFill>
                <a:latin typeface="Sanskrit 99"/>
              </a:rPr>
              <a:t>&lt;</a:t>
            </a:r>
            <a:r>
              <a:rPr lang="en-US" sz="2200" b="1" dirty="0" smtClean="0">
                <a:solidFill>
                  <a:srgbClr val="000000"/>
                </a:solidFill>
                <a:latin typeface="Sanskrit 99" pitchFamily="2" charset="0"/>
              </a:rPr>
              <a:t> suomîute.6</a:t>
            </a:r>
            <a:r>
              <a:rPr lang="en-US" sz="2200" b="1" dirty="0" smtClean="0">
                <a:solidFill>
                  <a:srgbClr val="000000"/>
                </a:solidFill>
                <a:latin typeface="URW Palladio IT" pitchFamily="2" charset="0"/>
              </a:rPr>
              <a:t>.</a:t>
            </a:r>
            <a:r>
              <a:rPr lang="en-US" sz="2200" b="1" dirty="0" smtClean="0">
                <a:solidFill>
                  <a:srgbClr val="000000"/>
                </a:solidFill>
                <a:latin typeface="Sanskrit 99" pitchFamily="2" charset="0"/>
              </a:rPr>
              <a:t>28.</a:t>
            </a:r>
          </a:p>
          <a:p>
            <a:pPr marL="742743" indent="-742743" algn="ctr" eaLnBrk="1" hangingPunct="1">
              <a:lnSpc>
                <a:spcPct val="150000"/>
              </a:lnSpc>
              <a:spcBef>
                <a:spcPts val="600"/>
              </a:spcBef>
              <a:buFont typeface="Arial" pitchFamily="34" charset="0"/>
              <a:buAutoNum type="arabicPeriod" startAt="14"/>
              <a:defRPr/>
            </a:pPr>
            <a:r>
              <a:rPr lang="en-US" sz="2200" b="1" dirty="0" err="1" smtClean="0">
                <a:solidFill>
                  <a:srgbClr val="000000"/>
                </a:solidFill>
                <a:latin typeface="URW Palladio IT" pitchFamily="2" charset="0"/>
              </a:rPr>
              <a:t>Yuïjannevaà</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sadätmänam</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Yogé</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vigatakalmañaù</a:t>
            </a:r>
            <a:r>
              <a:rPr lang="en-US" sz="2200" b="1" dirty="0" smtClean="0">
                <a:solidFill>
                  <a:srgbClr val="000000"/>
                </a:solidFill>
                <a:latin typeface="URW Palladio IT" pitchFamily="2" charset="0"/>
              </a:rPr>
              <a:t>|	</a:t>
            </a:r>
          </a:p>
          <a:p>
            <a:pPr marL="0" indent="0" algn="ctr" eaLnBrk="1" hangingPunct="1">
              <a:lnSpc>
                <a:spcPct val="150000"/>
              </a:lnSpc>
              <a:spcBef>
                <a:spcPts val="600"/>
              </a:spcBef>
              <a:buNone/>
              <a:defRPr/>
            </a:pPr>
            <a:r>
              <a:rPr lang="en-US" sz="2200" b="1" dirty="0" err="1" smtClean="0">
                <a:solidFill>
                  <a:srgbClr val="000000"/>
                </a:solidFill>
                <a:latin typeface="URW Palladio IT" pitchFamily="2" charset="0"/>
              </a:rPr>
              <a:t>Sukhena</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brahmasaàsparçam</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Atyantaà</a:t>
            </a:r>
            <a:r>
              <a:rPr lang="en-US" sz="2200" b="1" dirty="0" smtClean="0">
                <a:solidFill>
                  <a:srgbClr val="000000"/>
                </a:solidFill>
                <a:latin typeface="URW Palladio IT" pitchFamily="2" charset="0"/>
              </a:rPr>
              <a:t> </a:t>
            </a:r>
            <a:r>
              <a:rPr lang="en-US" sz="2200" b="1" dirty="0" err="1" smtClean="0">
                <a:solidFill>
                  <a:srgbClr val="000000"/>
                </a:solidFill>
                <a:latin typeface="URW Palladio IT" pitchFamily="2" charset="0"/>
              </a:rPr>
              <a:t>sukhamaçnute</a:t>
            </a:r>
            <a:r>
              <a:rPr lang="en-US" sz="2200" b="1" dirty="0" smtClean="0">
                <a:solidFill>
                  <a:srgbClr val="000000"/>
                </a:solidFill>
                <a:latin typeface="URW Palladio IT" pitchFamily="2" charset="0"/>
              </a:rPr>
              <a:t> ||6.28||</a:t>
            </a:r>
          </a:p>
          <a:p>
            <a:pPr marL="342804" indent="-342804" algn="ctr" eaLnBrk="1" hangingPunct="1">
              <a:lnSpc>
                <a:spcPct val="150000"/>
              </a:lnSpc>
              <a:spcBef>
                <a:spcPct val="0"/>
              </a:spcBef>
              <a:buFont typeface="Arial" pitchFamily="34" charset="0"/>
              <a:buNone/>
              <a:defRPr/>
            </a:pPr>
            <a:r>
              <a:rPr lang="en-US" sz="2200" b="1" dirty="0" smtClean="0">
                <a:solidFill>
                  <a:srgbClr val="000000"/>
                </a:solidFill>
                <a:latin typeface="BRH Kannada" pitchFamily="2" charset="0"/>
              </a:rPr>
              <a:t>14.      </a:t>
            </a:r>
            <a:r>
              <a:rPr lang="en-US" sz="2200" b="1" dirty="0" err="1" smtClean="0">
                <a:solidFill>
                  <a:srgbClr val="000000"/>
                </a:solidFill>
                <a:latin typeface="BRH Kannada" pitchFamily="2" charset="0"/>
              </a:rPr>
              <a:t>AiÀÄÄAd£ÉßÃªÀA</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ÀzÁvÁä£ÀA</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AiÉÆÃVÃ</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UÀvÀPÀ®äµÀB</a:t>
            </a:r>
            <a:r>
              <a:rPr lang="en-US" sz="2200" b="1" dirty="0" smtClean="0">
                <a:solidFill>
                  <a:srgbClr val="000000"/>
                </a:solidFill>
                <a:latin typeface="BRH Kannada" pitchFamily="2" charset="0"/>
              </a:rPr>
              <a:t> |</a:t>
            </a:r>
          </a:p>
          <a:p>
            <a:pPr marL="342804" indent="-342804" algn="ctr" eaLnBrk="1" hangingPunct="1">
              <a:lnSpc>
                <a:spcPct val="150000"/>
              </a:lnSpc>
              <a:spcBef>
                <a:spcPct val="0"/>
              </a:spcBef>
              <a:buFont typeface="Arial" pitchFamily="34" charset="0"/>
              <a:buNone/>
              <a:defRPr/>
            </a:pPr>
            <a:r>
              <a:rPr lang="en-US" sz="2200" b="1" dirty="0" smtClean="0">
                <a:solidFill>
                  <a:srgbClr val="000000"/>
                </a:solidFill>
                <a:latin typeface="BRH Kannada" pitchFamily="2" charset="0"/>
              </a:rPr>
              <a:t>	      ¸ÀÄSÉÃ£À §</a:t>
            </a:r>
            <a:r>
              <a:rPr lang="en-US" sz="2200" b="1" dirty="0" err="1" smtClean="0">
                <a:solidFill>
                  <a:srgbClr val="000000"/>
                </a:solidFill>
                <a:latin typeface="BRH Kannada" pitchFamily="2" charset="0"/>
              </a:rPr>
              <a:t>æºÀä¸ÀA¸Àà±ÀðA</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CvÀåAvÀA</a:t>
            </a:r>
            <a:r>
              <a:rPr lang="en-US" sz="2200" b="1" dirty="0" smtClean="0">
                <a:solidFill>
                  <a:srgbClr val="000000"/>
                </a:solidFill>
                <a:latin typeface="BRH Kannada" pitchFamily="2" charset="0"/>
              </a:rPr>
              <a:t> ¸</a:t>
            </a:r>
            <a:r>
              <a:rPr lang="en-US" sz="2200" b="1" dirty="0" err="1" smtClean="0">
                <a:solidFill>
                  <a:srgbClr val="000000"/>
                </a:solidFill>
                <a:latin typeface="BRH Kannada" pitchFamily="2" charset="0"/>
              </a:rPr>
              <a:t>ÀÄRªÀÄ±ÀÄßvÉÃ</a:t>
            </a:r>
            <a:r>
              <a:rPr lang="en-US" sz="2200" b="1" dirty="0" smtClean="0">
                <a:solidFill>
                  <a:srgbClr val="000000"/>
                </a:solidFill>
                <a:latin typeface="BRH Kannada" pitchFamily="2" charset="0"/>
              </a:rPr>
              <a:t> ||6.28||</a:t>
            </a:r>
          </a:p>
          <a:p>
            <a:pPr marL="742743" indent="-742743" algn="ctr" eaLnBrk="1" hangingPunct="1">
              <a:lnSpc>
                <a:spcPct val="150000"/>
              </a:lnSpc>
              <a:spcBef>
                <a:spcPct val="0"/>
              </a:spcBef>
              <a:buFont typeface="Arial" pitchFamily="34" charset="0"/>
              <a:buNone/>
              <a:defRPr/>
            </a:pPr>
            <a:endParaRPr lang="en-US" sz="2000" b="1" dirty="0" smtClean="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dirty="0" smtClean="0"/>
              <a:t>	</a:t>
            </a:r>
            <a:r>
              <a:rPr lang="en-US" sz="2000" b="1" dirty="0" smtClean="0">
                <a:latin typeface="URW Palladio IT" pitchFamily="2" charset="0"/>
              </a:rPr>
              <a:t>The sinless </a:t>
            </a:r>
            <a:r>
              <a:rPr lang="en-US" sz="2000" b="1" i="1" dirty="0" smtClean="0">
                <a:latin typeface="URW Palladio IT" pitchFamily="2" charset="0"/>
              </a:rPr>
              <a:t>Yogi</a:t>
            </a:r>
            <a:r>
              <a:rPr lang="en-US" sz="2000" b="1" dirty="0" smtClean="0">
                <a:latin typeface="URW Palladio IT" pitchFamily="2" charset="0"/>
              </a:rPr>
              <a:t>, thus uniting his self constantly with </a:t>
            </a:r>
            <a:r>
              <a:rPr lang="en-US" sz="2000" b="1" i="1" dirty="0" smtClean="0">
                <a:latin typeface="URW Palladio IT" pitchFamily="2" charset="0"/>
              </a:rPr>
              <a:t>God,</a:t>
            </a:r>
            <a:r>
              <a:rPr lang="en-US" sz="2000" b="1" dirty="0" smtClean="0">
                <a:latin typeface="URW Palladio IT" pitchFamily="2" charset="0"/>
              </a:rPr>
              <a:t> easily enjoys the eternal Bliss of oneness with </a:t>
            </a:r>
            <a:r>
              <a:rPr lang="en-US" sz="2000" b="1" i="1" dirty="0" smtClean="0">
                <a:latin typeface="URW Palladio IT" pitchFamily="2" charset="0"/>
              </a:rPr>
              <a:t>Brahma</a:t>
            </a:r>
            <a:r>
              <a:rPr lang="en-US" sz="2000" b="1" dirty="0" smtClean="0">
                <a:latin typeface="URW Palladio IT" pitchFamily="2" charset="0"/>
              </a:rPr>
              <a:t>.</a:t>
            </a:r>
            <a:endParaRPr lang="en-US" sz="2000" b="1" dirty="0" smtClean="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smtClean="0">
              <a:solidFill>
                <a:srgbClr val="000000"/>
              </a:solidFill>
              <a:latin typeface="System"/>
            </a:endParaRPr>
          </a:p>
        </p:txBody>
      </p:sp>
    </p:spTree>
    <p:extLst>
      <p:ext uri="{BB962C8B-B14F-4D97-AF65-F5344CB8AC3E}">
        <p14:creationId xmlns:p14="http://schemas.microsoft.com/office/powerpoint/2010/main" val="336834293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fontScale="25000" lnSpcReduction="20000"/>
          </a:bodyPr>
          <a:lstStyle/>
          <a:p>
            <a:pPr marL="742743" indent="-742743" algn="ctr" eaLnBrk="1" hangingPunct="1">
              <a:lnSpc>
                <a:spcPct val="150000"/>
              </a:lnSpc>
              <a:buFont typeface="Arial" pitchFamily="34" charset="0"/>
              <a:buNone/>
              <a:defRPr/>
            </a:pPr>
            <a:r>
              <a:rPr lang="en-US" sz="8800" b="1" dirty="0">
                <a:solidFill>
                  <a:srgbClr val="000000"/>
                </a:solidFill>
                <a:latin typeface="Sanskrit 99" pitchFamily="2" charset="0"/>
              </a:rPr>
              <a:t>15</a:t>
            </a:r>
            <a:r>
              <a:rPr lang="en-US" sz="8800" b="1" dirty="0">
                <a:solidFill>
                  <a:srgbClr val="000000"/>
                </a:solidFill>
                <a:latin typeface="Times New Roman" pitchFamily="18" charset="0"/>
                <a:cs typeface="Times New Roman" pitchFamily="18" charset="0"/>
              </a:rPr>
              <a:t>.</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àya</a:t>
            </a:r>
            <a:r>
              <a:rPr lang="en-US" sz="8800" b="1" dirty="0">
                <a:solidFill>
                  <a:srgbClr val="000000"/>
                </a:solidFill>
                <a:latin typeface="Sanskrit 99" pitchFamily="2" charset="0"/>
              </a:rPr>
              <a:t>[kale </a:t>
            </a:r>
            <a:r>
              <a:rPr lang="en-US" sz="8800" b="1" dirty="0" err="1">
                <a:solidFill>
                  <a:srgbClr val="000000"/>
                </a:solidFill>
                <a:latin typeface="Sanskrit 99" pitchFamily="2" charset="0"/>
              </a:rPr>
              <a:t>mnsaclen</a:t>
            </a:r>
            <a:endParaRPr lang="en-US" sz="8800" b="1" dirty="0">
              <a:solidFill>
                <a:srgbClr val="000000"/>
              </a:solidFill>
              <a:latin typeface="Sanskrit 99" pitchFamily="2" charset="0"/>
            </a:endParaRPr>
          </a:p>
          <a:p>
            <a:pPr marL="742743" indent="-742743" algn="ctr" eaLnBrk="1" hangingPunct="1">
              <a:lnSpc>
                <a:spcPct val="150000"/>
              </a:lnSpc>
              <a:buFont typeface="Arial" pitchFamily="34" charset="0"/>
              <a:buNone/>
              <a:defRPr/>
            </a:pPr>
            <a:r>
              <a:rPr lang="en-US" sz="8800" b="1" dirty="0">
                <a:solidFill>
                  <a:srgbClr val="000000"/>
                </a:solidFill>
                <a:latin typeface="Sanskrit 99" pitchFamily="2" charset="0"/>
              </a:rPr>
              <a:t>		</a:t>
            </a:r>
            <a:r>
              <a:rPr lang="en-US" sz="8800" b="1" dirty="0" err="1">
                <a:solidFill>
                  <a:srgbClr val="000000"/>
                </a:solidFill>
                <a:latin typeface="Sanskrit 99" pitchFamily="2" charset="0"/>
              </a:rPr>
              <a:t>É®ya</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yu´ae</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yaegblen</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cEv</a:t>
            </a:r>
            <a:r>
              <a:rPr lang="en-US" sz="8800" b="1" dirty="0" smtClean="0">
                <a:solidFill>
                  <a:srgbClr val="000000"/>
                </a:solidFill>
                <a:latin typeface="Sanskrit 99" pitchFamily="2" charset="0"/>
              </a:rPr>
              <a:t>,</a:t>
            </a:r>
            <a:endParaRPr lang="en-US" sz="8800" b="1" dirty="0">
              <a:solidFill>
                <a:srgbClr val="000000"/>
              </a:solidFill>
              <a:latin typeface="Sanskrit 99" pitchFamily="2" charset="0"/>
            </a:endParaRPr>
          </a:p>
          <a:p>
            <a:pPr marL="742743" indent="-742743" algn="ctr" eaLnBrk="1" hangingPunct="1">
              <a:lnSpc>
                <a:spcPct val="150000"/>
              </a:lnSpc>
              <a:buFont typeface="Arial" pitchFamily="34" charset="0"/>
              <a:buNone/>
              <a:defRPr/>
            </a:pPr>
            <a:r>
              <a:rPr lang="en-US" sz="8800" b="1" dirty="0">
                <a:solidFill>
                  <a:srgbClr val="000000"/>
                </a:solidFill>
                <a:latin typeface="URW Palladio IT" pitchFamily="2" charset="0"/>
              </a:rPr>
              <a:t>15. 		</a:t>
            </a:r>
            <a:r>
              <a:rPr lang="en-US" sz="8800" b="1" dirty="0" err="1">
                <a:solidFill>
                  <a:srgbClr val="000000"/>
                </a:solidFill>
                <a:latin typeface="URW Palladio IT" pitchFamily="2" charset="0"/>
              </a:rPr>
              <a:t>Prayäëakäle</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manasäcalena</a:t>
            </a:r>
            <a:endParaRPr lang="en-US" sz="8800" b="1" dirty="0">
              <a:solidFill>
                <a:srgbClr val="000000"/>
              </a:solidFill>
              <a:latin typeface="URW Palladio IT" pitchFamily="2" charset="0"/>
            </a:endParaRPr>
          </a:p>
          <a:p>
            <a:pPr marL="742743" indent="-742743" algn="ctr" eaLnBrk="1" hangingPunct="1">
              <a:lnSpc>
                <a:spcPct val="150000"/>
              </a:lnSpc>
              <a:spcAft>
                <a:spcPts val="1800"/>
              </a:spcAft>
              <a:buFont typeface="Arial" pitchFamily="34" charset="0"/>
              <a:buNone/>
              <a:defRPr/>
            </a:pP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Bhaktyä</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yukto</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yogabalena</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caiva</a:t>
            </a:r>
            <a:r>
              <a:rPr lang="en-US" sz="8800" b="1" dirty="0">
                <a:solidFill>
                  <a:srgbClr val="000000"/>
                </a:solidFill>
                <a:latin typeface="URW Palladio IT" pitchFamily="2" charset="0"/>
              </a:rPr>
              <a:t>|</a:t>
            </a:r>
          </a:p>
          <a:p>
            <a:pPr marL="342804" indent="-342804" algn="ctr" eaLnBrk="1" fontAlgn="auto" hangingPunct="1">
              <a:lnSpc>
                <a:spcPct val="150000"/>
              </a:lnSpc>
              <a:spcBef>
                <a:spcPct val="0"/>
              </a:spcBef>
              <a:spcAft>
                <a:spcPts val="0"/>
              </a:spcAft>
              <a:buFont typeface="Arial" pitchFamily="34" charset="0"/>
              <a:buNone/>
              <a:defRPr/>
            </a:pPr>
            <a:r>
              <a:rPr lang="en-US" sz="8800" b="1" dirty="0">
                <a:solidFill>
                  <a:srgbClr val="000000"/>
                </a:solidFill>
                <a:latin typeface="BRH Kannada" pitchFamily="2" charset="0"/>
              </a:rPr>
              <a:t>15. </a:t>
            </a:r>
            <a:r>
              <a:rPr lang="en-US" sz="8800" b="1" dirty="0" smtClean="0">
                <a:solidFill>
                  <a:srgbClr val="000000"/>
                </a:solidFill>
                <a:latin typeface="BRH Kannada" pitchFamily="2" charset="0"/>
              </a:rPr>
              <a:t>     ¥</a:t>
            </a:r>
            <a:r>
              <a:rPr lang="en-US" sz="8800" b="1" dirty="0" err="1">
                <a:solidFill>
                  <a:srgbClr val="000000"/>
                </a:solidFill>
                <a:latin typeface="BRH Kannada" pitchFamily="2" charset="0"/>
              </a:rPr>
              <a:t>ÀæAiÀiÁtPÁ¯ÉÃ</a:t>
            </a:r>
            <a:r>
              <a:rPr lang="en-US" sz="8800" b="1" dirty="0">
                <a:solidFill>
                  <a:srgbClr val="000000"/>
                </a:solidFill>
                <a:latin typeface="BRH Kannada" pitchFamily="2" charset="0"/>
              </a:rPr>
              <a:t> ªÀÄ£À¸Á„ZÀ¯ÉÃ£À</a:t>
            </a:r>
          </a:p>
          <a:p>
            <a:pPr marL="342804" indent="-342804" algn="ctr" eaLnBrk="1" fontAlgn="auto" hangingPunct="1">
              <a:lnSpc>
                <a:spcPct val="150000"/>
              </a:lnSpc>
              <a:spcBef>
                <a:spcPct val="0"/>
              </a:spcBef>
              <a:spcAft>
                <a:spcPts val="0"/>
              </a:spcAft>
              <a:buFont typeface="Arial" pitchFamily="34" charset="0"/>
              <a:buNone/>
              <a:defRPr/>
            </a:pPr>
            <a:r>
              <a:rPr lang="en-US" sz="8800" b="1" dirty="0">
                <a:solidFill>
                  <a:srgbClr val="000000"/>
                </a:solidFill>
                <a:latin typeface="BRH Kannada" pitchFamily="2" charset="0"/>
              </a:rPr>
              <a:t>		¨</a:t>
            </a:r>
            <a:r>
              <a:rPr lang="en-US" sz="8800" b="1" dirty="0" err="1">
                <a:solidFill>
                  <a:srgbClr val="000000"/>
                </a:solidFill>
                <a:latin typeface="BRH Kannada" pitchFamily="2" charset="0"/>
              </a:rPr>
              <a:t>sÀPÁÛ÷å</a:t>
            </a:r>
            <a:r>
              <a:rPr lang="en-US" sz="8800" b="1" dirty="0">
                <a:solidFill>
                  <a:srgbClr val="000000"/>
                </a:solidFill>
                <a:latin typeface="BRH Kannada" pitchFamily="2" charset="0"/>
              </a:rPr>
              <a:t> </a:t>
            </a:r>
            <a:r>
              <a:rPr lang="en-US" sz="8800" b="1" dirty="0" err="1">
                <a:solidFill>
                  <a:srgbClr val="000000"/>
                </a:solidFill>
                <a:latin typeface="BRH Kannada" pitchFamily="2" charset="0"/>
              </a:rPr>
              <a:t>AiÀÄÄPÉÆÛÃ</a:t>
            </a:r>
            <a:r>
              <a:rPr lang="en-US" sz="8800" b="1" dirty="0">
                <a:solidFill>
                  <a:srgbClr val="000000"/>
                </a:solidFill>
                <a:latin typeface="BRH Kannada" pitchFamily="2" charset="0"/>
              </a:rPr>
              <a:t> </a:t>
            </a:r>
            <a:r>
              <a:rPr lang="en-US" sz="8800" b="1" dirty="0" err="1">
                <a:solidFill>
                  <a:srgbClr val="000000"/>
                </a:solidFill>
                <a:latin typeface="BRH Kannada" pitchFamily="2" charset="0"/>
              </a:rPr>
              <a:t>AiÉÆÃUÀ</a:t>
            </a:r>
            <a:r>
              <a:rPr lang="en-US" sz="8800" b="1" dirty="0">
                <a:solidFill>
                  <a:srgbClr val="000000"/>
                </a:solidFill>
                <a:latin typeface="BRH Kannada" pitchFamily="2" charset="0"/>
              </a:rPr>
              <a:t>§¯ÉÃ£À ZÉÊªÀ |</a:t>
            </a:r>
            <a:endParaRPr lang="en-US" sz="8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7200" b="1" dirty="0">
                <a:latin typeface="URW Palladio IT" pitchFamily="2" charset="0"/>
              </a:rPr>
              <a:t>Having by the power of </a:t>
            </a:r>
            <a:r>
              <a:rPr lang="en-US" sz="7200" b="1" i="1" dirty="0">
                <a:latin typeface="URW Palladio IT" pitchFamily="2" charset="0"/>
              </a:rPr>
              <a:t>Yoga</a:t>
            </a:r>
            <a:r>
              <a:rPr lang="en-US" sz="7200" b="1" dirty="0">
                <a:latin typeface="URW Palladio IT" pitchFamily="2" charset="0"/>
              </a:rPr>
              <a:t> firmly held the </a:t>
            </a:r>
            <a:r>
              <a:rPr lang="en-US" sz="7200" b="1" dirty="0" smtClean="0">
                <a:latin typeface="URW Palladio IT" pitchFamily="2" charset="0"/>
              </a:rPr>
              <a:t>life-breath </a:t>
            </a:r>
            <a:r>
              <a:rPr lang="en-US" sz="7200" b="1" dirty="0">
                <a:latin typeface="URW Palladio IT" pitchFamily="2" charset="0"/>
              </a:rPr>
              <a:t>in the space between the two eyebrows even at the </a:t>
            </a:r>
            <a:r>
              <a:rPr lang="en-US" sz="7200" b="1" dirty="0" smtClean="0">
                <a:latin typeface="URW Palladio IT" pitchFamily="2" charset="0"/>
              </a:rPr>
              <a:t>time </a:t>
            </a:r>
            <a:r>
              <a:rPr lang="en-US" sz="7200" b="1" dirty="0">
                <a:latin typeface="URW Palladio IT" pitchFamily="2" charset="0"/>
              </a:rPr>
              <a:t>of death, and then contemplating on </a:t>
            </a:r>
            <a:r>
              <a:rPr lang="en-US" sz="7200" b="1" i="1" dirty="0">
                <a:latin typeface="URW Palladio IT" pitchFamily="2" charset="0"/>
              </a:rPr>
              <a:t>God</a:t>
            </a:r>
            <a:r>
              <a:rPr lang="en-US" sz="7200" b="1" dirty="0">
                <a:latin typeface="URW Palladio IT" pitchFamily="2" charset="0"/>
              </a:rPr>
              <a:t>  with </a:t>
            </a:r>
            <a:r>
              <a:rPr lang="en-US" sz="7200" b="1" dirty="0" smtClean="0">
                <a:latin typeface="URW Palladio IT" pitchFamily="2" charset="0"/>
              </a:rPr>
              <a:t>a steadfast </a:t>
            </a:r>
            <a:r>
              <a:rPr lang="en-US" sz="7200" b="1" dirty="0">
                <a:latin typeface="URW Palladio IT" pitchFamily="2" charset="0"/>
              </a:rPr>
              <a:t>mind, full of devotion, he reaches verily that </a:t>
            </a:r>
            <a:r>
              <a:rPr lang="en-US" sz="7200" b="1" dirty="0" smtClean="0">
                <a:latin typeface="URW Palladio IT" pitchFamily="2" charset="0"/>
              </a:rPr>
              <a:t>supreme </a:t>
            </a:r>
            <a:r>
              <a:rPr lang="en-US" sz="7200" b="1" dirty="0">
                <a:latin typeface="URW Palladio IT" pitchFamily="2" charset="0"/>
              </a:rPr>
              <a:t>divine </a:t>
            </a:r>
            <a:r>
              <a:rPr lang="en-IN" sz="7200" b="1" i="1" dirty="0" err="1">
                <a:latin typeface="URW Palladio IT" pitchFamily="2" charset="0"/>
              </a:rPr>
              <a:t>Puruña</a:t>
            </a:r>
            <a:r>
              <a:rPr lang="en-US" sz="7200" b="1" dirty="0">
                <a:latin typeface="URW Palladio IT" pitchFamily="2" charset="0"/>
              </a:rPr>
              <a:t> (God</a:t>
            </a:r>
            <a:r>
              <a:rPr lang="en-US" sz="7200" b="1" dirty="0" smtClean="0">
                <a:latin typeface="URW Palladio IT" pitchFamily="2" charset="0"/>
              </a:rPr>
              <a:t>).</a:t>
            </a:r>
            <a:endParaRPr lang="en-US" sz="7200" b="1" dirty="0">
              <a:solidFill>
                <a:srgbClr val="000000"/>
              </a:solidFill>
              <a:latin typeface="URW Palladio IT" pitchFamily="2" charset="0"/>
            </a:endParaRPr>
          </a:p>
        </p:txBody>
      </p:sp>
    </p:spTree>
    <p:extLst>
      <p:ext uri="{BB962C8B-B14F-4D97-AF65-F5344CB8AC3E}">
        <p14:creationId xmlns:p14="http://schemas.microsoft.com/office/powerpoint/2010/main" val="250563794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00650"/>
          </a:xfrm>
        </p:spPr>
        <p:txBody>
          <a:bodyPr>
            <a:normAutofit fontScale="92500" lnSpcReduction="20000"/>
          </a:bodyPr>
          <a:lstStyle/>
          <a:p>
            <a:pPr marL="742743" indent="-742743" algn="ctr" eaLnBrk="1" hangingPunct="1">
              <a:lnSpc>
                <a:spcPct val="150000"/>
              </a:lnSpc>
              <a:buFont typeface="Arial" pitchFamily="34" charset="0"/>
              <a:buNone/>
              <a:defRPr/>
            </a:pPr>
            <a:r>
              <a:rPr lang="en-US" sz="2400" b="1" dirty="0" smtClean="0">
                <a:solidFill>
                  <a:srgbClr val="000000"/>
                </a:solidFill>
                <a:latin typeface="Sanskrit 99" pitchFamily="2" charset="0"/>
              </a:rPr>
              <a:t> </a:t>
            </a:r>
            <a:r>
              <a:rPr lang="en-US" sz="2400" b="1" dirty="0" err="1" smtClean="0">
                <a:solidFill>
                  <a:srgbClr val="000000"/>
                </a:solidFill>
                <a:latin typeface="Sanskrit 99" pitchFamily="2" charset="0"/>
              </a:rPr>
              <a:t>æuvaemRXye</a:t>
            </a:r>
            <a:r>
              <a:rPr lang="en-US" sz="2400" b="1" dirty="0" smtClean="0">
                <a:solidFill>
                  <a:srgbClr val="000000"/>
                </a:solidFill>
                <a:latin typeface="Sanskrit 99" pitchFamily="2" charset="0"/>
              </a:rPr>
              <a:t> </a:t>
            </a:r>
            <a:r>
              <a:rPr lang="en-US" sz="2400" b="1" dirty="0" err="1">
                <a:solidFill>
                  <a:srgbClr val="000000"/>
                </a:solidFill>
                <a:latin typeface="Sanskrit 99" pitchFamily="2" charset="0"/>
              </a:rPr>
              <a:t>àa</a:t>
            </a:r>
            <a:r>
              <a:rPr lang="en-US" sz="2400" b="1" dirty="0">
                <a:solidFill>
                  <a:srgbClr val="000000"/>
                </a:solidFill>
                <a:latin typeface="Sanskrit 99" pitchFamily="2" charset="0"/>
              </a:rPr>
              <a:t>[</a:t>
            </a:r>
            <a:r>
              <a:rPr lang="en-US" sz="2400" b="1" dirty="0" err="1">
                <a:solidFill>
                  <a:srgbClr val="000000"/>
                </a:solidFill>
                <a:latin typeface="Sanskrit 99" pitchFamily="2" charset="0"/>
              </a:rPr>
              <a:t>maveZy</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sMykœ</a:t>
            </a:r>
            <a:r>
              <a:rPr lang="en-US" sz="2400" b="1" dirty="0">
                <a:solidFill>
                  <a:srgbClr val="000000"/>
                </a:solidFill>
                <a:latin typeface="Sanskrit 99" pitchFamily="2" charset="0"/>
              </a:rPr>
              <a:t>- </a:t>
            </a:r>
          </a:p>
          <a:p>
            <a:pPr marL="742743" indent="-742743" algn="ctr" eaLnBrk="1" hangingPunct="1">
              <a:lnSpc>
                <a:spcPct val="150000"/>
              </a:lnSpc>
              <a:spcAft>
                <a:spcPts val="1200"/>
              </a:spcAft>
              <a:buFont typeface="Arial" pitchFamily="34" charset="0"/>
              <a:buNone/>
              <a:defRPr/>
            </a:pPr>
            <a:r>
              <a:rPr lang="fr-FR" sz="2400" b="1" dirty="0" smtClean="0">
                <a:solidFill>
                  <a:srgbClr val="000000"/>
                </a:solidFill>
                <a:latin typeface="Sanskrit 99" pitchFamily="2" charset="0"/>
              </a:rPr>
              <a:t>s </a:t>
            </a:r>
            <a:r>
              <a:rPr lang="fr-FR" sz="2400" b="1" dirty="0">
                <a:solidFill>
                  <a:srgbClr val="000000"/>
                </a:solidFill>
                <a:latin typeface="Sanskrit 99" pitchFamily="2" charset="0"/>
              </a:rPr>
              <a:t>t&lt; </a:t>
            </a:r>
            <a:r>
              <a:rPr lang="fr-FR" sz="2400" b="1" dirty="0" err="1">
                <a:solidFill>
                  <a:srgbClr val="000000"/>
                </a:solidFill>
                <a:latin typeface="Sanskrit 99" pitchFamily="2" charset="0"/>
              </a:rPr>
              <a:t>pr</a:t>
            </a:r>
            <a:r>
              <a:rPr lang="fr-FR" sz="2400" b="1" dirty="0">
                <a:solidFill>
                  <a:srgbClr val="000000"/>
                </a:solidFill>
                <a:latin typeface="Sanskrit 99" pitchFamily="2" charset="0"/>
              </a:rPr>
              <a:t>&lt; </a:t>
            </a:r>
            <a:r>
              <a:rPr lang="fr-FR" sz="2400" b="1" dirty="0" err="1">
                <a:solidFill>
                  <a:srgbClr val="000000"/>
                </a:solidFill>
                <a:latin typeface="Sanskrit 99" pitchFamily="2" charset="0"/>
              </a:rPr>
              <a:t>pué;mupEit</a:t>
            </a:r>
            <a:r>
              <a:rPr lang="fr-FR" sz="2400" b="1" dirty="0">
                <a:solidFill>
                  <a:srgbClr val="000000"/>
                </a:solidFill>
                <a:latin typeface="Sanskrit 99" pitchFamily="2" charset="0"/>
              </a:rPr>
              <a:t> idVym!.8</a:t>
            </a:r>
            <a:r>
              <a:rPr lang="en-US" sz="2400" b="1" dirty="0">
                <a:solidFill>
                  <a:srgbClr val="000000"/>
                </a:solidFill>
                <a:latin typeface="URW Palladio IT" pitchFamily="2" charset="0"/>
              </a:rPr>
              <a:t>.</a:t>
            </a:r>
            <a:r>
              <a:rPr lang="fr-FR" sz="2400" b="1" dirty="0">
                <a:solidFill>
                  <a:srgbClr val="000000"/>
                </a:solidFill>
                <a:latin typeface="Sanskrit 99" pitchFamily="2" charset="0"/>
              </a:rPr>
              <a:t>10.</a:t>
            </a:r>
          </a:p>
          <a:p>
            <a:pPr marL="742743" indent="-742743" algn="ctr" eaLnBrk="1" hangingPunct="1">
              <a:lnSpc>
                <a:spcPct val="150000"/>
              </a:lnSpc>
              <a:spcAft>
                <a:spcPts val="0"/>
              </a:spcAft>
              <a:buFont typeface="Arial" pitchFamily="34" charset="0"/>
              <a:buNone/>
              <a:defRPr/>
            </a:pPr>
            <a:r>
              <a:rPr lang="fr-FR" sz="2400" b="1" dirty="0">
                <a:solidFill>
                  <a:srgbClr val="000000"/>
                </a:solidFill>
                <a:latin typeface="Sanskrit 99" pitchFamily="2" charset="0"/>
              </a:rPr>
              <a:t>	</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Bhruvormadhye</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Präëamäveçya</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samyak</a:t>
            </a:r>
            <a:endParaRPr lang="en-US" sz="2400" b="1" dirty="0" smtClean="0">
              <a:solidFill>
                <a:srgbClr val="000000"/>
              </a:solidFill>
              <a:latin typeface="URW Palladio IT" pitchFamily="2" charset="0"/>
            </a:endParaRPr>
          </a:p>
          <a:p>
            <a:pPr marL="742743" indent="-742743" algn="ctr" eaLnBrk="1" hangingPunct="1">
              <a:lnSpc>
                <a:spcPct val="150000"/>
              </a:lnSpc>
              <a:spcAft>
                <a:spcPts val="2400"/>
              </a:spcAft>
              <a:buFont typeface="Arial" pitchFamily="34" charset="0"/>
              <a:buNone/>
              <a:defRPr/>
            </a:pPr>
            <a:r>
              <a:rPr lang="en-US" sz="2400" b="1" dirty="0" smtClean="0">
                <a:solidFill>
                  <a:srgbClr val="000000"/>
                </a:solidFill>
                <a:latin typeface="URW Palladio IT" pitchFamily="2" charset="0"/>
              </a:rPr>
              <a:t>	Sa </a:t>
            </a:r>
            <a:r>
              <a:rPr lang="en-US" sz="2400" b="1" dirty="0" err="1" smtClean="0">
                <a:solidFill>
                  <a:srgbClr val="000000"/>
                </a:solidFill>
                <a:latin typeface="URW Palladio IT" pitchFamily="2" charset="0"/>
              </a:rPr>
              <a:t>taà</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paraà</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Puruñamupaiti</a:t>
            </a:r>
            <a:r>
              <a:rPr lang="en-US" sz="2400" b="1" dirty="0" smtClean="0">
                <a:solidFill>
                  <a:srgbClr val="000000"/>
                </a:solidFill>
                <a:latin typeface="URW Palladio IT" pitchFamily="2" charset="0"/>
              </a:rPr>
              <a:t> </a:t>
            </a:r>
            <a:r>
              <a:rPr lang="en-US" sz="2400" b="1" dirty="0" err="1" smtClean="0">
                <a:solidFill>
                  <a:srgbClr val="000000"/>
                </a:solidFill>
                <a:latin typeface="URW Palladio IT" pitchFamily="2" charset="0"/>
              </a:rPr>
              <a:t>divyam</a:t>
            </a:r>
            <a:r>
              <a:rPr lang="en-US" sz="2400" b="1" dirty="0" smtClean="0">
                <a:solidFill>
                  <a:srgbClr val="000000"/>
                </a:solidFill>
                <a:latin typeface="URW Palladio IT" pitchFamily="2" charset="0"/>
              </a:rPr>
              <a:t> </a:t>
            </a:r>
            <a:r>
              <a:rPr lang="en-US" sz="2400" b="1" dirty="0">
                <a:solidFill>
                  <a:srgbClr val="000000"/>
                </a:solidFill>
                <a:latin typeface="URW Palladio IT" pitchFamily="2" charset="0"/>
              </a:rPr>
              <a:t>||8.10||</a:t>
            </a:r>
          </a:p>
          <a:p>
            <a:pPr marL="342804" indent="-342804" algn="ctr" eaLnBrk="1" hangingPunct="1">
              <a:lnSpc>
                <a:spcPct val="150000"/>
              </a:lnSpc>
              <a:spcBef>
                <a:spcPct val="0"/>
              </a:spcBef>
              <a:buFont typeface="Arial" pitchFamily="34" charset="0"/>
              <a:buNone/>
              <a:defRPr/>
            </a:pPr>
            <a:r>
              <a:rPr lang="en-US" sz="2400" dirty="0">
                <a:solidFill>
                  <a:srgbClr val="000000"/>
                </a:solidFill>
                <a:latin typeface="BRH Kannada" pitchFamily="2" charset="0"/>
              </a:rPr>
              <a:t>	</a:t>
            </a:r>
            <a:r>
              <a:rPr lang="en-US" sz="2400" b="1" dirty="0">
                <a:solidFill>
                  <a:srgbClr val="000000"/>
                </a:solidFill>
                <a:latin typeface="BRH Kannada" pitchFamily="2" charset="0"/>
              </a:rPr>
              <a:t>	</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sÀÄæªÉÇÃªÀÄðzsÉåÃ</a:t>
            </a:r>
            <a:r>
              <a:rPr lang="en-US" sz="2400" b="1" dirty="0" smtClean="0">
                <a:solidFill>
                  <a:srgbClr val="000000"/>
                </a:solidFill>
                <a:latin typeface="BRH Kannada" pitchFamily="2" charset="0"/>
              </a:rPr>
              <a:t> </a:t>
            </a:r>
            <a:r>
              <a:rPr lang="en-US" sz="2400" b="1" dirty="0">
                <a:solidFill>
                  <a:srgbClr val="000000"/>
                </a:solidFill>
                <a:latin typeface="BRH Kannada" pitchFamily="2" charset="0"/>
              </a:rPr>
              <a:t>¥</a:t>
            </a:r>
            <a:r>
              <a:rPr lang="en-US" sz="2400" b="1" dirty="0" err="1">
                <a:solidFill>
                  <a:srgbClr val="000000"/>
                </a:solidFill>
                <a:latin typeface="BRH Kannada" pitchFamily="2" charset="0"/>
              </a:rPr>
              <a:t>ÁætªÀiÁªÉÃ±Àå</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ÀªÀÄåPï</a:t>
            </a:r>
            <a:endParaRPr lang="en-US" sz="2400" b="1" dirty="0">
              <a:solidFill>
                <a:srgbClr val="000000"/>
              </a:solidFill>
              <a:latin typeface="BRH Kannada" pitchFamily="2" charset="0"/>
            </a:endParaRPr>
          </a:p>
          <a:p>
            <a:pPr marL="342804" indent="-342804" algn="ctr" eaLnBrk="1" hangingPunct="1">
              <a:lnSpc>
                <a:spcPct val="150000"/>
              </a:lnSpc>
              <a:spcBef>
                <a:spcPct val="0"/>
              </a:spcBef>
              <a:spcAft>
                <a:spcPts val="1800"/>
              </a:spcAft>
              <a:buFont typeface="Arial" pitchFamily="34" charset="0"/>
              <a:buNone/>
              <a:defRPr/>
            </a:pPr>
            <a:r>
              <a:rPr lang="en-US" sz="2400" b="1" dirty="0">
                <a:solidFill>
                  <a:srgbClr val="000000"/>
                </a:solidFill>
                <a:latin typeface="BRH Kannada" pitchFamily="2" charset="0"/>
              </a:rPr>
              <a:t>		¸À </a:t>
            </a:r>
            <a:r>
              <a:rPr lang="en-US" sz="2400" b="1" dirty="0" err="1">
                <a:solidFill>
                  <a:srgbClr val="000000"/>
                </a:solidFill>
                <a:latin typeface="BRH Kannada" pitchFamily="2" charset="0"/>
              </a:rPr>
              <a:t>vÀA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ÀgÀA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ÀÅgÀÄµÀªÀÄÄ¥ÉÊw</a:t>
            </a:r>
            <a:r>
              <a:rPr lang="en-US" sz="2400" b="1" dirty="0">
                <a:solidFill>
                  <a:srgbClr val="000000"/>
                </a:solidFill>
                <a:latin typeface="BRH Kannada" pitchFamily="2" charset="0"/>
              </a:rPr>
              <a:t> ¢ª</a:t>
            </a:r>
            <a:r>
              <a:rPr lang="en-US" sz="2400" b="1" dirty="0" err="1">
                <a:solidFill>
                  <a:srgbClr val="000000"/>
                </a:solidFill>
                <a:latin typeface="BRH Kannada" pitchFamily="2" charset="0"/>
              </a:rPr>
              <a:t>ÀåA</a:t>
            </a:r>
            <a:r>
              <a:rPr lang="en-US" sz="2400" b="1" dirty="0">
                <a:solidFill>
                  <a:srgbClr val="000000"/>
                </a:solidFill>
                <a:latin typeface="BRH Kannada" pitchFamily="2" charset="0"/>
              </a:rPr>
              <a:t> ||8.10||</a:t>
            </a:r>
            <a:endParaRPr lang="en-US" sz="2400" b="1" dirty="0">
              <a:solidFill>
                <a:srgbClr val="000000"/>
              </a:solidFill>
              <a:latin typeface="URW Palladio IT" pitchFamily="2" charset="0"/>
            </a:endParaRPr>
          </a:p>
          <a:p>
            <a:pPr marL="742743" indent="-20632" algn="ctr" eaLnBrk="1" hangingPunct="1">
              <a:lnSpc>
                <a:spcPct val="150000"/>
              </a:lnSpc>
              <a:spcBef>
                <a:spcPct val="0"/>
              </a:spcBef>
              <a:buFont typeface="Arial" pitchFamily="34" charset="0"/>
              <a:buNone/>
              <a:defRPr/>
            </a:pPr>
            <a:r>
              <a:rPr lang="en-US" sz="1800" b="1" dirty="0">
                <a:solidFill>
                  <a:srgbClr val="000000"/>
                </a:solidFill>
                <a:latin typeface="URW Palladio IT" pitchFamily="2" charset="0"/>
              </a:rPr>
              <a:t>Having by the power of Yoga firmly held the life-breath in the space between the two eyebrows even at the time of death, and then contemplating on God with a steadfast mind, full of devotion, he reaches verily that supreme divine </a:t>
            </a:r>
            <a:r>
              <a:rPr lang="en-US" sz="1800" b="1" dirty="0" err="1">
                <a:solidFill>
                  <a:srgbClr val="000000"/>
                </a:solidFill>
                <a:latin typeface="URW Palladio IT" pitchFamily="2" charset="0"/>
              </a:rPr>
              <a:t>Puruña</a:t>
            </a:r>
            <a:r>
              <a:rPr lang="en-US" sz="1800" b="1" dirty="0">
                <a:solidFill>
                  <a:srgbClr val="000000"/>
                </a:solidFill>
                <a:latin typeface="URW Palladio IT" pitchFamily="2" charset="0"/>
              </a:rPr>
              <a:t> (God</a:t>
            </a:r>
            <a:r>
              <a:rPr lang="en-US" sz="1800" b="1" dirty="0" smtClean="0">
                <a:solidFill>
                  <a:srgbClr val="000000"/>
                </a:solidFill>
                <a:latin typeface="URW Palladio IT" pitchFamily="2" charset="0"/>
              </a:rPr>
              <a:t>).</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12505484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086350"/>
          </a:xfrm>
        </p:spPr>
        <p:txBody>
          <a:bodyPr>
            <a:normAutofit lnSpcReduction="10000"/>
          </a:bodyPr>
          <a:lstStyle/>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16</a:t>
            </a:r>
            <a:r>
              <a:rPr lang="en-US" sz="2400" b="1" dirty="0">
                <a:solidFill>
                  <a:srgbClr val="000000"/>
                </a:solidFill>
                <a:latin typeface="Times New Roman" pitchFamily="18" charset="0"/>
                <a:cs typeface="Times New Roman" pitchFamily="18" charset="0"/>
              </a:rPr>
              <a:t>. 		</a:t>
            </a:r>
            <a:r>
              <a:rPr lang="en-US" sz="2400" b="1" dirty="0" err="1">
                <a:solidFill>
                  <a:srgbClr val="000000"/>
                </a:solidFill>
                <a:latin typeface="Sanskrit 99" pitchFamily="2" charset="0"/>
              </a:rPr>
              <a:t>àzaNtmns</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ýen</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yaeign</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suomuÄmm</a:t>
            </a:r>
            <a:r>
              <a:rPr lang="en-US" sz="24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a:t>
            </a:r>
            <a:r>
              <a:rPr lang="en-US" sz="2400" b="1" dirty="0" err="1">
                <a:solidFill>
                  <a:srgbClr val="000000"/>
                </a:solidFill>
                <a:latin typeface="Sanskrit 99" pitchFamily="2" charset="0"/>
              </a:rPr>
              <a:t>pEit</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zaNtrjs</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äüÉUtmkLm;m</a:t>
            </a:r>
            <a:r>
              <a:rPr lang="en-US" sz="2400" b="1" dirty="0">
                <a:solidFill>
                  <a:srgbClr val="000000"/>
                </a:solidFill>
                <a:latin typeface="Sanskrit 99" pitchFamily="2" charset="0"/>
              </a:rPr>
              <a:t>!.6</a:t>
            </a:r>
            <a:r>
              <a:rPr lang="en-US" sz="2400" b="1" dirty="0">
                <a:solidFill>
                  <a:srgbClr val="000000"/>
                </a:solidFill>
                <a:latin typeface="URW Palladio IT" pitchFamily="2" charset="0"/>
              </a:rPr>
              <a:t>.</a:t>
            </a:r>
            <a:r>
              <a:rPr lang="en-US" sz="2400" b="1" dirty="0">
                <a:solidFill>
                  <a:srgbClr val="000000"/>
                </a:solidFill>
                <a:latin typeface="Sanskrit 99" pitchFamily="2" charset="0"/>
              </a:rPr>
              <a:t>27.</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16. 		</a:t>
            </a:r>
            <a:r>
              <a:rPr lang="en-US" sz="2400" b="1" dirty="0" err="1">
                <a:solidFill>
                  <a:srgbClr val="000000"/>
                </a:solidFill>
                <a:latin typeface="URW Palladio IT" pitchFamily="2" charset="0"/>
              </a:rPr>
              <a:t>Praçäntamanasaà</a:t>
            </a:r>
            <a:r>
              <a:rPr lang="en-US" sz="2400" b="1" dirty="0">
                <a:solidFill>
                  <a:srgbClr val="000000"/>
                </a:solidFill>
                <a:latin typeface="URW Palladio IT" pitchFamily="2" charset="0"/>
              </a:rPr>
              <a:t> </a:t>
            </a:r>
            <a:r>
              <a:rPr lang="en-US" sz="2400" b="1" dirty="0" smtClean="0">
                <a:solidFill>
                  <a:srgbClr val="000000"/>
                </a:solidFill>
                <a:latin typeface="URW Palladio IT" pitchFamily="2" charset="0"/>
              </a:rPr>
              <a:t>hyena </a:t>
            </a:r>
            <a:r>
              <a:rPr lang="en-US" sz="2400" b="1" dirty="0" err="1" smtClean="0">
                <a:solidFill>
                  <a:srgbClr val="000000"/>
                </a:solidFill>
                <a:latin typeface="URW Palladio IT" pitchFamily="2" charset="0"/>
              </a:rPr>
              <a:t>Yoginaà</a:t>
            </a:r>
            <a:r>
              <a:rPr lang="en-US" sz="2400" b="1" dirty="0" smtClean="0">
                <a:solidFill>
                  <a:srgbClr val="000000"/>
                </a:solidFill>
                <a:latin typeface="URW Palladio IT" pitchFamily="2" charset="0"/>
              </a:rPr>
              <a:t> </a:t>
            </a:r>
            <a:r>
              <a:rPr lang="en-US" sz="2400" b="1" dirty="0" err="1">
                <a:solidFill>
                  <a:srgbClr val="000000"/>
                </a:solidFill>
                <a:latin typeface="URW Palladio IT" pitchFamily="2" charset="0"/>
              </a:rPr>
              <a:t>sukhamuttamam</a:t>
            </a:r>
            <a:r>
              <a:rPr lang="en-US" sz="2400" b="1" dirty="0">
                <a:solidFill>
                  <a:srgbClr val="000000"/>
                </a:solidFill>
                <a:latin typeface="URW Palladio IT" pitchFamily="2" charset="0"/>
              </a:rPr>
              <a:t>|</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Upaiti</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çäntarajasaà</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Brahmabhütamakalmañam</a:t>
            </a:r>
            <a:r>
              <a:rPr lang="en-US" sz="2400" b="1" dirty="0" smtClean="0">
                <a:solidFill>
                  <a:srgbClr val="000000"/>
                </a:solidFill>
                <a:latin typeface="URW Palladio IT" pitchFamily="2" charset="0"/>
              </a:rPr>
              <a:t> </a:t>
            </a:r>
            <a:r>
              <a:rPr lang="en-US" sz="2400" b="1" dirty="0">
                <a:solidFill>
                  <a:srgbClr val="000000"/>
                </a:solidFill>
                <a:latin typeface="URW Palladio IT" pitchFamily="2" charset="0"/>
              </a:rPr>
              <a:t>||6.27||</a:t>
            </a:r>
          </a:p>
          <a:p>
            <a:pPr marL="342804" indent="-342804" algn="ctr" eaLnBrk="1" hangingPunct="1">
              <a:lnSpc>
                <a:spcPct val="150000"/>
              </a:lnSpc>
              <a:spcBef>
                <a:spcPct val="0"/>
              </a:spcBef>
              <a:buFont typeface="Arial" pitchFamily="34" charset="0"/>
              <a:buNone/>
              <a:defRPr/>
            </a:pPr>
            <a:r>
              <a:rPr lang="en-US" sz="2400" b="1" dirty="0">
                <a:solidFill>
                  <a:srgbClr val="000000"/>
                </a:solidFill>
                <a:latin typeface="BRH Kannada" pitchFamily="2" charset="0"/>
              </a:rPr>
              <a:t>16. </a:t>
            </a:r>
            <a:r>
              <a:rPr lang="en-US" sz="2400" b="1" dirty="0" smtClean="0">
                <a:solidFill>
                  <a:srgbClr val="000000"/>
                </a:solidFill>
                <a:latin typeface="BRH Kannada" pitchFamily="2" charset="0"/>
              </a:rPr>
              <a:t>     ¥</a:t>
            </a:r>
            <a:r>
              <a:rPr lang="en-US" sz="2400" b="1" dirty="0" err="1">
                <a:solidFill>
                  <a:srgbClr val="000000"/>
                </a:solidFill>
                <a:latin typeface="BRH Kannada" pitchFamily="2" charset="0"/>
              </a:rPr>
              <a:t>Àæ±ÁAvÀªÀÄ£À¸ÀA</a:t>
            </a:r>
            <a:r>
              <a:rPr lang="en-US" sz="2400" b="1" dirty="0">
                <a:solidFill>
                  <a:srgbClr val="000000"/>
                </a:solidFill>
                <a:latin typeface="BRH Kannada" pitchFamily="2" charset="0"/>
              </a:rPr>
              <a:t> º</a:t>
            </a:r>
            <a:r>
              <a:rPr lang="en-US" sz="2400" b="1" dirty="0" err="1">
                <a:solidFill>
                  <a:srgbClr val="000000"/>
                </a:solidFill>
                <a:latin typeface="BRH Kannada" pitchFamily="2" charset="0"/>
              </a:rPr>
              <a:t>ÉåÃ£ÀA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AiÉÆÃV£ÀA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ÀÄRªÀÄÄvÀÛªÀÄA</a:t>
            </a:r>
            <a:r>
              <a:rPr lang="en-US" sz="2400" b="1" dirty="0">
                <a:solidFill>
                  <a:srgbClr val="000000"/>
                </a:solidFill>
                <a:latin typeface="BRH Kannada" pitchFamily="2" charset="0"/>
              </a:rPr>
              <a:t> |</a:t>
            </a:r>
          </a:p>
          <a:p>
            <a:pPr marL="342804" indent="-342804" algn="ctr" eaLnBrk="1" hangingPunct="1">
              <a:lnSpc>
                <a:spcPct val="150000"/>
              </a:lnSpc>
              <a:spcBef>
                <a:spcPct val="0"/>
              </a:spcBef>
              <a:buFont typeface="Arial" pitchFamily="34" charset="0"/>
              <a:buNone/>
              <a:defRPr/>
            </a:pPr>
            <a:r>
              <a:rPr lang="en-US" sz="2400" b="1" dirty="0">
                <a:solidFill>
                  <a:srgbClr val="000000"/>
                </a:solidFill>
                <a:latin typeface="BRH Kannada" pitchFamily="2" charset="0"/>
              </a:rPr>
              <a:t>	</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G¥ÉÊw</a:t>
            </a:r>
            <a:r>
              <a:rPr lang="en-US" sz="2400" b="1" dirty="0" smtClean="0">
                <a:solidFill>
                  <a:srgbClr val="000000"/>
                </a:solidFill>
                <a:latin typeface="BRH Kannada" pitchFamily="2" charset="0"/>
              </a:rPr>
              <a:t> </a:t>
            </a:r>
            <a:r>
              <a:rPr lang="en-US" sz="2400" b="1" dirty="0">
                <a:solidFill>
                  <a:srgbClr val="000000"/>
                </a:solidFill>
                <a:latin typeface="BRH Kannada" pitchFamily="2" charset="0"/>
              </a:rPr>
              <a:t>±</a:t>
            </a:r>
            <a:r>
              <a:rPr lang="en-US" sz="2400" b="1" dirty="0" err="1">
                <a:solidFill>
                  <a:srgbClr val="000000"/>
                </a:solidFill>
                <a:latin typeface="BRH Kannada" pitchFamily="2" charset="0"/>
              </a:rPr>
              <a:t>ÁAvÀgÀd¸ÀA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æºÀä¨sÀÆvÀªÀÄPÀ®äµÀA</a:t>
            </a:r>
            <a:r>
              <a:rPr lang="en-US" sz="2400" b="1" dirty="0">
                <a:solidFill>
                  <a:srgbClr val="000000"/>
                </a:solidFill>
                <a:latin typeface="BRH Kannada" pitchFamily="2" charset="0"/>
              </a:rPr>
              <a:t> ||6.27||</a:t>
            </a:r>
            <a:endParaRPr lang="en-US" sz="2400" b="1" dirty="0">
              <a:latin typeface="URW Palladio IT" pitchFamily="2" charset="0"/>
            </a:endParaRPr>
          </a:p>
          <a:p>
            <a:pPr marL="742743" indent="-742743" algn="ctr">
              <a:lnSpc>
                <a:spcPct val="150000"/>
              </a:lnSpc>
              <a:buFont typeface="Arial" pitchFamily="34" charset="0"/>
              <a:buNone/>
              <a:defRPr/>
            </a:pPr>
            <a:r>
              <a:rPr lang="en-US" sz="2000" b="1" dirty="0">
                <a:latin typeface="URW Palladio IT" pitchFamily="2" charset="0"/>
              </a:rPr>
              <a:t>	</a:t>
            </a:r>
            <a:r>
              <a:rPr lang="en-US" sz="1800" b="1" dirty="0">
                <a:latin typeface="URW Palladio IT" pitchFamily="2" charset="0"/>
              </a:rPr>
              <a:t>	For to the Yogi whose mind is perfectly serene who is sinless, whose 	passion is subdued, and who is identified with Brahma, the 	embodiment of Truth, knowledge and Bliss, supreme happiness 	comes  as a matter of course. </a:t>
            </a:r>
            <a:r>
              <a:rPr lang="en-US" sz="2000" b="1" dirty="0">
                <a:latin typeface="URW Palladio IT" pitchFamily="2" charset="0"/>
              </a:rPr>
              <a:t>	</a:t>
            </a:r>
          </a:p>
        </p:txBody>
      </p:sp>
    </p:spTree>
    <p:extLst>
      <p:ext uri="{BB962C8B-B14F-4D97-AF65-F5344CB8AC3E}">
        <p14:creationId xmlns:p14="http://schemas.microsoft.com/office/powerpoint/2010/main" val="186591219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2628" y="28246"/>
            <a:ext cx="9144000" cy="5115253"/>
          </a:xfrm>
        </p:spPr>
        <p:txBody>
          <a:bodyPr>
            <a:normAutofit lnSpcReduction="10000"/>
          </a:bodyPr>
          <a:lstStyle/>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17</a:t>
            </a:r>
            <a:r>
              <a:rPr lang="en-US" sz="2400" b="1" dirty="0">
                <a:solidFill>
                  <a:srgbClr val="000000"/>
                </a:solidFill>
                <a:latin typeface="Times New Roman" pitchFamily="18" charset="0"/>
                <a:cs typeface="Times New Roman" pitchFamily="18" charset="0"/>
              </a:rPr>
              <a:t>. </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àyÆa</a:t>
            </a:r>
            <a:r>
              <a:rPr lang="en-US" sz="2400" b="1" dirty="0">
                <a:solidFill>
                  <a:srgbClr val="000000"/>
                </a:solidFill>
                <a:latin typeface="Sanskrit 99" pitchFamily="2" charset="0"/>
              </a:rPr>
              <a:t>*</a:t>
            </a:r>
            <a:r>
              <a:rPr lang="en-US" sz="2400" b="1" dirty="0" err="1">
                <a:solidFill>
                  <a:srgbClr val="000000"/>
                </a:solidFill>
                <a:latin typeface="Sanskrit 99" pitchFamily="2" charset="0"/>
              </a:rPr>
              <a:t>tmanStu</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yaegI</a:t>
            </a:r>
            <a:r>
              <a:rPr lang="en-US" sz="2400" b="1" dirty="0">
                <a:solidFill>
                  <a:srgbClr val="000000"/>
                </a:solidFill>
                <a:latin typeface="Sanskrit 99" pitchFamily="2" charset="0"/>
              </a:rPr>
              <a:t> s&lt;</a:t>
            </a:r>
            <a:r>
              <a:rPr lang="en-US" sz="2400" b="1" dirty="0" err="1">
                <a:solidFill>
                  <a:srgbClr val="000000"/>
                </a:solidFill>
                <a:latin typeface="Sanskrit 99" pitchFamily="2" charset="0"/>
              </a:rPr>
              <a:t>zuÏikiLb</a:t>
            </a:r>
            <a:r>
              <a:rPr lang="en-US" sz="2400" b="1" dirty="0">
                <a:solidFill>
                  <a:srgbClr val="000000"/>
                </a:solidFill>
                <a:latin typeface="Sanskrit 99" pitchFamily="2" charset="0"/>
              </a:rPr>
              <a:t>;&gt;,</a:t>
            </a:r>
          </a:p>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a:t>
            </a:r>
            <a:r>
              <a:rPr lang="en-US" sz="2400" b="1" dirty="0" err="1">
                <a:latin typeface="Sanskrit 99" pitchFamily="2" charset="0"/>
              </a:rPr>
              <a:t>AnekjNms</a:t>
            </a:r>
            <a:r>
              <a:rPr lang="en-US" sz="2400" b="1" dirty="0">
                <a:latin typeface="Sanskrit 99" pitchFamily="2" charset="0"/>
              </a:rPr>
              <a:t>&lt;</a:t>
            </a:r>
            <a:r>
              <a:rPr lang="en-US" sz="2400" b="1" dirty="0" err="1">
                <a:latin typeface="Sanskrit 99" pitchFamily="2" charset="0"/>
              </a:rPr>
              <a:t>isÏ</a:t>
            </a:r>
            <a:r>
              <a:rPr lang="en-US" sz="2400" b="1" dirty="0">
                <a:solidFill>
                  <a:srgbClr val="000000"/>
                </a:solidFill>
                <a:latin typeface="Sanskrit 99" pitchFamily="2" charset="0"/>
              </a:rPr>
              <a:t>&gt;</a:t>
            </a:r>
            <a:r>
              <a:rPr lang="en-US" sz="2400" b="1" dirty="0">
                <a:latin typeface="Sanskrit 99" pitchFamily="2" charset="0"/>
              </a:rPr>
              <a:t> </a:t>
            </a:r>
            <a:r>
              <a:rPr lang="en-US" sz="2400" b="1" dirty="0" err="1">
                <a:latin typeface="Sanskrit 99" pitchFamily="2" charset="0"/>
              </a:rPr>
              <a:t>ttae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yait</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pra</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gitm</a:t>
            </a:r>
            <a:r>
              <a:rPr lang="en-US" sz="2400" b="1" dirty="0">
                <a:solidFill>
                  <a:srgbClr val="000000"/>
                </a:solidFill>
                <a:latin typeface="Sanskrit 99" pitchFamily="2" charset="0"/>
              </a:rPr>
              <a:t>!.6</a:t>
            </a:r>
            <a:r>
              <a:rPr lang="en-US" sz="2400" b="1" dirty="0">
                <a:solidFill>
                  <a:srgbClr val="000000"/>
                </a:solidFill>
                <a:latin typeface="URW Palladio IT" pitchFamily="2" charset="0"/>
              </a:rPr>
              <a:t>.</a:t>
            </a:r>
            <a:r>
              <a:rPr lang="en-US" sz="2400" b="1" dirty="0">
                <a:solidFill>
                  <a:srgbClr val="000000"/>
                </a:solidFill>
                <a:latin typeface="Sanskrit 99" pitchFamily="2" charset="0"/>
              </a:rPr>
              <a:t>45.</a:t>
            </a:r>
          </a:p>
          <a:p>
            <a:pPr marL="742743" indent="-742743" algn="ctr" eaLnBrk="1" hangingPunct="1">
              <a:lnSpc>
                <a:spcPct val="150000"/>
              </a:lnSpc>
              <a:buFont typeface="Arial" pitchFamily="34" charset="0"/>
              <a:buNone/>
              <a:defRPr/>
            </a:pPr>
            <a:r>
              <a:rPr lang="en-US" sz="2400" b="1" dirty="0">
                <a:solidFill>
                  <a:srgbClr val="000000"/>
                </a:solidFill>
                <a:latin typeface="URW Palladio IT" pitchFamily="2" charset="0"/>
              </a:rPr>
              <a:t>17. 		</a:t>
            </a:r>
            <a:r>
              <a:rPr lang="en-US" sz="2400" b="1" dirty="0" err="1" smtClean="0">
                <a:solidFill>
                  <a:srgbClr val="000000"/>
                </a:solidFill>
                <a:latin typeface="URW Palladio IT" pitchFamily="2" charset="0"/>
              </a:rPr>
              <a:t>Prayatnädyatamänastu</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Yogé</a:t>
            </a:r>
            <a:r>
              <a:rPr lang="en-US" sz="2400" b="1" dirty="0" smtClean="0">
                <a:solidFill>
                  <a:srgbClr val="000000"/>
                </a:solidFill>
                <a:latin typeface="URW Palladio IT" pitchFamily="2" charset="0"/>
              </a:rPr>
              <a:t> </a:t>
            </a:r>
            <a:r>
              <a:rPr lang="en-US" sz="2400" b="1" dirty="0" err="1">
                <a:solidFill>
                  <a:srgbClr val="000000"/>
                </a:solidFill>
                <a:latin typeface="URW Palladio IT" pitchFamily="2" charset="0"/>
              </a:rPr>
              <a:t>saàçuddhakilbiñaù</a:t>
            </a:r>
            <a:r>
              <a:rPr lang="en-US" sz="24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400" b="1" dirty="0">
                <a:solidFill>
                  <a:srgbClr val="000000"/>
                </a:solidFill>
                <a:latin typeface="URW Palladio IT" pitchFamily="2" charset="0"/>
              </a:rPr>
              <a:t>		Aneka </a:t>
            </a:r>
            <a:r>
              <a:rPr lang="en-US" sz="2400" b="1" dirty="0" err="1">
                <a:solidFill>
                  <a:srgbClr val="000000"/>
                </a:solidFill>
                <a:latin typeface="URW Palladio IT" pitchFamily="2" charset="0"/>
              </a:rPr>
              <a:t>janmasaàsiddhaù</a:t>
            </a:r>
            <a:r>
              <a:rPr lang="en-US" sz="2400" b="1" dirty="0">
                <a:solidFill>
                  <a:srgbClr val="000000"/>
                </a:solidFill>
                <a:latin typeface="URW Palladio IT" pitchFamily="2" charset="0"/>
              </a:rPr>
              <a:t> </a:t>
            </a:r>
            <a:r>
              <a:rPr lang="en-US" sz="2400" b="1" dirty="0" smtClean="0">
                <a:solidFill>
                  <a:srgbClr val="000000"/>
                </a:solidFill>
                <a:latin typeface="URW Palladio IT" pitchFamily="2" charset="0"/>
              </a:rPr>
              <a:t>Tato </a:t>
            </a:r>
            <a:r>
              <a:rPr lang="en-US" sz="2400" b="1" dirty="0" err="1">
                <a:solidFill>
                  <a:srgbClr val="000000"/>
                </a:solidFill>
                <a:latin typeface="URW Palladio IT" pitchFamily="2" charset="0"/>
              </a:rPr>
              <a:t>yäti</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paräà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gatim</a:t>
            </a:r>
            <a:r>
              <a:rPr lang="en-US" sz="2400" b="1" dirty="0">
                <a:solidFill>
                  <a:srgbClr val="000000"/>
                </a:solidFill>
                <a:latin typeface="URW Palladio IT" pitchFamily="2" charset="0"/>
              </a:rPr>
              <a:t> ||6.45||</a:t>
            </a:r>
          </a:p>
          <a:p>
            <a:pPr marL="342804" indent="-342804" algn="ctr">
              <a:lnSpc>
                <a:spcPct val="150000"/>
              </a:lnSpc>
              <a:spcBef>
                <a:spcPct val="0"/>
              </a:spcBef>
              <a:buFontTx/>
              <a:buNone/>
              <a:defRPr/>
            </a:pPr>
            <a:r>
              <a:rPr lang="en-US" sz="2400" b="1" dirty="0">
                <a:solidFill>
                  <a:srgbClr val="000000"/>
                </a:solidFill>
                <a:latin typeface="BRH Kannada" pitchFamily="2" charset="0"/>
              </a:rPr>
              <a:t>17. </a:t>
            </a:r>
            <a:r>
              <a:rPr lang="en-US" sz="2400" b="1" dirty="0" smtClean="0">
                <a:solidFill>
                  <a:srgbClr val="000000"/>
                </a:solidFill>
                <a:latin typeface="BRH Kannada" pitchFamily="2" charset="0"/>
              </a:rPr>
              <a:t>      ¥</a:t>
            </a:r>
            <a:r>
              <a:rPr lang="en-US" sz="2400" b="1" dirty="0" err="1">
                <a:solidFill>
                  <a:srgbClr val="000000"/>
                </a:solidFill>
                <a:latin typeface="BRH Kannada" pitchFamily="2" charset="0"/>
              </a:rPr>
              <a:t>ÀæAiÀÄvÁßzÀåvÀªÀiÁ£À¸ÀÄÛ</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AiÉÆÃVÃ</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ÀA±ÀÄzÀÞQ°âµÀB</a:t>
            </a:r>
            <a:r>
              <a:rPr lang="en-US" sz="2400" b="1" dirty="0">
                <a:solidFill>
                  <a:srgbClr val="000000"/>
                </a:solidFill>
                <a:latin typeface="BRH Kannada" pitchFamily="2" charset="0"/>
              </a:rPr>
              <a:t> |</a:t>
            </a:r>
          </a:p>
          <a:p>
            <a:pPr marL="342804" indent="-342804" algn="ctr">
              <a:lnSpc>
                <a:spcPct val="150000"/>
              </a:lnSpc>
              <a:spcBef>
                <a:spcPct val="0"/>
              </a:spcBef>
              <a:buFontTx/>
              <a:buNone/>
              <a:defRPr/>
            </a:pPr>
            <a:r>
              <a:rPr lang="en-US" sz="2400" b="1" dirty="0">
                <a:solidFill>
                  <a:srgbClr val="000000"/>
                </a:solidFill>
                <a:latin typeface="BRH Kannada" pitchFamily="2" charset="0"/>
              </a:rPr>
              <a:t>	</a:t>
            </a:r>
            <a:r>
              <a:rPr lang="en-US" sz="2400" b="1" dirty="0" smtClean="0">
                <a:solidFill>
                  <a:srgbClr val="000000"/>
                </a:solidFill>
                <a:latin typeface="BRH Kannada" pitchFamily="2" charset="0"/>
              </a:rPr>
              <a:t>       C£ÉÃPÀ </a:t>
            </a:r>
            <a:r>
              <a:rPr lang="en-US" sz="2400" b="1" dirty="0">
                <a:solidFill>
                  <a:srgbClr val="000000"/>
                </a:solidFill>
                <a:latin typeface="BRH Kannada" pitchFamily="2" charset="0"/>
              </a:rPr>
              <a:t>d£Àä¸ÀA¹zÀÞB </a:t>
            </a:r>
            <a:r>
              <a:rPr lang="en-US" sz="2400" b="1" dirty="0" err="1">
                <a:solidFill>
                  <a:srgbClr val="000000"/>
                </a:solidFill>
                <a:latin typeface="BRH Kannada" pitchFamily="2" charset="0"/>
              </a:rPr>
              <a:t>vÀvÉÆÃ</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AiÀiÁw</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ÀgÁA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UÀwA</a:t>
            </a:r>
            <a:r>
              <a:rPr lang="en-US" sz="2400" b="1" dirty="0">
                <a:solidFill>
                  <a:srgbClr val="000000"/>
                </a:solidFill>
                <a:latin typeface="BRH Kannada" pitchFamily="2" charset="0"/>
              </a:rPr>
              <a:t> ||6.45</a:t>
            </a:r>
            <a:r>
              <a:rPr lang="en-US" sz="2400" b="1" dirty="0" smtClean="0">
                <a:solidFill>
                  <a:srgbClr val="000000"/>
                </a:solidFill>
                <a:latin typeface="BRH Kannada" pitchFamily="2" charset="0"/>
              </a:rPr>
              <a:t>||</a:t>
            </a:r>
          </a:p>
          <a:p>
            <a:pPr marL="342804" indent="-342804" algn="ctr">
              <a:lnSpc>
                <a:spcPct val="150000"/>
              </a:lnSpc>
              <a:spcBef>
                <a:spcPct val="0"/>
              </a:spcBef>
              <a:buFontTx/>
              <a:buNone/>
              <a:defRPr/>
            </a:pP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dirty="0"/>
              <a:t>		</a:t>
            </a:r>
            <a:r>
              <a:rPr lang="en-US" sz="1800" b="1" dirty="0">
                <a:latin typeface="URW Palladio IT" pitchFamily="2" charset="0"/>
              </a:rPr>
              <a:t>The </a:t>
            </a:r>
            <a:r>
              <a:rPr lang="en-US" sz="1800" b="1" i="1" dirty="0">
                <a:latin typeface="URW Palladio IT" pitchFamily="2" charset="0"/>
              </a:rPr>
              <a:t>Yogi</a:t>
            </a:r>
            <a:r>
              <a:rPr lang="en-US" sz="1800" b="1" dirty="0">
                <a:latin typeface="URW Palladio IT" pitchFamily="2" charset="0"/>
              </a:rPr>
              <a:t>, however, who diligently takes up the practice attains 	perfection in this very life with the help of latencies of many 	births, and 	being  thoroughly purged of sin, forthwith reaches the  supreme state</a:t>
            </a:r>
            <a:r>
              <a:rPr lang="en-US" sz="1800" b="1" dirty="0" smtClean="0">
                <a:latin typeface="URW Palladio IT" pitchFamily="2" charset="0"/>
              </a:rPr>
              <a:t>.</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84228385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57150"/>
            <a:ext cx="9144000" cy="5029200"/>
          </a:xfrm>
        </p:spPr>
        <p:txBody>
          <a:bodyPr>
            <a:normAutofit fontScale="92500"/>
          </a:bodyPr>
          <a:lstStyle/>
          <a:p>
            <a:pPr marL="742743" indent="-742743" algn="ctr" eaLnBrk="1" hangingPunct="1">
              <a:lnSpc>
                <a:spcPct val="150000"/>
              </a:lnSpc>
              <a:buFont typeface="Arial" pitchFamily="34" charset="0"/>
              <a:buNone/>
              <a:defRPr/>
            </a:pPr>
            <a:r>
              <a:rPr lang="en-US" sz="2400" b="1" dirty="0" smtClean="0">
                <a:solidFill>
                  <a:srgbClr val="000000"/>
                </a:solidFill>
                <a:latin typeface="Sanskrit 99" pitchFamily="2" charset="0"/>
              </a:rPr>
              <a:t>18</a:t>
            </a:r>
            <a:r>
              <a:rPr lang="en-US" sz="2400" b="1" dirty="0">
                <a:solidFill>
                  <a:srgbClr val="000000"/>
                </a:solidFill>
                <a:latin typeface="Times New Roman" pitchFamily="18" charset="0"/>
                <a:cs typeface="Times New Roman" pitchFamily="18" charset="0"/>
              </a:rPr>
              <a:t>. </a:t>
            </a:r>
            <a:r>
              <a:rPr lang="en-US" sz="2400" b="1" dirty="0" smtClean="0">
                <a:solidFill>
                  <a:srgbClr val="000000"/>
                </a:solidFill>
                <a:latin typeface="Times New Roman" pitchFamily="18" charset="0"/>
                <a:cs typeface="Times New Roman" pitchFamily="18" charset="0"/>
              </a:rPr>
              <a:t>      </a:t>
            </a:r>
            <a:r>
              <a:rPr lang="en-US" sz="2400" b="1" dirty="0" err="1" smtClean="0">
                <a:solidFill>
                  <a:srgbClr val="000000"/>
                </a:solidFill>
                <a:latin typeface="Sanskrit 99" pitchFamily="2" charset="0"/>
              </a:rPr>
              <a:t>yae</a:t>
            </a:r>
            <a:r>
              <a:rPr lang="en-US" sz="2400" b="1" dirty="0" smtClean="0">
                <a:solidFill>
                  <a:srgbClr val="000000"/>
                </a:solidFill>
                <a:latin typeface="Sanskrit 99" pitchFamily="2" charset="0"/>
              </a:rPr>
              <a:t>=</a:t>
            </a:r>
            <a:r>
              <a:rPr lang="en-US" sz="2400" b="1" dirty="0" err="1" smtClean="0">
                <a:solidFill>
                  <a:srgbClr val="000000"/>
                </a:solidFill>
                <a:latin typeface="Sanskrit 99" pitchFamily="2" charset="0"/>
              </a:rPr>
              <a:t>Nt</a:t>
            </a:r>
            <a:r>
              <a:rPr lang="en-US" sz="2400" b="1" dirty="0" smtClean="0">
                <a:solidFill>
                  <a:srgbClr val="000000"/>
                </a:solidFill>
                <a:latin typeface="Sanskrit 99" pitchFamily="2" charset="0"/>
              </a:rPr>
              <a:t>&gt;</a:t>
            </a:r>
            <a:r>
              <a:rPr lang="en-US" sz="2400" b="1" dirty="0" err="1" smtClean="0">
                <a:solidFill>
                  <a:srgbClr val="000000"/>
                </a:solidFill>
                <a:latin typeface="Sanskrit 99" pitchFamily="2" charset="0"/>
              </a:rPr>
              <a:t>suoae</a:t>
            </a:r>
            <a:r>
              <a:rPr lang="en-US" sz="2400" b="1" dirty="0" smtClean="0">
                <a:solidFill>
                  <a:srgbClr val="000000"/>
                </a:solidFill>
                <a:latin typeface="Sanskrit 99" pitchFamily="2" charset="0"/>
              </a:rPr>
              <a:t>=</a:t>
            </a:r>
            <a:r>
              <a:rPr lang="en-US" sz="2400" b="1" dirty="0" err="1" smtClean="0">
                <a:solidFill>
                  <a:srgbClr val="000000"/>
                </a:solidFill>
                <a:latin typeface="Sanskrit 99" pitchFamily="2" charset="0"/>
              </a:rPr>
              <a:t>Ntraram</a:t>
            </a:r>
            <a:r>
              <a:rPr lang="en-US" sz="2400" b="1" dirty="0">
                <a:solidFill>
                  <a:srgbClr val="000000"/>
                </a:solidFill>
                <a:latin typeface="Sanskrit 99" pitchFamily="2" charset="0"/>
              </a:rPr>
              <a:t>&gt; </a:t>
            </a:r>
            <a:r>
              <a:rPr lang="en-US" sz="2400" b="1" dirty="0" err="1">
                <a:solidFill>
                  <a:srgbClr val="000000"/>
                </a:solidFill>
                <a:latin typeface="Sanskrit 99" pitchFamily="2" charset="0"/>
              </a:rPr>
              <a:t>twaNtJyaeRitrev</a:t>
            </a:r>
            <a:r>
              <a:rPr lang="en-US" sz="2400" b="1" dirty="0">
                <a:solidFill>
                  <a:srgbClr val="000000"/>
                </a:solidFill>
                <a:latin typeface="Sanskrit 99" pitchFamily="2" charset="0"/>
              </a:rPr>
              <a:t> y&gt;, </a:t>
            </a:r>
          </a:p>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s </a:t>
            </a:r>
            <a:r>
              <a:rPr lang="en-US" sz="2400" b="1" dirty="0" err="1">
                <a:solidFill>
                  <a:srgbClr val="000000"/>
                </a:solidFill>
                <a:latin typeface="Sanskrit 99" pitchFamily="2" charset="0"/>
              </a:rPr>
              <a:t>yaegI</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äüinvaR</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äüÉUtae</a:t>
            </a:r>
            <a:r>
              <a:rPr lang="en-US" sz="2400" b="1" dirty="0">
                <a:solidFill>
                  <a:srgbClr val="000000"/>
                </a:solidFill>
                <a:latin typeface="Sanskrit 99" pitchFamily="2" charset="0"/>
              </a:rPr>
              <a:t>=ixgCDit.5</a:t>
            </a:r>
            <a:r>
              <a:rPr lang="en-US" sz="2400" b="1" dirty="0">
                <a:solidFill>
                  <a:srgbClr val="000000"/>
                </a:solidFill>
                <a:latin typeface="URW Palladio IT" pitchFamily="2" charset="0"/>
              </a:rPr>
              <a:t>.</a:t>
            </a:r>
            <a:r>
              <a:rPr lang="en-US" sz="2400" b="1" dirty="0">
                <a:solidFill>
                  <a:srgbClr val="000000"/>
                </a:solidFill>
                <a:latin typeface="Sanskrit 99" pitchFamily="2" charset="0"/>
              </a:rPr>
              <a:t>24</a:t>
            </a:r>
            <a:r>
              <a:rPr lang="en-US" sz="2400" b="1" dirty="0" smtClean="0">
                <a:solidFill>
                  <a:srgbClr val="000000"/>
                </a:solidFill>
                <a:latin typeface="Sanskrit 99" pitchFamily="2" charset="0"/>
              </a:rPr>
              <a:t>.</a:t>
            </a:r>
            <a:endParaRPr lang="en-US" sz="2400" b="1" dirty="0">
              <a:solidFill>
                <a:srgbClr val="000000"/>
              </a:solidFill>
              <a:latin typeface="Sanskrit 99" pitchFamily="2" charset="0"/>
            </a:endParaRP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18. 	</a:t>
            </a:r>
            <a:r>
              <a:rPr lang="en-US" sz="2400" b="1" dirty="0" err="1">
                <a:solidFill>
                  <a:srgbClr val="000000"/>
                </a:solidFill>
                <a:latin typeface="URW Palladio IT" pitchFamily="2" charset="0"/>
              </a:rPr>
              <a:t>Yo'ntaù</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sukho'ntarärämaù</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Tathäntarjyotireva</a:t>
            </a:r>
            <a:r>
              <a:rPr lang="en-US" sz="2400" b="1" dirty="0" smtClean="0">
                <a:solidFill>
                  <a:srgbClr val="000000"/>
                </a:solidFill>
                <a:latin typeface="URW Palladio IT" pitchFamily="2" charset="0"/>
              </a:rPr>
              <a:t> </a:t>
            </a:r>
            <a:r>
              <a:rPr lang="en-US" sz="2400" b="1" dirty="0" err="1">
                <a:solidFill>
                  <a:srgbClr val="000000"/>
                </a:solidFill>
                <a:latin typeface="URW Palladio IT" pitchFamily="2" charset="0"/>
              </a:rPr>
              <a:t>yaù</a:t>
            </a:r>
            <a:r>
              <a:rPr lang="en-US" sz="2400" b="1" dirty="0">
                <a:solidFill>
                  <a:srgbClr val="000000"/>
                </a:solidFill>
                <a:latin typeface="URW Palladio IT" pitchFamily="2" charset="0"/>
              </a:rPr>
              <a:t>|</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	Sa </a:t>
            </a:r>
            <a:r>
              <a:rPr lang="en-US" sz="2400" b="1" dirty="0" err="1">
                <a:solidFill>
                  <a:srgbClr val="000000"/>
                </a:solidFill>
                <a:latin typeface="URW Palladio IT" pitchFamily="2" charset="0"/>
              </a:rPr>
              <a:t>yogé</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brahmanirväëaà</a:t>
            </a:r>
            <a:r>
              <a:rPr lang="en-US" sz="2400" b="1" dirty="0">
                <a:solidFill>
                  <a:srgbClr val="000000"/>
                </a:solidFill>
                <a:latin typeface="URW Palladio IT" pitchFamily="2" charset="0"/>
              </a:rPr>
              <a:t> </a:t>
            </a:r>
            <a:r>
              <a:rPr lang="en-US" sz="2400" b="1" dirty="0" err="1" smtClean="0">
                <a:solidFill>
                  <a:srgbClr val="000000"/>
                </a:solidFill>
                <a:latin typeface="URW Palladio IT" pitchFamily="2" charset="0"/>
              </a:rPr>
              <a:t>Brahmabhüto'dhigacchati</a:t>
            </a:r>
            <a:r>
              <a:rPr lang="en-US" sz="2400" b="1" dirty="0" smtClean="0">
                <a:solidFill>
                  <a:srgbClr val="000000"/>
                </a:solidFill>
                <a:latin typeface="URW Palladio IT" pitchFamily="2" charset="0"/>
              </a:rPr>
              <a:t> </a:t>
            </a:r>
            <a:r>
              <a:rPr lang="en-US" sz="2400" b="1" dirty="0">
                <a:solidFill>
                  <a:srgbClr val="000000"/>
                </a:solidFill>
                <a:latin typeface="URW Palladio IT" pitchFamily="2" charset="0"/>
              </a:rPr>
              <a:t>||5.24||</a:t>
            </a:r>
          </a:p>
          <a:p>
            <a:pPr marL="342804" indent="-342804" algn="ctr">
              <a:lnSpc>
                <a:spcPct val="150000"/>
              </a:lnSpc>
              <a:spcBef>
                <a:spcPct val="0"/>
              </a:spcBef>
              <a:buFontTx/>
              <a:buNone/>
              <a:defRPr/>
            </a:pPr>
            <a:r>
              <a:rPr lang="en-US" sz="2400" b="1" dirty="0" smtClean="0">
                <a:solidFill>
                  <a:srgbClr val="000000"/>
                </a:solidFill>
                <a:latin typeface="BRH Kannada" pitchFamily="2" charset="0"/>
              </a:rPr>
              <a:t>18.    </a:t>
            </a:r>
            <a:r>
              <a:rPr lang="en-US" sz="2400" b="1" dirty="0" err="1" smtClean="0">
                <a:solidFill>
                  <a:srgbClr val="000000"/>
                </a:solidFill>
                <a:latin typeface="BRH Kannada" pitchFamily="2" charset="0"/>
              </a:rPr>
              <a:t>AiÉÆÃ„AvÀB</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ÀÄSÉÆÃ„AvÀgÁgÁªÀÄB</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vÀxÁAvÀeÉÆåÃðwgÉÃªÀ</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AiÀÄB</a:t>
            </a:r>
            <a:r>
              <a:rPr lang="en-US" sz="2400" b="1" dirty="0" smtClean="0">
                <a:solidFill>
                  <a:srgbClr val="000000"/>
                </a:solidFill>
                <a:latin typeface="BRH Kannada" pitchFamily="2" charset="0"/>
              </a:rPr>
              <a:t>|</a:t>
            </a:r>
          </a:p>
          <a:p>
            <a:pPr marL="342804" indent="-342804" algn="ctr">
              <a:lnSpc>
                <a:spcPct val="150000"/>
              </a:lnSpc>
              <a:spcBef>
                <a:spcPct val="0"/>
              </a:spcBef>
              <a:buFontTx/>
              <a:buNone/>
              <a:defRPr/>
            </a:pPr>
            <a:r>
              <a:rPr lang="en-US" sz="2400" b="1" dirty="0" smtClean="0">
                <a:solidFill>
                  <a:srgbClr val="000000"/>
                </a:solidFill>
                <a:latin typeface="BRH Kannada" pitchFamily="2" charset="0"/>
              </a:rPr>
              <a:t>	    ¸À </a:t>
            </a:r>
            <a:r>
              <a:rPr lang="en-US" sz="2400" b="1" dirty="0" err="1" smtClean="0">
                <a:solidFill>
                  <a:srgbClr val="000000"/>
                </a:solidFill>
                <a:latin typeface="BRH Kannada" pitchFamily="2" charset="0"/>
              </a:rPr>
              <a:t>AiÉÆÃVÃ</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æºÀä</a:t>
            </a:r>
            <a:r>
              <a:rPr lang="en-US" sz="2400" b="1" dirty="0" smtClean="0">
                <a:solidFill>
                  <a:srgbClr val="000000"/>
                </a:solidFill>
                <a:latin typeface="BRH Kannada" pitchFamily="2" charset="0"/>
              </a:rPr>
              <a:t>¤ª</a:t>
            </a:r>
            <a:r>
              <a:rPr lang="en-US" sz="2400" b="1" dirty="0" err="1" smtClean="0">
                <a:solidFill>
                  <a:srgbClr val="000000"/>
                </a:solidFill>
                <a:latin typeface="BRH Kannada" pitchFamily="2" charset="0"/>
              </a:rPr>
              <a:t>ÁðtA</a:t>
            </a:r>
            <a:r>
              <a:rPr lang="en-US" sz="2400" b="1" dirty="0" smtClean="0">
                <a:solidFill>
                  <a:srgbClr val="000000"/>
                </a:solidFill>
                <a:latin typeface="BRH Kannada" pitchFamily="2" charset="0"/>
              </a:rPr>
              <a:t> §</a:t>
            </a:r>
            <a:r>
              <a:rPr lang="en-US" sz="2400" b="1" dirty="0" err="1" smtClean="0">
                <a:solidFill>
                  <a:srgbClr val="000000"/>
                </a:solidFill>
                <a:latin typeface="BRH Kannada" pitchFamily="2" charset="0"/>
              </a:rPr>
              <a:t>æºÀä¨sÀÆvÉÆÃ</a:t>
            </a:r>
            <a:r>
              <a:rPr lang="en-US" sz="2400" b="1" dirty="0" smtClean="0">
                <a:solidFill>
                  <a:srgbClr val="000000"/>
                </a:solidFill>
                <a:latin typeface="BRH Kannada" pitchFamily="2" charset="0"/>
              </a:rPr>
              <a:t>„¢</a:t>
            </a:r>
            <a:r>
              <a:rPr lang="en-US" sz="2400" b="1" dirty="0" err="1" smtClean="0">
                <a:solidFill>
                  <a:srgbClr val="000000"/>
                </a:solidFill>
                <a:latin typeface="BRH Kannada" pitchFamily="2" charset="0"/>
              </a:rPr>
              <a:t>üUÀZÀÒw</a:t>
            </a:r>
            <a:r>
              <a:rPr lang="en-US" sz="2400" b="1" dirty="0" smtClean="0">
                <a:solidFill>
                  <a:srgbClr val="000000"/>
                </a:solidFill>
                <a:latin typeface="BRH Kannada" pitchFamily="2" charset="0"/>
              </a:rPr>
              <a:t> ||5.24||</a:t>
            </a:r>
            <a:endParaRPr lang="en-US" sz="24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800" b="1" dirty="0">
                <a:latin typeface="URW Palladio IT" pitchFamily="2" charset="0"/>
              </a:rPr>
              <a:t>He who is happy within himself, enjoys within himself the delight of the soul, and even so is illumined by the inner light (light of the soul), such a </a:t>
            </a:r>
            <a:r>
              <a:rPr lang="en-US" sz="1800" b="1" i="1" dirty="0">
                <a:latin typeface="URW Palladio IT" pitchFamily="2" charset="0"/>
              </a:rPr>
              <a:t>Yogi </a:t>
            </a:r>
            <a:r>
              <a:rPr lang="en-US" sz="1800" b="1" dirty="0">
                <a:latin typeface="URW Palladio IT" pitchFamily="2" charset="0"/>
              </a:rPr>
              <a:t>is identified </a:t>
            </a:r>
            <a:r>
              <a:rPr lang="en-US" sz="1800" b="1" i="1" dirty="0">
                <a:latin typeface="URW Palladio IT" pitchFamily="2" charset="0"/>
              </a:rPr>
              <a:t>Brahma </a:t>
            </a:r>
            <a:r>
              <a:rPr lang="en-US" sz="1800" b="1" dirty="0">
                <a:latin typeface="URW Palladio IT" pitchFamily="2" charset="0"/>
              </a:rPr>
              <a:t>attains </a:t>
            </a:r>
            <a:r>
              <a:rPr lang="en-US" sz="1800" b="1" i="1" dirty="0">
                <a:latin typeface="URW Palladio IT" pitchFamily="2" charset="0"/>
              </a:rPr>
              <a:t>Brahma</a:t>
            </a:r>
            <a:r>
              <a:rPr lang="en-US" sz="1800" b="1" dirty="0">
                <a:latin typeface="URW Palladio IT" pitchFamily="2" charset="0"/>
              </a:rPr>
              <a:t>, who is all </a:t>
            </a:r>
            <a:r>
              <a:rPr lang="en-US" sz="1800" b="1" dirty="0" smtClean="0">
                <a:latin typeface="URW Palladio IT" pitchFamily="2" charset="0"/>
              </a:rPr>
              <a:t>Peace.</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335034631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0" y="228600"/>
            <a:ext cx="8915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r>
              <a:rPr lang="hi-IN" sz="2800" b="1" dirty="0" smtClean="0">
                <a:solidFill>
                  <a:schemeClr val="tx1"/>
                </a:solidFill>
                <a:latin typeface="Sanskrit 2003" pitchFamily="2" charset="-78"/>
                <a:cs typeface="Sanskrit 2003" pitchFamily="2" charset="-78"/>
              </a:rPr>
              <a:t>ॐतत्सदिति </a:t>
            </a:r>
            <a:r>
              <a:rPr lang="hi-IN" sz="2800" b="1" dirty="0">
                <a:solidFill>
                  <a:schemeClr val="tx1"/>
                </a:solidFill>
                <a:latin typeface="Sanskrit 2003" pitchFamily="2" charset="-78"/>
                <a:cs typeface="Sanskrit 2003" pitchFamily="2" charset="-78"/>
              </a:rPr>
              <a:t>श्रीमद्भगवद्गीतासूपनिषत्सु</a:t>
            </a:r>
            <a:endParaRPr lang="en-US" sz="2800" b="1" dirty="0">
              <a:solidFill>
                <a:schemeClr val="tx1"/>
              </a:solidFill>
              <a:latin typeface="Sanskrit 2003" pitchFamily="2" charset="-78"/>
              <a:cs typeface="Sanskrit 2003" pitchFamily="2" charset="-78"/>
            </a:endParaRPr>
          </a:p>
          <a:p>
            <a:pPr algn="ctr">
              <a:spcBef>
                <a:spcPts val="600"/>
              </a:spcBef>
            </a:pPr>
            <a:r>
              <a:rPr lang="hi-IN" sz="2800" b="1" dirty="0" smtClean="0">
                <a:solidFill>
                  <a:schemeClr val="tx1"/>
                </a:solidFill>
                <a:latin typeface="Sanskrit 2003" pitchFamily="2" charset="-78"/>
                <a:cs typeface="Sanskrit 2003" pitchFamily="2" charset="-78"/>
              </a:rPr>
              <a:t>ब्रह्मविद्यायां</a:t>
            </a:r>
            <a:r>
              <a:rPr lang="en-US" sz="2800" b="1" dirty="0" smtClean="0">
                <a:solidFill>
                  <a:schemeClr val="tx1"/>
                </a:solidFill>
                <a:latin typeface="Sanskrit 2003" pitchFamily="2" charset="-78"/>
                <a:cs typeface="Sanskrit 2003" pitchFamily="2" charset="-78"/>
              </a:rPr>
              <a:t> </a:t>
            </a:r>
            <a:r>
              <a:rPr lang="hi-IN" sz="2800" b="1" dirty="0">
                <a:solidFill>
                  <a:schemeClr val="tx1"/>
                </a:solidFill>
                <a:latin typeface="Sanskrit 2003" pitchFamily="2" charset="-78"/>
                <a:cs typeface="Sanskrit 2003" pitchFamily="2" charset="-78"/>
              </a:rPr>
              <a:t>यॊगशास्त्रॆ श्रीकृष्णार्जुनसंवादॆ</a:t>
            </a:r>
            <a:endParaRPr lang="en-US" sz="2800" b="1" dirty="0">
              <a:solidFill>
                <a:schemeClr val="tx1"/>
              </a:solidFill>
              <a:latin typeface="Sanskrit 2003" pitchFamily="2" charset="-78"/>
              <a:cs typeface="Sanskrit 2003" pitchFamily="2" charset="-78"/>
            </a:endParaRPr>
          </a:p>
          <a:p>
            <a:pPr algn="ctr">
              <a:spcBef>
                <a:spcPts val="600"/>
              </a:spcBef>
            </a:pPr>
            <a:endParaRPr lang="hi-IN" sz="2800" b="1" dirty="0">
              <a:solidFill>
                <a:schemeClr val="tx1"/>
              </a:solidFill>
              <a:latin typeface="Sanskrit 2003" pitchFamily="2" charset="-78"/>
              <a:cs typeface="Sanskrit 2003" pitchFamily="2" charset="-78"/>
            </a:endParaRPr>
          </a:p>
          <a:p>
            <a:pPr algn="ctr">
              <a:spcBef>
                <a:spcPts val="600"/>
              </a:spcBef>
            </a:pPr>
            <a:r>
              <a:rPr lang="en-US" sz="2800" b="1" dirty="0" err="1" smtClean="0">
                <a:solidFill>
                  <a:schemeClr val="tx1"/>
                </a:solidFill>
                <a:latin typeface="URW Palladio IT" pitchFamily="2" charset="0"/>
              </a:rPr>
              <a:t>Ōm</a:t>
            </a:r>
            <a:r>
              <a:rPr lang="en-US" sz="2800" b="1" dirty="0">
                <a:solidFill>
                  <a:schemeClr val="tx1"/>
                </a:solidFill>
                <a:latin typeface="URW Palladio IT" pitchFamily="2" charset="0"/>
              </a:rPr>
              <a:t>̐ </a:t>
            </a:r>
            <a:r>
              <a:rPr lang="en-US" sz="2800" b="1" dirty="0" err="1">
                <a:solidFill>
                  <a:schemeClr val="tx1"/>
                </a:solidFill>
                <a:latin typeface="URW Palladio IT" pitchFamily="2" charset="0"/>
              </a:rPr>
              <a:t>tatsaditi</a:t>
            </a:r>
            <a:r>
              <a:rPr lang="en-US" sz="2800" b="1" dirty="0">
                <a:solidFill>
                  <a:schemeClr val="tx1"/>
                </a:solidFill>
                <a:latin typeface="URW Palladio IT" pitchFamily="2" charset="0"/>
              </a:rPr>
              <a:t> </a:t>
            </a:r>
            <a:r>
              <a:rPr lang="en-US" sz="2800" b="1" dirty="0" err="1">
                <a:solidFill>
                  <a:schemeClr val="tx1"/>
                </a:solidFill>
                <a:latin typeface="URW Palladio IT" pitchFamily="2" charset="0"/>
              </a:rPr>
              <a:t>Śrīmadbhagavadgītāsu</a:t>
            </a:r>
            <a:r>
              <a:rPr lang="en-US" sz="2800" b="1" dirty="0">
                <a:solidFill>
                  <a:schemeClr val="tx1"/>
                </a:solidFill>
                <a:latin typeface="URW Palladio IT" pitchFamily="2" charset="0"/>
              </a:rPr>
              <a:t> </a:t>
            </a:r>
          </a:p>
          <a:p>
            <a:pPr algn="ctr">
              <a:spcBef>
                <a:spcPct val="0"/>
              </a:spcBef>
            </a:pPr>
            <a:r>
              <a:rPr lang="en-US" sz="2800" b="1" dirty="0" err="1" smtClean="0">
                <a:solidFill>
                  <a:schemeClr val="tx1"/>
                </a:solidFill>
                <a:latin typeface="URW Palladio IT" pitchFamily="2" charset="0"/>
              </a:rPr>
              <a:t>Upaniṣatsu</a:t>
            </a:r>
            <a:r>
              <a:rPr lang="en-US" sz="2800" b="1" dirty="0" smtClean="0">
                <a:solidFill>
                  <a:schemeClr val="tx1"/>
                </a:solidFill>
                <a:latin typeface="URW Palladio IT" pitchFamily="2" charset="0"/>
              </a:rPr>
              <a:t> </a:t>
            </a:r>
            <a:r>
              <a:rPr lang="en-US" sz="2800" b="1" dirty="0" err="1">
                <a:solidFill>
                  <a:schemeClr val="tx1"/>
                </a:solidFill>
                <a:latin typeface="URW Palladio IT" pitchFamily="2" charset="0"/>
              </a:rPr>
              <a:t>brahmavidyāyāṁ</a:t>
            </a:r>
            <a:r>
              <a:rPr lang="en-US" sz="2800" b="1" dirty="0">
                <a:solidFill>
                  <a:schemeClr val="tx1"/>
                </a:solidFill>
                <a:latin typeface="URW Palladio IT" pitchFamily="2" charset="0"/>
              </a:rPr>
              <a:t> </a:t>
            </a:r>
          </a:p>
          <a:p>
            <a:pPr algn="ctr">
              <a:spcBef>
                <a:spcPct val="0"/>
              </a:spcBef>
            </a:pPr>
            <a:r>
              <a:rPr lang="en-US" sz="2800" b="1" dirty="0" err="1" smtClean="0">
                <a:solidFill>
                  <a:schemeClr val="tx1"/>
                </a:solidFill>
                <a:latin typeface="URW Palladio IT" pitchFamily="2" charset="0"/>
              </a:rPr>
              <a:t>Yogaśāstre</a:t>
            </a:r>
            <a:r>
              <a:rPr lang="en-US" sz="2800" b="1" dirty="0" smtClean="0">
                <a:solidFill>
                  <a:schemeClr val="tx1"/>
                </a:solidFill>
                <a:latin typeface="URW Palladio IT" pitchFamily="2" charset="0"/>
              </a:rPr>
              <a:t> </a:t>
            </a:r>
            <a:r>
              <a:rPr lang="en-US" sz="2800" b="1" dirty="0" err="1">
                <a:solidFill>
                  <a:schemeClr val="tx1"/>
                </a:solidFill>
                <a:latin typeface="URW Palladio IT" pitchFamily="2" charset="0"/>
              </a:rPr>
              <a:t>śrīkr̥</a:t>
            </a:r>
            <a:r>
              <a:rPr lang="en-US" sz="2800" b="1" dirty="0" err="1" smtClean="0">
                <a:solidFill>
                  <a:schemeClr val="tx1"/>
                </a:solidFill>
                <a:latin typeface="URW Palladio IT" pitchFamily="2" charset="0"/>
              </a:rPr>
              <a:t>ṣṇārjunasaṁvāde</a:t>
            </a:r>
            <a:endParaRPr lang="en-US" sz="2800" b="1" dirty="0" smtClean="0">
              <a:solidFill>
                <a:schemeClr val="tx1"/>
              </a:solidFill>
              <a:latin typeface="URW Palladio IT" pitchFamily="2" charset="0"/>
            </a:endParaRPr>
          </a:p>
          <a:p>
            <a:pPr algn="ctr">
              <a:spcBef>
                <a:spcPct val="0"/>
              </a:spcBef>
            </a:pPr>
            <a:endParaRPr lang="en-US" sz="2800" b="1" dirty="0">
              <a:solidFill>
                <a:schemeClr val="tx1"/>
              </a:solidFill>
              <a:latin typeface="Arial" pitchFamily="34" charset="0"/>
              <a:cs typeface="Arial" pitchFamily="34" charset="0"/>
            </a:endParaRPr>
          </a:p>
          <a:p>
            <a:pPr algn="ctr">
              <a:spcBef>
                <a:spcPct val="0"/>
              </a:spcBef>
            </a:pPr>
            <a:r>
              <a:rPr lang="kn-IN" sz="2800" b="1" dirty="0" smtClean="0">
                <a:solidFill>
                  <a:schemeClr val="tx1"/>
                </a:solidFill>
                <a:latin typeface="Arial" pitchFamily="34" charset="0"/>
                <a:cs typeface="Arial" pitchFamily="34" charset="0"/>
              </a:rPr>
              <a:t>ಓಂತತ್ಸದಿತಿ</a:t>
            </a:r>
            <a:r>
              <a:rPr lang="en-US" sz="2800" b="1" dirty="0" smtClean="0">
                <a:solidFill>
                  <a:schemeClr val="tx1"/>
                </a:solidFill>
                <a:latin typeface="Arial" pitchFamily="34" charset="0"/>
                <a:cs typeface="Arial" pitchFamily="34" charset="0"/>
              </a:rPr>
              <a:t> </a:t>
            </a:r>
            <a:r>
              <a:rPr lang="kn-IN" sz="2800" b="1" dirty="0" smtClean="0">
                <a:solidFill>
                  <a:schemeClr val="tx1"/>
                </a:solidFill>
                <a:latin typeface="Arial" pitchFamily="34" charset="0"/>
                <a:cs typeface="Arial" pitchFamily="34" charset="0"/>
              </a:rPr>
              <a:t>ಶ್ರೀಮದ್ಭಗವದ್ಗೀತಾಸು</a:t>
            </a:r>
            <a:r>
              <a:rPr lang="en-US" sz="2800" b="1" dirty="0" smtClean="0">
                <a:solidFill>
                  <a:schemeClr val="tx1"/>
                </a:solidFill>
                <a:latin typeface="Arial" pitchFamily="34" charset="0"/>
                <a:cs typeface="Arial" pitchFamily="34" charset="0"/>
              </a:rPr>
              <a:t> </a:t>
            </a:r>
            <a:r>
              <a:rPr lang="kn-IN" sz="2800" b="1" dirty="0" smtClean="0">
                <a:solidFill>
                  <a:schemeClr val="tx1"/>
                </a:solidFill>
                <a:latin typeface="Arial" pitchFamily="34" charset="0"/>
                <a:cs typeface="Arial" pitchFamily="34" charset="0"/>
              </a:rPr>
              <a:t>ಉಪನಿಷತ್ಸು</a:t>
            </a:r>
            <a:r>
              <a:rPr lang="en-US" sz="2800" b="1" dirty="0" smtClean="0">
                <a:solidFill>
                  <a:schemeClr val="tx1"/>
                </a:solidFill>
                <a:latin typeface="Arial" pitchFamily="34" charset="0"/>
                <a:cs typeface="Arial" pitchFamily="34" charset="0"/>
              </a:rPr>
              <a:t> </a:t>
            </a:r>
            <a:r>
              <a:rPr lang="kn-IN" sz="2800" b="1" dirty="0" smtClean="0">
                <a:solidFill>
                  <a:schemeClr val="tx1"/>
                </a:solidFill>
                <a:latin typeface="Arial" pitchFamily="34" charset="0"/>
                <a:cs typeface="Arial" pitchFamily="34" charset="0"/>
              </a:rPr>
              <a:t>ಬ್ರಹ್ಮವಿದ್ಯಾಯಾಂ</a:t>
            </a:r>
            <a:r>
              <a:rPr lang="en-US" sz="2800" b="1" dirty="0" smtClean="0">
                <a:solidFill>
                  <a:schemeClr val="tx1"/>
                </a:solidFill>
                <a:latin typeface="Arial" pitchFamily="34" charset="0"/>
                <a:cs typeface="Arial" pitchFamily="34" charset="0"/>
              </a:rPr>
              <a:t> </a:t>
            </a:r>
            <a:r>
              <a:rPr lang="kn-IN" sz="2800" b="1" dirty="0" smtClean="0">
                <a:solidFill>
                  <a:schemeClr val="tx1"/>
                </a:solidFill>
                <a:latin typeface="Arial" pitchFamily="34" charset="0"/>
                <a:cs typeface="Arial" pitchFamily="34" charset="0"/>
              </a:rPr>
              <a:t>ಯೋಗಶಾಸ್ತ್ರೇ</a:t>
            </a:r>
            <a:r>
              <a:rPr lang="en-US" sz="2800" b="1" dirty="0" smtClean="0">
                <a:solidFill>
                  <a:schemeClr val="tx1"/>
                </a:solidFill>
                <a:latin typeface="Arial" pitchFamily="34" charset="0"/>
                <a:cs typeface="Arial" pitchFamily="34" charset="0"/>
              </a:rPr>
              <a:t> </a:t>
            </a:r>
            <a:r>
              <a:rPr lang="kn-IN" sz="2800" b="1" dirty="0" smtClean="0">
                <a:solidFill>
                  <a:schemeClr val="tx1"/>
                </a:solidFill>
                <a:latin typeface="Arial" pitchFamily="34" charset="0"/>
                <a:cs typeface="Arial" pitchFamily="34" charset="0"/>
              </a:rPr>
              <a:t>ಶ್ರೀಕೃಷ್ಣಾರ್ಜುನಸಂವಾದೇ</a:t>
            </a:r>
            <a:endParaRPr lang="kn-IN" sz="2800" b="1"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07122609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0" y="628650"/>
            <a:ext cx="91440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r>
              <a:rPr lang="en-US" sz="4400" b="1" dirty="0">
                <a:solidFill>
                  <a:srgbClr val="000000"/>
                </a:solidFill>
                <a:latin typeface="Sanskrit 99" pitchFamily="2" charset="0"/>
              </a:rPr>
              <a:t>raj</a:t>
            </a:r>
            <a:r>
              <a:rPr lang="hi-IN" sz="4400" b="1" dirty="0">
                <a:solidFill>
                  <a:schemeClr val="tx1"/>
                </a:solidFill>
                <a:latin typeface="Sanskrit 2003" pitchFamily="2" charset="-78"/>
                <a:cs typeface="Sanskrit 2003" pitchFamily="2" charset="-78"/>
              </a:rPr>
              <a:t>यॊगश्लॊकसङ्ग्रहः॥</a:t>
            </a:r>
            <a:endParaRPr lang="en-US" sz="4400" b="1" dirty="0">
              <a:solidFill>
                <a:schemeClr val="tx1"/>
              </a:solidFill>
              <a:latin typeface="Sanskrit 2003" pitchFamily="2" charset="-78"/>
              <a:cs typeface="Sanskrit 2003" pitchFamily="2" charset="-78"/>
            </a:endParaRPr>
          </a:p>
          <a:p>
            <a:pPr algn="ctr">
              <a:spcBef>
                <a:spcPct val="0"/>
              </a:spcBef>
            </a:pPr>
            <a:r>
              <a:rPr lang="hi-IN" sz="4400" b="1" dirty="0">
                <a:solidFill>
                  <a:schemeClr val="tx1"/>
                </a:solidFill>
                <a:latin typeface="Sanskrit 2003" pitchFamily="2" charset="-78"/>
                <a:cs typeface="Sanskrit 2003" pitchFamily="2" charset="-78"/>
              </a:rPr>
              <a:t>।हरिः ॐ तत्सत्।</a:t>
            </a:r>
            <a:endParaRPr lang="en-US" sz="4400" b="1" dirty="0">
              <a:solidFill>
                <a:schemeClr val="tx1"/>
              </a:solidFill>
              <a:latin typeface="URW Palladio IT" pitchFamily="2" charset="0"/>
              <a:cs typeface="Sanskrit 2003" pitchFamily="2" charset="-78"/>
            </a:endParaRPr>
          </a:p>
          <a:p>
            <a:pPr algn="ctr">
              <a:spcBef>
                <a:spcPts val="1800"/>
              </a:spcBef>
            </a:pPr>
            <a:r>
              <a:rPr lang="en-US" sz="4000" b="1" dirty="0" err="1">
                <a:solidFill>
                  <a:schemeClr val="tx1"/>
                </a:solidFill>
                <a:latin typeface="URW Palladio IT" pitchFamily="2" charset="0"/>
              </a:rPr>
              <a:t>Rājayogaślokasaṅgrahaḥ</a:t>
            </a:r>
            <a:r>
              <a:rPr lang="en-US" sz="4000" b="1" dirty="0">
                <a:solidFill>
                  <a:schemeClr val="tx1"/>
                </a:solidFill>
                <a:latin typeface="URW Palladio IT" pitchFamily="2" charset="0"/>
              </a:rPr>
              <a:t> ||</a:t>
            </a:r>
          </a:p>
          <a:p>
            <a:pPr algn="ctr">
              <a:spcBef>
                <a:spcPct val="0"/>
              </a:spcBef>
              <a:spcAft>
                <a:spcPts val="1800"/>
              </a:spcAft>
            </a:pPr>
            <a:r>
              <a:rPr lang="en-US" sz="4000" b="1" dirty="0">
                <a:solidFill>
                  <a:schemeClr val="tx1"/>
                </a:solidFill>
                <a:latin typeface="URW Palladio IT" pitchFamily="2" charset="0"/>
              </a:rPr>
              <a:t>| </a:t>
            </a:r>
            <a:r>
              <a:rPr lang="en-US" sz="4000" b="1" dirty="0" err="1">
                <a:solidFill>
                  <a:schemeClr val="tx1"/>
                </a:solidFill>
                <a:latin typeface="URW Palladio IT" pitchFamily="2" charset="0"/>
              </a:rPr>
              <a:t>Hariḥ</a:t>
            </a:r>
            <a:r>
              <a:rPr lang="en-US" sz="4000" b="1" dirty="0">
                <a:solidFill>
                  <a:schemeClr val="tx1"/>
                </a:solidFill>
                <a:latin typeface="URW Palladio IT" pitchFamily="2" charset="0"/>
              </a:rPr>
              <a:t> </a:t>
            </a:r>
            <a:r>
              <a:rPr lang="en-US" sz="4000" b="1" dirty="0" err="1">
                <a:solidFill>
                  <a:schemeClr val="tx1"/>
                </a:solidFill>
                <a:latin typeface="URW Palladio IT" pitchFamily="2" charset="0"/>
              </a:rPr>
              <a:t>ōm</a:t>
            </a:r>
            <a:r>
              <a:rPr lang="en-US" sz="4000" b="1" dirty="0">
                <a:solidFill>
                  <a:schemeClr val="tx1"/>
                </a:solidFill>
                <a:latin typeface="URW Palladio IT" pitchFamily="2" charset="0"/>
              </a:rPr>
              <a:t>̐ </a:t>
            </a:r>
            <a:r>
              <a:rPr lang="en-US" sz="4000" b="1" dirty="0" err="1">
                <a:solidFill>
                  <a:schemeClr val="tx1"/>
                </a:solidFill>
                <a:latin typeface="URW Palladio IT" pitchFamily="2" charset="0"/>
              </a:rPr>
              <a:t>tatsat</a:t>
            </a:r>
            <a:r>
              <a:rPr lang="en-US" sz="4000" b="1" dirty="0">
                <a:solidFill>
                  <a:schemeClr val="tx1"/>
                </a:solidFill>
                <a:latin typeface="URW Palladio IT" pitchFamily="2" charset="0"/>
              </a:rPr>
              <a:t> |</a:t>
            </a:r>
          </a:p>
          <a:p>
            <a:pPr algn="ctr">
              <a:spcBef>
                <a:spcPct val="0"/>
              </a:spcBef>
            </a:pPr>
            <a:r>
              <a:rPr lang="en-US" sz="4400" dirty="0" err="1">
                <a:solidFill>
                  <a:srgbClr val="000000"/>
                </a:solidFill>
                <a:latin typeface="BRH Kannada" pitchFamily="2" charset="0"/>
              </a:rPr>
              <a:t>gÁdAiÉÆÃUÀ</a:t>
            </a:r>
            <a:r>
              <a:rPr lang="en-US" sz="4400" dirty="0">
                <a:solidFill>
                  <a:srgbClr val="000000"/>
                </a:solidFill>
                <a:latin typeface="BRH Kannada" pitchFamily="2" charset="0"/>
              </a:rPr>
              <a:t> ±</a:t>
            </a:r>
            <a:r>
              <a:rPr lang="en-US" sz="4400" dirty="0" err="1">
                <a:solidFill>
                  <a:srgbClr val="000000"/>
                </a:solidFill>
                <a:latin typeface="BRH Kannada" pitchFamily="2" charset="0"/>
              </a:rPr>
              <a:t>ÉÆèÃPÀ</a:t>
            </a:r>
            <a:r>
              <a:rPr lang="en-US" sz="4400" dirty="0">
                <a:solidFill>
                  <a:srgbClr val="000000"/>
                </a:solidFill>
                <a:latin typeface="BRH Kannada" pitchFamily="2" charset="0"/>
              </a:rPr>
              <a:t> ¸</a:t>
            </a:r>
            <a:r>
              <a:rPr lang="en-US" sz="4400" dirty="0" err="1">
                <a:solidFill>
                  <a:srgbClr val="000000"/>
                </a:solidFill>
                <a:latin typeface="BRH Kannada" pitchFamily="2" charset="0"/>
              </a:rPr>
              <a:t>ÀAUÀæºÀB</a:t>
            </a:r>
            <a:endParaRPr lang="en-US" sz="4400" dirty="0">
              <a:solidFill>
                <a:srgbClr val="000000"/>
              </a:solidFill>
              <a:latin typeface="BRH Kannada" pitchFamily="2" charset="0"/>
            </a:endParaRPr>
          </a:p>
          <a:p>
            <a:pPr algn="ctr">
              <a:spcBef>
                <a:spcPct val="0"/>
              </a:spcBef>
            </a:pPr>
            <a:r>
              <a:rPr lang="en-US" sz="4400" dirty="0">
                <a:solidFill>
                  <a:srgbClr val="000000"/>
                </a:solidFill>
                <a:latin typeface="BRH Kannada" pitchFamily="2" charset="0"/>
              </a:rPr>
              <a:t>| º</a:t>
            </a:r>
            <a:r>
              <a:rPr lang="en-US" sz="4400" dirty="0" err="1">
                <a:solidFill>
                  <a:srgbClr val="000000"/>
                </a:solidFill>
                <a:latin typeface="BRH Kannada" pitchFamily="2" charset="0"/>
              </a:rPr>
              <a:t>ÀjB</a:t>
            </a:r>
            <a:r>
              <a:rPr lang="en-US" sz="4400" dirty="0">
                <a:solidFill>
                  <a:srgbClr val="000000"/>
                </a:solidFill>
                <a:latin typeface="BRH Kannada" pitchFamily="2" charset="0"/>
              </a:rPr>
              <a:t> NA </a:t>
            </a:r>
            <a:r>
              <a:rPr lang="en-US" sz="4400" dirty="0" err="1">
                <a:solidFill>
                  <a:srgbClr val="000000"/>
                </a:solidFill>
                <a:latin typeface="BRH Kannada" pitchFamily="2" charset="0"/>
              </a:rPr>
              <a:t>vÀvÀìvï</a:t>
            </a:r>
            <a:r>
              <a:rPr lang="en-US" sz="4400" dirty="0">
                <a:solidFill>
                  <a:srgbClr val="000000"/>
                </a:solidFill>
                <a:latin typeface="BRH Kannada" pitchFamily="2" charset="0"/>
              </a:rPr>
              <a:t> |</a:t>
            </a:r>
            <a:endParaRPr lang="en-US" sz="4400" b="1" dirty="0">
              <a:solidFill>
                <a:schemeClr val="tx1"/>
              </a:solidFill>
              <a:latin typeface="URW Palladio IT" pitchFamily="2" charset="0"/>
            </a:endParaRPr>
          </a:p>
        </p:txBody>
      </p:sp>
    </p:spTree>
    <p:extLst>
      <p:ext uri="{BB962C8B-B14F-4D97-AF65-F5344CB8AC3E}">
        <p14:creationId xmlns:p14="http://schemas.microsoft.com/office/powerpoint/2010/main" val="306170080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52400" y="971550"/>
            <a:ext cx="9144000" cy="277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algn="ctr">
              <a:lnSpc>
                <a:spcPct val="150000"/>
              </a:lnSpc>
            </a:pPr>
            <a:r>
              <a:rPr lang="hi-IN" sz="4000" b="1" dirty="0">
                <a:solidFill>
                  <a:schemeClr val="tx1"/>
                </a:solidFill>
                <a:latin typeface="Sanskrit 2003" pitchFamily="2" charset="-78"/>
                <a:cs typeface="Sanskrit 2003" pitchFamily="2" charset="-78"/>
              </a:rPr>
              <a:t>श्रीकृष्णार्पणमस्तु</a:t>
            </a:r>
            <a:endParaRPr lang="hi-IN" sz="4000" b="1" dirty="0">
              <a:solidFill>
                <a:schemeClr val="tx1"/>
              </a:solidFill>
              <a:cs typeface="Sanskrit 2003" pitchFamily="2" charset="-78"/>
            </a:endParaRPr>
          </a:p>
          <a:p>
            <a:pPr algn="ctr">
              <a:lnSpc>
                <a:spcPct val="150000"/>
              </a:lnSpc>
            </a:pPr>
            <a:r>
              <a:rPr lang="en-US" sz="4000" b="1" dirty="0" err="1">
                <a:solidFill>
                  <a:schemeClr val="tx1"/>
                </a:solidFill>
                <a:latin typeface="URW Palladio IT" pitchFamily="2" charset="0"/>
              </a:rPr>
              <a:t>Śrīkr̥ṣṇārpaṇamastu</a:t>
            </a:r>
            <a:endParaRPr lang="en-US" sz="4000" b="1" dirty="0">
              <a:solidFill>
                <a:schemeClr val="tx1"/>
              </a:solidFill>
              <a:latin typeface="URW Palladio IT" pitchFamily="2" charset="0"/>
              <a:cs typeface="Times New Roman" pitchFamily="18" charset="0"/>
            </a:endParaRPr>
          </a:p>
          <a:p>
            <a:pPr algn="ctr">
              <a:lnSpc>
                <a:spcPct val="150000"/>
              </a:lnSpc>
            </a:pPr>
            <a:r>
              <a:rPr lang="kn-IN" sz="4000" b="1" dirty="0">
                <a:solidFill>
                  <a:schemeClr val="tx1"/>
                </a:solidFill>
              </a:rPr>
              <a:t>ಶ್ರೀ ಕೃಷ್ಣಾರ್ಪಣಮಸ್ತು</a:t>
            </a:r>
            <a:endParaRPr lang="en-US" sz="4000" b="1" dirty="0">
              <a:solidFill>
                <a:schemeClr val="tx1"/>
              </a:solidFill>
              <a:latin typeface="URW Palladio IT" pitchFamily="2" charset="0"/>
              <a:cs typeface="Times New Roman" pitchFamily="18" charset="0"/>
            </a:endParaRPr>
          </a:p>
        </p:txBody>
      </p:sp>
    </p:spTree>
    <p:extLst>
      <p:ext uri="{BB962C8B-B14F-4D97-AF65-F5344CB8AC3E}">
        <p14:creationId xmlns:p14="http://schemas.microsoft.com/office/powerpoint/2010/main" val="36494949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0" y="1200606"/>
            <a:ext cx="9144000" cy="3942905"/>
          </a:xfrm>
          <a:prstGeom prst="rect">
            <a:avLst/>
          </a:prstGeom>
        </p:spPr>
        <p:txBody>
          <a:bodyPr lIns="53184" tIns="26592" rIns="53184" bIns="26592"/>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1989300" marR="0" lvl="4" indent="-221033" algn="l" defTabSz="543152" rtl="0" eaLnBrk="1" fontAlgn="base" latinLnBrk="0" hangingPunct="1">
              <a:lnSpc>
                <a:spcPct val="100000"/>
              </a:lnSpc>
              <a:spcBef>
                <a:spcPct val="20000"/>
              </a:spcBef>
              <a:spcAft>
                <a:spcPct val="0"/>
              </a:spcAft>
              <a:buClrTx/>
              <a:buSzTx/>
              <a:buFont typeface="Arial" pitchFamily="34" charset="0"/>
              <a:buChar char="»"/>
              <a:tabLst/>
              <a:defRPr/>
            </a:pPr>
            <a:endParaRPr kumimoji="0" lang="en-US"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685800" rtl="0" eaLnBrk="0" fontAlgn="base" latinLnBrk="0" hangingPunct="0">
              <a:lnSpc>
                <a:spcPct val="100000"/>
              </a:lnSpc>
              <a:spcBef>
                <a:spcPct val="20000"/>
              </a:spcBef>
              <a:spcAft>
                <a:spcPct val="0"/>
              </a:spcAft>
              <a:buClrTx/>
              <a:buSzTx/>
              <a:buFont typeface="Arial" pitchFamily="34" charset="0"/>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Siddhanta</a:t>
            </a:r>
            <a:r>
              <a:rPr kumimoji="0" lang="en-US" sz="1800" b="1" i="0" u="none" strike="noStrike" kern="1200" cap="none" spc="0" normalizeH="0" baseline="0" noProof="0" dirty="0">
                <a:ln>
                  <a:noFill/>
                </a:ln>
                <a:solidFill>
                  <a:srgbClr val="FF0000"/>
                </a:solidFill>
                <a:effectLst/>
                <a:uLnTx/>
                <a:uFillTx/>
                <a:latin typeface="Calibri"/>
                <a:ea typeface="+mn-ea"/>
                <a:cs typeface="+mn-cs"/>
              </a:rPr>
              <a:t> </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Tulasi</a:t>
            </a:r>
            <a:r>
              <a:rPr kumimoji="0" lang="en-US" sz="1800" b="1" i="0" u="none" strike="noStrike" kern="1200" cap="none" spc="0" normalizeH="0" baseline="0" noProof="0" dirty="0">
                <a:ln>
                  <a:noFill/>
                </a:ln>
                <a:solidFill>
                  <a:srgbClr val="FF0000"/>
                </a:solidFill>
                <a:effectLst/>
                <a:uLnTx/>
                <a:uFillTx/>
                <a:latin typeface="Calibri"/>
                <a:ea typeface="+mn-ea"/>
                <a:cs typeface="+mn-cs"/>
              </a:rPr>
              <a:t>’</a:t>
            </a:r>
            <a:endParaRPr kumimoji="0" lang="en-US" sz="1800" b="1" i="0" u="sng" strike="noStrike" kern="1200" cap="none" spc="0" normalizeH="0" baseline="0" noProof="0" dirty="0">
              <a:ln>
                <a:noFill/>
              </a:ln>
              <a:solidFill>
                <a:srgbClr val="FF0000"/>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Parivrajakacharya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Pramukh</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Ratna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Siddhanta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Shikhamani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“Vivekananda Award for excellence in propagating human values among the youth”.</a:t>
            </a:r>
            <a:endParaRPr kumimoji="0" lang="en-US" sz="1500" b="1" i="0" u="sng" strike="noStrike" kern="1200" cap="none" spc="0" normalizeH="0" baseline="0" noProof="0" dirty="0">
              <a:ln>
                <a:noFill/>
              </a:ln>
              <a:solidFill>
                <a:prstClr val="black"/>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q"/>
              <a:tabLst/>
              <a:defRPr/>
            </a:pPr>
            <a:r>
              <a:rPr kumimoji="0" lang="en-US" sz="1500" b="1" i="0" u="sng" strike="noStrike" kern="1200" cap="none" spc="0" normalizeH="0" baseline="0" noProof="0" dirty="0">
                <a:ln>
                  <a:noFill/>
                </a:ln>
                <a:solidFill>
                  <a:prstClr val="black"/>
                </a:solidFill>
                <a:effectLst/>
                <a:uLnTx/>
                <a:uFillTx/>
                <a:latin typeface="Calibri"/>
                <a:ea typeface="+mn-ea"/>
                <a:cs typeface="+mn-cs"/>
              </a:rPr>
              <a:t>Books-</a:t>
            </a:r>
            <a:r>
              <a:rPr kumimoji="0" lang="en-US" sz="1500" b="0" i="0" u="none" strike="noStrike" kern="1200" cap="none" spc="0" normalizeH="0" baseline="0" noProof="0" dirty="0">
                <a:ln>
                  <a:noFill/>
                </a:ln>
                <a:solidFill>
                  <a:prstClr val="black"/>
                </a:solidFill>
                <a:effectLst/>
                <a:uLnTx/>
                <a:uFillTx/>
                <a:latin typeface="Calibri"/>
                <a:ea typeface="+mn-ea"/>
                <a:cs typeface="+mn-cs"/>
              </a:rPr>
              <a:t> Gita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Darshan</a:t>
            </a:r>
            <a:r>
              <a:rPr kumimoji="0" lang="en-US" sz="1500" b="0" i="0" u="none" strike="noStrike" kern="1200" cap="none" spc="0" normalizeH="0" baseline="0" noProof="0" dirty="0">
                <a:ln>
                  <a:noFill/>
                </a:ln>
                <a:solidFill>
                  <a:prstClr val="black"/>
                </a:solidFill>
                <a:effectLst/>
                <a:uLnTx/>
                <a:uFillTx/>
                <a:latin typeface="Calibri"/>
                <a:ea typeface="+mn-ea"/>
                <a:cs typeface="+mn-cs"/>
              </a:rPr>
              <a:t>, Swami Vivekananda-The Man of Letters &amp; more than 25 books on culture, philosophy &amp; education.</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–Vivekananda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Gurukul</a:t>
            </a:r>
            <a:r>
              <a:rPr kumimoji="0" lang="en-US" sz="1500" b="0" i="0" u="none" strike="noStrike" kern="1200" cap="none" spc="0" normalizeH="0" baseline="0" noProof="0" dirty="0">
                <a:ln>
                  <a:noFill/>
                </a:ln>
                <a:solidFill>
                  <a:prstClr val="black"/>
                </a:solidFill>
                <a:effectLst/>
                <a:uLnTx/>
                <a:uFillTx/>
                <a:latin typeface="Calibri"/>
                <a:ea typeface="+mn-ea"/>
                <a:cs typeface="+mn-cs"/>
              </a:rPr>
              <a:t>-Autonomous PG College, Madurai</a:t>
            </a:r>
          </a:p>
          <a:p>
            <a:pPr marL="211660" marR="0" lvl="1" indent="-21166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National Defense Academy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Pune</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Chairman, Academic Council, Vivekananda Educational Society, Chennai.</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President, Vivekananda Academy of Cultural studies,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Kanyakumari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His lectures are broadcast on AIR, TV and available in YouTube </a:t>
            </a:r>
          </a:p>
        </p:txBody>
      </p:sp>
      <p:sp>
        <p:nvSpPr>
          <p:cNvPr id="4" name="Title 1"/>
          <p:cNvSpPr txBox="1">
            <a:spLocks/>
          </p:cNvSpPr>
          <p:nvPr/>
        </p:nvSpPr>
        <p:spPr>
          <a:xfrm>
            <a:off x="2362200" y="209550"/>
            <a:ext cx="4686300" cy="1108535"/>
          </a:xfrm>
          <a:prstGeom prst="rect">
            <a:avLst/>
          </a:prstGeom>
        </p:spPr>
        <p:txBody>
          <a:bodyPr lIns="53184" tIns="26592" rIns="53184" bIns="26592"/>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1" u="none" strike="noStrike" kern="1200" cap="none" spc="0" normalizeH="0" baseline="0" noProof="0" dirty="0">
                <a:ln>
                  <a:noFill/>
                </a:ln>
                <a:solidFill>
                  <a:prstClr val="black"/>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Dr.Kambhampati</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Subrahmanyam</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0" i="0" u="none" strike="noStrike" kern="1200" cap="none" spc="0" normalizeH="0" baseline="0" noProof="0" dirty="0">
                <a:ln>
                  <a:noFill/>
                </a:ln>
                <a:solidFill>
                  <a:prstClr val="black"/>
                </a:solidFill>
                <a:effectLst/>
                <a:uLnTx/>
                <a:uFillTx/>
                <a:latin typeface="Calibri"/>
                <a:ea typeface="+mj-ea"/>
                <a:cs typeface="+mj-cs"/>
              </a:rPr>
              <a:t>MA(Eng), MA (Phil.), PhD</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prstClr val="black"/>
                </a:solidFill>
                <a:effectLst/>
                <a:uLnTx/>
                <a:uFillTx/>
                <a:latin typeface="Calibri"/>
                <a:ea typeface="+mj-ea"/>
                <a:cs typeface="+mj-cs"/>
              </a:rPr>
              <a:t>Pro-Chancellor, S-VYASA University</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srgbClr val="F79646">
                    <a:lumMod val="50000"/>
                  </a:srgbClr>
                </a:solidFill>
                <a:effectLst/>
                <a:uLnTx/>
                <a:uFillTx/>
                <a:latin typeface="Calibri"/>
                <a:ea typeface="+mj-ea"/>
                <a:cs typeface="+mj-cs"/>
              </a:rPr>
              <a:t>Awards &amp; Titles</a:t>
            </a:r>
            <a:endParaRPr kumimoji="0" lang="en-US" sz="1725" b="0" i="0" u="none" strike="noStrike" kern="1200" cap="none" spc="0" normalizeH="0" baseline="0" noProof="0" dirty="0">
              <a:ln>
                <a:noFill/>
              </a:ln>
              <a:solidFill>
                <a:prstClr val="black"/>
              </a:solidFill>
              <a:effectLst/>
              <a:uLnTx/>
              <a:uFillTx/>
              <a:latin typeface="Calibri"/>
              <a:ea typeface="+mj-ea"/>
              <a:cs typeface="+mj-cs"/>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431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7019401"/>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1426336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133350"/>
            <a:ext cx="6172200" cy="857249"/>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824871"/>
            <a:ext cx="9144000" cy="4231339"/>
          </a:xfrm>
          <a:prstGeom prst="rect">
            <a:avLst/>
          </a:prstGeom>
        </p:spPr>
        <p:txBody>
          <a:bodyPr lIns="53186" tIns="26594" rIns="53186" bIns="26594">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Astae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sdœ</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tmsae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JyaeitgRmy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m&amp;TyaemaR</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Am&amp;t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&lt;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endParaRPr kumimoji="0" lang="en-IN" sz="1950"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Asato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sad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Tamaso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jyotirgamaya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Måtyormä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amåtaì</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Let us move from unreality to reality, from darkness to light &amp; from mortality to immortality.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1950" b="1" i="0" u="none" strike="noStrike" kern="1200" cap="none" spc="0" normalizeH="0" baseline="0" noProof="0" dirty="0">
              <a:ln>
                <a:noFill/>
              </a:ln>
              <a:solidFill>
                <a:srgbClr val="000000"/>
              </a:solidFill>
              <a:effectLst/>
              <a:uLnTx/>
              <a:uFillTx/>
              <a:latin typeface="URW Palladio IT"/>
              <a:ea typeface="+mn-ea"/>
              <a:cs typeface="+mn-cs"/>
            </a:endParaRPr>
          </a:p>
        </p:txBody>
      </p:sp>
    </p:spTree>
    <p:extLst>
      <p:ext uri="{BB962C8B-B14F-4D97-AF65-F5344CB8AC3E}">
        <p14:creationId xmlns:p14="http://schemas.microsoft.com/office/powerpoint/2010/main" val="2878631943"/>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0"/>
            <a:ext cx="6172200" cy="765444"/>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950982"/>
            <a:ext cx="9144000" cy="4192519"/>
          </a:xfrm>
          <a:prstGeom prst="rect">
            <a:avLst/>
          </a:prstGeom>
        </p:spPr>
        <p:txBody>
          <a:bodyPr lIns="53186" tIns="26594" rIns="53186" bIns="26594">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suion</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inramya</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ÉÔai</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pZyNtu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 ma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kiít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Ê&gt;</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oÉag</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Évet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US" sz="3075"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sukhinaù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nirämayäù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bhadräëi</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paçyantu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kaçcit</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duùkhabhäg</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bhavet</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May all be happy. May all be free from diseases. May all see things auspicious. May none be subjected to misery.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3075" b="1" i="0" u="none" strike="noStrike" kern="1200" cap="none" spc="0" normalizeH="0" baseline="0" noProof="0" dirty="0">
              <a:ln>
                <a:noFill/>
              </a:ln>
              <a:solidFill>
                <a:srgbClr val="000000"/>
              </a:solidFill>
              <a:effectLst/>
              <a:uLnTx/>
              <a:uFillTx/>
              <a:latin typeface="Sanskrit 99"/>
              <a:ea typeface="+mn-ea"/>
              <a:cs typeface="+mn-cs"/>
            </a:endParaRPr>
          </a:p>
        </p:txBody>
      </p:sp>
    </p:spTree>
    <p:extLst>
      <p:ext uri="{BB962C8B-B14F-4D97-AF65-F5344CB8AC3E}">
        <p14:creationId xmlns:p14="http://schemas.microsoft.com/office/powerpoint/2010/main" val="3007353990"/>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15832799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92500" lnSpcReduction="20000"/>
          </a:bodyPr>
          <a:lstStyle/>
          <a:p>
            <a:pPr algn="ctr">
              <a:buNone/>
            </a:pPr>
            <a:endParaRPr lang="en-IN" sz="2800" dirty="0" smtClean="0">
              <a:latin typeface="Sanskrit 99" pitchFamily="2" charset="0"/>
            </a:endParaRPr>
          </a:p>
          <a:p>
            <a:pPr algn="ctr">
              <a:buNone/>
            </a:pPr>
            <a:r>
              <a:rPr lang="en-IN" sz="2800" dirty="0" err="1" smtClean="0">
                <a:latin typeface="Sanskrit 99" pitchFamily="2" charset="0"/>
              </a:rPr>
              <a:t>jn</a:t>
            </a:r>
            <a:r>
              <a:rPr lang="en-IN" sz="2800" dirty="0" smtClean="0">
                <a:latin typeface="Sanskrit 99" pitchFamily="2" charset="0"/>
              </a:rPr>
              <a:t> g[ </a:t>
            </a:r>
            <a:r>
              <a:rPr lang="en-IN" sz="2800" dirty="0" err="1" smtClean="0">
                <a:latin typeface="Sanskrit 99" pitchFamily="2" charset="0"/>
              </a:rPr>
              <a:t>mn</a:t>
            </a:r>
            <a:r>
              <a:rPr lang="en-IN" sz="2800" dirty="0" smtClean="0">
                <a:latin typeface="Sanskrit 99" pitchFamily="2" charset="0"/>
              </a:rPr>
              <a:t> </a:t>
            </a:r>
            <a:r>
              <a:rPr lang="en-IN" sz="2800" dirty="0" err="1" smtClean="0">
                <a:latin typeface="Sanskrit 99" pitchFamily="2" charset="0"/>
              </a:rPr>
              <a:t>Aixnayk</a:t>
            </a:r>
            <a:r>
              <a:rPr lang="en-IN" sz="2800" dirty="0" smtClean="0">
                <a:latin typeface="Sanskrit 99" pitchFamily="2" charset="0"/>
              </a:rPr>
              <a:t> </a:t>
            </a:r>
            <a:r>
              <a:rPr lang="en-IN" sz="2800" dirty="0" err="1" smtClean="0">
                <a:latin typeface="Sanskrit 99" pitchFamily="2" charset="0"/>
              </a:rPr>
              <a:t>jy</a:t>
            </a:r>
            <a:r>
              <a:rPr lang="en-IN" sz="2800" dirty="0" smtClean="0">
                <a:latin typeface="Sanskrit 99" pitchFamily="2" charset="0"/>
              </a:rPr>
              <a:t> he</a:t>
            </a:r>
            <a:endParaRPr lang="en-US" sz="2800" dirty="0" smtClean="0">
              <a:latin typeface="Sanskrit 99" pitchFamily="2" charset="0"/>
            </a:endParaRPr>
          </a:p>
          <a:p>
            <a:pPr algn="ctr">
              <a:buNone/>
            </a:pPr>
            <a:r>
              <a:rPr lang="en-IN" sz="2800" dirty="0" err="1" smtClean="0">
                <a:latin typeface="Sanskrit 99" pitchFamily="2" charset="0"/>
              </a:rPr>
              <a:t>Éart</a:t>
            </a:r>
            <a:r>
              <a:rPr lang="en-IN" sz="2800" dirty="0" smtClean="0">
                <a:latin typeface="Sanskrit 99" pitchFamily="2" charset="0"/>
              </a:rPr>
              <a:t> </a:t>
            </a:r>
            <a:r>
              <a:rPr lang="en-IN" sz="2800" dirty="0" err="1" smtClean="0">
                <a:latin typeface="Sanskrit 99" pitchFamily="2" charset="0"/>
              </a:rPr>
              <a:t>ÉaGy</a:t>
            </a:r>
            <a:r>
              <a:rPr lang="en-IN" sz="2800" dirty="0" smtClean="0">
                <a:latin typeface="Sanskrit 99" pitchFamily="2" charset="0"/>
              </a:rPr>
              <a:t> </a:t>
            </a:r>
            <a:r>
              <a:rPr lang="en-IN" sz="2800" dirty="0" err="1" smtClean="0">
                <a:latin typeface="Sanskrit 99" pitchFamily="2" charset="0"/>
              </a:rPr>
              <a:t>ivxata</a:t>
            </a:r>
            <a:endParaRPr lang="en-US" sz="2800" dirty="0" smtClean="0">
              <a:latin typeface="Sanskrit 99" pitchFamily="2" charset="0"/>
            </a:endParaRPr>
          </a:p>
          <a:p>
            <a:pPr algn="ctr">
              <a:buNone/>
            </a:pPr>
            <a:r>
              <a:rPr lang="en-IN" sz="2800" dirty="0" err="1" smtClean="0">
                <a:latin typeface="Sanskrit 99" pitchFamily="2" charset="0"/>
              </a:rPr>
              <a:t>pÃav</a:t>
            </a:r>
            <a:r>
              <a:rPr lang="en-IN" sz="2800" dirty="0" smtClean="0">
                <a:latin typeface="Sanskrit 99" pitchFamily="2" charset="0"/>
              </a:rPr>
              <a:t> </a:t>
            </a:r>
            <a:r>
              <a:rPr lang="en-IN" sz="2800" dirty="0" err="1" smtClean="0">
                <a:latin typeface="Sanskrit 99" pitchFamily="2" charset="0"/>
              </a:rPr>
              <a:t>isNxu</a:t>
            </a:r>
            <a:r>
              <a:rPr lang="en-IN" sz="2800" dirty="0" smtClean="0">
                <a:latin typeface="Sanskrit 99" pitchFamily="2" charset="0"/>
              </a:rPr>
              <a:t> </a:t>
            </a:r>
            <a:r>
              <a:rPr lang="en-IN" sz="2800" dirty="0" err="1" smtClean="0">
                <a:latin typeface="Sanskrit 99" pitchFamily="2" charset="0"/>
              </a:rPr>
              <a:t>gujraq</a:t>
            </a:r>
            <a:r>
              <a:rPr lang="en-IN" sz="2800" dirty="0" smtClean="0">
                <a:latin typeface="Sanskrit 99" pitchFamily="2" charset="0"/>
              </a:rPr>
              <a:t> </a:t>
            </a:r>
            <a:r>
              <a:rPr lang="en-IN" sz="2800" dirty="0" err="1" smtClean="0">
                <a:latin typeface="Sanskrit 99" pitchFamily="2" charset="0"/>
              </a:rPr>
              <a:t>mraQa</a:t>
            </a:r>
            <a:r>
              <a:rPr lang="en-IN" sz="2800" dirty="0" smtClean="0">
                <a:latin typeface="Sanskrit 99" pitchFamily="2" charset="0"/>
              </a:rPr>
              <a:t> </a:t>
            </a:r>
            <a:r>
              <a:rPr lang="en-IN" sz="2800" dirty="0" err="1" smtClean="0">
                <a:latin typeface="Sanskrit 99" pitchFamily="2" charset="0"/>
              </a:rPr>
              <a:t>Ôaivf</a:t>
            </a:r>
            <a:r>
              <a:rPr lang="en-IN" sz="2800" dirty="0" smtClean="0">
                <a:latin typeface="Sanskrit 99" pitchFamily="2" charset="0"/>
              </a:rPr>
              <a:t> %</a:t>
            </a:r>
            <a:r>
              <a:rPr lang="en-IN" sz="2800" dirty="0" err="1" smtClean="0">
                <a:latin typeface="Sanskrit 99" pitchFamily="2" charset="0"/>
              </a:rPr>
              <a:t>Tkl</a:t>
            </a:r>
            <a:r>
              <a:rPr lang="en-IN" sz="2800" dirty="0" smtClean="0">
                <a:latin typeface="Sanskrit 99" pitchFamily="2" charset="0"/>
              </a:rPr>
              <a:t> v¼</a:t>
            </a:r>
          </a:p>
          <a:p>
            <a:pPr algn="ctr">
              <a:buNone/>
            </a:pPr>
            <a:endParaRPr lang="en-IN" sz="2800" dirty="0" smtClean="0">
              <a:latin typeface="Sanskrit 99" pitchFamily="2" charset="0"/>
            </a:endParaRPr>
          </a:p>
          <a:p>
            <a:pPr algn="ctr">
              <a:buNone/>
            </a:pPr>
            <a:r>
              <a:rPr lang="en-IN" sz="2400" b="1" dirty="0" smtClean="0">
                <a:latin typeface="URW Palladio IT" pitchFamily="2" charset="0"/>
              </a:rPr>
              <a:t>Jana </a:t>
            </a:r>
            <a:r>
              <a:rPr lang="en-IN" sz="2400" b="1" dirty="0" err="1" smtClean="0">
                <a:latin typeface="URW Palladio IT" pitchFamily="2" charset="0"/>
              </a:rPr>
              <a:t>Gaëa</a:t>
            </a:r>
            <a:r>
              <a:rPr lang="en-IN" sz="2400" b="1" dirty="0" smtClean="0">
                <a:latin typeface="URW Palladio IT" pitchFamily="2" charset="0"/>
              </a:rPr>
              <a:t> </a:t>
            </a:r>
            <a:r>
              <a:rPr lang="en-IN" sz="2400" b="1" dirty="0" err="1" smtClean="0">
                <a:latin typeface="URW Palladio IT" pitchFamily="2" charset="0"/>
              </a:rPr>
              <a:t>Mana</a:t>
            </a:r>
            <a:r>
              <a:rPr lang="en-IN" sz="2400" b="1" dirty="0" smtClean="0">
                <a:latin typeface="URW Palladio IT" pitchFamily="2" charset="0"/>
              </a:rPr>
              <a:t> </a:t>
            </a:r>
            <a:r>
              <a:rPr lang="en-IN" sz="2400" b="1" dirty="0" err="1" smtClean="0">
                <a:latin typeface="URW Palladio IT" pitchFamily="2" charset="0"/>
              </a:rPr>
              <a:t>Adhinäyaka</a:t>
            </a:r>
            <a:r>
              <a:rPr lang="en-IN" sz="2400" b="1" dirty="0" smtClean="0">
                <a:latin typeface="URW Palladio IT" pitchFamily="2" charset="0"/>
              </a:rPr>
              <a:t> Jaya He</a:t>
            </a:r>
            <a:endParaRPr lang="en-US" sz="2400" b="1" dirty="0" smtClean="0">
              <a:latin typeface="URW Palladio IT" pitchFamily="2" charset="0"/>
            </a:endParaRPr>
          </a:p>
          <a:p>
            <a:pPr algn="ctr">
              <a:buNone/>
            </a:pPr>
            <a:r>
              <a:rPr lang="en-IN" sz="2400" b="1" dirty="0" err="1" smtClean="0">
                <a:latin typeface="URW Palladio IT" pitchFamily="2" charset="0"/>
              </a:rPr>
              <a:t>Bhärata</a:t>
            </a:r>
            <a:r>
              <a:rPr lang="en-IN" sz="2400" b="1" dirty="0" smtClean="0">
                <a:latin typeface="URW Palladio IT" pitchFamily="2" charset="0"/>
              </a:rPr>
              <a:t> </a:t>
            </a:r>
            <a:r>
              <a:rPr lang="en-IN" sz="2400" b="1" dirty="0" err="1" smtClean="0">
                <a:latin typeface="URW Palladio IT" pitchFamily="2" charset="0"/>
              </a:rPr>
              <a:t>Bhägya</a:t>
            </a:r>
            <a:r>
              <a:rPr lang="en-IN" sz="2400" b="1" dirty="0" smtClean="0">
                <a:latin typeface="URW Palladio IT" pitchFamily="2" charset="0"/>
              </a:rPr>
              <a:t> </a:t>
            </a:r>
            <a:r>
              <a:rPr lang="en-IN" sz="2400" b="1" dirty="0" err="1" smtClean="0">
                <a:latin typeface="URW Palladio IT" pitchFamily="2" charset="0"/>
              </a:rPr>
              <a:t>Vidhätä</a:t>
            </a:r>
            <a:endParaRPr lang="en-US" sz="2400" b="1" dirty="0" smtClean="0">
              <a:latin typeface="URW Palladio IT" pitchFamily="2" charset="0"/>
            </a:endParaRPr>
          </a:p>
          <a:p>
            <a:pPr algn="ctr">
              <a:buNone/>
            </a:pPr>
            <a:r>
              <a:rPr lang="en-IN" sz="2400" b="1" dirty="0" err="1" smtClean="0">
                <a:latin typeface="URW Palladio IT" pitchFamily="2" charset="0"/>
              </a:rPr>
              <a:t>Païjäva</a:t>
            </a:r>
            <a:r>
              <a:rPr lang="en-IN" sz="2400" b="1" dirty="0" smtClean="0">
                <a:latin typeface="URW Palladio IT" pitchFamily="2" charset="0"/>
              </a:rPr>
              <a:t> </a:t>
            </a:r>
            <a:r>
              <a:rPr lang="en-IN" sz="2400" b="1" dirty="0" err="1" smtClean="0">
                <a:latin typeface="URW Palladio IT" pitchFamily="2" charset="0"/>
              </a:rPr>
              <a:t>Sindhu</a:t>
            </a:r>
            <a:r>
              <a:rPr lang="en-IN" sz="2400" b="1" dirty="0" smtClean="0">
                <a:latin typeface="URW Palladio IT" pitchFamily="2" charset="0"/>
              </a:rPr>
              <a:t> </a:t>
            </a:r>
            <a:r>
              <a:rPr lang="en-IN" sz="2400" b="1" dirty="0" err="1" smtClean="0">
                <a:latin typeface="URW Palladio IT" pitchFamily="2" charset="0"/>
              </a:rPr>
              <a:t>Gujaräöa</a:t>
            </a:r>
            <a:r>
              <a:rPr lang="en-IN" sz="2400" b="1" dirty="0" smtClean="0">
                <a:latin typeface="URW Palladio IT" pitchFamily="2" charset="0"/>
              </a:rPr>
              <a:t> </a:t>
            </a:r>
            <a:r>
              <a:rPr lang="en-IN" sz="2400" b="1" dirty="0" err="1" smtClean="0">
                <a:latin typeface="URW Palladio IT" pitchFamily="2" charset="0"/>
              </a:rPr>
              <a:t>Maräöhä</a:t>
            </a:r>
            <a:r>
              <a:rPr lang="en-IN" sz="2400" b="1" dirty="0" smtClean="0">
                <a:latin typeface="URW Palladio IT" pitchFamily="2" charset="0"/>
              </a:rPr>
              <a:t> </a:t>
            </a:r>
            <a:r>
              <a:rPr lang="en-IN" sz="2400" b="1" dirty="0" err="1" smtClean="0">
                <a:latin typeface="URW Palladio IT" pitchFamily="2" charset="0"/>
              </a:rPr>
              <a:t>Dräviòa</a:t>
            </a:r>
            <a:r>
              <a:rPr lang="en-IN" sz="2400" b="1" dirty="0" smtClean="0">
                <a:latin typeface="URW Palladio IT" pitchFamily="2" charset="0"/>
              </a:rPr>
              <a:t> </a:t>
            </a:r>
            <a:r>
              <a:rPr lang="en-IN" sz="2400" b="1" dirty="0" err="1" smtClean="0">
                <a:latin typeface="URW Palladio IT" pitchFamily="2" charset="0"/>
              </a:rPr>
              <a:t>Utkala</a:t>
            </a:r>
            <a:r>
              <a:rPr lang="en-IN" sz="2400" b="1" dirty="0" smtClean="0">
                <a:latin typeface="URW Palladio IT" pitchFamily="2" charset="0"/>
              </a:rPr>
              <a:t> </a:t>
            </a:r>
            <a:r>
              <a:rPr lang="en-IN" sz="2400" b="1" dirty="0" err="1" smtClean="0">
                <a:latin typeface="URW Palladio IT" pitchFamily="2" charset="0"/>
              </a:rPr>
              <a:t>Vaìga</a:t>
            </a:r>
            <a:endParaRPr lang="en-US" sz="2400" b="1" dirty="0" smtClean="0">
              <a:latin typeface="URW Palladio IT" pitchFamily="2" charset="0"/>
            </a:endParaRPr>
          </a:p>
          <a:p>
            <a:pPr algn="ctr">
              <a:buNone/>
            </a:pPr>
            <a:endParaRPr lang="en-US" sz="2600" dirty="0" smtClean="0">
              <a:latin typeface="Times New Roman" pitchFamily="18" charset="0"/>
              <a:cs typeface="Times New Roman" pitchFamily="18" charset="0"/>
            </a:endParaRPr>
          </a:p>
          <a:p>
            <a:pPr algn="ctr">
              <a:buNone/>
            </a:pPr>
            <a:r>
              <a:rPr lang="en-US" sz="2600" dirty="0" smtClean="0">
                <a:latin typeface="Times New Roman" pitchFamily="18" charset="0"/>
                <a:cs typeface="Times New Roman" pitchFamily="18" charset="0"/>
              </a:rPr>
              <a:t>Thou art the ruler of the minds of all people, Dispenser of India's destiny. Thy name rouses the hearts of Punjab, </a:t>
            </a:r>
            <a:r>
              <a:rPr lang="en-US" sz="2600" dirty="0" err="1" smtClean="0">
                <a:latin typeface="Times New Roman" pitchFamily="18" charset="0"/>
                <a:cs typeface="Times New Roman" pitchFamily="18" charset="0"/>
              </a:rPr>
              <a:t>Sindhu</a:t>
            </a:r>
            <a:r>
              <a:rPr lang="en-US" sz="2600" dirty="0" smtClean="0">
                <a:latin typeface="Times New Roman" pitchFamily="18" charset="0"/>
                <a:cs typeface="Times New Roman" pitchFamily="18" charset="0"/>
              </a:rPr>
              <a:t>, Gujarat and Maratha, Of the </a:t>
            </a:r>
            <a:r>
              <a:rPr lang="en-US" sz="2600" dirty="0" err="1" smtClean="0">
                <a:latin typeface="Times New Roman" pitchFamily="18" charset="0"/>
                <a:cs typeface="Times New Roman" pitchFamily="18" charset="0"/>
              </a:rPr>
              <a:t>Dravida</a:t>
            </a:r>
            <a:r>
              <a:rPr lang="en-US" sz="2600" dirty="0" smtClean="0">
                <a:latin typeface="Times New Roman" pitchFamily="18" charset="0"/>
                <a:cs typeface="Times New Roman" pitchFamily="18" charset="0"/>
              </a:rPr>
              <a:t> and </a:t>
            </a:r>
            <a:r>
              <a:rPr lang="en-US" sz="2600" dirty="0" err="1" smtClean="0">
                <a:latin typeface="Times New Roman" pitchFamily="18" charset="0"/>
                <a:cs typeface="Times New Roman" pitchFamily="18" charset="0"/>
              </a:rPr>
              <a:t>Odhisa</a:t>
            </a:r>
            <a:r>
              <a:rPr lang="en-US" sz="2600" dirty="0" smtClean="0">
                <a:latin typeface="Times New Roman" pitchFamily="18" charset="0"/>
                <a:cs typeface="Times New Roman" pitchFamily="18" charset="0"/>
              </a:rPr>
              <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2763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200150"/>
            <a:ext cx="1828800" cy="1071606"/>
          </a:xfrm>
          <a:prstGeom prst="rect">
            <a:avLst/>
          </a:prstGeom>
          <a:noFill/>
        </p:spPr>
      </p:pic>
    </p:spTree>
    <p:extLst>
      <p:ext uri="{BB962C8B-B14F-4D97-AF65-F5344CB8AC3E}">
        <p14:creationId xmlns:p14="http://schemas.microsoft.com/office/powerpoint/2010/main" val="320760151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85000" lnSpcReduction="20000"/>
          </a:bodyPr>
          <a:lstStyle/>
          <a:p>
            <a:pPr algn="ctr">
              <a:buNone/>
            </a:pPr>
            <a:r>
              <a:rPr lang="en-IN" sz="2800" dirty="0" err="1" smtClean="0">
                <a:latin typeface="Sanskrit 99" pitchFamily="2" charset="0"/>
              </a:rPr>
              <a:t>ivNXy</a:t>
            </a:r>
            <a:r>
              <a:rPr lang="en-IN" sz="2800" dirty="0" smtClean="0">
                <a:latin typeface="Sanskrit 99" pitchFamily="2" charset="0"/>
              </a:rPr>
              <a:t> </a:t>
            </a:r>
            <a:r>
              <a:rPr lang="en-IN" sz="2800" dirty="0" err="1" smtClean="0">
                <a:latin typeface="Sanskrit 99" pitchFamily="2" charset="0"/>
              </a:rPr>
              <a:t>ihmacl</a:t>
            </a:r>
            <a:r>
              <a:rPr lang="en-IN" sz="2800" dirty="0" smtClean="0">
                <a:latin typeface="Sanskrit 99" pitchFamily="2" charset="0"/>
              </a:rPr>
              <a:t> </a:t>
            </a:r>
            <a:r>
              <a:rPr lang="en-IN" sz="2800" dirty="0" err="1" smtClean="0">
                <a:latin typeface="Sanskrit 99" pitchFamily="2" charset="0"/>
              </a:rPr>
              <a:t>ymuna</a:t>
            </a:r>
            <a:r>
              <a:rPr lang="en-IN" sz="2800" dirty="0" smtClean="0">
                <a:latin typeface="Sanskrit 99" pitchFamily="2" charset="0"/>
              </a:rPr>
              <a:t> g¼a</a:t>
            </a:r>
            <a:endParaRPr lang="en-US" sz="2800" dirty="0" smtClean="0">
              <a:latin typeface="Sanskrit 99" pitchFamily="2" charset="0"/>
            </a:endParaRPr>
          </a:p>
          <a:p>
            <a:pPr algn="ctr">
              <a:buNone/>
            </a:pPr>
            <a:r>
              <a:rPr lang="en-IN" sz="2800" dirty="0" smtClean="0">
                <a:latin typeface="Sanskrit 99" pitchFamily="2" charset="0"/>
              </a:rPr>
              <a:t>%</a:t>
            </a:r>
            <a:r>
              <a:rPr lang="en-IN" sz="2800" dirty="0" err="1" smtClean="0">
                <a:latin typeface="Sanskrit 99" pitchFamily="2" charset="0"/>
              </a:rPr>
              <a:t>CDl</a:t>
            </a:r>
            <a:r>
              <a:rPr lang="en-IN" sz="2800" dirty="0" smtClean="0">
                <a:latin typeface="Sanskrit 99" pitchFamily="2" charset="0"/>
              </a:rPr>
              <a:t> </a:t>
            </a:r>
            <a:r>
              <a:rPr lang="en-IN" sz="2800" dirty="0" err="1" smtClean="0">
                <a:latin typeface="Sanskrit 99" pitchFamily="2" charset="0"/>
              </a:rPr>
              <a:t>jlix</a:t>
            </a:r>
            <a:r>
              <a:rPr lang="en-IN" sz="2800" dirty="0" smtClean="0">
                <a:latin typeface="Sanskrit 99" pitchFamily="2" charset="0"/>
              </a:rPr>
              <a:t> tr¼</a:t>
            </a:r>
            <a:endParaRPr lang="en-US" sz="2800" dirty="0" smtClean="0">
              <a:latin typeface="Sanskrit 99" pitchFamily="2" charset="0"/>
            </a:endParaRPr>
          </a:p>
          <a:p>
            <a:pPr algn="ctr">
              <a:buNone/>
            </a:pPr>
            <a:r>
              <a:rPr lang="en-IN" sz="2800" dirty="0" err="1" smtClean="0">
                <a:latin typeface="Sanskrit 99" pitchFamily="2" charset="0"/>
              </a:rPr>
              <a:t>tv</a:t>
            </a:r>
            <a:r>
              <a:rPr lang="en-IN" sz="2800" dirty="0" smtClean="0">
                <a:latin typeface="Sanskrit 99" pitchFamily="2" charset="0"/>
              </a:rPr>
              <a:t> </a:t>
            </a:r>
            <a:r>
              <a:rPr lang="en-IN" sz="2800" dirty="0" err="1" smtClean="0">
                <a:latin typeface="Sanskrit 99" pitchFamily="2" charset="0"/>
              </a:rPr>
              <a:t>zuÉ</a:t>
            </a:r>
            <a:r>
              <a:rPr lang="en-IN" sz="2800" dirty="0" smtClean="0">
                <a:latin typeface="Sanskrit 99" pitchFamily="2" charset="0"/>
              </a:rPr>
              <a:t> name </a:t>
            </a:r>
            <a:r>
              <a:rPr lang="en-IN" sz="2800" dirty="0" err="1" smtClean="0">
                <a:latin typeface="Sanskrit 99" pitchFamily="2" charset="0"/>
              </a:rPr>
              <a:t>jage</a:t>
            </a:r>
            <a:r>
              <a:rPr lang="en-IN" sz="2800" dirty="0" smtClean="0">
                <a:latin typeface="Sanskrit 99" pitchFamily="2" charset="0"/>
              </a:rPr>
              <a:t> </a:t>
            </a:r>
            <a:r>
              <a:rPr lang="en-IN" sz="2800" dirty="0" err="1" smtClean="0">
                <a:latin typeface="Sanskrit 99" pitchFamily="2" charset="0"/>
              </a:rPr>
              <a:t>tv</a:t>
            </a:r>
            <a:r>
              <a:rPr lang="en-IN" sz="2800" dirty="0" smtClean="0">
                <a:latin typeface="Sanskrit 99" pitchFamily="2" charset="0"/>
              </a:rPr>
              <a:t> </a:t>
            </a:r>
            <a:r>
              <a:rPr lang="en-IN" sz="2800" dirty="0" err="1" smtClean="0">
                <a:latin typeface="Sanskrit 99" pitchFamily="2" charset="0"/>
              </a:rPr>
              <a:t>zuÉ</a:t>
            </a:r>
            <a:r>
              <a:rPr lang="en-IN" sz="2800" dirty="0" smtClean="0">
                <a:latin typeface="Sanskrit 99" pitchFamily="2" charset="0"/>
              </a:rPr>
              <a:t> </a:t>
            </a:r>
            <a:r>
              <a:rPr lang="en-IN" sz="2800" dirty="0" err="1" smtClean="0">
                <a:latin typeface="Sanskrit 99" pitchFamily="2" charset="0"/>
              </a:rPr>
              <a:t>Aaiz</a:t>
            </a:r>
            <a:r>
              <a:rPr lang="en-IN" sz="2800" dirty="0" smtClean="0">
                <a:latin typeface="Sanskrit 99" pitchFamily="2" charset="0"/>
              </a:rPr>
              <a:t>; mage </a:t>
            </a:r>
            <a:r>
              <a:rPr lang="en-IN" sz="2800" dirty="0" err="1" smtClean="0">
                <a:latin typeface="Sanskrit 99" pitchFamily="2" charset="0"/>
              </a:rPr>
              <a:t>gahe</a:t>
            </a:r>
            <a:r>
              <a:rPr lang="en-IN" sz="2800" dirty="0" smtClean="0">
                <a:latin typeface="Sanskrit 99" pitchFamily="2" charset="0"/>
              </a:rPr>
              <a:t> </a:t>
            </a:r>
            <a:r>
              <a:rPr lang="en-IN" sz="2800" dirty="0" err="1" smtClean="0">
                <a:latin typeface="Sanskrit 99" pitchFamily="2" charset="0"/>
              </a:rPr>
              <a:t>tv</a:t>
            </a:r>
            <a:r>
              <a:rPr lang="en-IN" sz="2800" dirty="0" smtClean="0">
                <a:latin typeface="Sanskrit 99" pitchFamily="2" charset="0"/>
              </a:rPr>
              <a:t> </a:t>
            </a:r>
            <a:r>
              <a:rPr lang="en-IN" sz="2800" dirty="0" err="1" smtClean="0">
                <a:latin typeface="Sanskrit 99" pitchFamily="2" charset="0"/>
              </a:rPr>
              <a:t>jy</a:t>
            </a:r>
            <a:r>
              <a:rPr lang="en-IN" sz="2800" dirty="0" smtClean="0">
                <a:latin typeface="Sanskrit 99" pitchFamily="2" charset="0"/>
              </a:rPr>
              <a:t> </a:t>
            </a:r>
            <a:r>
              <a:rPr lang="en-IN" sz="2800" dirty="0" err="1" smtClean="0">
                <a:latin typeface="Sanskrit 99" pitchFamily="2" charset="0"/>
              </a:rPr>
              <a:t>gawa</a:t>
            </a:r>
            <a:endParaRPr lang="en-IN" sz="2800" dirty="0" smtClean="0">
              <a:latin typeface="Sanskrit 99" pitchFamily="2" charset="0"/>
            </a:endParaRPr>
          </a:p>
          <a:p>
            <a:pPr algn="ctr">
              <a:buNone/>
            </a:pPr>
            <a:endParaRPr lang="en-US" sz="2800" dirty="0" smtClean="0">
              <a:latin typeface="Sanskrit 99" pitchFamily="2" charset="0"/>
            </a:endParaRPr>
          </a:p>
          <a:p>
            <a:pPr algn="ctr">
              <a:buNone/>
            </a:pPr>
            <a:r>
              <a:rPr lang="en-IN" sz="2400" b="1" dirty="0" smtClean="0">
                <a:latin typeface="URW Palladio IT" pitchFamily="2" charset="0"/>
              </a:rPr>
              <a:t>Vindhya </a:t>
            </a:r>
            <a:r>
              <a:rPr lang="en-IN" sz="2400" b="1" dirty="0" err="1" smtClean="0">
                <a:latin typeface="URW Palladio IT" pitchFamily="2" charset="0"/>
              </a:rPr>
              <a:t>Himäcala</a:t>
            </a:r>
            <a:r>
              <a:rPr lang="en-IN" sz="2400" b="1" dirty="0" smtClean="0">
                <a:latin typeface="URW Palladio IT" pitchFamily="2" charset="0"/>
              </a:rPr>
              <a:t> </a:t>
            </a:r>
            <a:r>
              <a:rPr lang="en-IN" sz="2400" b="1" dirty="0" err="1" smtClean="0">
                <a:latin typeface="URW Palladio IT" pitchFamily="2" charset="0"/>
              </a:rPr>
              <a:t>Yamunä</a:t>
            </a:r>
            <a:r>
              <a:rPr lang="en-IN" sz="2400" b="1" dirty="0" smtClean="0">
                <a:latin typeface="URW Palladio IT" pitchFamily="2" charset="0"/>
              </a:rPr>
              <a:t> </a:t>
            </a:r>
            <a:r>
              <a:rPr lang="en-IN" sz="2400" b="1" dirty="0" err="1" smtClean="0">
                <a:latin typeface="URW Palladio IT" pitchFamily="2" charset="0"/>
              </a:rPr>
              <a:t>Gaìgä</a:t>
            </a:r>
            <a:endParaRPr lang="en-US" sz="2400" b="1" dirty="0" smtClean="0">
              <a:latin typeface="URW Palladio IT" pitchFamily="2" charset="0"/>
            </a:endParaRPr>
          </a:p>
          <a:p>
            <a:pPr algn="ctr">
              <a:buNone/>
            </a:pPr>
            <a:r>
              <a:rPr lang="en-IN" sz="2400" b="1" dirty="0" err="1" smtClean="0">
                <a:latin typeface="URW Palladio IT" pitchFamily="2" charset="0"/>
              </a:rPr>
              <a:t>Ucchala</a:t>
            </a:r>
            <a:r>
              <a:rPr lang="en-IN" sz="2400" b="1" dirty="0" smtClean="0">
                <a:latin typeface="URW Palladio IT" pitchFamily="2" charset="0"/>
              </a:rPr>
              <a:t> </a:t>
            </a:r>
            <a:r>
              <a:rPr lang="en-IN" sz="2400" b="1" dirty="0" err="1" smtClean="0">
                <a:latin typeface="URW Palladio IT" pitchFamily="2" charset="0"/>
              </a:rPr>
              <a:t>Jaladhi</a:t>
            </a:r>
            <a:r>
              <a:rPr lang="en-IN" sz="2400" b="1" dirty="0" smtClean="0">
                <a:latin typeface="URW Palladio IT" pitchFamily="2" charset="0"/>
              </a:rPr>
              <a:t> </a:t>
            </a:r>
            <a:r>
              <a:rPr lang="en-IN" sz="2400" b="1" dirty="0" err="1" smtClean="0">
                <a:latin typeface="URW Palladio IT" pitchFamily="2" charset="0"/>
              </a:rPr>
              <a:t>Taraìga</a:t>
            </a:r>
            <a:endParaRPr lang="en-US" sz="2400" b="1" dirty="0" smtClean="0">
              <a:latin typeface="URW Palladio IT" pitchFamily="2" charset="0"/>
            </a:endParaRPr>
          </a:p>
          <a:p>
            <a:pPr algn="ctr">
              <a:buNone/>
            </a:pPr>
            <a:r>
              <a:rPr lang="en-IN" sz="2400" b="1" dirty="0" err="1" smtClean="0">
                <a:latin typeface="URW Palladio IT" pitchFamily="2" charset="0"/>
              </a:rPr>
              <a:t>Tava</a:t>
            </a:r>
            <a:r>
              <a:rPr lang="en-IN" sz="2400" b="1" dirty="0" smtClean="0">
                <a:latin typeface="URW Palladio IT" pitchFamily="2" charset="0"/>
              </a:rPr>
              <a:t> </a:t>
            </a:r>
            <a:r>
              <a:rPr lang="en-IN" sz="2400" b="1" dirty="0" err="1" smtClean="0">
                <a:latin typeface="URW Palladio IT" pitchFamily="2" charset="0"/>
              </a:rPr>
              <a:t>Çubha</a:t>
            </a:r>
            <a:r>
              <a:rPr lang="en-IN" sz="2400" b="1" dirty="0" smtClean="0">
                <a:latin typeface="URW Palladio IT" pitchFamily="2" charset="0"/>
              </a:rPr>
              <a:t> </a:t>
            </a:r>
            <a:r>
              <a:rPr lang="en-IN" sz="2400" b="1" dirty="0" err="1" smtClean="0">
                <a:latin typeface="URW Palladio IT" pitchFamily="2" charset="0"/>
              </a:rPr>
              <a:t>Näme</a:t>
            </a:r>
            <a:r>
              <a:rPr lang="en-IN" sz="2400" b="1" dirty="0" smtClean="0">
                <a:latin typeface="URW Palladio IT" pitchFamily="2" charset="0"/>
              </a:rPr>
              <a:t> </a:t>
            </a:r>
            <a:r>
              <a:rPr lang="en-IN" sz="2400" b="1" dirty="0" err="1" smtClean="0">
                <a:latin typeface="URW Palladio IT" pitchFamily="2" charset="0"/>
              </a:rPr>
              <a:t>Jäge</a:t>
            </a:r>
            <a:r>
              <a:rPr lang="en-IN" sz="2400" b="1" dirty="0" smtClean="0">
                <a:latin typeface="URW Palladio IT" pitchFamily="2" charset="0"/>
              </a:rPr>
              <a:t> </a:t>
            </a:r>
            <a:r>
              <a:rPr lang="en-IN" sz="2400" b="1" dirty="0" err="1" smtClean="0">
                <a:latin typeface="URW Palladio IT" pitchFamily="2" charset="0"/>
              </a:rPr>
              <a:t>Tava</a:t>
            </a:r>
            <a:r>
              <a:rPr lang="en-IN" sz="2400" b="1" dirty="0" smtClean="0">
                <a:latin typeface="URW Palladio IT" pitchFamily="2" charset="0"/>
              </a:rPr>
              <a:t> </a:t>
            </a:r>
            <a:r>
              <a:rPr lang="en-IN" sz="2400" b="1" dirty="0" err="1" smtClean="0">
                <a:latin typeface="URW Palladio IT" pitchFamily="2" charset="0"/>
              </a:rPr>
              <a:t>Çubha</a:t>
            </a:r>
            <a:r>
              <a:rPr lang="en-IN" sz="2400" b="1" dirty="0" smtClean="0">
                <a:latin typeface="URW Palladio IT" pitchFamily="2" charset="0"/>
              </a:rPr>
              <a:t> </a:t>
            </a:r>
            <a:r>
              <a:rPr lang="en-IN" sz="2400" b="1" dirty="0" err="1" smtClean="0">
                <a:latin typeface="URW Palladio IT" pitchFamily="2" charset="0"/>
              </a:rPr>
              <a:t>Äçiña</a:t>
            </a:r>
            <a:r>
              <a:rPr lang="en-IN" sz="2400" b="1" dirty="0" smtClean="0">
                <a:latin typeface="URW Palladio IT" pitchFamily="2" charset="0"/>
              </a:rPr>
              <a:t> </a:t>
            </a:r>
            <a:r>
              <a:rPr lang="en-IN" sz="2400" b="1" dirty="0" err="1" smtClean="0">
                <a:latin typeface="URW Palladio IT" pitchFamily="2" charset="0"/>
              </a:rPr>
              <a:t>Mäge</a:t>
            </a:r>
            <a:r>
              <a:rPr lang="en-IN" sz="2400" b="1" dirty="0" smtClean="0">
                <a:latin typeface="URW Palladio IT" pitchFamily="2" charset="0"/>
              </a:rPr>
              <a:t> </a:t>
            </a:r>
            <a:r>
              <a:rPr lang="en-IN" sz="2400" b="1" dirty="0" err="1" smtClean="0">
                <a:latin typeface="URW Palladio IT" pitchFamily="2" charset="0"/>
              </a:rPr>
              <a:t>Gähe</a:t>
            </a:r>
            <a:r>
              <a:rPr lang="en-IN" sz="2400" b="1" dirty="0" smtClean="0">
                <a:latin typeface="URW Palladio IT" pitchFamily="2" charset="0"/>
              </a:rPr>
              <a:t> </a:t>
            </a:r>
            <a:r>
              <a:rPr lang="en-IN" sz="2400" b="1" dirty="0" err="1" smtClean="0">
                <a:latin typeface="URW Palladio IT" pitchFamily="2" charset="0"/>
              </a:rPr>
              <a:t>Tava</a:t>
            </a:r>
            <a:r>
              <a:rPr lang="en-IN" sz="2400" b="1" dirty="0" smtClean="0">
                <a:latin typeface="URW Palladio IT" pitchFamily="2" charset="0"/>
              </a:rPr>
              <a:t> Jaya </a:t>
            </a:r>
            <a:r>
              <a:rPr lang="en-IN" sz="2400" b="1" dirty="0" err="1" smtClean="0">
                <a:latin typeface="URW Palladio IT" pitchFamily="2" charset="0"/>
              </a:rPr>
              <a:t>Gäthä</a:t>
            </a:r>
            <a:endParaRPr lang="en-US" sz="2400" b="1" dirty="0" smtClean="0">
              <a:latin typeface="URW Palladio IT" pitchFamily="2" charset="0"/>
            </a:endParaRPr>
          </a:p>
          <a:p>
            <a:pPr algn="ctr">
              <a:buNone/>
            </a:pPr>
            <a:endParaRPr lang="en-US" sz="2400" dirty="0" smtClean="0">
              <a:latin typeface="URW Palladio IT" pitchFamily="2" charset="0"/>
            </a:endParaRPr>
          </a:p>
          <a:p>
            <a:pPr algn="ctr">
              <a:buNone/>
            </a:pPr>
            <a:r>
              <a:rPr lang="en-US" sz="2800" dirty="0" smtClean="0"/>
              <a:t>It echoes in the hills of Vindhya and the Himalayas,</a:t>
            </a:r>
            <a:br>
              <a:rPr lang="en-US" sz="2800" dirty="0" smtClean="0"/>
            </a:br>
            <a:r>
              <a:rPr lang="en-US" sz="2800" dirty="0" smtClean="0"/>
              <a:t>Mingles in the music of </a:t>
            </a:r>
            <a:r>
              <a:rPr lang="en-US" sz="2800" dirty="0" err="1" smtClean="0"/>
              <a:t>Ganga</a:t>
            </a:r>
            <a:r>
              <a:rPr lang="en-US" sz="2800" dirty="0" smtClean="0"/>
              <a:t> and Yamuna</a:t>
            </a:r>
            <a:br>
              <a:rPr lang="en-US" sz="2800" dirty="0" smtClean="0"/>
            </a:br>
            <a:r>
              <a:rPr lang="en-US" sz="2800" dirty="0" smtClean="0"/>
              <a:t>and is chanted by The waves of the Indian sea.</a:t>
            </a:r>
            <a:br>
              <a:rPr lang="en-US" sz="2800" dirty="0" smtClean="0"/>
            </a:br>
            <a:r>
              <a:rPr lang="en-US" sz="2800" dirty="0" smtClean="0"/>
              <a:t>They pray for thy blessings and sing thy praise.</a:t>
            </a:r>
            <a:br>
              <a:rPr lang="en-US" sz="2800" dirty="0" smtClean="0"/>
            </a:br>
            <a:r>
              <a:rPr lang="en-US" sz="2800" dirty="0" smtClean="0"/>
              <a:t>The saving of all people waits in thy hand,</a:t>
            </a:r>
            <a:endParaRPr lang="en-US" sz="2800" dirty="0" smtClean="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038532"/>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971550"/>
            <a:ext cx="1828800" cy="1071606"/>
          </a:xfrm>
          <a:prstGeom prst="rect">
            <a:avLst/>
          </a:prstGeom>
          <a:noFill/>
        </p:spPr>
      </p:pic>
    </p:spTree>
    <p:extLst>
      <p:ext uri="{BB962C8B-B14F-4D97-AF65-F5344CB8AC3E}">
        <p14:creationId xmlns:p14="http://schemas.microsoft.com/office/powerpoint/2010/main" val="265929993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a:bodyPr>
          <a:lstStyle/>
          <a:p>
            <a:pPr algn="ctr">
              <a:buNone/>
            </a:pPr>
            <a:r>
              <a:rPr lang="en-IN" sz="2800" dirty="0" err="1" smtClean="0">
                <a:latin typeface="Sanskrit 99" pitchFamily="2" charset="0"/>
              </a:rPr>
              <a:t>jn</a:t>
            </a:r>
            <a:r>
              <a:rPr lang="en-IN" sz="2800" dirty="0" smtClean="0">
                <a:latin typeface="Sanskrit 99" pitchFamily="2" charset="0"/>
              </a:rPr>
              <a:t> g[ m¼ldayk </a:t>
            </a:r>
            <a:r>
              <a:rPr lang="en-IN" sz="2800" dirty="0" err="1" smtClean="0">
                <a:latin typeface="Sanskrit 99" pitchFamily="2" charset="0"/>
              </a:rPr>
              <a:t>jy</a:t>
            </a:r>
            <a:r>
              <a:rPr lang="en-IN" sz="2800" dirty="0" smtClean="0">
                <a:latin typeface="Sanskrit 99" pitchFamily="2" charset="0"/>
              </a:rPr>
              <a:t> he</a:t>
            </a:r>
            <a:endParaRPr lang="en-US" sz="2800" dirty="0" smtClean="0">
              <a:latin typeface="Sanskrit 99" pitchFamily="2" charset="0"/>
            </a:endParaRPr>
          </a:p>
          <a:p>
            <a:pPr algn="ctr">
              <a:buNone/>
            </a:pPr>
            <a:r>
              <a:rPr lang="en-IN" sz="2800" dirty="0" err="1" smtClean="0">
                <a:latin typeface="Sanskrit 99" pitchFamily="2" charset="0"/>
              </a:rPr>
              <a:t>Éart</a:t>
            </a:r>
            <a:r>
              <a:rPr lang="en-IN" sz="2800" dirty="0" smtClean="0">
                <a:latin typeface="Sanskrit 99" pitchFamily="2" charset="0"/>
              </a:rPr>
              <a:t> </a:t>
            </a:r>
            <a:r>
              <a:rPr lang="en-IN" sz="2800" dirty="0" err="1" smtClean="0">
                <a:latin typeface="Sanskrit 99" pitchFamily="2" charset="0"/>
              </a:rPr>
              <a:t>ÉaGy</a:t>
            </a:r>
            <a:r>
              <a:rPr lang="en-IN" sz="2800" dirty="0" smtClean="0">
                <a:latin typeface="Sanskrit 99" pitchFamily="2" charset="0"/>
              </a:rPr>
              <a:t> </a:t>
            </a:r>
            <a:r>
              <a:rPr lang="en-IN" sz="2800" dirty="0" err="1" smtClean="0">
                <a:latin typeface="Sanskrit 99" pitchFamily="2" charset="0"/>
              </a:rPr>
              <a:t>ivxata</a:t>
            </a:r>
            <a:endParaRPr lang="en-US" sz="2800" dirty="0" smtClean="0">
              <a:latin typeface="Sanskrit 99" pitchFamily="2" charset="0"/>
            </a:endParaRPr>
          </a:p>
          <a:p>
            <a:pPr algn="ctr">
              <a:buNone/>
            </a:pPr>
            <a:r>
              <a:rPr lang="en-IN" sz="2800" dirty="0" err="1" smtClean="0">
                <a:latin typeface="Sanskrit 99" pitchFamily="2" charset="0"/>
              </a:rPr>
              <a:t>jy</a:t>
            </a:r>
            <a:r>
              <a:rPr lang="en-IN" sz="2800" dirty="0" smtClean="0">
                <a:latin typeface="Sanskrit 99" pitchFamily="2" charset="0"/>
              </a:rPr>
              <a:t> he </a:t>
            </a:r>
            <a:r>
              <a:rPr lang="en-IN" sz="2800" dirty="0" err="1" smtClean="0">
                <a:latin typeface="Sanskrit 99" pitchFamily="2" charset="0"/>
              </a:rPr>
              <a:t>jy</a:t>
            </a:r>
            <a:r>
              <a:rPr lang="en-IN" sz="2800" dirty="0" smtClean="0">
                <a:latin typeface="Sanskrit 99" pitchFamily="2" charset="0"/>
              </a:rPr>
              <a:t> he </a:t>
            </a:r>
            <a:r>
              <a:rPr lang="en-IN" sz="2800" dirty="0" err="1" smtClean="0">
                <a:latin typeface="Sanskrit 99" pitchFamily="2" charset="0"/>
              </a:rPr>
              <a:t>jy</a:t>
            </a:r>
            <a:r>
              <a:rPr lang="en-IN" sz="2800" dirty="0" smtClean="0">
                <a:latin typeface="Sanskrit 99" pitchFamily="2" charset="0"/>
              </a:rPr>
              <a:t> he </a:t>
            </a:r>
            <a:r>
              <a:rPr lang="en-IN" sz="2800" dirty="0" err="1" smtClean="0">
                <a:latin typeface="Sanskrit 99" pitchFamily="2" charset="0"/>
              </a:rPr>
              <a:t>jy</a:t>
            </a:r>
            <a:r>
              <a:rPr lang="en-IN" sz="2800" dirty="0" smtClean="0">
                <a:latin typeface="Sanskrit 99" pitchFamily="2" charset="0"/>
              </a:rPr>
              <a:t> </a:t>
            </a:r>
            <a:r>
              <a:rPr lang="en-IN" sz="2800" dirty="0" err="1" smtClean="0">
                <a:latin typeface="Sanskrit 99" pitchFamily="2" charset="0"/>
              </a:rPr>
              <a:t>jy</a:t>
            </a:r>
            <a:r>
              <a:rPr lang="en-IN" sz="2800" dirty="0" smtClean="0">
                <a:latin typeface="Sanskrit 99" pitchFamily="2" charset="0"/>
              </a:rPr>
              <a:t> </a:t>
            </a:r>
            <a:r>
              <a:rPr lang="en-IN" sz="2800" dirty="0" err="1" smtClean="0">
                <a:latin typeface="Sanskrit 99" pitchFamily="2" charset="0"/>
              </a:rPr>
              <a:t>jy</a:t>
            </a:r>
            <a:r>
              <a:rPr lang="en-IN" sz="2800" dirty="0" smtClean="0">
                <a:latin typeface="Sanskrit 99" pitchFamily="2" charset="0"/>
              </a:rPr>
              <a:t> </a:t>
            </a:r>
            <a:r>
              <a:rPr lang="en-IN" sz="2800" dirty="0" err="1" smtClean="0">
                <a:latin typeface="Sanskrit 99" pitchFamily="2" charset="0"/>
              </a:rPr>
              <a:t>jy</a:t>
            </a:r>
            <a:r>
              <a:rPr lang="en-IN" sz="2800" dirty="0" smtClean="0">
                <a:latin typeface="Sanskrit 99" pitchFamily="2" charset="0"/>
              </a:rPr>
              <a:t> he</a:t>
            </a:r>
          </a:p>
          <a:p>
            <a:pPr algn="ctr">
              <a:buNone/>
            </a:pPr>
            <a:endParaRPr lang="en-US" sz="2800" dirty="0" smtClean="0">
              <a:latin typeface="Sanskrit 99" pitchFamily="2" charset="0"/>
            </a:endParaRPr>
          </a:p>
          <a:p>
            <a:pPr algn="ctr">
              <a:buNone/>
            </a:pPr>
            <a:r>
              <a:rPr lang="en-IN" sz="2400" b="1" dirty="0" smtClean="0">
                <a:latin typeface="URW Palladio IT" pitchFamily="2" charset="0"/>
              </a:rPr>
              <a:t>Jana </a:t>
            </a:r>
            <a:r>
              <a:rPr lang="en-IN" sz="2400" b="1" dirty="0" err="1" smtClean="0">
                <a:latin typeface="URW Palladio IT" pitchFamily="2" charset="0"/>
              </a:rPr>
              <a:t>Gaëa</a:t>
            </a:r>
            <a:r>
              <a:rPr lang="en-IN" sz="2400" b="1" dirty="0" smtClean="0">
                <a:latin typeface="URW Palladio IT" pitchFamily="2" charset="0"/>
              </a:rPr>
              <a:t> </a:t>
            </a:r>
            <a:r>
              <a:rPr lang="en-IN" sz="2400" b="1" dirty="0" err="1" smtClean="0">
                <a:latin typeface="URW Palladio IT" pitchFamily="2" charset="0"/>
              </a:rPr>
              <a:t>Maìgaladäyaka</a:t>
            </a:r>
            <a:r>
              <a:rPr lang="en-IN" sz="2400" b="1" dirty="0" smtClean="0">
                <a:latin typeface="URW Palladio IT" pitchFamily="2" charset="0"/>
              </a:rPr>
              <a:t> Jaya He</a:t>
            </a:r>
            <a:endParaRPr lang="en-US" sz="2400" b="1" dirty="0" smtClean="0">
              <a:latin typeface="URW Palladio IT" pitchFamily="2" charset="0"/>
            </a:endParaRPr>
          </a:p>
          <a:p>
            <a:pPr algn="ctr">
              <a:buNone/>
            </a:pPr>
            <a:r>
              <a:rPr lang="en-IN" sz="2400" b="1" dirty="0" err="1" smtClean="0">
                <a:latin typeface="URW Palladio IT" pitchFamily="2" charset="0"/>
              </a:rPr>
              <a:t>Bhärata</a:t>
            </a:r>
            <a:r>
              <a:rPr lang="en-IN" sz="2400" b="1" dirty="0" smtClean="0">
                <a:latin typeface="URW Palladio IT" pitchFamily="2" charset="0"/>
              </a:rPr>
              <a:t> </a:t>
            </a:r>
            <a:r>
              <a:rPr lang="en-IN" sz="2400" b="1" dirty="0" err="1" smtClean="0">
                <a:latin typeface="URW Palladio IT" pitchFamily="2" charset="0"/>
              </a:rPr>
              <a:t>Bhägya</a:t>
            </a:r>
            <a:r>
              <a:rPr lang="en-IN" sz="2400" b="1" dirty="0" smtClean="0">
                <a:latin typeface="URW Palladio IT" pitchFamily="2" charset="0"/>
              </a:rPr>
              <a:t> </a:t>
            </a:r>
            <a:r>
              <a:rPr lang="en-IN" sz="2400" b="1" dirty="0" err="1" smtClean="0">
                <a:latin typeface="URW Palladio IT" pitchFamily="2" charset="0"/>
              </a:rPr>
              <a:t>Vidhätä</a:t>
            </a:r>
            <a:endParaRPr lang="en-US" sz="2400" b="1" dirty="0" smtClean="0">
              <a:latin typeface="URW Palladio IT" pitchFamily="2" charset="0"/>
            </a:endParaRPr>
          </a:p>
          <a:p>
            <a:pPr algn="ctr">
              <a:buNone/>
            </a:pPr>
            <a:r>
              <a:rPr lang="en-IN" sz="2400" b="1" dirty="0" smtClean="0">
                <a:latin typeface="URW Palladio IT" pitchFamily="2" charset="0"/>
              </a:rPr>
              <a:t>Jaya He Jaya He Jaya He Jaya </a:t>
            </a:r>
            <a:r>
              <a:rPr lang="en-IN" sz="2400" b="1" dirty="0" err="1" smtClean="0">
                <a:latin typeface="URW Palladio IT" pitchFamily="2" charset="0"/>
              </a:rPr>
              <a:t>Jaya</a:t>
            </a:r>
            <a:r>
              <a:rPr lang="en-IN" sz="2400" b="1" dirty="0" smtClean="0">
                <a:latin typeface="URW Palladio IT" pitchFamily="2" charset="0"/>
              </a:rPr>
              <a:t> </a:t>
            </a:r>
            <a:r>
              <a:rPr lang="en-IN" sz="2400" b="1" dirty="0" err="1" smtClean="0">
                <a:latin typeface="URW Palladio IT" pitchFamily="2" charset="0"/>
              </a:rPr>
              <a:t>Jaya</a:t>
            </a:r>
            <a:r>
              <a:rPr lang="en-IN" sz="2400" b="1" dirty="0" smtClean="0">
                <a:latin typeface="URW Palladio IT" pitchFamily="2" charset="0"/>
              </a:rPr>
              <a:t> </a:t>
            </a:r>
            <a:r>
              <a:rPr lang="en-IN" sz="2400" b="1" dirty="0" err="1" smtClean="0">
                <a:latin typeface="URW Palladio IT" pitchFamily="2" charset="0"/>
              </a:rPr>
              <a:t>Jaya</a:t>
            </a:r>
            <a:r>
              <a:rPr lang="en-IN" sz="2400" b="1" dirty="0" smtClean="0">
                <a:latin typeface="URW Palladio IT" pitchFamily="2" charset="0"/>
              </a:rPr>
              <a:t> He</a:t>
            </a:r>
            <a:endParaRPr lang="en-US" sz="2400" b="1" dirty="0" smtClean="0">
              <a:latin typeface="URW Palladio IT" pitchFamily="2" charset="0"/>
            </a:endParaRPr>
          </a:p>
          <a:p>
            <a:endParaRPr lang="en-US" dirty="0" smtClean="0">
              <a:latin typeface="Sanskrit 99" pitchFamily="2" charset="0"/>
            </a:endParaRPr>
          </a:p>
          <a:p>
            <a:pPr algn="ctr">
              <a:buNone/>
            </a:pPr>
            <a:r>
              <a:rPr lang="en-US" dirty="0" smtClean="0"/>
              <a:t>Thou dispenser of India's destiny.</a:t>
            </a:r>
            <a:br>
              <a:rPr lang="en-US" dirty="0" smtClean="0"/>
            </a:br>
            <a:r>
              <a:rPr lang="en-US" dirty="0" smtClean="0"/>
              <a:t>Victory, victory, victory to thee.</a:t>
            </a:r>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4287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428750"/>
            <a:ext cx="1828800" cy="1071606"/>
          </a:xfrm>
          <a:prstGeom prst="rect">
            <a:avLst/>
          </a:prstGeom>
          <a:noFill/>
        </p:spPr>
      </p:pic>
    </p:spTree>
    <p:extLst>
      <p:ext uri="{BB962C8B-B14F-4D97-AF65-F5344CB8AC3E}">
        <p14:creationId xmlns:p14="http://schemas.microsoft.com/office/powerpoint/2010/main" val="368365171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562776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SimSun"/>
        <a:cs typeface=""/>
      </a:majorFont>
      <a:minorFont>
        <a:latin typeface="Calibri"/>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lnDef>
  </a:objectDefaults>
  <a:extraClrSchemeLst/>
</a:theme>
</file>

<file path=ppt/theme/theme5.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871</TotalTime>
  <Words>1785</Words>
  <Application>Microsoft Office PowerPoint</Application>
  <PresentationFormat>On-screen Show (16:9)</PresentationFormat>
  <Paragraphs>945</Paragraphs>
  <Slides>109</Slides>
  <Notes>3</Notes>
  <HiddenSlides>0</HiddenSlides>
  <MMClips>0</MMClips>
  <ScaleCrop>false</ScaleCrop>
  <HeadingPairs>
    <vt:vector size="4" baseType="variant">
      <vt:variant>
        <vt:lpstr>Theme</vt:lpstr>
      </vt:variant>
      <vt:variant>
        <vt:i4>6</vt:i4>
      </vt:variant>
      <vt:variant>
        <vt:lpstr>Slide Titles</vt:lpstr>
      </vt:variant>
      <vt:variant>
        <vt:i4>109</vt:i4>
      </vt:variant>
    </vt:vector>
  </HeadingPairs>
  <TitlesOfParts>
    <vt:vector size="115" baseType="lpstr">
      <vt:lpstr>Office Theme</vt:lpstr>
      <vt:lpstr>1_Office Theme</vt:lpstr>
      <vt:lpstr>2_Office Theme</vt:lpstr>
      <vt:lpstr>3_Office Theme</vt:lpstr>
      <vt:lpstr>6_Office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GATEWAY</dc:creator>
  <cp:lastModifiedBy>Yic</cp:lastModifiedBy>
  <cp:revision>167</cp:revision>
  <dcterms:created xsi:type="dcterms:W3CDTF">2018-02-07T01:59:33Z</dcterms:created>
  <dcterms:modified xsi:type="dcterms:W3CDTF">2021-09-06T01:29:22Z</dcterms:modified>
</cp:coreProperties>
</file>