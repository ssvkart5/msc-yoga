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7.xml" ContentType="application/vnd.openxmlformats-officedocument.theme+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4" r:id="rId2"/>
    <p:sldMasterId id="2147483696" r:id="rId3"/>
    <p:sldMasterId id="2147483732" r:id="rId4"/>
    <p:sldMasterId id="2147483756" r:id="rId5"/>
    <p:sldMasterId id="2147483768" r:id="rId6"/>
    <p:sldMasterId id="2147483780" r:id="rId7"/>
    <p:sldMasterId id="2147483818" r:id="rId8"/>
  </p:sldMasterIdLst>
  <p:notesMasterIdLst>
    <p:notesMasterId r:id="rId122"/>
  </p:notesMasterIdLst>
  <p:sldIdLst>
    <p:sldId id="317" r:id="rId9"/>
    <p:sldId id="404" r:id="rId10"/>
    <p:sldId id="405" r:id="rId11"/>
    <p:sldId id="407" r:id="rId12"/>
    <p:sldId id="408" r:id="rId13"/>
    <p:sldId id="409" r:id="rId14"/>
    <p:sldId id="410" r:id="rId15"/>
    <p:sldId id="411" r:id="rId16"/>
    <p:sldId id="412" r:id="rId17"/>
    <p:sldId id="413" r:id="rId18"/>
    <p:sldId id="399" r:id="rId19"/>
    <p:sldId id="400" r:id="rId20"/>
    <p:sldId id="401" r:id="rId21"/>
    <p:sldId id="402" r:id="rId22"/>
    <p:sldId id="403" r:id="rId23"/>
    <p:sldId id="414" r:id="rId24"/>
    <p:sldId id="415" r:id="rId25"/>
    <p:sldId id="416" r:id="rId26"/>
    <p:sldId id="417" r:id="rId27"/>
    <p:sldId id="418" r:id="rId28"/>
    <p:sldId id="419" r:id="rId29"/>
    <p:sldId id="420" r:id="rId30"/>
    <p:sldId id="421" r:id="rId31"/>
    <p:sldId id="422" r:id="rId32"/>
    <p:sldId id="423" r:id="rId33"/>
    <p:sldId id="424" r:id="rId34"/>
    <p:sldId id="425" r:id="rId35"/>
    <p:sldId id="426" r:id="rId36"/>
    <p:sldId id="427" r:id="rId37"/>
    <p:sldId id="428" r:id="rId38"/>
    <p:sldId id="429" r:id="rId39"/>
    <p:sldId id="430" r:id="rId40"/>
    <p:sldId id="431" r:id="rId41"/>
    <p:sldId id="432" r:id="rId42"/>
    <p:sldId id="433" r:id="rId43"/>
    <p:sldId id="434" r:id="rId44"/>
    <p:sldId id="435" r:id="rId45"/>
    <p:sldId id="436" r:id="rId46"/>
    <p:sldId id="437" r:id="rId47"/>
    <p:sldId id="438" r:id="rId48"/>
    <p:sldId id="439" r:id="rId49"/>
    <p:sldId id="440" r:id="rId50"/>
    <p:sldId id="441" r:id="rId51"/>
    <p:sldId id="442" r:id="rId52"/>
    <p:sldId id="443" r:id="rId53"/>
    <p:sldId id="444" r:id="rId54"/>
    <p:sldId id="445" r:id="rId55"/>
    <p:sldId id="446" r:id="rId56"/>
    <p:sldId id="447" r:id="rId57"/>
    <p:sldId id="448" r:id="rId58"/>
    <p:sldId id="449" r:id="rId59"/>
    <p:sldId id="450" r:id="rId60"/>
    <p:sldId id="451" r:id="rId61"/>
    <p:sldId id="452" r:id="rId62"/>
    <p:sldId id="453" r:id="rId63"/>
    <p:sldId id="454" r:id="rId64"/>
    <p:sldId id="455" r:id="rId65"/>
    <p:sldId id="456" r:id="rId66"/>
    <p:sldId id="457" r:id="rId67"/>
    <p:sldId id="458" r:id="rId68"/>
    <p:sldId id="459" r:id="rId69"/>
    <p:sldId id="460" r:id="rId70"/>
    <p:sldId id="461" r:id="rId71"/>
    <p:sldId id="462" r:id="rId72"/>
    <p:sldId id="463" r:id="rId73"/>
    <p:sldId id="464" r:id="rId74"/>
    <p:sldId id="465" r:id="rId75"/>
    <p:sldId id="466" r:id="rId76"/>
    <p:sldId id="467" r:id="rId77"/>
    <p:sldId id="475" r:id="rId78"/>
    <p:sldId id="310" r:id="rId79"/>
    <p:sldId id="314" r:id="rId80"/>
    <p:sldId id="259" r:id="rId81"/>
    <p:sldId id="260" r:id="rId82"/>
    <p:sldId id="261" r:id="rId83"/>
    <p:sldId id="262" r:id="rId84"/>
    <p:sldId id="263" r:id="rId85"/>
    <p:sldId id="264" r:id="rId86"/>
    <p:sldId id="265" r:id="rId87"/>
    <p:sldId id="266" r:id="rId88"/>
    <p:sldId id="303" r:id="rId89"/>
    <p:sldId id="267" r:id="rId90"/>
    <p:sldId id="268" r:id="rId91"/>
    <p:sldId id="269" r:id="rId92"/>
    <p:sldId id="270" r:id="rId93"/>
    <p:sldId id="271" r:id="rId94"/>
    <p:sldId id="272" r:id="rId95"/>
    <p:sldId id="273" r:id="rId96"/>
    <p:sldId id="274" r:id="rId97"/>
    <p:sldId id="275" r:id="rId98"/>
    <p:sldId id="276" r:id="rId99"/>
    <p:sldId id="277" r:id="rId100"/>
    <p:sldId id="278" r:id="rId101"/>
    <p:sldId id="279" r:id="rId102"/>
    <p:sldId id="280" r:id="rId103"/>
    <p:sldId id="281" r:id="rId104"/>
    <p:sldId id="282" r:id="rId105"/>
    <p:sldId id="283" r:id="rId106"/>
    <p:sldId id="284" r:id="rId107"/>
    <p:sldId id="285" r:id="rId108"/>
    <p:sldId id="286" r:id="rId109"/>
    <p:sldId id="287" r:id="rId110"/>
    <p:sldId id="304" r:id="rId111"/>
    <p:sldId id="288" r:id="rId112"/>
    <p:sldId id="316" r:id="rId113"/>
    <p:sldId id="397" r:id="rId114"/>
    <p:sldId id="398" r:id="rId115"/>
    <p:sldId id="394" r:id="rId116"/>
    <p:sldId id="395" r:id="rId117"/>
    <p:sldId id="468" r:id="rId118"/>
    <p:sldId id="469" r:id="rId119"/>
    <p:sldId id="470" r:id="rId120"/>
    <p:sldId id="396" r:id="rId1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756" y="6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117" Type="http://schemas.openxmlformats.org/officeDocument/2006/relationships/slide" Target="slides/slide109.xml"/><Relationship Id="rId21" Type="http://schemas.openxmlformats.org/officeDocument/2006/relationships/slide" Target="slides/slide13.xml"/><Relationship Id="rId42" Type="http://schemas.openxmlformats.org/officeDocument/2006/relationships/slide" Target="slides/slide34.xml"/><Relationship Id="rId47" Type="http://schemas.openxmlformats.org/officeDocument/2006/relationships/slide" Target="slides/slide39.xml"/><Relationship Id="rId63" Type="http://schemas.openxmlformats.org/officeDocument/2006/relationships/slide" Target="slides/slide55.xml"/><Relationship Id="rId68" Type="http://schemas.openxmlformats.org/officeDocument/2006/relationships/slide" Target="slides/slide60.xml"/><Relationship Id="rId84" Type="http://schemas.openxmlformats.org/officeDocument/2006/relationships/slide" Target="slides/slide76.xml"/><Relationship Id="rId89" Type="http://schemas.openxmlformats.org/officeDocument/2006/relationships/slide" Target="slides/slide81.xml"/><Relationship Id="rId112" Type="http://schemas.openxmlformats.org/officeDocument/2006/relationships/slide" Target="slides/slide104.xml"/><Relationship Id="rId16" Type="http://schemas.openxmlformats.org/officeDocument/2006/relationships/slide" Target="slides/slide8.xml"/><Relationship Id="rId107" Type="http://schemas.openxmlformats.org/officeDocument/2006/relationships/slide" Target="slides/slide99.xml"/><Relationship Id="rId11" Type="http://schemas.openxmlformats.org/officeDocument/2006/relationships/slide" Target="slides/slide3.xml"/><Relationship Id="rId32" Type="http://schemas.openxmlformats.org/officeDocument/2006/relationships/slide" Target="slides/slide24.xml"/><Relationship Id="rId37" Type="http://schemas.openxmlformats.org/officeDocument/2006/relationships/slide" Target="slides/slide29.xml"/><Relationship Id="rId53" Type="http://schemas.openxmlformats.org/officeDocument/2006/relationships/slide" Target="slides/slide45.xml"/><Relationship Id="rId58" Type="http://schemas.openxmlformats.org/officeDocument/2006/relationships/slide" Target="slides/slide50.xml"/><Relationship Id="rId74" Type="http://schemas.openxmlformats.org/officeDocument/2006/relationships/slide" Target="slides/slide66.xml"/><Relationship Id="rId79" Type="http://schemas.openxmlformats.org/officeDocument/2006/relationships/slide" Target="slides/slide71.xml"/><Relationship Id="rId102" Type="http://schemas.openxmlformats.org/officeDocument/2006/relationships/slide" Target="slides/slide94.xml"/><Relationship Id="rId123" Type="http://schemas.openxmlformats.org/officeDocument/2006/relationships/presProps" Target="presProps.xml"/><Relationship Id="rId5" Type="http://schemas.openxmlformats.org/officeDocument/2006/relationships/slideMaster" Target="slideMasters/slideMaster5.xml"/><Relationship Id="rId90" Type="http://schemas.openxmlformats.org/officeDocument/2006/relationships/slide" Target="slides/slide82.xml"/><Relationship Id="rId95" Type="http://schemas.openxmlformats.org/officeDocument/2006/relationships/slide" Target="slides/slide87.xml"/><Relationship Id="rId22" Type="http://schemas.openxmlformats.org/officeDocument/2006/relationships/slide" Target="slides/slide14.xml"/><Relationship Id="rId27" Type="http://schemas.openxmlformats.org/officeDocument/2006/relationships/slide" Target="slides/slide19.xml"/><Relationship Id="rId43" Type="http://schemas.openxmlformats.org/officeDocument/2006/relationships/slide" Target="slides/slide35.xml"/><Relationship Id="rId48" Type="http://schemas.openxmlformats.org/officeDocument/2006/relationships/slide" Target="slides/slide40.xml"/><Relationship Id="rId64" Type="http://schemas.openxmlformats.org/officeDocument/2006/relationships/slide" Target="slides/slide56.xml"/><Relationship Id="rId69" Type="http://schemas.openxmlformats.org/officeDocument/2006/relationships/slide" Target="slides/slide61.xml"/><Relationship Id="rId113" Type="http://schemas.openxmlformats.org/officeDocument/2006/relationships/slide" Target="slides/slide105.xml"/><Relationship Id="rId118" Type="http://schemas.openxmlformats.org/officeDocument/2006/relationships/slide" Target="slides/slide110.xml"/><Relationship Id="rId80" Type="http://schemas.openxmlformats.org/officeDocument/2006/relationships/slide" Target="slides/slide72.xml"/><Relationship Id="rId85" Type="http://schemas.openxmlformats.org/officeDocument/2006/relationships/slide" Target="slides/slide77.xml"/><Relationship Id="rId12" Type="http://schemas.openxmlformats.org/officeDocument/2006/relationships/slide" Target="slides/slide4.xml"/><Relationship Id="rId17" Type="http://schemas.openxmlformats.org/officeDocument/2006/relationships/slide" Target="slides/slide9.xml"/><Relationship Id="rId33" Type="http://schemas.openxmlformats.org/officeDocument/2006/relationships/slide" Target="slides/slide25.xml"/><Relationship Id="rId38" Type="http://schemas.openxmlformats.org/officeDocument/2006/relationships/slide" Target="slides/slide30.xml"/><Relationship Id="rId59" Type="http://schemas.openxmlformats.org/officeDocument/2006/relationships/slide" Target="slides/slide51.xml"/><Relationship Id="rId103" Type="http://schemas.openxmlformats.org/officeDocument/2006/relationships/slide" Target="slides/slide95.xml"/><Relationship Id="rId108" Type="http://schemas.openxmlformats.org/officeDocument/2006/relationships/slide" Target="slides/slide100.xml"/><Relationship Id="rId124" Type="http://schemas.openxmlformats.org/officeDocument/2006/relationships/viewProps" Target="viewProps.xml"/><Relationship Id="rId54" Type="http://schemas.openxmlformats.org/officeDocument/2006/relationships/slide" Target="slides/slide46.xml"/><Relationship Id="rId70" Type="http://schemas.openxmlformats.org/officeDocument/2006/relationships/slide" Target="slides/slide62.xml"/><Relationship Id="rId75" Type="http://schemas.openxmlformats.org/officeDocument/2006/relationships/slide" Target="slides/slide67.xml"/><Relationship Id="rId91" Type="http://schemas.openxmlformats.org/officeDocument/2006/relationships/slide" Target="slides/slide83.xml"/><Relationship Id="rId96" Type="http://schemas.openxmlformats.org/officeDocument/2006/relationships/slide" Target="slides/slide88.xml"/><Relationship Id="rId1" Type="http://schemas.openxmlformats.org/officeDocument/2006/relationships/slideMaster" Target="slideMasters/slideMaster1.xml"/><Relationship Id="rId6" Type="http://schemas.openxmlformats.org/officeDocument/2006/relationships/slideMaster" Target="slideMasters/slideMaster6.xml"/><Relationship Id="rId23" Type="http://schemas.openxmlformats.org/officeDocument/2006/relationships/slide" Target="slides/slide15.xml"/><Relationship Id="rId28" Type="http://schemas.openxmlformats.org/officeDocument/2006/relationships/slide" Target="slides/slide20.xml"/><Relationship Id="rId49" Type="http://schemas.openxmlformats.org/officeDocument/2006/relationships/slide" Target="slides/slide41.xml"/><Relationship Id="rId114" Type="http://schemas.openxmlformats.org/officeDocument/2006/relationships/slide" Target="slides/slide106.xml"/><Relationship Id="rId119" Type="http://schemas.openxmlformats.org/officeDocument/2006/relationships/slide" Target="slides/slide111.xml"/><Relationship Id="rId44" Type="http://schemas.openxmlformats.org/officeDocument/2006/relationships/slide" Target="slides/slide36.xml"/><Relationship Id="rId60" Type="http://schemas.openxmlformats.org/officeDocument/2006/relationships/slide" Target="slides/slide52.xml"/><Relationship Id="rId65" Type="http://schemas.openxmlformats.org/officeDocument/2006/relationships/slide" Target="slides/slide57.xml"/><Relationship Id="rId81" Type="http://schemas.openxmlformats.org/officeDocument/2006/relationships/slide" Target="slides/slide73.xml"/><Relationship Id="rId86" Type="http://schemas.openxmlformats.org/officeDocument/2006/relationships/slide" Target="slides/slide78.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109" Type="http://schemas.openxmlformats.org/officeDocument/2006/relationships/slide" Target="slides/slide101.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slide" Target="slides/slide47.xml"/><Relationship Id="rId76" Type="http://schemas.openxmlformats.org/officeDocument/2006/relationships/slide" Target="slides/slide68.xml"/><Relationship Id="rId97" Type="http://schemas.openxmlformats.org/officeDocument/2006/relationships/slide" Target="slides/slide89.xml"/><Relationship Id="rId104" Type="http://schemas.openxmlformats.org/officeDocument/2006/relationships/slide" Target="slides/slide96.xml"/><Relationship Id="rId120" Type="http://schemas.openxmlformats.org/officeDocument/2006/relationships/slide" Target="slides/slide112.xml"/><Relationship Id="rId125" Type="http://schemas.openxmlformats.org/officeDocument/2006/relationships/theme" Target="theme/theme1.xml"/><Relationship Id="rId7" Type="http://schemas.openxmlformats.org/officeDocument/2006/relationships/slideMaster" Target="slideMasters/slideMaster7.xml"/><Relationship Id="rId71" Type="http://schemas.openxmlformats.org/officeDocument/2006/relationships/slide" Target="slides/slide63.xml"/><Relationship Id="rId92" Type="http://schemas.openxmlformats.org/officeDocument/2006/relationships/slide" Target="slides/slide84.xml"/><Relationship Id="rId2" Type="http://schemas.openxmlformats.org/officeDocument/2006/relationships/slideMaster" Target="slideMasters/slideMaster2.xml"/><Relationship Id="rId29" Type="http://schemas.openxmlformats.org/officeDocument/2006/relationships/slide" Target="slides/slide21.xml"/><Relationship Id="rId24" Type="http://schemas.openxmlformats.org/officeDocument/2006/relationships/slide" Target="slides/slide16.xml"/><Relationship Id="rId40" Type="http://schemas.openxmlformats.org/officeDocument/2006/relationships/slide" Target="slides/slide32.xml"/><Relationship Id="rId45" Type="http://schemas.openxmlformats.org/officeDocument/2006/relationships/slide" Target="slides/slide37.xml"/><Relationship Id="rId66" Type="http://schemas.openxmlformats.org/officeDocument/2006/relationships/slide" Target="slides/slide58.xml"/><Relationship Id="rId87" Type="http://schemas.openxmlformats.org/officeDocument/2006/relationships/slide" Target="slides/slide79.xml"/><Relationship Id="rId110" Type="http://schemas.openxmlformats.org/officeDocument/2006/relationships/slide" Target="slides/slide102.xml"/><Relationship Id="rId115" Type="http://schemas.openxmlformats.org/officeDocument/2006/relationships/slide" Target="slides/slide107.xml"/><Relationship Id="rId61" Type="http://schemas.openxmlformats.org/officeDocument/2006/relationships/slide" Target="slides/slide53.xml"/><Relationship Id="rId82" Type="http://schemas.openxmlformats.org/officeDocument/2006/relationships/slide" Target="slides/slide74.xml"/><Relationship Id="rId19" Type="http://schemas.openxmlformats.org/officeDocument/2006/relationships/slide" Target="slides/slide11.xml"/><Relationship Id="rId14" Type="http://schemas.openxmlformats.org/officeDocument/2006/relationships/slide" Target="slides/slide6.xml"/><Relationship Id="rId30" Type="http://schemas.openxmlformats.org/officeDocument/2006/relationships/slide" Target="slides/slide22.xml"/><Relationship Id="rId35" Type="http://schemas.openxmlformats.org/officeDocument/2006/relationships/slide" Target="slides/slide27.xml"/><Relationship Id="rId56" Type="http://schemas.openxmlformats.org/officeDocument/2006/relationships/slide" Target="slides/slide48.xml"/><Relationship Id="rId77" Type="http://schemas.openxmlformats.org/officeDocument/2006/relationships/slide" Target="slides/slide69.xml"/><Relationship Id="rId100" Type="http://schemas.openxmlformats.org/officeDocument/2006/relationships/slide" Target="slides/slide92.xml"/><Relationship Id="rId105" Type="http://schemas.openxmlformats.org/officeDocument/2006/relationships/slide" Target="slides/slide97.xml"/><Relationship Id="rId126" Type="http://schemas.openxmlformats.org/officeDocument/2006/relationships/tableStyles" Target="tableStyles.xml"/><Relationship Id="rId8" Type="http://schemas.openxmlformats.org/officeDocument/2006/relationships/slideMaster" Target="slideMasters/slideMaster8.xml"/><Relationship Id="rId51" Type="http://schemas.openxmlformats.org/officeDocument/2006/relationships/slide" Target="slides/slide43.xml"/><Relationship Id="rId72" Type="http://schemas.openxmlformats.org/officeDocument/2006/relationships/slide" Target="slides/slide64.xml"/><Relationship Id="rId93" Type="http://schemas.openxmlformats.org/officeDocument/2006/relationships/slide" Target="slides/slide85.xml"/><Relationship Id="rId98" Type="http://schemas.openxmlformats.org/officeDocument/2006/relationships/slide" Target="slides/slide90.xml"/><Relationship Id="rId121" Type="http://schemas.openxmlformats.org/officeDocument/2006/relationships/slide" Target="slides/slide113.xml"/><Relationship Id="rId3" Type="http://schemas.openxmlformats.org/officeDocument/2006/relationships/slideMaster" Target="slideMasters/slideMaster3.xml"/><Relationship Id="rId25" Type="http://schemas.openxmlformats.org/officeDocument/2006/relationships/slide" Target="slides/slide17.xml"/><Relationship Id="rId46" Type="http://schemas.openxmlformats.org/officeDocument/2006/relationships/slide" Target="slides/slide38.xml"/><Relationship Id="rId67" Type="http://schemas.openxmlformats.org/officeDocument/2006/relationships/slide" Target="slides/slide59.xml"/><Relationship Id="rId116" Type="http://schemas.openxmlformats.org/officeDocument/2006/relationships/slide" Target="slides/slide108.xml"/><Relationship Id="rId20" Type="http://schemas.openxmlformats.org/officeDocument/2006/relationships/slide" Target="slides/slide12.xml"/><Relationship Id="rId41" Type="http://schemas.openxmlformats.org/officeDocument/2006/relationships/slide" Target="slides/slide33.xml"/><Relationship Id="rId62" Type="http://schemas.openxmlformats.org/officeDocument/2006/relationships/slide" Target="slides/slide54.xml"/><Relationship Id="rId83" Type="http://schemas.openxmlformats.org/officeDocument/2006/relationships/slide" Target="slides/slide75.xml"/><Relationship Id="rId88" Type="http://schemas.openxmlformats.org/officeDocument/2006/relationships/slide" Target="slides/slide80.xml"/><Relationship Id="rId111" Type="http://schemas.openxmlformats.org/officeDocument/2006/relationships/slide" Target="slides/slide103.xml"/><Relationship Id="rId15" Type="http://schemas.openxmlformats.org/officeDocument/2006/relationships/slide" Target="slides/slide7.xml"/><Relationship Id="rId36" Type="http://schemas.openxmlformats.org/officeDocument/2006/relationships/slide" Target="slides/slide28.xml"/><Relationship Id="rId57" Type="http://schemas.openxmlformats.org/officeDocument/2006/relationships/slide" Target="slides/slide49.xml"/><Relationship Id="rId106" Type="http://schemas.openxmlformats.org/officeDocument/2006/relationships/slide" Target="slides/slide98.xml"/><Relationship Id="rId10" Type="http://schemas.openxmlformats.org/officeDocument/2006/relationships/slide" Target="slides/slide2.xml"/><Relationship Id="rId31" Type="http://schemas.openxmlformats.org/officeDocument/2006/relationships/slide" Target="slides/slide23.xml"/><Relationship Id="rId52" Type="http://schemas.openxmlformats.org/officeDocument/2006/relationships/slide" Target="slides/slide44.xml"/><Relationship Id="rId73" Type="http://schemas.openxmlformats.org/officeDocument/2006/relationships/slide" Target="slides/slide65.xml"/><Relationship Id="rId78" Type="http://schemas.openxmlformats.org/officeDocument/2006/relationships/slide" Target="slides/slide70.xml"/><Relationship Id="rId94" Type="http://schemas.openxmlformats.org/officeDocument/2006/relationships/slide" Target="slides/slide86.xml"/><Relationship Id="rId99" Type="http://schemas.openxmlformats.org/officeDocument/2006/relationships/slide" Target="slides/slide91.xml"/><Relationship Id="rId101" Type="http://schemas.openxmlformats.org/officeDocument/2006/relationships/slide" Target="slides/slide93.xml"/><Relationship Id="rId122"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CF757-13FB-44DE-9600-2CE9ED1EF0E2}" type="datetimeFigureOut">
              <a:rPr lang="en-US" smtClean="0"/>
              <a:t>4/20/2021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6192A6-CE83-4F59-B272-FCE67F9AED48}" type="slidenum">
              <a:rPr lang="en-US" smtClean="0"/>
              <a:t>‹#›</a:t>
            </a:fld>
            <a:endParaRPr lang="en-US"/>
          </a:p>
        </p:txBody>
      </p:sp>
    </p:spTree>
    <p:extLst>
      <p:ext uri="{BB962C8B-B14F-4D97-AF65-F5344CB8AC3E}">
        <p14:creationId xmlns:p14="http://schemas.microsoft.com/office/powerpoint/2010/main" val="2260490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AA59AF-10A2-4217-939E-BCECD3FA326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685557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8909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smtClean="0"/>
          </a:p>
        </p:txBody>
      </p:sp>
      <p:sp>
        <p:nvSpPr>
          <p:cNvPr id="89092" name="Slide Number Placeholder 3"/>
          <p:cNvSpPr>
            <a:spLocks noGrp="1"/>
          </p:cNvSpPr>
          <p:nvPr>
            <p:ph type="sldNum" sz="quarter" idx="5"/>
          </p:nvPr>
        </p:nvSpPr>
        <p:spPr bwMode="auto">
          <a:noFill/>
          <a:ln>
            <a:miter lim="800000"/>
            <a:headEnd/>
            <a:tailEnd/>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C875144-1CD5-46CE-B163-586883CF0BA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smtClean="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328527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AA59AF-10A2-4217-939E-BCECD3FA326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820269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9"/>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93E0956-8FAA-466F-B1AB-5BD5DFFCBD89}" type="slidenum">
              <a:rPr lang="en-US"/>
              <a:pPr>
                <a:defRPr/>
              </a:pPr>
              <a:t>‹#›</a:t>
            </a:fld>
            <a:endParaRPr lang="en-US"/>
          </a:p>
        </p:txBody>
      </p:sp>
    </p:spTree>
    <p:extLst>
      <p:ext uri="{BB962C8B-B14F-4D97-AF65-F5344CB8AC3E}">
        <p14:creationId xmlns:p14="http://schemas.microsoft.com/office/powerpoint/2010/main" val="42246917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B55BCB5-8912-476F-BFA2-86D68F5C18AF}" type="slidenum">
              <a:rPr lang="en-US"/>
              <a:pPr>
                <a:defRPr/>
              </a:pPr>
              <a:t>‹#›</a:t>
            </a:fld>
            <a:endParaRPr lang="en-US"/>
          </a:p>
        </p:txBody>
      </p:sp>
    </p:spTree>
    <p:extLst>
      <p:ext uri="{BB962C8B-B14F-4D97-AF65-F5344CB8AC3E}">
        <p14:creationId xmlns:p14="http://schemas.microsoft.com/office/powerpoint/2010/main" val="19303700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2"/>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0812CC3-9DB7-46B7-AF83-A564C4C0571D}" type="slidenum">
              <a:rPr lang="en-US"/>
              <a:pPr>
                <a:defRPr/>
              </a:pPr>
              <a:t>‹#›</a:t>
            </a:fld>
            <a:endParaRPr lang="en-US"/>
          </a:p>
        </p:txBody>
      </p:sp>
    </p:spTree>
    <p:extLst>
      <p:ext uri="{BB962C8B-B14F-4D97-AF65-F5344CB8AC3E}">
        <p14:creationId xmlns:p14="http://schemas.microsoft.com/office/powerpoint/2010/main" val="165114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2"/>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2"/>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6B67BC67-456D-4244-A264-39D5C7B3726B}" type="slidenum">
              <a:rPr lang="en-US"/>
              <a:pPr>
                <a:defRPr/>
              </a:pPr>
              <a:t>‹#›</a:t>
            </a:fld>
            <a:endParaRPr lang="en-US"/>
          </a:p>
        </p:txBody>
      </p:sp>
    </p:spTree>
    <p:extLst>
      <p:ext uri="{BB962C8B-B14F-4D97-AF65-F5344CB8AC3E}">
        <p14:creationId xmlns:p14="http://schemas.microsoft.com/office/powerpoint/2010/main" val="40790979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4"/>
            <a:ext cx="5386917"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73" y="1535114"/>
            <a:ext cx="5389033"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73"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292CE771-ABC3-4551-B20B-326634BBBBA0}" type="slidenum">
              <a:rPr lang="en-US"/>
              <a:pPr>
                <a:defRPr/>
              </a:pPr>
              <a:t>‹#›</a:t>
            </a:fld>
            <a:endParaRPr lang="en-US"/>
          </a:p>
        </p:txBody>
      </p:sp>
    </p:spTree>
    <p:extLst>
      <p:ext uri="{BB962C8B-B14F-4D97-AF65-F5344CB8AC3E}">
        <p14:creationId xmlns:p14="http://schemas.microsoft.com/office/powerpoint/2010/main" val="33216779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2F23989-4260-4D89-A7F7-D416141966BA}" type="slidenum">
              <a:rPr lang="en-US"/>
              <a:pPr>
                <a:defRPr/>
              </a:pPr>
              <a:t>‹#›</a:t>
            </a:fld>
            <a:endParaRPr lang="en-US"/>
          </a:p>
        </p:txBody>
      </p:sp>
    </p:spTree>
    <p:extLst>
      <p:ext uri="{BB962C8B-B14F-4D97-AF65-F5344CB8AC3E}">
        <p14:creationId xmlns:p14="http://schemas.microsoft.com/office/powerpoint/2010/main" val="569121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9A8793B6-B336-46F2-B91A-D13542E85887}" type="slidenum">
              <a:rPr lang="en-US"/>
              <a:pPr>
                <a:defRPr/>
              </a:pPr>
              <a:t>‹#›</a:t>
            </a:fld>
            <a:endParaRPr lang="en-US"/>
          </a:p>
        </p:txBody>
      </p:sp>
    </p:spTree>
    <p:extLst>
      <p:ext uri="{BB962C8B-B14F-4D97-AF65-F5344CB8AC3E}">
        <p14:creationId xmlns:p14="http://schemas.microsoft.com/office/powerpoint/2010/main" val="1002926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6" y="273050"/>
            <a:ext cx="4011084" cy="1162051"/>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4"/>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6"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BE9FA66D-5519-4ACD-B236-2CC1B7013CB6}" type="slidenum">
              <a:rPr lang="en-US"/>
              <a:pPr>
                <a:defRPr/>
              </a:pPr>
              <a:t>‹#›</a:t>
            </a:fld>
            <a:endParaRPr lang="en-US"/>
          </a:p>
        </p:txBody>
      </p:sp>
    </p:spTree>
    <p:extLst>
      <p:ext uri="{BB962C8B-B14F-4D97-AF65-F5344CB8AC3E}">
        <p14:creationId xmlns:p14="http://schemas.microsoft.com/office/powerpoint/2010/main" val="33370891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2"/>
            <a:ext cx="7315200" cy="566739"/>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2389717" y="5367340"/>
            <a:ext cx="73152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2B344A40-B95B-42B1-A4AE-7E1DBADCED12}" type="slidenum">
              <a:rPr lang="en-US"/>
              <a:pPr>
                <a:defRPr/>
              </a:pPr>
              <a:t>‹#›</a:t>
            </a:fld>
            <a:endParaRPr lang="en-US"/>
          </a:p>
        </p:txBody>
      </p:sp>
    </p:spTree>
    <p:extLst>
      <p:ext uri="{BB962C8B-B14F-4D97-AF65-F5344CB8AC3E}">
        <p14:creationId xmlns:p14="http://schemas.microsoft.com/office/powerpoint/2010/main" val="6454684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1F87371-4C5B-427E-9AEB-28B8516AB051}" type="slidenum">
              <a:rPr lang="en-US"/>
              <a:pPr>
                <a:defRPr/>
              </a:pPr>
              <a:t>‹#›</a:t>
            </a:fld>
            <a:endParaRPr lang="en-US"/>
          </a:p>
        </p:txBody>
      </p:sp>
    </p:spTree>
    <p:extLst>
      <p:ext uri="{BB962C8B-B14F-4D97-AF65-F5344CB8AC3E}">
        <p14:creationId xmlns:p14="http://schemas.microsoft.com/office/powerpoint/2010/main" val="22391789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83CB18F-AD55-44FC-A8A2-06A374F91909}" type="slidenum">
              <a:rPr lang="en-US"/>
              <a:pPr>
                <a:defRPr/>
              </a:pPr>
              <a:t>‹#›</a:t>
            </a:fld>
            <a:endParaRPr lang="en-US"/>
          </a:p>
        </p:txBody>
      </p:sp>
    </p:spTree>
    <p:extLst>
      <p:ext uri="{BB962C8B-B14F-4D97-AF65-F5344CB8AC3E}">
        <p14:creationId xmlns:p14="http://schemas.microsoft.com/office/powerpoint/2010/main" val="38925704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CA"/>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093" indent="0" algn="ctr">
              <a:buNone/>
              <a:defRPr>
                <a:solidFill>
                  <a:schemeClr val="tx1">
                    <a:tint val="75000"/>
                  </a:schemeClr>
                </a:solidFill>
              </a:defRPr>
            </a:lvl2pPr>
            <a:lvl3pPr marL="914187" indent="0" algn="ctr">
              <a:buNone/>
              <a:defRPr>
                <a:solidFill>
                  <a:schemeClr val="tx1">
                    <a:tint val="75000"/>
                  </a:schemeClr>
                </a:solidFill>
              </a:defRPr>
            </a:lvl3pPr>
            <a:lvl4pPr marL="1371279" indent="0" algn="ctr">
              <a:buNone/>
              <a:defRPr>
                <a:solidFill>
                  <a:schemeClr val="tx1">
                    <a:tint val="75000"/>
                  </a:schemeClr>
                </a:solidFill>
              </a:defRPr>
            </a:lvl4pPr>
            <a:lvl5pPr marL="1828374" indent="0" algn="ctr">
              <a:buNone/>
              <a:defRPr>
                <a:solidFill>
                  <a:schemeClr val="tx1">
                    <a:tint val="75000"/>
                  </a:schemeClr>
                </a:solidFill>
              </a:defRPr>
            </a:lvl5pPr>
            <a:lvl6pPr marL="2285466" indent="0" algn="ctr">
              <a:buNone/>
              <a:defRPr>
                <a:solidFill>
                  <a:schemeClr val="tx1">
                    <a:tint val="75000"/>
                  </a:schemeClr>
                </a:solidFill>
              </a:defRPr>
            </a:lvl6pPr>
            <a:lvl7pPr marL="2742560" indent="0" algn="ctr">
              <a:buNone/>
              <a:defRPr>
                <a:solidFill>
                  <a:schemeClr val="tx1">
                    <a:tint val="75000"/>
                  </a:schemeClr>
                </a:solidFill>
              </a:defRPr>
            </a:lvl7pPr>
            <a:lvl8pPr marL="3199653" indent="0" algn="ctr">
              <a:buNone/>
              <a:defRPr>
                <a:solidFill>
                  <a:schemeClr val="tx1">
                    <a:tint val="75000"/>
                  </a:schemeClr>
                </a:solidFill>
              </a:defRPr>
            </a:lvl8pPr>
            <a:lvl9pPr marL="3656747" indent="0" algn="ctr">
              <a:buNone/>
              <a:defRPr>
                <a:solidFill>
                  <a:schemeClr val="tx1">
                    <a:tint val="75000"/>
                  </a:schemeClr>
                </a:solidFill>
              </a:defRPr>
            </a:lvl9pPr>
          </a:lstStyle>
          <a:p>
            <a:r>
              <a:rPr lang="en-US" smtClean="0"/>
              <a:t>Click to edit Master subtitle style</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6124555E-8AD2-4F56-947B-CB1B085EC306}"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9578217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171042F2-ED6B-4518-A4D6-82894315FF9C}"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8537191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4"/>
            <a:ext cx="10363200" cy="1362075"/>
          </a:xfrm>
        </p:spPr>
        <p:txBody>
          <a:bodyPr anchor="t"/>
          <a:lstStyle>
            <a:lvl1pPr algn="l">
              <a:defRPr sz="4000" b="1" cap="all"/>
            </a:lvl1pPr>
          </a:lstStyle>
          <a:p>
            <a:r>
              <a:rPr lang="en-US" smtClean="0"/>
              <a:t>Click to edit Master title style</a:t>
            </a:r>
            <a:endParaRPr lang="en-CA"/>
          </a:p>
        </p:txBody>
      </p:sp>
      <p:sp>
        <p:nvSpPr>
          <p:cNvPr id="3" name="Text Placeholder 2"/>
          <p:cNvSpPr>
            <a:spLocks noGrp="1"/>
          </p:cNvSpPr>
          <p:nvPr>
            <p:ph type="body" idx="1"/>
          </p:nvPr>
        </p:nvSpPr>
        <p:spPr>
          <a:xfrm>
            <a:off x="963084" y="2906717"/>
            <a:ext cx="10363200" cy="1500187"/>
          </a:xfrm>
        </p:spPr>
        <p:txBody>
          <a:bodyPr anchor="b"/>
          <a:lstStyle>
            <a:lvl1pPr marL="0" indent="0">
              <a:buNone/>
              <a:defRPr sz="2000">
                <a:solidFill>
                  <a:schemeClr val="tx1">
                    <a:tint val="75000"/>
                  </a:schemeClr>
                </a:solidFill>
              </a:defRPr>
            </a:lvl1pPr>
            <a:lvl2pPr marL="457093" indent="0">
              <a:buNone/>
              <a:defRPr sz="1800">
                <a:solidFill>
                  <a:schemeClr val="tx1">
                    <a:tint val="75000"/>
                  </a:schemeClr>
                </a:solidFill>
              </a:defRPr>
            </a:lvl2pPr>
            <a:lvl3pPr marL="914187" indent="0">
              <a:buNone/>
              <a:defRPr sz="1600">
                <a:solidFill>
                  <a:schemeClr val="tx1">
                    <a:tint val="75000"/>
                  </a:schemeClr>
                </a:solidFill>
              </a:defRPr>
            </a:lvl3pPr>
            <a:lvl4pPr marL="1371279" indent="0">
              <a:buNone/>
              <a:defRPr sz="1400">
                <a:solidFill>
                  <a:schemeClr val="tx1">
                    <a:tint val="75000"/>
                  </a:schemeClr>
                </a:solidFill>
              </a:defRPr>
            </a:lvl4pPr>
            <a:lvl5pPr marL="1828374" indent="0">
              <a:buNone/>
              <a:defRPr sz="1400">
                <a:solidFill>
                  <a:schemeClr val="tx1">
                    <a:tint val="75000"/>
                  </a:schemeClr>
                </a:solidFill>
              </a:defRPr>
            </a:lvl5pPr>
            <a:lvl6pPr marL="2285466" indent="0">
              <a:buNone/>
              <a:defRPr sz="1400">
                <a:solidFill>
                  <a:schemeClr val="tx1">
                    <a:tint val="75000"/>
                  </a:schemeClr>
                </a:solidFill>
              </a:defRPr>
            </a:lvl6pPr>
            <a:lvl7pPr marL="2742560" indent="0">
              <a:buNone/>
              <a:defRPr sz="1400">
                <a:solidFill>
                  <a:schemeClr val="tx1">
                    <a:tint val="75000"/>
                  </a:schemeClr>
                </a:solidFill>
              </a:defRPr>
            </a:lvl7pPr>
            <a:lvl8pPr marL="3199653" indent="0">
              <a:buNone/>
              <a:defRPr sz="1400">
                <a:solidFill>
                  <a:schemeClr val="tx1">
                    <a:tint val="75000"/>
                  </a:schemeClr>
                </a:solidFill>
              </a:defRPr>
            </a:lvl8pPr>
            <a:lvl9pPr marL="3656747"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0D4CD256-9464-4E71-842E-9A3AD24D9C9F}"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3584146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Content Placeholder 3"/>
          <p:cNvSpPr>
            <a:spLocks noGrp="1"/>
          </p:cNvSpPr>
          <p:nvPr>
            <p:ph sz="half" idx="2"/>
          </p:nvPr>
        </p:nvSpPr>
        <p:spPr>
          <a:xfrm>
            <a:off x="6197601"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C0A8163A-B1D8-4140-9D80-712585A1DEBD}"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0212256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CA"/>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093" indent="0">
              <a:buNone/>
              <a:defRPr sz="2000" b="1"/>
            </a:lvl2pPr>
            <a:lvl3pPr marL="914187" indent="0">
              <a:buNone/>
              <a:defRPr sz="1800" b="1"/>
            </a:lvl3pPr>
            <a:lvl4pPr marL="1371279" indent="0">
              <a:buNone/>
              <a:defRPr sz="1600" b="1"/>
            </a:lvl4pPr>
            <a:lvl5pPr marL="1828374" indent="0">
              <a:buNone/>
              <a:defRPr sz="1600" b="1"/>
            </a:lvl5pPr>
            <a:lvl6pPr marL="2285466" indent="0">
              <a:buNone/>
              <a:defRPr sz="1600" b="1"/>
            </a:lvl6pPr>
            <a:lvl7pPr marL="2742560" indent="0">
              <a:buNone/>
              <a:defRPr sz="1600" b="1"/>
            </a:lvl7pPr>
            <a:lvl8pPr marL="3199653" indent="0">
              <a:buNone/>
              <a:defRPr sz="1600" b="1"/>
            </a:lvl8pPr>
            <a:lvl9pPr marL="3656747"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093" indent="0">
              <a:buNone/>
              <a:defRPr sz="2000" b="1"/>
            </a:lvl2pPr>
            <a:lvl3pPr marL="914187" indent="0">
              <a:buNone/>
              <a:defRPr sz="1800" b="1"/>
            </a:lvl3pPr>
            <a:lvl4pPr marL="1371279" indent="0">
              <a:buNone/>
              <a:defRPr sz="1600" b="1"/>
            </a:lvl4pPr>
            <a:lvl5pPr marL="1828374" indent="0">
              <a:buNone/>
              <a:defRPr sz="1600" b="1"/>
            </a:lvl5pPr>
            <a:lvl6pPr marL="2285466" indent="0">
              <a:buNone/>
              <a:defRPr sz="1600" b="1"/>
            </a:lvl6pPr>
            <a:lvl7pPr marL="2742560" indent="0">
              <a:buNone/>
              <a:defRPr sz="1600" b="1"/>
            </a:lvl7pPr>
            <a:lvl8pPr marL="3199653" indent="0">
              <a:buNone/>
              <a:defRPr sz="1600" b="1"/>
            </a:lvl8pPr>
            <a:lvl9pPr marL="3656747"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7"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BE843C07-4AE1-4CA2-9630-C3701E6AFE2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9490805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5DC7C63D-1BB3-4817-B5FD-1A543A654D27}"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9066905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3E469A4D-F531-469C-AEDE-9363962A8C63}"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6318910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5" y="273050"/>
            <a:ext cx="4011084" cy="1162050"/>
          </a:xfrm>
        </p:spPr>
        <p:txBody>
          <a:bodyPr anchor="b"/>
          <a:lstStyle>
            <a:lvl1pPr algn="l">
              <a:defRPr sz="2000" b="1"/>
            </a:lvl1pPr>
          </a:lstStyle>
          <a:p>
            <a:r>
              <a:rPr lang="en-US" smtClean="0"/>
              <a:t>Click to edit Master title style</a:t>
            </a:r>
            <a:endParaRPr lang="en-CA"/>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Text Placeholder 3"/>
          <p:cNvSpPr>
            <a:spLocks noGrp="1"/>
          </p:cNvSpPr>
          <p:nvPr>
            <p:ph type="body" sz="half" idx="2"/>
          </p:nvPr>
        </p:nvSpPr>
        <p:spPr>
          <a:xfrm>
            <a:off x="609605" y="1435103"/>
            <a:ext cx="4011084" cy="4691063"/>
          </a:xfrm>
        </p:spPr>
        <p:txBody>
          <a:bodyPr/>
          <a:lstStyle>
            <a:lvl1pPr marL="0" indent="0">
              <a:buNone/>
              <a:defRPr sz="1400"/>
            </a:lvl1pPr>
            <a:lvl2pPr marL="457093" indent="0">
              <a:buNone/>
              <a:defRPr sz="1200"/>
            </a:lvl2pPr>
            <a:lvl3pPr marL="914187" indent="0">
              <a:buNone/>
              <a:defRPr sz="1000"/>
            </a:lvl3pPr>
            <a:lvl4pPr marL="1371279" indent="0">
              <a:buNone/>
              <a:defRPr sz="900"/>
            </a:lvl4pPr>
            <a:lvl5pPr marL="1828374" indent="0">
              <a:buNone/>
              <a:defRPr sz="900"/>
            </a:lvl5pPr>
            <a:lvl6pPr marL="2285466" indent="0">
              <a:buNone/>
              <a:defRPr sz="900"/>
            </a:lvl6pPr>
            <a:lvl7pPr marL="2742560" indent="0">
              <a:buNone/>
              <a:defRPr sz="900"/>
            </a:lvl7pPr>
            <a:lvl8pPr marL="3199653" indent="0">
              <a:buNone/>
              <a:defRPr sz="900"/>
            </a:lvl8pPr>
            <a:lvl9pPr marL="3656747"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CB5D2677-3D07-4883-B10F-D400D5B9C89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7842143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9" y="4800600"/>
            <a:ext cx="7315200" cy="566738"/>
          </a:xfrm>
        </p:spPr>
        <p:txBody>
          <a:bodyPr anchor="b"/>
          <a:lstStyle>
            <a:lvl1pPr algn="l">
              <a:defRPr sz="2000" b="1"/>
            </a:lvl1pPr>
          </a:lstStyle>
          <a:p>
            <a:r>
              <a:rPr lang="en-US" smtClean="0"/>
              <a:t>Click to edit Master title style</a:t>
            </a:r>
            <a:endParaRPr lang="en-CA"/>
          </a:p>
        </p:txBody>
      </p:sp>
      <p:sp>
        <p:nvSpPr>
          <p:cNvPr id="3" name="Picture Placeholder 2"/>
          <p:cNvSpPr>
            <a:spLocks noGrp="1"/>
          </p:cNvSpPr>
          <p:nvPr>
            <p:ph type="pic" idx="1"/>
          </p:nvPr>
        </p:nvSpPr>
        <p:spPr>
          <a:xfrm>
            <a:off x="2389719" y="612775"/>
            <a:ext cx="7315200" cy="4114800"/>
          </a:xfrm>
        </p:spPr>
        <p:txBody>
          <a:bodyPr rtlCol="0">
            <a:normAutofit/>
          </a:bodyPr>
          <a:lstStyle>
            <a:lvl1pPr marL="0" indent="0">
              <a:buNone/>
              <a:defRPr sz="3200"/>
            </a:lvl1pPr>
            <a:lvl2pPr marL="457093" indent="0">
              <a:buNone/>
              <a:defRPr sz="2800"/>
            </a:lvl2pPr>
            <a:lvl3pPr marL="914187" indent="0">
              <a:buNone/>
              <a:defRPr sz="2400"/>
            </a:lvl3pPr>
            <a:lvl4pPr marL="1371279" indent="0">
              <a:buNone/>
              <a:defRPr sz="2000"/>
            </a:lvl4pPr>
            <a:lvl5pPr marL="1828374" indent="0">
              <a:buNone/>
              <a:defRPr sz="2000"/>
            </a:lvl5pPr>
            <a:lvl6pPr marL="2285466" indent="0">
              <a:buNone/>
              <a:defRPr sz="2000"/>
            </a:lvl6pPr>
            <a:lvl7pPr marL="2742560" indent="0">
              <a:buNone/>
              <a:defRPr sz="2000"/>
            </a:lvl7pPr>
            <a:lvl8pPr marL="3199653" indent="0">
              <a:buNone/>
              <a:defRPr sz="2000"/>
            </a:lvl8pPr>
            <a:lvl9pPr marL="3656747" indent="0">
              <a:buNone/>
              <a:defRPr sz="2000"/>
            </a:lvl9pPr>
          </a:lstStyle>
          <a:p>
            <a:pPr lvl="0"/>
            <a:endParaRPr lang="en-CA" noProof="0" smtClean="0"/>
          </a:p>
        </p:txBody>
      </p:sp>
      <p:sp>
        <p:nvSpPr>
          <p:cNvPr id="4" name="Text Placeholder 3"/>
          <p:cNvSpPr>
            <a:spLocks noGrp="1"/>
          </p:cNvSpPr>
          <p:nvPr>
            <p:ph type="body" sz="half" idx="2"/>
          </p:nvPr>
        </p:nvSpPr>
        <p:spPr>
          <a:xfrm>
            <a:off x="2389719" y="5367338"/>
            <a:ext cx="7315200" cy="804862"/>
          </a:xfrm>
        </p:spPr>
        <p:txBody>
          <a:bodyPr/>
          <a:lstStyle>
            <a:lvl1pPr marL="0" indent="0">
              <a:buNone/>
              <a:defRPr sz="1400"/>
            </a:lvl1pPr>
            <a:lvl2pPr marL="457093" indent="0">
              <a:buNone/>
              <a:defRPr sz="1200"/>
            </a:lvl2pPr>
            <a:lvl3pPr marL="914187" indent="0">
              <a:buNone/>
              <a:defRPr sz="1000"/>
            </a:lvl3pPr>
            <a:lvl4pPr marL="1371279" indent="0">
              <a:buNone/>
              <a:defRPr sz="900"/>
            </a:lvl4pPr>
            <a:lvl5pPr marL="1828374" indent="0">
              <a:buNone/>
              <a:defRPr sz="900"/>
            </a:lvl5pPr>
            <a:lvl6pPr marL="2285466" indent="0">
              <a:buNone/>
              <a:defRPr sz="900"/>
            </a:lvl6pPr>
            <a:lvl7pPr marL="2742560" indent="0">
              <a:buNone/>
              <a:defRPr sz="900"/>
            </a:lvl7pPr>
            <a:lvl8pPr marL="3199653" indent="0">
              <a:buNone/>
              <a:defRPr sz="900"/>
            </a:lvl8pPr>
            <a:lvl9pPr marL="3656747"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73BF6FEC-CC91-445F-8927-73B7315BF467}"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504351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BB596742-0C31-4EA6-BDCB-80222626422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1694491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2"/>
            <a:ext cx="2743200" cy="5851525"/>
          </a:xfrm>
        </p:spPr>
        <p:txBody>
          <a:bodyPr vert="eaVert"/>
          <a:lstStyle/>
          <a:p>
            <a:r>
              <a:rPr lang="en-US" smtClean="0"/>
              <a:t>Click to edit Master title style</a:t>
            </a:r>
            <a:endParaRPr lang="en-CA"/>
          </a:p>
        </p:txBody>
      </p:sp>
      <p:sp>
        <p:nvSpPr>
          <p:cNvPr id="3" name="Vertical Text Placeholder 2"/>
          <p:cNvSpPr>
            <a:spLocks noGrp="1"/>
          </p:cNvSpPr>
          <p:nvPr>
            <p:ph type="body" orient="vert" idx="1"/>
          </p:nvPr>
        </p:nvSpPr>
        <p:spPr>
          <a:xfrm>
            <a:off x="609600" y="274642"/>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CDAC0065-BF12-471C-AB61-02E133E6E5E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743060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CA"/>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093" indent="0" algn="ctr">
              <a:buNone/>
              <a:defRPr>
                <a:solidFill>
                  <a:schemeClr val="tx1">
                    <a:tint val="75000"/>
                  </a:schemeClr>
                </a:solidFill>
              </a:defRPr>
            </a:lvl2pPr>
            <a:lvl3pPr marL="914187" indent="0" algn="ctr">
              <a:buNone/>
              <a:defRPr>
                <a:solidFill>
                  <a:schemeClr val="tx1">
                    <a:tint val="75000"/>
                  </a:schemeClr>
                </a:solidFill>
              </a:defRPr>
            </a:lvl3pPr>
            <a:lvl4pPr marL="1371279" indent="0" algn="ctr">
              <a:buNone/>
              <a:defRPr>
                <a:solidFill>
                  <a:schemeClr val="tx1">
                    <a:tint val="75000"/>
                  </a:schemeClr>
                </a:solidFill>
              </a:defRPr>
            </a:lvl4pPr>
            <a:lvl5pPr marL="1828374" indent="0" algn="ctr">
              <a:buNone/>
              <a:defRPr>
                <a:solidFill>
                  <a:schemeClr val="tx1">
                    <a:tint val="75000"/>
                  </a:schemeClr>
                </a:solidFill>
              </a:defRPr>
            </a:lvl5pPr>
            <a:lvl6pPr marL="2285466" indent="0" algn="ctr">
              <a:buNone/>
              <a:defRPr>
                <a:solidFill>
                  <a:schemeClr val="tx1">
                    <a:tint val="75000"/>
                  </a:schemeClr>
                </a:solidFill>
              </a:defRPr>
            </a:lvl6pPr>
            <a:lvl7pPr marL="2742560" indent="0" algn="ctr">
              <a:buNone/>
              <a:defRPr>
                <a:solidFill>
                  <a:schemeClr val="tx1">
                    <a:tint val="75000"/>
                  </a:schemeClr>
                </a:solidFill>
              </a:defRPr>
            </a:lvl7pPr>
            <a:lvl8pPr marL="3199653" indent="0" algn="ctr">
              <a:buNone/>
              <a:defRPr>
                <a:solidFill>
                  <a:schemeClr val="tx1">
                    <a:tint val="75000"/>
                  </a:schemeClr>
                </a:solidFill>
              </a:defRPr>
            </a:lvl8pPr>
            <a:lvl9pPr marL="3656747" indent="0" algn="ctr">
              <a:buNone/>
              <a:defRPr>
                <a:solidFill>
                  <a:schemeClr val="tx1">
                    <a:tint val="75000"/>
                  </a:schemeClr>
                </a:solidFill>
              </a:defRPr>
            </a:lvl9pPr>
          </a:lstStyle>
          <a:p>
            <a:r>
              <a:rPr lang="en-US" smtClean="0"/>
              <a:t>Click to edit Master subtitle style</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6124555E-8AD2-4F56-947B-CB1B085EC306}"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1728408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171042F2-ED6B-4518-A4D6-82894315FF9C}"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75562655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4"/>
            <a:ext cx="10363200" cy="1362075"/>
          </a:xfrm>
        </p:spPr>
        <p:txBody>
          <a:bodyPr anchor="t"/>
          <a:lstStyle>
            <a:lvl1pPr algn="l">
              <a:defRPr sz="4000" b="1" cap="all"/>
            </a:lvl1pPr>
          </a:lstStyle>
          <a:p>
            <a:r>
              <a:rPr lang="en-US" smtClean="0"/>
              <a:t>Click to edit Master title style</a:t>
            </a:r>
            <a:endParaRPr lang="en-CA"/>
          </a:p>
        </p:txBody>
      </p:sp>
      <p:sp>
        <p:nvSpPr>
          <p:cNvPr id="3" name="Text Placeholder 2"/>
          <p:cNvSpPr>
            <a:spLocks noGrp="1"/>
          </p:cNvSpPr>
          <p:nvPr>
            <p:ph type="body" idx="1"/>
          </p:nvPr>
        </p:nvSpPr>
        <p:spPr>
          <a:xfrm>
            <a:off x="963084" y="2906717"/>
            <a:ext cx="10363200" cy="1500187"/>
          </a:xfrm>
        </p:spPr>
        <p:txBody>
          <a:bodyPr anchor="b"/>
          <a:lstStyle>
            <a:lvl1pPr marL="0" indent="0">
              <a:buNone/>
              <a:defRPr sz="2000">
                <a:solidFill>
                  <a:schemeClr val="tx1">
                    <a:tint val="75000"/>
                  </a:schemeClr>
                </a:solidFill>
              </a:defRPr>
            </a:lvl1pPr>
            <a:lvl2pPr marL="457093" indent="0">
              <a:buNone/>
              <a:defRPr sz="1800">
                <a:solidFill>
                  <a:schemeClr val="tx1">
                    <a:tint val="75000"/>
                  </a:schemeClr>
                </a:solidFill>
              </a:defRPr>
            </a:lvl2pPr>
            <a:lvl3pPr marL="914187" indent="0">
              <a:buNone/>
              <a:defRPr sz="1600">
                <a:solidFill>
                  <a:schemeClr val="tx1">
                    <a:tint val="75000"/>
                  </a:schemeClr>
                </a:solidFill>
              </a:defRPr>
            </a:lvl3pPr>
            <a:lvl4pPr marL="1371279" indent="0">
              <a:buNone/>
              <a:defRPr sz="1400">
                <a:solidFill>
                  <a:schemeClr val="tx1">
                    <a:tint val="75000"/>
                  </a:schemeClr>
                </a:solidFill>
              </a:defRPr>
            </a:lvl4pPr>
            <a:lvl5pPr marL="1828374" indent="0">
              <a:buNone/>
              <a:defRPr sz="1400">
                <a:solidFill>
                  <a:schemeClr val="tx1">
                    <a:tint val="75000"/>
                  </a:schemeClr>
                </a:solidFill>
              </a:defRPr>
            </a:lvl5pPr>
            <a:lvl6pPr marL="2285466" indent="0">
              <a:buNone/>
              <a:defRPr sz="1400">
                <a:solidFill>
                  <a:schemeClr val="tx1">
                    <a:tint val="75000"/>
                  </a:schemeClr>
                </a:solidFill>
              </a:defRPr>
            </a:lvl6pPr>
            <a:lvl7pPr marL="2742560" indent="0">
              <a:buNone/>
              <a:defRPr sz="1400">
                <a:solidFill>
                  <a:schemeClr val="tx1">
                    <a:tint val="75000"/>
                  </a:schemeClr>
                </a:solidFill>
              </a:defRPr>
            </a:lvl7pPr>
            <a:lvl8pPr marL="3199653" indent="0">
              <a:buNone/>
              <a:defRPr sz="1400">
                <a:solidFill>
                  <a:schemeClr val="tx1">
                    <a:tint val="75000"/>
                  </a:schemeClr>
                </a:solidFill>
              </a:defRPr>
            </a:lvl8pPr>
            <a:lvl9pPr marL="3656747"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0D4CD256-9464-4E71-842E-9A3AD24D9C9F}"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78338041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Content Placeholder 3"/>
          <p:cNvSpPr>
            <a:spLocks noGrp="1"/>
          </p:cNvSpPr>
          <p:nvPr>
            <p:ph sz="half" idx="2"/>
          </p:nvPr>
        </p:nvSpPr>
        <p:spPr>
          <a:xfrm>
            <a:off x="6197601"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C0A8163A-B1D8-4140-9D80-712585A1DEBD}"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71880255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CA"/>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093" indent="0">
              <a:buNone/>
              <a:defRPr sz="2000" b="1"/>
            </a:lvl2pPr>
            <a:lvl3pPr marL="914187" indent="0">
              <a:buNone/>
              <a:defRPr sz="1800" b="1"/>
            </a:lvl3pPr>
            <a:lvl4pPr marL="1371279" indent="0">
              <a:buNone/>
              <a:defRPr sz="1600" b="1"/>
            </a:lvl4pPr>
            <a:lvl5pPr marL="1828374" indent="0">
              <a:buNone/>
              <a:defRPr sz="1600" b="1"/>
            </a:lvl5pPr>
            <a:lvl6pPr marL="2285466" indent="0">
              <a:buNone/>
              <a:defRPr sz="1600" b="1"/>
            </a:lvl6pPr>
            <a:lvl7pPr marL="2742560" indent="0">
              <a:buNone/>
              <a:defRPr sz="1600" b="1"/>
            </a:lvl7pPr>
            <a:lvl8pPr marL="3199653" indent="0">
              <a:buNone/>
              <a:defRPr sz="1600" b="1"/>
            </a:lvl8pPr>
            <a:lvl9pPr marL="3656747"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093" indent="0">
              <a:buNone/>
              <a:defRPr sz="2000" b="1"/>
            </a:lvl2pPr>
            <a:lvl3pPr marL="914187" indent="0">
              <a:buNone/>
              <a:defRPr sz="1800" b="1"/>
            </a:lvl3pPr>
            <a:lvl4pPr marL="1371279" indent="0">
              <a:buNone/>
              <a:defRPr sz="1600" b="1"/>
            </a:lvl4pPr>
            <a:lvl5pPr marL="1828374" indent="0">
              <a:buNone/>
              <a:defRPr sz="1600" b="1"/>
            </a:lvl5pPr>
            <a:lvl6pPr marL="2285466" indent="0">
              <a:buNone/>
              <a:defRPr sz="1600" b="1"/>
            </a:lvl6pPr>
            <a:lvl7pPr marL="2742560" indent="0">
              <a:buNone/>
              <a:defRPr sz="1600" b="1"/>
            </a:lvl7pPr>
            <a:lvl8pPr marL="3199653" indent="0">
              <a:buNone/>
              <a:defRPr sz="1600" b="1"/>
            </a:lvl8pPr>
            <a:lvl9pPr marL="3656747"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7"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BE843C07-4AE1-4CA2-9630-C3701E6AFE2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408852340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5DC7C63D-1BB3-4817-B5FD-1A543A654D27}"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78909847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3E469A4D-F531-469C-AEDE-9363962A8C63}"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15455125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5" y="273050"/>
            <a:ext cx="4011084" cy="1162050"/>
          </a:xfrm>
        </p:spPr>
        <p:txBody>
          <a:bodyPr anchor="b"/>
          <a:lstStyle>
            <a:lvl1pPr algn="l">
              <a:defRPr sz="2000" b="1"/>
            </a:lvl1pPr>
          </a:lstStyle>
          <a:p>
            <a:r>
              <a:rPr lang="en-US" smtClean="0"/>
              <a:t>Click to edit Master title style</a:t>
            </a:r>
            <a:endParaRPr lang="en-CA"/>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Text Placeholder 3"/>
          <p:cNvSpPr>
            <a:spLocks noGrp="1"/>
          </p:cNvSpPr>
          <p:nvPr>
            <p:ph type="body" sz="half" idx="2"/>
          </p:nvPr>
        </p:nvSpPr>
        <p:spPr>
          <a:xfrm>
            <a:off x="609605" y="1435103"/>
            <a:ext cx="4011084" cy="4691063"/>
          </a:xfrm>
        </p:spPr>
        <p:txBody>
          <a:bodyPr/>
          <a:lstStyle>
            <a:lvl1pPr marL="0" indent="0">
              <a:buNone/>
              <a:defRPr sz="1400"/>
            </a:lvl1pPr>
            <a:lvl2pPr marL="457093" indent="0">
              <a:buNone/>
              <a:defRPr sz="1200"/>
            </a:lvl2pPr>
            <a:lvl3pPr marL="914187" indent="0">
              <a:buNone/>
              <a:defRPr sz="1000"/>
            </a:lvl3pPr>
            <a:lvl4pPr marL="1371279" indent="0">
              <a:buNone/>
              <a:defRPr sz="900"/>
            </a:lvl4pPr>
            <a:lvl5pPr marL="1828374" indent="0">
              <a:buNone/>
              <a:defRPr sz="900"/>
            </a:lvl5pPr>
            <a:lvl6pPr marL="2285466" indent="0">
              <a:buNone/>
              <a:defRPr sz="900"/>
            </a:lvl6pPr>
            <a:lvl7pPr marL="2742560" indent="0">
              <a:buNone/>
              <a:defRPr sz="900"/>
            </a:lvl7pPr>
            <a:lvl8pPr marL="3199653" indent="0">
              <a:buNone/>
              <a:defRPr sz="900"/>
            </a:lvl8pPr>
            <a:lvl9pPr marL="3656747"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CB5D2677-3D07-4883-B10F-D400D5B9C89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33296526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9" y="4800600"/>
            <a:ext cx="7315200" cy="566738"/>
          </a:xfrm>
        </p:spPr>
        <p:txBody>
          <a:bodyPr anchor="b"/>
          <a:lstStyle>
            <a:lvl1pPr algn="l">
              <a:defRPr sz="2000" b="1"/>
            </a:lvl1pPr>
          </a:lstStyle>
          <a:p>
            <a:r>
              <a:rPr lang="en-US" smtClean="0"/>
              <a:t>Click to edit Master title style</a:t>
            </a:r>
            <a:endParaRPr lang="en-CA"/>
          </a:p>
        </p:txBody>
      </p:sp>
      <p:sp>
        <p:nvSpPr>
          <p:cNvPr id="3" name="Picture Placeholder 2"/>
          <p:cNvSpPr>
            <a:spLocks noGrp="1"/>
          </p:cNvSpPr>
          <p:nvPr>
            <p:ph type="pic" idx="1"/>
          </p:nvPr>
        </p:nvSpPr>
        <p:spPr>
          <a:xfrm>
            <a:off x="2389719" y="612775"/>
            <a:ext cx="7315200" cy="4114800"/>
          </a:xfrm>
        </p:spPr>
        <p:txBody>
          <a:bodyPr rtlCol="0">
            <a:normAutofit/>
          </a:bodyPr>
          <a:lstStyle>
            <a:lvl1pPr marL="0" indent="0">
              <a:buNone/>
              <a:defRPr sz="3200"/>
            </a:lvl1pPr>
            <a:lvl2pPr marL="457093" indent="0">
              <a:buNone/>
              <a:defRPr sz="2800"/>
            </a:lvl2pPr>
            <a:lvl3pPr marL="914187" indent="0">
              <a:buNone/>
              <a:defRPr sz="2400"/>
            </a:lvl3pPr>
            <a:lvl4pPr marL="1371279" indent="0">
              <a:buNone/>
              <a:defRPr sz="2000"/>
            </a:lvl4pPr>
            <a:lvl5pPr marL="1828374" indent="0">
              <a:buNone/>
              <a:defRPr sz="2000"/>
            </a:lvl5pPr>
            <a:lvl6pPr marL="2285466" indent="0">
              <a:buNone/>
              <a:defRPr sz="2000"/>
            </a:lvl6pPr>
            <a:lvl7pPr marL="2742560" indent="0">
              <a:buNone/>
              <a:defRPr sz="2000"/>
            </a:lvl7pPr>
            <a:lvl8pPr marL="3199653" indent="0">
              <a:buNone/>
              <a:defRPr sz="2000"/>
            </a:lvl8pPr>
            <a:lvl9pPr marL="3656747" indent="0">
              <a:buNone/>
              <a:defRPr sz="2000"/>
            </a:lvl9pPr>
          </a:lstStyle>
          <a:p>
            <a:pPr lvl="0"/>
            <a:endParaRPr lang="en-CA" noProof="0" smtClean="0"/>
          </a:p>
        </p:txBody>
      </p:sp>
      <p:sp>
        <p:nvSpPr>
          <p:cNvPr id="4" name="Text Placeholder 3"/>
          <p:cNvSpPr>
            <a:spLocks noGrp="1"/>
          </p:cNvSpPr>
          <p:nvPr>
            <p:ph type="body" sz="half" idx="2"/>
          </p:nvPr>
        </p:nvSpPr>
        <p:spPr>
          <a:xfrm>
            <a:off x="2389719" y="5367338"/>
            <a:ext cx="7315200" cy="804862"/>
          </a:xfrm>
        </p:spPr>
        <p:txBody>
          <a:bodyPr/>
          <a:lstStyle>
            <a:lvl1pPr marL="0" indent="0">
              <a:buNone/>
              <a:defRPr sz="1400"/>
            </a:lvl1pPr>
            <a:lvl2pPr marL="457093" indent="0">
              <a:buNone/>
              <a:defRPr sz="1200"/>
            </a:lvl2pPr>
            <a:lvl3pPr marL="914187" indent="0">
              <a:buNone/>
              <a:defRPr sz="1000"/>
            </a:lvl3pPr>
            <a:lvl4pPr marL="1371279" indent="0">
              <a:buNone/>
              <a:defRPr sz="900"/>
            </a:lvl4pPr>
            <a:lvl5pPr marL="1828374" indent="0">
              <a:buNone/>
              <a:defRPr sz="900"/>
            </a:lvl5pPr>
            <a:lvl6pPr marL="2285466" indent="0">
              <a:buNone/>
              <a:defRPr sz="900"/>
            </a:lvl6pPr>
            <a:lvl7pPr marL="2742560" indent="0">
              <a:buNone/>
              <a:defRPr sz="900"/>
            </a:lvl7pPr>
            <a:lvl8pPr marL="3199653" indent="0">
              <a:buNone/>
              <a:defRPr sz="900"/>
            </a:lvl8pPr>
            <a:lvl9pPr marL="3656747"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73BF6FEC-CC91-445F-8927-73B7315BF467}"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23829081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BB596742-0C31-4EA6-BDCB-80222626422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70545157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2"/>
            <a:ext cx="2743200" cy="5851525"/>
          </a:xfrm>
        </p:spPr>
        <p:txBody>
          <a:bodyPr vert="eaVert"/>
          <a:lstStyle/>
          <a:p>
            <a:r>
              <a:rPr lang="en-US" smtClean="0"/>
              <a:t>Click to edit Master title style</a:t>
            </a:r>
            <a:endParaRPr lang="en-CA"/>
          </a:p>
        </p:txBody>
      </p:sp>
      <p:sp>
        <p:nvSpPr>
          <p:cNvPr id="3" name="Vertical Text Placeholder 2"/>
          <p:cNvSpPr>
            <a:spLocks noGrp="1"/>
          </p:cNvSpPr>
          <p:nvPr>
            <p:ph type="body" orient="vert" idx="1"/>
          </p:nvPr>
        </p:nvSpPr>
        <p:spPr>
          <a:xfrm>
            <a:off x="609600" y="274642"/>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CDAC0065-BF12-471C-AB61-02E133E6E5E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421686978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7"/>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073" indent="0" algn="ctr">
              <a:buNone/>
              <a:defRPr>
                <a:solidFill>
                  <a:schemeClr val="tx1">
                    <a:tint val="75000"/>
                  </a:schemeClr>
                </a:solidFill>
              </a:defRPr>
            </a:lvl2pPr>
            <a:lvl3pPr marL="914145" indent="0" algn="ctr">
              <a:buNone/>
              <a:defRPr>
                <a:solidFill>
                  <a:schemeClr val="tx1">
                    <a:tint val="75000"/>
                  </a:schemeClr>
                </a:solidFill>
              </a:defRPr>
            </a:lvl3pPr>
            <a:lvl4pPr marL="1371218" indent="0" algn="ctr">
              <a:buNone/>
              <a:defRPr>
                <a:solidFill>
                  <a:schemeClr val="tx1">
                    <a:tint val="75000"/>
                  </a:schemeClr>
                </a:solidFill>
              </a:defRPr>
            </a:lvl4pPr>
            <a:lvl5pPr marL="1828290" indent="0" algn="ctr">
              <a:buNone/>
              <a:defRPr>
                <a:solidFill>
                  <a:schemeClr val="tx1">
                    <a:tint val="75000"/>
                  </a:schemeClr>
                </a:solidFill>
              </a:defRPr>
            </a:lvl5pPr>
            <a:lvl6pPr marL="2285364" indent="0" algn="ctr">
              <a:buNone/>
              <a:defRPr>
                <a:solidFill>
                  <a:schemeClr val="tx1">
                    <a:tint val="75000"/>
                  </a:schemeClr>
                </a:solidFill>
              </a:defRPr>
            </a:lvl6pPr>
            <a:lvl7pPr marL="2742436" indent="0" algn="ctr">
              <a:buNone/>
              <a:defRPr>
                <a:solidFill>
                  <a:schemeClr val="tx1">
                    <a:tint val="75000"/>
                  </a:schemeClr>
                </a:solidFill>
              </a:defRPr>
            </a:lvl7pPr>
            <a:lvl8pPr marL="3199509" indent="0" algn="ctr">
              <a:buNone/>
              <a:defRPr>
                <a:solidFill>
                  <a:schemeClr val="tx1">
                    <a:tint val="75000"/>
                  </a:schemeClr>
                </a:solidFill>
              </a:defRPr>
            </a:lvl8pPr>
            <a:lvl9pPr marL="3656582"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06594CD-E493-4D95-9D74-1403FE98BAA7}" type="slidenum">
              <a:rPr lang="en-US"/>
              <a:pPr>
                <a:defRPr/>
              </a:pPr>
              <a:t>‹#›</a:t>
            </a:fld>
            <a:endParaRPr lang="en-US"/>
          </a:p>
        </p:txBody>
      </p:sp>
    </p:spTree>
    <p:extLst>
      <p:ext uri="{BB962C8B-B14F-4D97-AF65-F5344CB8AC3E}">
        <p14:creationId xmlns:p14="http://schemas.microsoft.com/office/powerpoint/2010/main" val="343233757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7BA4298-B3E8-4384-82BA-D110160E18F3}" type="slidenum">
              <a:rPr lang="en-US"/>
              <a:pPr>
                <a:defRPr/>
              </a:pPr>
              <a:t>‹#›</a:t>
            </a:fld>
            <a:endParaRPr lang="en-US"/>
          </a:p>
        </p:txBody>
      </p:sp>
    </p:spTree>
    <p:extLst>
      <p:ext uri="{BB962C8B-B14F-4D97-AF65-F5344CB8AC3E}">
        <p14:creationId xmlns:p14="http://schemas.microsoft.com/office/powerpoint/2010/main" val="138446509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7"/>
            <a:ext cx="10363200" cy="1500187"/>
          </a:xfrm>
        </p:spPr>
        <p:txBody>
          <a:bodyPr anchor="b"/>
          <a:lstStyle>
            <a:lvl1pPr marL="0" indent="0">
              <a:buNone/>
              <a:defRPr sz="2000">
                <a:solidFill>
                  <a:schemeClr val="tx1">
                    <a:tint val="75000"/>
                  </a:schemeClr>
                </a:solidFill>
              </a:defRPr>
            </a:lvl1pPr>
            <a:lvl2pPr marL="457073" indent="0">
              <a:buNone/>
              <a:defRPr sz="1800">
                <a:solidFill>
                  <a:schemeClr val="tx1">
                    <a:tint val="75000"/>
                  </a:schemeClr>
                </a:solidFill>
              </a:defRPr>
            </a:lvl2pPr>
            <a:lvl3pPr marL="914145" indent="0">
              <a:buNone/>
              <a:defRPr sz="1600">
                <a:solidFill>
                  <a:schemeClr val="tx1">
                    <a:tint val="75000"/>
                  </a:schemeClr>
                </a:solidFill>
              </a:defRPr>
            </a:lvl3pPr>
            <a:lvl4pPr marL="1371218" indent="0">
              <a:buNone/>
              <a:defRPr sz="1400">
                <a:solidFill>
                  <a:schemeClr val="tx1">
                    <a:tint val="75000"/>
                  </a:schemeClr>
                </a:solidFill>
              </a:defRPr>
            </a:lvl4pPr>
            <a:lvl5pPr marL="1828290" indent="0">
              <a:buNone/>
              <a:defRPr sz="1400">
                <a:solidFill>
                  <a:schemeClr val="tx1">
                    <a:tint val="75000"/>
                  </a:schemeClr>
                </a:solidFill>
              </a:defRPr>
            </a:lvl5pPr>
            <a:lvl6pPr marL="2285364" indent="0">
              <a:buNone/>
              <a:defRPr sz="1400">
                <a:solidFill>
                  <a:schemeClr val="tx1">
                    <a:tint val="75000"/>
                  </a:schemeClr>
                </a:solidFill>
              </a:defRPr>
            </a:lvl6pPr>
            <a:lvl7pPr marL="2742436" indent="0">
              <a:buNone/>
              <a:defRPr sz="1400">
                <a:solidFill>
                  <a:schemeClr val="tx1">
                    <a:tint val="75000"/>
                  </a:schemeClr>
                </a:solidFill>
              </a:defRPr>
            </a:lvl7pPr>
            <a:lvl8pPr marL="3199509" indent="0">
              <a:buNone/>
              <a:defRPr sz="1400">
                <a:solidFill>
                  <a:schemeClr val="tx1">
                    <a:tint val="75000"/>
                  </a:schemeClr>
                </a:solidFill>
              </a:defRPr>
            </a:lvl8pPr>
            <a:lvl9pPr marL="3656582"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CF79F35-56FF-4F95-8B51-9777B58E2034}" type="slidenum">
              <a:rPr lang="en-US"/>
              <a:pPr>
                <a:defRPr/>
              </a:pPr>
              <a:t>‹#›</a:t>
            </a:fld>
            <a:endParaRPr lang="en-US"/>
          </a:p>
        </p:txBody>
      </p:sp>
    </p:spTree>
    <p:extLst>
      <p:ext uri="{BB962C8B-B14F-4D97-AF65-F5344CB8AC3E}">
        <p14:creationId xmlns:p14="http://schemas.microsoft.com/office/powerpoint/2010/main" val="169066966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3" y="1600204"/>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4"/>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AA49C1E-65B2-4E88-92FE-2F1C8AE2E01F}" type="slidenum">
              <a:rPr lang="en-US"/>
              <a:pPr>
                <a:defRPr/>
              </a:pPr>
              <a:t>‹#›</a:t>
            </a:fld>
            <a:endParaRPr lang="en-US"/>
          </a:p>
        </p:txBody>
      </p:sp>
    </p:spTree>
    <p:extLst>
      <p:ext uri="{BB962C8B-B14F-4D97-AF65-F5344CB8AC3E}">
        <p14:creationId xmlns:p14="http://schemas.microsoft.com/office/powerpoint/2010/main" val="33090408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3" y="1535113"/>
            <a:ext cx="5386917" cy="639762"/>
          </a:xfrm>
        </p:spPr>
        <p:txBody>
          <a:bodyPr anchor="b"/>
          <a:lstStyle>
            <a:lvl1pPr marL="0" indent="0">
              <a:buNone/>
              <a:defRPr sz="2400" b="1"/>
            </a:lvl1pPr>
            <a:lvl2pPr marL="457073" indent="0">
              <a:buNone/>
              <a:defRPr sz="2000" b="1"/>
            </a:lvl2pPr>
            <a:lvl3pPr marL="914145" indent="0">
              <a:buNone/>
              <a:defRPr sz="1800" b="1"/>
            </a:lvl3pPr>
            <a:lvl4pPr marL="1371218" indent="0">
              <a:buNone/>
              <a:defRPr sz="1600" b="1"/>
            </a:lvl4pPr>
            <a:lvl5pPr marL="1828290" indent="0">
              <a:buNone/>
              <a:defRPr sz="1600" b="1"/>
            </a:lvl5pPr>
            <a:lvl6pPr marL="2285364" indent="0">
              <a:buNone/>
              <a:defRPr sz="1600" b="1"/>
            </a:lvl6pPr>
            <a:lvl7pPr marL="2742436" indent="0">
              <a:buNone/>
              <a:defRPr sz="1600" b="1"/>
            </a:lvl7pPr>
            <a:lvl8pPr marL="3199509" indent="0">
              <a:buNone/>
              <a:defRPr sz="1600" b="1"/>
            </a:lvl8pPr>
            <a:lvl9pPr marL="3656582"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3"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073" indent="0">
              <a:buNone/>
              <a:defRPr sz="2000" b="1"/>
            </a:lvl2pPr>
            <a:lvl3pPr marL="914145" indent="0">
              <a:buNone/>
              <a:defRPr sz="1800" b="1"/>
            </a:lvl3pPr>
            <a:lvl4pPr marL="1371218" indent="0">
              <a:buNone/>
              <a:defRPr sz="1600" b="1"/>
            </a:lvl4pPr>
            <a:lvl5pPr marL="1828290" indent="0">
              <a:buNone/>
              <a:defRPr sz="1600" b="1"/>
            </a:lvl5pPr>
            <a:lvl6pPr marL="2285364" indent="0">
              <a:buNone/>
              <a:defRPr sz="1600" b="1"/>
            </a:lvl6pPr>
            <a:lvl7pPr marL="2742436" indent="0">
              <a:buNone/>
              <a:defRPr sz="1600" b="1"/>
            </a:lvl7pPr>
            <a:lvl8pPr marL="3199509" indent="0">
              <a:buNone/>
              <a:defRPr sz="1600" b="1"/>
            </a:lvl8pPr>
            <a:lvl9pPr marL="3656582"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C7E42D9C-CDEB-462B-82AF-B269AA27B252}" type="slidenum">
              <a:rPr lang="en-US"/>
              <a:pPr>
                <a:defRPr/>
              </a:pPr>
              <a:t>‹#›</a:t>
            </a:fld>
            <a:endParaRPr lang="en-US"/>
          </a:p>
        </p:txBody>
      </p:sp>
    </p:spTree>
    <p:extLst>
      <p:ext uri="{BB962C8B-B14F-4D97-AF65-F5344CB8AC3E}">
        <p14:creationId xmlns:p14="http://schemas.microsoft.com/office/powerpoint/2010/main" val="252548681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99F53B07-0086-4E95-BF8E-8CDF03354958}" type="slidenum">
              <a:rPr lang="en-US"/>
              <a:pPr>
                <a:defRPr/>
              </a:pPr>
              <a:t>‹#›</a:t>
            </a:fld>
            <a:endParaRPr lang="en-US"/>
          </a:p>
        </p:txBody>
      </p:sp>
    </p:spTree>
    <p:extLst>
      <p:ext uri="{BB962C8B-B14F-4D97-AF65-F5344CB8AC3E}">
        <p14:creationId xmlns:p14="http://schemas.microsoft.com/office/powerpoint/2010/main" val="90833846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5285A41-EBE2-414C-B636-56D7580BF746}" type="slidenum">
              <a:rPr lang="en-US"/>
              <a:pPr>
                <a:defRPr/>
              </a:pPr>
              <a:t>‹#›</a:t>
            </a:fld>
            <a:endParaRPr lang="en-US"/>
          </a:p>
        </p:txBody>
      </p:sp>
    </p:spTree>
    <p:extLst>
      <p:ext uri="{BB962C8B-B14F-4D97-AF65-F5344CB8AC3E}">
        <p14:creationId xmlns:p14="http://schemas.microsoft.com/office/powerpoint/2010/main" val="378259723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4"/>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1" y="1435103"/>
            <a:ext cx="4011084" cy="4691063"/>
          </a:xfrm>
        </p:spPr>
        <p:txBody>
          <a:bodyPr/>
          <a:lstStyle>
            <a:lvl1pPr marL="0" indent="0">
              <a:buNone/>
              <a:defRPr sz="1400"/>
            </a:lvl1pPr>
            <a:lvl2pPr marL="457073" indent="0">
              <a:buNone/>
              <a:defRPr sz="1200"/>
            </a:lvl2pPr>
            <a:lvl3pPr marL="914145" indent="0">
              <a:buNone/>
              <a:defRPr sz="1000"/>
            </a:lvl3pPr>
            <a:lvl4pPr marL="1371218" indent="0">
              <a:buNone/>
              <a:defRPr sz="900"/>
            </a:lvl4pPr>
            <a:lvl5pPr marL="1828290" indent="0">
              <a:buNone/>
              <a:defRPr sz="900"/>
            </a:lvl5pPr>
            <a:lvl6pPr marL="2285364" indent="0">
              <a:buNone/>
              <a:defRPr sz="900"/>
            </a:lvl6pPr>
            <a:lvl7pPr marL="2742436" indent="0">
              <a:buNone/>
              <a:defRPr sz="900"/>
            </a:lvl7pPr>
            <a:lvl8pPr marL="3199509" indent="0">
              <a:buNone/>
              <a:defRPr sz="900"/>
            </a:lvl8pPr>
            <a:lvl9pPr marL="3656582"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C805C7D-500A-48B4-8359-DED96864ED1C}" type="slidenum">
              <a:rPr lang="en-US"/>
              <a:pPr>
                <a:defRPr/>
              </a:pPr>
              <a:t>‹#›</a:t>
            </a:fld>
            <a:endParaRPr lang="en-US"/>
          </a:p>
        </p:txBody>
      </p:sp>
    </p:spTree>
    <p:extLst>
      <p:ext uri="{BB962C8B-B14F-4D97-AF65-F5344CB8AC3E}">
        <p14:creationId xmlns:p14="http://schemas.microsoft.com/office/powerpoint/2010/main" val="30571558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20"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20" y="612775"/>
            <a:ext cx="7315200" cy="4114800"/>
          </a:xfrm>
        </p:spPr>
        <p:txBody>
          <a:bodyPr rtlCol="0">
            <a:normAutofit/>
          </a:bodyPr>
          <a:lstStyle>
            <a:lvl1pPr marL="0" indent="0">
              <a:buNone/>
              <a:defRPr sz="3200"/>
            </a:lvl1pPr>
            <a:lvl2pPr marL="457073" indent="0">
              <a:buNone/>
              <a:defRPr sz="2800"/>
            </a:lvl2pPr>
            <a:lvl3pPr marL="914145" indent="0">
              <a:buNone/>
              <a:defRPr sz="2400"/>
            </a:lvl3pPr>
            <a:lvl4pPr marL="1371218" indent="0">
              <a:buNone/>
              <a:defRPr sz="2000"/>
            </a:lvl4pPr>
            <a:lvl5pPr marL="1828290" indent="0">
              <a:buNone/>
              <a:defRPr sz="2000"/>
            </a:lvl5pPr>
            <a:lvl6pPr marL="2285364" indent="0">
              <a:buNone/>
              <a:defRPr sz="2000"/>
            </a:lvl6pPr>
            <a:lvl7pPr marL="2742436" indent="0">
              <a:buNone/>
              <a:defRPr sz="2000"/>
            </a:lvl7pPr>
            <a:lvl8pPr marL="3199509" indent="0">
              <a:buNone/>
              <a:defRPr sz="2000"/>
            </a:lvl8pPr>
            <a:lvl9pPr marL="3656582" indent="0">
              <a:buNone/>
              <a:defRPr sz="2000"/>
            </a:lvl9pPr>
          </a:lstStyle>
          <a:p>
            <a:pPr lvl="0"/>
            <a:endParaRPr lang="en-US" noProof="0" smtClean="0"/>
          </a:p>
        </p:txBody>
      </p:sp>
      <p:sp>
        <p:nvSpPr>
          <p:cNvPr id="4" name="Text Placeholder 3"/>
          <p:cNvSpPr>
            <a:spLocks noGrp="1"/>
          </p:cNvSpPr>
          <p:nvPr>
            <p:ph type="body" sz="half" idx="2"/>
          </p:nvPr>
        </p:nvSpPr>
        <p:spPr>
          <a:xfrm>
            <a:off x="2389720" y="5367338"/>
            <a:ext cx="7315200" cy="804862"/>
          </a:xfrm>
        </p:spPr>
        <p:txBody>
          <a:bodyPr/>
          <a:lstStyle>
            <a:lvl1pPr marL="0" indent="0">
              <a:buNone/>
              <a:defRPr sz="1400"/>
            </a:lvl1pPr>
            <a:lvl2pPr marL="457073" indent="0">
              <a:buNone/>
              <a:defRPr sz="1200"/>
            </a:lvl2pPr>
            <a:lvl3pPr marL="914145" indent="0">
              <a:buNone/>
              <a:defRPr sz="1000"/>
            </a:lvl3pPr>
            <a:lvl4pPr marL="1371218" indent="0">
              <a:buNone/>
              <a:defRPr sz="900"/>
            </a:lvl4pPr>
            <a:lvl5pPr marL="1828290" indent="0">
              <a:buNone/>
              <a:defRPr sz="900"/>
            </a:lvl5pPr>
            <a:lvl6pPr marL="2285364" indent="0">
              <a:buNone/>
              <a:defRPr sz="900"/>
            </a:lvl6pPr>
            <a:lvl7pPr marL="2742436" indent="0">
              <a:buNone/>
              <a:defRPr sz="900"/>
            </a:lvl7pPr>
            <a:lvl8pPr marL="3199509" indent="0">
              <a:buNone/>
              <a:defRPr sz="900"/>
            </a:lvl8pPr>
            <a:lvl9pPr marL="3656582"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AE938BC-663E-4D93-9D95-A0BE191ACC57}" type="slidenum">
              <a:rPr lang="en-US"/>
              <a:pPr>
                <a:defRPr/>
              </a:pPr>
              <a:t>‹#›</a:t>
            </a:fld>
            <a:endParaRPr lang="en-US"/>
          </a:p>
        </p:txBody>
      </p:sp>
    </p:spTree>
    <p:extLst>
      <p:ext uri="{BB962C8B-B14F-4D97-AF65-F5344CB8AC3E}">
        <p14:creationId xmlns:p14="http://schemas.microsoft.com/office/powerpoint/2010/main" val="134415283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CBA6ED1-9C25-45EB-8751-684C0DBF5507}" type="slidenum">
              <a:rPr lang="en-US"/>
              <a:pPr>
                <a:defRPr/>
              </a:pPr>
              <a:t>‹#›</a:t>
            </a:fld>
            <a:endParaRPr lang="en-US"/>
          </a:p>
        </p:txBody>
      </p:sp>
    </p:spTree>
    <p:extLst>
      <p:ext uri="{BB962C8B-B14F-4D97-AF65-F5344CB8AC3E}">
        <p14:creationId xmlns:p14="http://schemas.microsoft.com/office/powerpoint/2010/main" val="95589894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2"/>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42"/>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351B8B3-E16B-45E3-973F-92E55373A2A7}" type="slidenum">
              <a:rPr lang="en-US"/>
              <a:pPr>
                <a:defRPr/>
              </a:pPr>
              <a:t>‹#›</a:t>
            </a:fld>
            <a:endParaRPr lang="en-US"/>
          </a:p>
        </p:txBody>
      </p:sp>
    </p:spTree>
    <p:extLst>
      <p:ext uri="{BB962C8B-B14F-4D97-AF65-F5344CB8AC3E}">
        <p14:creationId xmlns:p14="http://schemas.microsoft.com/office/powerpoint/2010/main" val="364249477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CA"/>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CA"/>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98AF4B7-36BE-4EE8-AB5D-A17445A929C1}" type="slidenum">
              <a:rPr lang="en-US"/>
              <a:pPr>
                <a:defRPr/>
              </a:pPr>
              <a:t>‹#›</a:t>
            </a:fld>
            <a:endParaRPr lang="en-US"/>
          </a:p>
        </p:txBody>
      </p:sp>
    </p:spTree>
    <p:extLst>
      <p:ext uri="{BB962C8B-B14F-4D97-AF65-F5344CB8AC3E}">
        <p14:creationId xmlns:p14="http://schemas.microsoft.com/office/powerpoint/2010/main" val="203538539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CAE6802-F6E6-43FC-895B-F8DD862C3957}" type="slidenum">
              <a:rPr lang="en-US"/>
              <a:pPr>
                <a:defRPr/>
              </a:pPr>
              <a:t>‹#›</a:t>
            </a:fld>
            <a:endParaRPr lang="en-US"/>
          </a:p>
        </p:txBody>
      </p:sp>
    </p:spTree>
    <p:extLst>
      <p:ext uri="{BB962C8B-B14F-4D97-AF65-F5344CB8AC3E}">
        <p14:creationId xmlns:p14="http://schemas.microsoft.com/office/powerpoint/2010/main" val="196948555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CA"/>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955696D-9CBB-44E4-BB96-FCEAEF57082F}" type="slidenum">
              <a:rPr lang="en-US"/>
              <a:pPr>
                <a:defRPr/>
              </a:pPr>
              <a:t>‹#›</a:t>
            </a:fld>
            <a:endParaRPr lang="en-US"/>
          </a:p>
        </p:txBody>
      </p:sp>
    </p:spTree>
    <p:extLst>
      <p:ext uri="{BB962C8B-B14F-4D97-AF65-F5344CB8AC3E}">
        <p14:creationId xmlns:p14="http://schemas.microsoft.com/office/powerpoint/2010/main" val="138127232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BBD2E9B5-5F19-48D4-96FC-D8F6608CF5A6}" type="slidenum">
              <a:rPr lang="en-US"/>
              <a:pPr>
                <a:defRPr/>
              </a:pPr>
              <a:t>‹#›</a:t>
            </a:fld>
            <a:endParaRPr lang="en-US"/>
          </a:p>
        </p:txBody>
      </p:sp>
    </p:spTree>
    <p:extLst>
      <p:ext uri="{BB962C8B-B14F-4D97-AF65-F5344CB8AC3E}">
        <p14:creationId xmlns:p14="http://schemas.microsoft.com/office/powerpoint/2010/main" val="351763722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CA"/>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7" name="Date Placeholder 3"/>
          <p:cNvSpPr>
            <a:spLocks noGrp="1"/>
          </p:cNvSpPr>
          <p:nvPr>
            <p:ph type="dt" sz="half" idx="10"/>
          </p:nvPr>
        </p:nvSpPr>
        <p:spPr/>
        <p:txBody>
          <a:bodyPr/>
          <a:lstStyle>
            <a:lvl1pPr>
              <a:defRPr/>
            </a:lvl1pPr>
          </a:lstStyle>
          <a:p>
            <a:pPr>
              <a:defRPr/>
            </a:pPr>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460BF639-3A94-4CD2-A9A8-AF4266D2650C}" type="slidenum">
              <a:rPr lang="en-US"/>
              <a:pPr>
                <a:defRPr/>
              </a:pPr>
              <a:t>‹#›</a:t>
            </a:fld>
            <a:endParaRPr lang="en-US"/>
          </a:p>
        </p:txBody>
      </p:sp>
    </p:spTree>
    <p:extLst>
      <p:ext uri="{BB962C8B-B14F-4D97-AF65-F5344CB8AC3E}">
        <p14:creationId xmlns:p14="http://schemas.microsoft.com/office/powerpoint/2010/main" val="10918550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Date Placeholder 3"/>
          <p:cNvSpPr>
            <a:spLocks noGrp="1"/>
          </p:cNvSpPr>
          <p:nvPr>
            <p:ph type="dt" sz="half" idx="10"/>
          </p:nvPr>
        </p:nvSpPr>
        <p:spPr/>
        <p:txBody>
          <a:bodyPr/>
          <a:lstStyle>
            <a:lvl1pPr>
              <a:defRPr/>
            </a:lvl1pPr>
          </a:lstStyle>
          <a:p>
            <a:pPr>
              <a:defRPr/>
            </a:pPr>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31BC9080-462C-40BC-AECC-3D857E8195EE}" type="slidenum">
              <a:rPr lang="en-US"/>
              <a:pPr>
                <a:defRPr/>
              </a:pPr>
              <a:t>‹#›</a:t>
            </a:fld>
            <a:endParaRPr lang="en-US"/>
          </a:p>
        </p:txBody>
      </p:sp>
    </p:spTree>
    <p:extLst>
      <p:ext uri="{BB962C8B-B14F-4D97-AF65-F5344CB8AC3E}">
        <p14:creationId xmlns:p14="http://schemas.microsoft.com/office/powerpoint/2010/main" val="377849780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A4BAA1A9-538A-4869-AFBB-79EA3FF87816}" type="slidenum">
              <a:rPr lang="en-US"/>
              <a:pPr>
                <a:defRPr/>
              </a:pPr>
              <a:t>‹#›</a:t>
            </a:fld>
            <a:endParaRPr lang="en-US"/>
          </a:p>
        </p:txBody>
      </p:sp>
    </p:spTree>
    <p:extLst>
      <p:ext uri="{BB962C8B-B14F-4D97-AF65-F5344CB8AC3E}">
        <p14:creationId xmlns:p14="http://schemas.microsoft.com/office/powerpoint/2010/main" val="171117026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CA"/>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A2AAAB0-5AE5-420B-8BF4-4379C01F7EC4}" type="slidenum">
              <a:rPr lang="en-US"/>
              <a:pPr>
                <a:defRPr/>
              </a:pPr>
              <a:t>‹#›</a:t>
            </a:fld>
            <a:endParaRPr lang="en-US"/>
          </a:p>
        </p:txBody>
      </p:sp>
    </p:spTree>
    <p:extLst>
      <p:ext uri="{BB962C8B-B14F-4D97-AF65-F5344CB8AC3E}">
        <p14:creationId xmlns:p14="http://schemas.microsoft.com/office/powerpoint/2010/main" val="59221086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CA"/>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CA" noProof="0" smtClean="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75DBE1B-1E31-4B00-8FF2-DF34D99C9A40}" type="slidenum">
              <a:rPr lang="en-US"/>
              <a:pPr>
                <a:defRPr/>
              </a:pPr>
              <a:t>‹#›</a:t>
            </a:fld>
            <a:endParaRPr lang="en-US"/>
          </a:p>
        </p:txBody>
      </p:sp>
    </p:spTree>
    <p:extLst>
      <p:ext uri="{BB962C8B-B14F-4D97-AF65-F5344CB8AC3E}">
        <p14:creationId xmlns:p14="http://schemas.microsoft.com/office/powerpoint/2010/main" val="238655850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D0AB39F-F21F-4A65-AA6D-8F336C20D2DF}" type="slidenum">
              <a:rPr lang="en-US"/>
              <a:pPr>
                <a:defRPr/>
              </a:pPr>
              <a:t>‹#›</a:t>
            </a:fld>
            <a:endParaRPr lang="en-US"/>
          </a:p>
        </p:txBody>
      </p:sp>
    </p:spTree>
    <p:extLst>
      <p:ext uri="{BB962C8B-B14F-4D97-AF65-F5344CB8AC3E}">
        <p14:creationId xmlns:p14="http://schemas.microsoft.com/office/powerpoint/2010/main" val="227533534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en-CA"/>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724BA41-5144-42E9-8D10-B9EB74B7B104}" type="slidenum">
              <a:rPr lang="en-US"/>
              <a:pPr>
                <a:defRPr/>
              </a:pPr>
              <a:t>‹#›</a:t>
            </a:fld>
            <a:endParaRPr lang="en-US"/>
          </a:p>
        </p:txBody>
      </p:sp>
    </p:spTree>
    <p:extLst>
      <p:ext uri="{BB962C8B-B14F-4D97-AF65-F5344CB8AC3E}">
        <p14:creationId xmlns:p14="http://schemas.microsoft.com/office/powerpoint/2010/main" val="45003554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40"/>
            <a:ext cx="10363200" cy="1470026"/>
          </a:xfrm>
        </p:spPr>
        <p:txBody>
          <a:bodyPr/>
          <a:lstStyle/>
          <a:p>
            <a:r>
              <a:rPr lang="en-US" smtClean="0"/>
              <a:t>Click to edit Master title style</a:t>
            </a:r>
            <a:endParaRPr lang="en-CA"/>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54" indent="0" algn="ctr">
              <a:buNone/>
              <a:defRPr>
                <a:solidFill>
                  <a:schemeClr val="tx1">
                    <a:tint val="75000"/>
                  </a:schemeClr>
                </a:solidFill>
              </a:defRPr>
            </a:lvl2pPr>
            <a:lvl3pPr marL="914309" indent="0" algn="ctr">
              <a:buNone/>
              <a:defRPr>
                <a:solidFill>
                  <a:schemeClr val="tx1">
                    <a:tint val="75000"/>
                  </a:schemeClr>
                </a:solidFill>
              </a:defRPr>
            </a:lvl3pPr>
            <a:lvl4pPr marL="1371462" indent="0" algn="ctr">
              <a:buNone/>
              <a:defRPr>
                <a:solidFill>
                  <a:schemeClr val="tx1">
                    <a:tint val="75000"/>
                  </a:schemeClr>
                </a:solidFill>
              </a:defRPr>
            </a:lvl4pPr>
            <a:lvl5pPr marL="1828617" indent="0" algn="ctr">
              <a:buNone/>
              <a:defRPr>
                <a:solidFill>
                  <a:schemeClr val="tx1">
                    <a:tint val="75000"/>
                  </a:schemeClr>
                </a:solidFill>
              </a:defRPr>
            </a:lvl5pPr>
            <a:lvl6pPr marL="2285771" indent="0" algn="ctr">
              <a:buNone/>
              <a:defRPr>
                <a:solidFill>
                  <a:schemeClr val="tx1">
                    <a:tint val="75000"/>
                  </a:schemeClr>
                </a:solidFill>
              </a:defRPr>
            </a:lvl6pPr>
            <a:lvl7pPr marL="2742926" indent="0" algn="ctr">
              <a:buNone/>
              <a:defRPr>
                <a:solidFill>
                  <a:schemeClr val="tx1">
                    <a:tint val="75000"/>
                  </a:schemeClr>
                </a:solidFill>
              </a:defRPr>
            </a:lvl7pPr>
            <a:lvl8pPr marL="3200080" indent="0" algn="ctr">
              <a:buNone/>
              <a:defRPr>
                <a:solidFill>
                  <a:schemeClr val="tx1">
                    <a:tint val="75000"/>
                  </a:schemeClr>
                </a:solidFill>
              </a:defRPr>
            </a:lvl8pPr>
            <a:lvl9pPr marL="3657235" indent="0" algn="ctr">
              <a:buNone/>
              <a:defRPr>
                <a:solidFill>
                  <a:schemeClr val="tx1">
                    <a:tint val="75000"/>
                  </a:schemeClr>
                </a:solidFill>
              </a:defRPr>
            </a:lvl9pPr>
          </a:lstStyle>
          <a:p>
            <a:r>
              <a:rPr lang="en-US" smtClean="0"/>
              <a:t>Click to edit Master subtitle style</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7D30CD29-1DB5-46A5-A87D-8DEFCEAB366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36118305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D34ABFF6-A451-42FC-BECB-155267DD3F51}"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45170051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5" y="4406902"/>
            <a:ext cx="10363200" cy="1362075"/>
          </a:xfrm>
        </p:spPr>
        <p:txBody>
          <a:bodyPr anchor="t"/>
          <a:lstStyle>
            <a:lvl1pPr algn="l">
              <a:defRPr sz="4000" b="1" cap="all"/>
            </a:lvl1pPr>
          </a:lstStyle>
          <a:p>
            <a:r>
              <a:rPr lang="en-US" smtClean="0"/>
              <a:t>Click to edit Master title style</a:t>
            </a:r>
            <a:endParaRPr lang="en-CA"/>
          </a:p>
        </p:txBody>
      </p:sp>
      <p:sp>
        <p:nvSpPr>
          <p:cNvPr id="3" name="Text Placeholder 2"/>
          <p:cNvSpPr>
            <a:spLocks noGrp="1"/>
          </p:cNvSpPr>
          <p:nvPr>
            <p:ph type="body" idx="1"/>
          </p:nvPr>
        </p:nvSpPr>
        <p:spPr>
          <a:xfrm>
            <a:off x="963085" y="2906713"/>
            <a:ext cx="10363200" cy="1500187"/>
          </a:xfrm>
        </p:spPr>
        <p:txBody>
          <a:bodyPr anchor="b"/>
          <a:lstStyle>
            <a:lvl1pPr marL="0" indent="0">
              <a:buNone/>
              <a:defRPr sz="1999">
                <a:solidFill>
                  <a:schemeClr val="tx1">
                    <a:tint val="75000"/>
                  </a:schemeClr>
                </a:solidFill>
              </a:defRPr>
            </a:lvl1pPr>
            <a:lvl2pPr marL="457154" indent="0">
              <a:buNone/>
              <a:defRPr sz="1799">
                <a:solidFill>
                  <a:schemeClr val="tx1">
                    <a:tint val="75000"/>
                  </a:schemeClr>
                </a:solidFill>
              </a:defRPr>
            </a:lvl2pPr>
            <a:lvl3pPr marL="914309" indent="0">
              <a:buNone/>
              <a:defRPr sz="1600">
                <a:solidFill>
                  <a:schemeClr val="tx1">
                    <a:tint val="75000"/>
                  </a:schemeClr>
                </a:solidFill>
              </a:defRPr>
            </a:lvl3pPr>
            <a:lvl4pPr marL="1371462" indent="0">
              <a:buNone/>
              <a:defRPr sz="1400">
                <a:solidFill>
                  <a:schemeClr val="tx1">
                    <a:tint val="75000"/>
                  </a:schemeClr>
                </a:solidFill>
              </a:defRPr>
            </a:lvl4pPr>
            <a:lvl5pPr marL="1828617" indent="0">
              <a:buNone/>
              <a:defRPr sz="1400">
                <a:solidFill>
                  <a:schemeClr val="tx1">
                    <a:tint val="75000"/>
                  </a:schemeClr>
                </a:solidFill>
              </a:defRPr>
            </a:lvl5pPr>
            <a:lvl6pPr marL="2285771" indent="0">
              <a:buNone/>
              <a:defRPr sz="1400">
                <a:solidFill>
                  <a:schemeClr val="tx1">
                    <a:tint val="75000"/>
                  </a:schemeClr>
                </a:solidFill>
              </a:defRPr>
            </a:lvl6pPr>
            <a:lvl7pPr marL="2742926" indent="0">
              <a:buNone/>
              <a:defRPr sz="1400">
                <a:solidFill>
                  <a:schemeClr val="tx1">
                    <a:tint val="75000"/>
                  </a:schemeClr>
                </a:solidFill>
              </a:defRPr>
            </a:lvl7pPr>
            <a:lvl8pPr marL="3200080" indent="0">
              <a:buNone/>
              <a:defRPr sz="1400">
                <a:solidFill>
                  <a:schemeClr val="tx1">
                    <a:tint val="75000"/>
                  </a:schemeClr>
                </a:solidFill>
              </a:defRPr>
            </a:lvl8pPr>
            <a:lvl9pPr marL="3657235"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F927812B-9ED0-4ED1-9E3B-A0FBA57D734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78893724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399"/>
            </a:lvl2pPr>
            <a:lvl3pPr>
              <a:defRPr sz="1999"/>
            </a:lvl3pPr>
            <a:lvl4pPr>
              <a:defRPr sz="1799"/>
            </a:lvl4pPr>
            <a:lvl5pPr>
              <a:defRPr sz="1799"/>
            </a:lvl5pPr>
            <a:lvl6pPr>
              <a:defRPr sz="1799"/>
            </a:lvl6pPr>
            <a:lvl7pPr>
              <a:defRPr sz="1799"/>
            </a:lvl7pPr>
            <a:lvl8pPr>
              <a:defRPr sz="1799"/>
            </a:lvl8pPr>
            <a:lvl9pPr>
              <a:defRPr sz="1799"/>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399"/>
            </a:lvl2pPr>
            <a:lvl3pPr>
              <a:defRPr sz="1999"/>
            </a:lvl3pPr>
            <a:lvl4pPr>
              <a:defRPr sz="1799"/>
            </a:lvl4pPr>
            <a:lvl5pPr>
              <a:defRPr sz="1799"/>
            </a:lvl5pPr>
            <a:lvl6pPr>
              <a:defRPr sz="1799"/>
            </a:lvl6pPr>
            <a:lvl7pPr>
              <a:defRPr sz="1799"/>
            </a:lvl7pPr>
            <a:lvl8pPr>
              <a:defRPr sz="1799"/>
            </a:lvl8pPr>
            <a:lvl9pPr>
              <a:defRPr sz="1799"/>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4DA48633-9E17-41E4-B08E-98259F82A624}"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91550333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CA"/>
          </a:p>
        </p:txBody>
      </p:sp>
      <p:sp>
        <p:nvSpPr>
          <p:cNvPr id="3" name="Text Placeholder 2"/>
          <p:cNvSpPr>
            <a:spLocks noGrp="1"/>
          </p:cNvSpPr>
          <p:nvPr>
            <p:ph type="body" idx="1"/>
          </p:nvPr>
        </p:nvSpPr>
        <p:spPr>
          <a:xfrm>
            <a:off x="609600" y="1535115"/>
            <a:ext cx="5386917" cy="639763"/>
          </a:xfrm>
        </p:spPr>
        <p:txBody>
          <a:bodyPr anchor="b"/>
          <a:lstStyle>
            <a:lvl1pPr marL="0" indent="0">
              <a:buNone/>
              <a:defRPr sz="2399" b="1"/>
            </a:lvl1pPr>
            <a:lvl2pPr marL="457154" indent="0">
              <a:buNone/>
              <a:defRPr sz="1999" b="1"/>
            </a:lvl2pPr>
            <a:lvl3pPr marL="914309" indent="0">
              <a:buNone/>
              <a:defRPr sz="1799" b="1"/>
            </a:lvl3pPr>
            <a:lvl4pPr marL="1371462" indent="0">
              <a:buNone/>
              <a:defRPr sz="1600" b="1"/>
            </a:lvl4pPr>
            <a:lvl5pPr marL="1828617" indent="0">
              <a:buNone/>
              <a:defRPr sz="1600" b="1"/>
            </a:lvl5pPr>
            <a:lvl6pPr marL="2285771" indent="0">
              <a:buNone/>
              <a:defRPr sz="1600" b="1"/>
            </a:lvl6pPr>
            <a:lvl7pPr marL="2742926" indent="0">
              <a:buNone/>
              <a:defRPr sz="1600" b="1"/>
            </a:lvl7pPr>
            <a:lvl8pPr marL="3200080" indent="0">
              <a:buNone/>
              <a:defRPr sz="1600" b="1"/>
            </a:lvl8pPr>
            <a:lvl9pPr marL="3657235"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399"/>
            </a:lvl1pPr>
            <a:lvl2pPr>
              <a:defRPr sz="1999"/>
            </a:lvl2pPr>
            <a:lvl3pPr>
              <a:defRPr sz="1799"/>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5" name="Text Placeholder 4"/>
          <p:cNvSpPr>
            <a:spLocks noGrp="1"/>
          </p:cNvSpPr>
          <p:nvPr>
            <p:ph type="body" sz="quarter" idx="3"/>
          </p:nvPr>
        </p:nvSpPr>
        <p:spPr>
          <a:xfrm>
            <a:off x="6193379" y="1535115"/>
            <a:ext cx="5389034" cy="639763"/>
          </a:xfrm>
        </p:spPr>
        <p:txBody>
          <a:bodyPr anchor="b"/>
          <a:lstStyle>
            <a:lvl1pPr marL="0" indent="0">
              <a:buNone/>
              <a:defRPr sz="2399" b="1"/>
            </a:lvl1pPr>
            <a:lvl2pPr marL="457154" indent="0">
              <a:buNone/>
              <a:defRPr sz="1999" b="1"/>
            </a:lvl2pPr>
            <a:lvl3pPr marL="914309" indent="0">
              <a:buNone/>
              <a:defRPr sz="1799" b="1"/>
            </a:lvl3pPr>
            <a:lvl4pPr marL="1371462" indent="0">
              <a:buNone/>
              <a:defRPr sz="1600" b="1"/>
            </a:lvl4pPr>
            <a:lvl5pPr marL="1828617" indent="0">
              <a:buNone/>
              <a:defRPr sz="1600" b="1"/>
            </a:lvl5pPr>
            <a:lvl6pPr marL="2285771" indent="0">
              <a:buNone/>
              <a:defRPr sz="1600" b="1"/>
            </a:lvl6pPr>
            <a:lvl7pPr marL="2742926" indent="0">
              <a:buNone/>
              <a:defRPr sz="1600" b="1"/>
            </a:lvl7pPr>
            <a:lvl8pPr marL="3200080" indent="0">
              <a:buNone/>
              <a:defRPr sz="1600" b="1"/>
            </a:lvl8pPr>
            <a:lvl9pPr marL="3657235"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79" y="2174875"/>
            <a:ext cx="5389034" cy="3951288"/>
          </a:xfrm>
        </p:spPr>
        <p:txBody>
          <a:bodyPr/>
          <a:lstStyle>
            <a:lvl1pPr>
              <a:defRPr sz="2399"/>
            </a:lvl1pPr>
            <a:lvl2pPr>
              <a:defRPr sz="1999"/>
            </a:lvl2pPr>
            <a:lvl3pPr>
              <a:defRPr sz="1799"/>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7"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067D2BBF-5CCA-4B73-8207-9296B10EA8F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424829626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1E472234-6427-4417-B5BA-27C8119A8238}"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1014227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FFC72869-ABD1-4687-B906-C64E2DDB0B2D}"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411614589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27" y="273051"/>
            <a:ext cx="4011084" cy="1162051"/>
          </a:xfrm>
        </p:spPr>
        <p:txBody>
          <a:bodyPr anchor="b"/>
          <a:lstStyle>
            <a:lvl1pPr algn="l">
              <a:defRPr sz="1999" b="1"/>
            </a:lvl1pPr>
          </a:lstStyle>
          <a:p>
            <a:r>
              <a:rPr lang="en-US" smtClean="0"/>
              <a:t>Click to edit Master title style</a:t>
            </a:r>
            <a:endParaRPr lang="en-CA"/>
          </a:p>
        </p:txBody>
      </p:sp>
      <p:sp>
        <p:nvSpPr>
          <p:cNvPr id="3" name="Content Placeholder 2"/>
          <p:cNvSpPr>
            <a:spLocks noGrp="1"/>
          </p:cNvSpPr>
          <p:nvPr>
            <p:ph idx="1"/>
          </p:nvPr>
        </p:nvSpPr>
        <p:spPr>
          <a:xfrm>
            <a:off x="4766733" y="273066"/>
            <a:ext cx="6815667" cy="5853114"/>
          </a:xfrm>
        </p:spPr>
        <p:txBody>
          <a:bodyPr/>
          <a:lstStyle>
            <a:lvl1pPr>
              <a:defRPr sz="3200"/>
            </a:lvl1pPr>
            <a:lvl2pPr>
              <a:defRPr sz="2800"/>
            </a:lvl2pPr>
            <a:lvl3pPr>
              <a:defRPr sz="2399"/>
            </a:lvl3pPr>
            <a:lvl4pPr>
              <a:defRPr sz="1999"/>
            </a:lvl4pPr>
            <a:lvl5pPr>
              <a:defRPr sz="1999"/>
            </a:lvl5pPr>
            <a:lvl6pPr>
              <a:defRPr sz="1999"/>
            </a:lvl6pPr>
            <a:lvl7pPr>
              <a:defRPr sz="1999"/>
            </a:lvl7pPr>
            <a:lvl8pPr>
              <a:defRPr sz="1999"/>
            </a:lvl8pPr>
            <a:lvl9pPr>
              <a:defRPr sz="1999"/>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Text Placeholder 3"/>
          <p:cNvSpPr>
            <a:spLocks noGrp="1"/>
          </p:cNvSpPr>
          <p:nvPr>
            <p:ph type="body" sz="half" idx="2"/>
          </p:nvPr>
        </p:nvSpPr>
        <p:spPr>
          <a:xfrm>
            <a:off x="609627" y="1435105"/>
            <a:ext cx="4011084" cy="4691063"/>
          </a:xfrm>
        </p:spPr>
        <p:txBody>
          <a:bodyPr/>
          <a:lstStyle>
            <a:lvl1pPr marL="0" indent="0">
              <a:buNone/>
              <a:defRPr sz="1400"/>
            </a:lvl1pPr>
            <a:lvl2pPr marL="457154" indent="0">
              <a:buNone/>
              <a:defRPr sz="1200"/>
            </a:lvl2pPr>
            <a:lvl3pPr marL="914309" indent="0">
              <a:buNone/>
              <a:defRPr sz="1000"/>
            </a:lvl3pPr>
            <a:lvl4pPr marL="1371462" indent="0">
              <a:buNone/>
              <a:defRPr sz="900"/>
            </a:lvl4pPr>
            <a:lvl5pPr marL="1828617" indent="0">
              <a:buNone/>
              <a:defRPr sz="900"/>
            </a:lvl5pPr>
            <a:lvl6pPr marL="2285771" indent="0">
              <a:buNone/>
              <a:defRPr sz="900"/>
            </a:lvl6pPr>
            <a:lvl7pPr marL="2742926" indent="0">
              <a:buNone/>
              <a:defRPr sz="900"/>
            </a:lvl7pPr>
            <a:lvl8pPr marL="3200080" indent="0">
              <a:buNone/>
              <a:defRPr sz="900"/>
            </a:lvl8pPr>
            <a:lvl9pPr marL="3657235"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B1BD42A0-C0A3-4B33-A374-7D8EC2FC305C}"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85236398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8" y="4800602"/>
            <a:ext cx="7315200" cy="566739"/>
          </a:xfrm>
        </p:spPr>
        <p:txBody>
          <a:bodyPr anchor="b"/>
          <a:lstStyle>
            <a:lvl1pPr algn="l">
              <a:defRPr sz="1999" b="1"/>
            </a:lvl1pPr>
          </a:lstStyle>
          <a:p>
            <a:r>
              <a:rPr lang="en-US" smtClean="0"/>
              <a:t>Click to edit Master title style</a:t>
            </a:r>
            <a:endParaRPr lang="en-CA"/>
          </a:p>
        </p:txBody>
      </p:sp>
      <p:sp>
        <p:nvSpPr>
          <p:cNvPr id="3" name="Picture Placeholder 2"/>
          <p:cNvSpPr>
            <a:spLocks noGrp="1"/>
          </p:cNvSpPr>
          <p:nvPr>
            <p:ph type="pic" idx="1"/>
          </p:nvPr>
        </p:nvSpPr>
        <p:spPr>
          <a:xfrm>
            <a:off x="2389718" y="612775"/>
            <a:ext cx="7315200" cy="4114800"/>
          </a:xfrm>
        </p:spPr>
        <p:txBody>
          <a:bodyPr rtlCol="0">
            <a:normAutofit/>
          </a:bodyPr>
          <a:lstStyle>
            <a:lvl1pPr marL="0" indent="0">
              <a:buNone/>
              <a:defRPr sz="3200"/>
            </a:lvl1pPr>
            <a:lvl2pPr marL="457154" indent="0">
              <a:buNone/>
              <a:defRPr sz="2800"/>
            </a:lvl2pPr>
            <a:lvl3pPr marL="914309" indent="0">
              <a:buNone/>
              <a:defRPr sz="2399"/>
            </a:lvl3pPr>
            <a:lvl4pPr marL="1371462" indent="0">
              <a:buNone/>
              <a:defRPr sz="1999"/>
            </a:lvl4pPr>
            <a:lvl5pPr marL="1828617" indent="0">
              <a:buNone/>
              <a:defRPr sz="1999"/>
            </a:lvl5pPr>
            <a:lvl6pPr marL="2285771" indent="0">
              <a:buNone/>
              <a:defRPr sz="1999"/>
            </a:lvl6pPr>
            <a:lvl7pPr marL="2742926" indent="0">
              <a:buNone/>
              <a:defRPr sz="1999"/>
            </a:lvl7pPr>
            <a:lvl8pPr marL="3200080" indent="0">
              <a:buNone/>
              <a:defRPr sz="1999"/>
            </a:lvl8pPr>
            <a:lvl9pPr marL="3657235" indent="0">
              <a:buNone/>
              <a:defRPr sz="1999"/>
            </a:lvl9pPr>
          </a:lstStyle>
          <a:p>
            <a:pPr lvl="0"/>
            <a:endParaRPr lang="en-CA" noProof="0" smtClean="0"/>
          </a:p>
        </p:txBody>
      </p:sp>
      <p:sp>
        <p:nvSpPr>
          <p:cNvPr id="4" name="Text Placeholder 3"/>
          <p:cNvSpPr>
            <a:spLocks noGrp="1"/>
          </p:cNvSpPr>
          <p:nvPr>
            <p:ph type="body" sz="half" idx="2"/>
          </p:nvPr>
        </p:nvSpPr>
        <p:spPr>
          <a:xfrm>
            <a:off x="2389718" y="5367353"/>
            <a:ext cx="7315200" cy="804863"/>
          </a:xfrm>
        </p:spPr>
        <p:txBody>
          <a:bodyPr/>
          <a:lstStyle>
            <a:lvl1pPr marL="0" indent="0">
              <a:buNone/>
              <a:defRPr sz="1400"/>
            </a:lvl1pPr>
            <a:lvl2pPr marL="457154" indent="0">
              <a:buNone/>
              <a:defRPr sz="1200"/>
            </a:lvl2pPr>
            <a:lvl3pPr marL="914309" indent="0">
              <a:buNone/>
              <a:defRPr sz="1000"/>
            </a:lvl3pPr>
            <a:lvl4pPr marL="1371462" indent="0">
              <a:buNone/>
              <a:defRPr sz="900"/>
            </a:lvl4pPr>
            <a:lvl5pPr marL="1828617" indent="0">
              <a:buNone/>
              <a:defRPr sz="900"/>
            </a:lvl5pPr>
            <a:lvl6pPr marL="2285771" indent="0">
              <a:buNone/>
              <a:defRPr sz="900"/>
            </a:lvl6pPr>
            <a:lvl7pPr marL="2742926" indent="0">
              <a:buNone/>
              <a:defRPr sz="900"/>
            </a:lvl7pPr>
            <a:lvl8pPr marL="3200080" indent="0">
              <a:buNone/>
              <a:defRPr sz="900"/>
            </a:lvl8pPr>
            <a:lvl9pPr marL="3657235"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48585BFE-350A-44E6-8DE1-1FEBDEBEB91A}"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84779313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E2464CEC-3D9D-46A8-BA21-4750EC1B2BC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88652675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smtClean="0"/>
              <a:t>Click to edit Master title style</a:t>
            </a:r>
            <a:endParaRPr lang="en-CA"/>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A6114942-A433-4B12-9CFB-B9343823EB1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70027577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43"/>
            <a:ext cx="10363200" cy="1470026"/>
          </a:xfrm>
        </p:spPr>
        <p:txBody>
          <a:bodyPr/>
          <a:lstStyle/>
          <a:p>
            <a:r>
              <a:rPr lang="en-US" smtClean="0"/>
              <a:t>Click to edit Master title style</a:t>
            </a:r>
            <a:endParaRPr lang="en-IN"/>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154" indent="0" algn="ctr">
              <a:buNone/>
              <a:defRPr/>
            </a:lvl2pPr>
            <a:lvl3pPr marL="914309" indent="0" algn="ctr">
              <a:buNone/>
              <a:defRPr/>
            </a:lvl3pPr>
            <a:lvl4pPr marL="1371462" indent="0" algn="ctr">
              <a:buNone/>
              <a:defRPr/>
            </a:lvl4pPr>
            <a:lvl5pPr marL="1828617" indent="0" algn="ctr">
              <a:buNone/>
              <a:defRPr/>
            </a:lvl5pPr>
            <a:lvl6pPr marL="2285771" indent="0" algn="ctr">
              <a:buNone/>
              <a:defRPr/>
            </a:lvl6pPr>
            <a:lvl7pPr marL="2742926" indent="0" algn="ctr">
              <a:buNone/>
              <a:defRPr/>
            </a:lvl7pPr>
            <a:lvl8pPr marL="3200080" indent="0" algn="ctr">
              <a:buNone/>
              <a:defRPr/>
            </a:lvl8pPr>
            <a:lvl9pPr marL="3657235" indent="0" algn="ctr">
              <a:buNone/>
              <a:defRPr/>
            </a:lvl9pPr>
          </a:lstStyle>
          <a:p>
            <a:r>
              <a:rPr lang="en-US" smtClean="0"/>
              <a:t>Click to edit Master subtitle style</a:t>
            </a:r>
            <a:endParaRPr lang="en-IN"/>
          </a:p>
        </p:txBody>
      </p:sp>
      <p:sp>
        <p:nvSpPr>
          <p:cNvPr id="4" name="Date Placeholder 3"/>
          <p:cNvSpPr>
            <a:spLocks noGrp="1" noChangeArrowheads="1"/>
          </p:cNvSpPr>
          <p:nvPr>
            <p:ph type="dt" sz="half" idx="10"/>
          </p:nvPr>
        </p:nvSpPr>
        <p:spPr>
          <a:ln/>
        </p:spPr>
        <p:txBody>
          <a:bodyPr/>
          <a:lstStyle>
            <a:lvl1pPr>
              <a:defRPr/>
            </a:lvl1pPr>
          </a:lstStyle>
          <a:p>
            <a:pPr>
              <a:defRPr/>
            </a:pPr>
            <a:fld id="{C02CDCA6-D032-4BD7-9A0D-FFE302992A8E}" type="datetime1">
              <a:rPr lang="en-US" altLang="en-US"/>
              <a:pPr>
                <a:defRPr/>
              </a:pPr>
              <a:t>4/20/2021</a:t>
            </a:fld>
            <a:endParaRPr lang="en-US" sz="1799">
              <a:solidFill>
                <a:schemeClr val="tx1"/>
              </a:solidFill>
              <a:latin typeface="Arial" pitchFamily="34" charset="0"/>
              <a:sym typeface="Arial" pitchFamily="34" charset="0"/>
            </a:endParaRPr>
          </a:p>
        </p:txBody>
      </p:sp>
      <p:sp>
        <p:nvSpPr>
          <p:cNvPr id="5"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6" name="Slide Number Placeholder 5"/>
          <p:cNvSpPr>
            <a:spLocks noGrp="1" noChangeArrowheads="1"/>
          </p:cNvSpPr>
          <p:nvPr>
            <p:ph type="sldNum" sz="quarter" idx="12"/>
          </p:nvPr>
        </p:nvSpPr>
        <p:spPr>
          <a:ln/>
        </p:spPr>
        <p:txBody>
          <a:bodyPr/>
          <a:lstStyle>
            <a:lvl1pPr>
              <a:defRPr/>
            </a:lvl1pPr>
          </a:lstStyle>
          <a:p>
            <a:pPr>
              <a:defRPr/>
            </a:pPr>
            <a:fld id="{28BE58F7-ED29-446A-9384-636021D30289}" type="slidenum">
              <a:rPr lang="en-US" altLang="en-US"/>
              <a:pPr>
                <a:defRPr/>
              </a:pPr>
              <a:t>‹#›</a:t>
            </a:fld>
            <a:endParaRPr lang="en-US" sz="1799">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153840899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noChangeArrowheads="1"/>
          </p:cNvSpPr>
          <p:nvPr>
            <p:ph type="dt" sz="half" idx="10"/>
          </p:nvPr>
        </p:nvSpPr>
        <p:spPr>
          <a:ln/>
        </p:spPr>
        <p:txBody>
          <a:bodyPr/>
          <a:lstStyle>
            <a:lvl1pPr>
              <a:defRPr/>
            </a:lvl1pPr>
          </a:lstStyle>
          <a:p>
            <a:pPr>
              <a:defRPr/>
            </a:pPr>
            <a:fld id="{673E3C3F-93A9-4F58-95C5-4CD19BFF317E}" type="datetime1">
              <a:rPr lang="en-US" altLang="en-US"/>
              <a:pPr>
                <a:defRPr/>
              </a:pPr>
              <a:t>4/20/2021</a:t>
            </a:fld>
            <a:endParaRPr lang="en-US" sz="1799">
              <a:solidFill>
                <a:schemeClr val="tx1"/>
              </a:solidFill>
              <a:latin typeface="Arial" pitchFamily="34" charset="0"/>
              <a:sym typeface="Arial" pitchFamily="34" charset="0"/>
            </a:endParaRPr>
          </a:p>
        </p:txBody>
      </p:sp>
      <p:sp>
        <p:nvSpPr>
          <p:cNvPr id="5"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6" name="Slide Number Placeholder 5"/>
          <p:cNvSpPr>
            <a:spLocks noGrp="1" noChangeArrowheads="1"/>
          </p:cNvSpPr>
          <p:nvPr>
            <p:ph type="sldNum" sz="quarter" idx="12"/>
          </p:nvPr>
        </p:nvSpPr>
        <p:spPr>
          <a:ln/>
        </p:spPr>
        <p:txBody>
          <a:bodyPr/>
          <a:lstStyle>
            <a:lvl1pPr>
              <a:defRPr/>
            </a:lvl1pPr>
          </a:lstStyle>
          <a:p>
            <a:pPr>
              <a:defRPr/>
            </a:pPr>
            <a:fld id="{67C7D751-3418-418D-AB95-0C8C2DD3E814}" type="slidenum">
              <a:rPr lang="en-US" altLang="en-US"/>
              <a:pPr>
                <a:defRPr/>
              </a:pPr>
              <a:t>‹#›</a:t>
            </a:fld>
            <a:endParaRPr lang="en-US" sz="1799">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119968564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5" y="4406906"/>
            <a:ext cx="103632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963085" y="2906713"/>
            <a:ext cx="10363200" cy="1500187"/>
          </a:xfrm>
        </p:spPr>
        <p:txBody>
          <a:bodyPr anchor="b"/>
          <a:lstStyle>
            <a:lvl1pPr marL="0" indent="0">
              <a:buNone/>
              <a:defRPr sz="1999"/>
            </a:lvl1pPr>
            <a:lvl2pPr marL="457154" indent="0">
              <a:buNone/>
              <a:defRPr sz="1799"/>
            </a:lvl2pPr>
            <a:lvl3pPr marL="914309" indent="0">
              <a:buNone/>
              <a:defRPr sz="1600"/>
            </a:lvl3pPr>
            <a:lvl4pPr marL="1371462" indent="0">
              <a:buNone/>
              <a:defRPr sz="1400"/>
            </a:lvl4pPr>
            <a:lvl5pPr marL="1828617" indent="0">
              <a:buNone/>
              <a:defRPr sz="1400"/>
            </a:lvl5pPr>
            <a:lvl6pPr marL="2285771" indent="0">
              <a:buNone/>
              <a:defRPr sz="1400"/>
            </a:lvl6pPr>
            <a:lvl7pPr marL="2742926" indent="0">
              <a:buNone/>
              <a:defRPr sz="1400"/>
            </a:lvl7pPr>
            <a:lvl8pPr marL="3200080" indent="0">
              <a:buNone/>
              <a:defRPr sz="1400"/>
            </a:lvl8pPr>
            <a:lvl9pPr marL="3657235" indent="0">
              <a:buNone/>
              <a:defRPr sz="1400"/>
            </a:lvl9pPr>
          </a:lstStyle>
          <a:p>
            <a:pPr lvl="0"/>
            <a:r>
              <a:rPr lang="en-US" smtClean="0"/>
              <a:t>Click to edit Master text styles</a:t>
            </a:r>
          </a:p>
        </p:txBody>
      </p:sp>
      <p:sp>
        <p:nvSpPr>
          <p:cNvPr id="4" name="Date Placeholder 3"/>
          <p:cNvSpPr>
            <a:spLocks noGrp="1" noChangeArrowheads="1"/>
          </p:cNvSpPr>
          <p:nvPr>
            <p:ph type="dt" sz="half" idx="10"/>
          </p:nvPr>
        </p:nvSpPr>
        <p:spPr>
          <a:ln/>
        </p:spPr>
        <p:txBody>
          <a:bodyPr/>
          <a:lstStyle>
            <a:lvl1pPr>
              <a:defRPr/>
            </a:lvl1pPr>
          </a:lstStyle>
          <a:p>
            <a:pPr>
              <a:defRPr/>
            </a:pPr>
            <a:fld id="{6DCA690E-5ADC-4EAB-9317-3FD75CDAAB08}" type="datetime1">
              <a:rPr lang="en-US" altLang="en-US"/>
              <a:pPr>
                <a:defRPr/>
              </a:pPr>
              <a:t>4/20/2021</a:t>
            </a:fld>
            <a:endParaRPr lang="en-US" sz="1799">
              <a:solidFill>
                <a:schemeClr val="tx1"/>
              </a:solidFill>
              <a:latin typeface="Arial" pitchFamily="34" charset="0"/>
              <a:sym typeface="Arial" pitchFamily="34" charset="0"/>
            </a:endParaRPr>
          </a:p>
        </p:txBody>
      </p:sp>
      <p:sp>
        <p:nvSpPr>
          <p:cNvPr id="5"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6" name="Slide Number Placeholder 5"/>
          <p:cNvSpPr>
            <a:spLocks noGrp="1" noChangeArrowheads="1"/>
          </p:cNvSpPr>
          <p:nvPr>
            <p:ph type="sldNum" sz="quarter" idx="12"/>
          </p:nvPr>
        </p:nvSpPr>
        <p:spPr>
          <a:ln/>
        </p:spPr>
        <p:txBody>
          <a:bodyPr/>
          <a:lstStyle>
            <a:lvl1pPr>
              <a:defRPr/>
            </a:lvl1pPr>
          </a:lstStyle>
          <a:p>
            <a:pPr>
              <a:defRPr/>
            </a:pPr>
            <a:fld id="{0DA58D37-5604-42BA-8783-4CA59767D26B}" type="slidenum">
              <a:rPr lang="en-US" altLang="en-US"/>
              <a:pPr>
                <a:defRPr/>
              </a:pPr>
              <a:t>‹#›</a:t>
            </a:fld>
            <a:endParaRPr lang="en-US" sz="1799">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398076576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609600" y="1600207"/>
            <a:ext cx="5384800" cy="4525963"/>
          </a:xfrm>
        </p:spPr>
        <p:txBody>
          <a:bodyPr/>
          <a:lstStyle>
            <a:lvl1pPr>
              <a:defRPr sz="2800"/>
            </a:lvl1pPr>
            <a:lvl2pPr>
              <a:defRPr sz="2399"/>
            </a:lvl2pPr>
            <a:lvl3pPr>
              <a:defRPr sz="1999"/>
            </a:lvl3pPr>
            <a:lvl4pPr>
              <a:defRPr sz="1799"/>
            </a:lvl4pPr>
            <a:lvl5pPr>
              <a:defRPr sz="1799"/>
            </a:lvl5pPr>
            <a:lvl6pPr>
              <a:defRPr sz="1799"/>
            </a:lvl6pPr>
            <a:lvl7pPr>
              <a:defRPr sz="1799"/>
            </a:lvl7pPr>
            <a:lvl8pPr>
              <a:defRPr sz="1799"/>
            </a:lvl8pPr>
            <a:lvl9pPr>
              <a:defRPr sz="1799"/>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97600" y="1600207"/>
            <a:ext cx="5384800" cy="4525963"/>
          </a:xfrm>
        </p:spPr>
        <p:txBody>
          <a:bodyPr/>
          <a:lstStyle>
            <a:lvl1pPr>
              <a:defRPr sz="2800"/>
            </a:lvl1pPr>
            <a:lvl2pPr>
              <a:defRPr sz="2399"/>
            </a:lvl2pPr>
            <a:lvl3pPr>
              <a:defRPr sz="1999"/>
            </a:lvl3pPr>
            <a:lvl4pPr>
              <a:defRPr sz="1799"/>
            </a:lvl4pPr>
            <a:lvl5pPr>
              <a:defRPr sz="1799"/>
            </a:lvl5pPr>
            <a:lvl6pPr>
              <a:defRPr sz="1799"/>
            </a:lvl6pPr>
            <a:lvl7pPr>
              <a:defRPr sz="1799"/>
            </a:lvl7pPr>
            <a:lvl8pPr>
              <a:defRPr sz="1799"/>
            </a:lvl8pPr>
            <a:lvl9pPr>
              <a:defRPr sz="1799"/>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3"/>
          <p:cNvSpPr>
            <a:spLocks noGrp="1" noChangeArrowheads="1"/>
          </p:cNvSpPr>
          <p:nvPr>
            <p:ph type="dt" sz="half" idx="10"/>
          </p:nvPr>
        </p:nvSpPr>
        <p:spPr>
          <a:ln/>
        </p:spPr>
        <p:txBody>
          <a:bodyPr/>
          <a:lstStyle>
            <a:lvl1pPr>
              <a:defRPr/>
            </a:lvl1pPr>
          </a:lstStyle>
          <a:p>
            <a:pPr>
              <a:defRPr/>
            </a:pPr>
            <a:fld id="{3ED1F01F-2FEF-41AD-A214-000B32E05C05}" type="datetime1">
              <a:rPr lang="en-US" altLang="en-US"/>
              <a:pPr>
                <a:defRPr/>
              </a:pPr>
              <a:t>4/20/2021</a:t>
            </a:fld>
            <a:endParaRPr lang="en-US" sz="1799">
              <a:solidFill>
                <a:schemeClr val="tx1"/>
              </a:solidFill>
              <a:latin typeface="Arial" pitchFamily="34" charset="0"/>
              <a:sym typeface="Arial" pitchFamily="34" charset="0"/>
            </a:endParaRPr>
          </a:p>
        </p:txBody>
      </p:sp>
      <p:sp>
        <p:nvSpPr>
          <p:cNvPr id="6"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7" name="Slide Number Placeholder 5"/>
          <p:cNvSpPr>
            <a:spLocks noGrp="1" noChangeArrowheads="1"/>
          </p:cNvSpPr>
          <p:nvPr>
            <p:ph type="sldNum" sz="quarter" idx="12"/>
          </p:nvPr>
        </p:nvSpPr>
        <p:spPr>
          <a:ln/>
        </p:spPr>
        <p:txBody>
          <a:bodyPr/>
          <a:lstStyle>
            <a:lvl1pPr>
              <a:defRPr/>
            </a:lvl1pPr>
          </a:lstStyle>
          <a:p>
            <a:pPr>
              <a:defRPr/>
            </a:pPr>
            <a:fld id="{ED03D147-3A6F-4252-9AD9-ED308BA29801}" type="slidenum">
              <a:rPr lang="en-US" altLang="en-US"/>
              <a:pPr>
                <a:defRPr/>
              </a:pPr>
              <a:t>‹#›</a:t>
            </a:fld>
            <a:endParaRPr lang="en-US" sz="1799">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255829456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609600" y="1535115"/>
            <a:ext cx="5386917" cy="639763"/>
          </a:xfrm>
        </p:spPr>
        <p:txBody>
          <a:bodyPr anchor="b"/>
          <a:lstStyle>
            <a:lvl1pPr marL="0" indent="0">
              <a:buNone/>
              <a:defRPr sz="2399" b="1"/>
            </a:lvl1pPr>
            <a:lvl2pPr marL="457154" indent="0">
              <a:buNone/>
              <a:defRPr sz="1999" b="1"/>
            </a:lvl2pPr>
            <a:lvl3pPr marL="914309" indent="0">
              <a:buNone/>
              <a:defRPr sz="1799" b="1"/>
            </a:lvl3pPr>
            <a:lvl4pPr marL="1371462" indent="0">
              <a:buNone/>
              <a:defRPr sz="1600" b="1"/>
            </a:lvl4pPr>
            <a:lvl5pPr marL="1828617" indent="0">
              <a:buNone/>
              <a:defRPr sz="1600" b="1"/>
            </a:lvl5pPr>
            <a:lvl6pPr marL="2285771" indent="0">
              <a:buNone/>
              <a:defRPr sz="1600" b="1"/>
            </a:lvl6pPr>
            <a:lvl7pPr marL="2742926" indent="0">
              <a:buNone/>
              <a:defRPr sz="1600" b="1"/>
            </a:lvl7pPr>
            <a:lvl8pPr marL="3200080" indent="0">
              <a:buNone/>
              <a:defRPr sz="1600" b="1"/>
            </a:lvl8pPr>
            <a:lvl9pPr marL="3657235"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399"/>
            </a:lvl1pPr>
            <a:lvl2pPr>
              <a:defRPr sz="1999"/>
            </a:lvl2pPr>
            <a:lvl3pPr>
              <a:defRPr sz="1799"/>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93379" y="1535115"/>
            <a:ext cx="5389034" cy="639763"/>
          </a:xfrm>
        </p:spPr>
        <p:txBody>
          <a:bodyPr anchor="b"/>
          <a:lstStyle>
            <a:lvl1pPr marL="0" indent="0">
              <a:buNone/>
              <a:defRPr sz="2399" b="1"/>
            </a:lvl1pPr>
            <a:lvl2pPr marL="457154" indent="0">
              <a:buNone/>
              <a:defRPr sz="1999" b="1"/>
            </a:lvl2pPr>
            <a:lvl3pPr marL="914309" indent="0">
              <a:buNone/>
              <a:defRPr sz="1799" b="1"/>
            </a:lvl3pPr>
            <a:lvl4pPr marL="1371462" indent="0">
              <a:buNone/>
              <a:defRPr sz="1600" b="1"/>
            </a:lvl4pPr>
            <a:lvl5pPr marL="1828617" indent="0">
              <a:buNone/>
              <a:defRPr sz="1600" b="1"/>
            </a:lvl5pPr>
            <a:lvl6pPr marL="2285771" indent="0">
              <a:buNone/>
              <a:defRPr sz="1600" b="1"/>
            </a:lvl6pPr>
            <a:lvl7pPr marL="2742926" indent="0">
              <a:buNone/>
              <a:defRPr sz="1600" b="1"/>
            </a:lvl7pPr>
            <a:lvl8pPr marL="3200080" indent="0">
              <a:buNone/>
              <a:defRPr sz="1600" b="1"/>
            </a:lvl8pPr>
            <a:lvl9pPr marL="3657235"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79" y="2174875"/>
            <a:ext cx="5389034" cy="3951288"/>
          </a:xfrm>
        </p:spPr>
        <p:txBody>
          <a:bodyPr/>
          <a:lstStyle>
            <a:lvl1pPr>
              <a:defRPr sz="2399"/>
            </a:lvl1pPr>
            <a:lvl2pPr>
              <a:defRPr sz="1999"/>
            </a:lvl2pPr>
            <a:lvl3pPr>
              <a:defRPr sz="1799"/>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3"/>
          <p:cNvSpPr>
            <a:spLocks noGrp="1" noChangeArrowheads="1"/>
          </p:cNvSpPr>
          <p:nvPr>
            <p:ph type="dt" sz="half" idx="10"/>
          </p:nvPr>
        </p:nvSpPr>
        <p:spPr>
          <a:ln/>
        </p:spPr>
        <p:txBody>
          <a:bodyPr/>
          <a:lstStyle>
            <a:lvl1pPr>
              <a:defRPr/>
            </a:lvl1pPr>
          </a:lstStyle>
          <a:p>
            <a:pPr>
              <a:defRPr/>
            </a:pPr>
            <a:fld id="{B7E415A7-A53E-4E76-9DE2-A0ED801E2D22}" type="datetime1">
              <a:rPr lang="en-US" altLang="en-US"/>
              <a:pPr>
                <a:defRPr/>
              </a:pPr>
              <a:t>4/20/2021</a:t>
            </a:fld>
            <a:endParaRPr lang="en-US" sz="1799">
              <a:solidFill>
                <a:schemeClr val="tx1"/>
              </a:solidFill>
              <a:latin typeface="Arial" pitchFamily="34" charset="0"/>
              <a:sym typeface="Arial" pitchFamily="34" charset="0"/>
            </a:endParaRPr>
          </a:p>
        </p:txBody>
      </p:sp>
      <p:sp>
        <p:nvSpPr>
          <p:cNvPr id="8"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9" name="Slide Number Placeholder 5"/>
          <p:cNvSpPr>
            <a:spLocks noGrp="1" noChangeArrowheads="1"/>
          </p:cNvSpPr>
          <p:nvPr>
            <p:ph type="sldNum" sz="quarter" idx="12"/>
          </p:nvPr>
        </p:nvSpPr>
        <p:spPr>
          <a:ln/>
        </p:spPr>
        <p:txBody>
          <a:bodyPr/>
          <a:lstStyle>
            <a:lvl1pPr>
              <a:defRPr/>
            </a:lvl1pPr>
          </a:lstStyle>
          <a:p>
            <a:pPr>
              <a:defRPr/>
            </a:pPr>
            <a:fld id="{E689C261-4544-4AA4-93CF-756A9FD07C10}" type="slidenum">
              <a:rPr lang="en-US" altLang="en-US"/>
              <a:pPr>
                <a:defRPr/>
              </a:pPr>
              <a:t>‹#›</a:t>
            </a:fld>
            <a:endParaRPr lang="en-US" sz="1799">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333590077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3"/>
          <p:cNvSpPr>
            <a:spLocks noGrp="1" noChangeArrowheads="1"/>
          </p:cNvSpPr>
          <p:nvPr>
            <p:ph type="dt" sz="half" idx="10"/>
          </p:nvPr>
        </p:nvSpPr>
        <p:spPr>
          <a:ln/>
        </p:spPr>
        <p:txBody>
          <a:bodyPr/>
          <a:lstStyle>
            <a:lvl1pPr>
              <a:defRPr/>
            </a:lvl1pPr>
          </a:lstStyle>
          <a:p>
            <a:pPr>
              <a:defRPr/>
            </a:pPr>
            <a:fld id="{AC62D63D-4E2E-4767-B85C-44B82BC920B5}" type="datetime1">
              <a:rPr lang="en-US" altLang="en-US"/>
              <a:pPr>
                <a:defRPr/>
              </a:pPr>
              <a:t>4/20/2021</a:t>
            </a:fld>
            <a:endParaRPr lang="en-US" sz="1799">
              <a:solidFill>
                <a:schemeClr val="tx1"/>
              </a:solidFill>
              <a:latin typeface="Arial" pitchFamily="34" charset="0"/>
              <a:sym typeface="Arial" pitchFamily="34" charset="0"/>
            </a:endParaRPr>
          </a:p>
        </p:txBody>
      </p:sp>
      <p:sp>
        <p:nvSpPr>
          <p:cNvPr id="4"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5" name="Slide Number Placeholder 5"/>
          <p:cNvSpPr>
            <a:spLocks noGrp="1" noChangeArrowheads="1"/>
          </p:cNvSpPr>
          <p:nvPr>
            <p:ph type="sldNum" sz="quarter" idx="12"/>
          </p:nvPr>
        </p:nvSpPr>
        <p:spPr>
          <a:ln/>
        </p:spPr>
        <p:txBody>
          <a:bodyPr/>
          <a:lstStyle>
            <a:lvl1pPr>
              <a:defRPr/>
            </a:lvl1pPr>
          </a:lstStyle>
          <a:p>
            <a:pPr>
              <a:defRPr/>
            </a:pPr>
            <a:fld id="{0B86347B-9EBB-4551-BED1-CFE04B1382BA}" type="slidenum">
              <a:rPr lang="en-US" altLang="en-US"/>
              <a:pPr>
                <a:defRPr/>
              </a:pPr>
              <a:t>‹#›</a:t>
            </a:fld>
            <a:endParaRPr lang="en-US" sz="1799">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314724267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noChangeArrowheads="1"/>
          </p:cNvSpPr>
          <p:nvPr>
            <p:ph type="dt" sz="half" idx="10"/>
          </p:nvPr>
        </p:nvSpPr>
        <p:spPr>
          <a:ln/>
        </p:spPr>
        <p:txBody>
          <a:bodyPr/>
          <a:lstStyle>
            <a:lvl1pPr>
              <a:defRPr/>
            </a:lvl1pPr>
          </a:lstStyle>
          <a:p>
            <a:pPr>
              <a:defRPr/>
            </a:pPr>
            <a:fld id="{C0626089-623C-4C1F-9F92-FF52E24ADABC}" type="datetime1">
              <a:rPr lang="en-US" altLang="en-US"/>
              <a:pPr>
                <a:defRPr/>
              </a:pPr>
              <a:t>4/20/2021</a:t>
            </a:fld>
            <a:endParaRPr lang="en-US" sz="1799">
              <a:solidFill>
                <a:schemeClr val="tx1"/>
              </a:solidFill>
              <a:latin typeface="Arial" pitchFamily="34" charset="0"/>
              <a:sym typeface="Arial" pitchFamily="34" charset="0"/>
            </a:endParaRPr>
          </a:p>
        </p:txBody>
      </p:sp>
      <p:sp>
        <p:nvSpPr>
          <p:cNvPr id="3"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4" name="Slide Number Placeholder 5"/>
          <p:cNvSpPr>
            <a:spLocks noGrp="1" noChangeArrowheads="1"/>
          </p:cNvSpPr>
          <p:nvPr>
            <p:ph type="sldNum" sz="quarter" idx="12"/>
          </p:nvPr>
        </p:nvSpPr>
        <p:spPr>
          <a:ln/>
        </p:spPr>
        <p:txBody>
          <a:bodyPr/>
          <a:lstStyle>
            <a:lvl1pPr>
              <a:defRPr/>
            </a:lvl1pPr>
          </a:lstStyle>
          <a:p>
            <a:pPr>
              <a:defRPr/>
            </a:pPr>
            <a:fld id="{852AB93F-ACAD-45A2-806D-F968067C5BCF}" type="slidenum">
              <a:rPr lang="en-US" altLang="en-US"/>
              <a:pPr>
                <a:defRPr/>
              </a:pPr>
              <a:t>‹#›</a:t>
            </a:fld>
            <a:endParaRPr lang="en-US" sz="1799">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385720802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27" y="273051"/>
            <a:ext cx="4011084" cy="1162051"/>
          </a:xfrm>
        </p:spPr>
        <p:txBody>
          <a:bodyPr anchor="b"/>
          <a:lstStyle>
            <a:lvl1pPr algn="l">
              <a:defRPr sz="1999" b="1"/>
            </a:lvl1pPr>
          </a:lstStyle>
          <a:p>
            <a:r>
              <a:rPr lang="en-US" smtClean="0"/>
              <a:t>Click to edit Master title style</a:t>
            </a:r>
            <a:endParaRPr lang="en-IN"/>
          </a:p>
        </p:txBody>
      </p:sp>
      <p:sp>
        <p:nvSpPr>
          <p:cNvPr id="3" name="Content Placeholder 2"/>
          <p:cNvSpPr>
            <a:spLocks noGrp="1"/>
          </p:cNvSpPr>
          <p:nvPr>
            <p:ph idx="1"/>
          </p:nvPr>
        </p:nvSpPr>
        <p:spPr>
          <a:xfrm>
            <a:off x="4766733" y="273067"/>
            <a:ext cx="6815667" cy="5853114"/>
          </a:xfrm>
        </p:spPr>
        <p:txBody>
          <a:bodyPr/>
          <a:lstStyle>
            <a:lvl1pPr>
              <a:defRPr sz="3200"/>
            </a:lvl1pPr>
            <a:lvl2pPr>
              <a:defRPr sz="2800"/>
            </a:lvl2pPr>
            <a:lvl3pPr>
              <a:defRPr sz="2399"/>
            </a:lvl3pPr>
            <a:lvl4pPr>
              <a:defRPr sz="1999"/>
            </a:lvl4pPr>
            <a:lvl5pPr>
              <a:defRPr sz="1999"/>
            </a:lvl5pPr>
            <a:lvl6pPr>
              <a:defRPr sz="1999"/>
            </a:lvl6pPr>
            <a:lvl7pPr>
              <a:defRPr sz="1999"/>
            </a:lvl7pPr>
            <a:lvl8pPr>
              <a:defRPr sz="1999"/>
            </a:lvl8pPr>
            <a:lvl9pPr>
              <a:defRPr sz="1999"/>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609627" y="1435105"/>
            <a:ext cx="4011084" cy="4691063"/>
          </a:xfrm>
        </p:spPr>
        <p:txBody>
          <a:bodyPr/>
          <a:lstStyle>
            <a:lvl1pPr marL="0" indent="0">
              <a:buNone/>
              <a:defRPr sz="1400"/>
            </a:lvl1pPr>
            <a:lvl2pPr marL="457154" indent="0">
              <a:buNone/>
              <a:defRPr sz="1200"/>
            </a:lvl2pPr>
            <a:lvl3pPr marL="914309" indent="0">
              <a:buNone/>
              <a:defRPr sz="1000"/>
            </a:lvl3pPr>
            <a:lvl4pPr marL="1371462" indent="0">
              <a:buNone/>
              <a:defRPr sz="900"/>
            </a:lvl4pPr>
            <a:lvl5pPr marL="1828617" indent="0">
              <a:buNone/>
              <a:defRPr sz="900"/>
            </a:lvl5pPr>
            <a:lvl6pPr marL="2285771" indent="0">
              <a:buNone/>
              <a:defRPr sz="900"/>
            </a:lvl6pPr>
            <a:lvl7pPr marL="2742926" indent="0">
              <a:buNone/>
              <a:defRPr sz="900"/>
            </a:lvl7pPr>
            <a:lvl8pPr marL="3200080" indent="0">
              <a:buNone/>
              <a:defRPr sz="900"/>
            </a:lvl8pPr>
            <a:lvl9pPr marL="3657235" indent="0">
              <a:buNone/>
              <a:defRPr sz="900"/>
            </a:lvl9pPr>
          </a:lstStyle>
          <a:p>
            <a:pPr lvl="0"/>
            <a:r>
              <a:rPr lang="en-US" smtClean="0"/>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fld id="{EF36EDB7-283C-4255-AC31-78E523FA0188}" type="datetime1">
              <a:rPr lang="en-US" altLang="en-US"/>
              <a:pPr>
                <a:defRPr/>
              </a:pPr>
              <a:t>4/20/2021</a:t>
            </a:fld>
            <a:endParaRPr lang="en-US" sz="1799">
              <a:solidFill>
                <a:schemeClr val="tx1"/>
              </a:solidFill>
              <a:latin typeface="Arial" pitchFamily="34" charset="0"/>
              <a:sym typeface="Arial" pitchFamily="34" charset="0"/>
            </a:endParaRPr>
          </a:p>
        </p:txBody>
      </p:sp>
      <p:sp>
        <p:nvSpPr>
          <p:cNvPr id="6"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7" name="Slide Number Placeholder 5"/>
          <p:cNvSpPr>
            <a:spLocks noGrp="1" noChangeArrowheads="1"/>
          </p:cNvSpPr>
          <p:nvPr>
            <p:ph type="sldNum" sz="quarter" idx="12"/>
          </p:nvPr>
        </p:nvSpPr>
        <p:spPr>
          <a:ln/>
        </p:spPr>
        <p:txBody>
          <a:bodyPr/>
          <a:lstStyle>
            <a:lvl1pPr>
              <a:defRPr/>
            </a:lvl1pPr>
          </a:lstStyle>
          <a:p>
            <a:pPr>
              <a:defRPr/>
            </a:pPr>
            <a:fld id="{A6F0228C-EB43-48DD-B6CD-7C126611FD24}" type="slidenum">
              <a:rPr lang="en-US" altLang="en-US"/>
              <a:pPr>
                <a:defRPr/>
              </a:pPr>
              <a:t>‹#›</a:t>
            </a:fld>
            <a:endParaRPr lang="en-US" sz="1799">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231772246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8" y="4800602"/>
            <a:ext cx="7315200" cy="566739"/>
          </a:xfrm>
        </p:spPr>
        <p:txBody>
          <a:bodyPr anchor="b"/>
          <a:lstStyle>
            <a:lvl1pPr algn="l">
              <a:defRPr sz="1999" b="1"/>
            </a:lvl1pPr>
          </a:lstStyle>
          <a:p>
            <a:r>
              <a:rPr lang="en-US" smtClean="0"/>
              <a:t>Click to edit Master title style</a:t>
            </a:r>
            <a:endParaRPr lang="en-IN"/>
          </a:p>
        </p:txBody>
      </p:sp>
      <p:sp>
        <p:nvSpPr>
          <p:cNvPr id="3" name="Picture Placeholder 2"/>
          <p:cNvSpPr>
            <a:spLocks noGrp="1"/>
          </p:cNvSpPr>
          <p:nvPr>
            <p:ph type="pic" idx="1"/>
          </p:nvPr>
        </p:nvSpPr>
        <p:spPr>
          <a:xfrm>
            <a:off x="2389718" y="612775"/>
            <a:ext cx="7315200" cy="4114800"/>
          </a:xfrm>
        </p:spPr>
        <p:txBody>
          <a:bodyPr/>
          <a:lstStyle>
            <a:lvl1pPr marL="0" indent="0">
              <a:buNone/>
              <a:defRPr sz="3200"/>
            </a:lvl1pPr>
            <a:lvl2pPr marL="457154" indent="0">
              <a:buNone/>
              <a:defRPr sz="2800"/>
            </a:lvl2pPr>
            <a:lvl3pPr marL="914309" indent="0">
              <a:buNone/>
              <a:defRPr sz="2399"/>
            </a:lvl3pPr>
            <a:lvl4pPr marL="1371462" indent="0">
              <a:buNone/>
              <a:defRPr sz="1999"/>
            </a:lvl4pPr>
            <a:lvl5pPr marL="1828617" indent="0">
              <a:buNone/>
              <a:defRPr sz="1999"/>
            </a:lvl5pPr>
            <a:lvl6pPr marL="2285771" indent="0">
              <a:buNone/>
              <a:defRPr sz="1999"/>
            </a:lvl6pPr>
            <a:lvl7pPr marL="2742926" indent="0">
              <a:buNone/>
              <a:defRPr sz="1999"/>
            </a:lvl7pPr>
            <a:lvl8pPr marL="3200080" indent="0">
              <a:buNone/>
              <a:defRPr sz="1999"/>
            </a:lvl8pPr>
            <a:lvl9pPr marL="3657235" indent="0">
              <a:buNone/>
              <a:defRPr sz="1999"/>
            </a:lvl9pPr>
          </a:lstStyle>
          <a:p>
            <a:pPr lvl="0"/>
            <a:endParaRPr lang="en-IN" noProof="0" smtClean="0">
              <a:sym typeface="Calibri" pitchFamily="34" charset="0"/>
            </a:endParaRPr>
          </a:p>
        </p:txBody>
      </p:sp>
      <p:sp>
        <p:nvSpPr>
          <p:cNvPr id="4" name="Text Placeholder 3"/>
          <p:cNvSpPr>
            <a:spLocks noGrp="1"/>
          </p:cNvSpPr>
          <p:nvPr>
            <p:ph type="body" sz="half" idx="2"/>
          </p:nvPr>
        </p:nvSpPr>
        <p:spPr>
          <a:xfrm>
            <a:off x="2389718" y="5367353"/>
            <a:ext cx="7315200" cy="804863"/>
          </a:xfrm>
        </p:spPr>
        <p:txBody>
          <a:bodyPr/>
          <a:lstStyle>
            <a:lvl1pPr marL="0" indent="0">
              <a:buNone/>
              <a:defRPr sz="1400"/>
            </a:lvl1pPr>
            <a:lvl2pPr marL="457154" indent="0">
              <a:buNone/>
              <a:defRPr sz="1200"/>
            </a:lvl2pPr>
            <a:lvl3pPr marL="914309" indent="0">
              <a:buNone/>
              <a:defRPr sz="1000"/>
            </a:lvl3pPr>
            <a:lvl4pPr marL="1371462" indent="0">
              <a:buNone/>
              <a:defRPr sz="900"/>
            </a:lvl4pPr>
            <a:lvl5pPr marL="1828617" indent="0">
              <a:buNone/>
              <a:defRPr sz="900"/>
            </a:lvl5pPr>
            <a:lvl6pPr marL="2285771" indent="0">
              <a:buNone/>
              <a:defRPr sz="900"/>
            </a:lvl6pPr>
            <a:lvl7pPr marL="2742926" indent="0">
              <a:buNone/>
              <a:defRPr sz="900"/>
            </a:lvl7pPr>
            <a:lvl8pPr marL="3200080" indent="0">
              <a:buNone/>
              <a:defRPr sz="900"/>
            </a:lvl8pPr>
            <a:lvl9pPr marL="3657235" indent="0">
              <a:buNone/>
              <a:defRPr sz="900"/>
            </a:lvl9pPr>
          </a:lstStyle>
          <a:p>
            <a:pPr lvl="0"/>
            <a:r>
              <a:rPr lang="en-US" smtClean="0"/>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fld id="{82DC896B-5ABC-411C-B114-23F7BA819D91}" type="datetime1">
              <a:rPr lang="en-US" altLang="en-US"/>
              <a:pPr>
                <a:defRPr/>
              </a:pPr>
              <a:t>4/20/2021</a:t>
            </a:fld>
            <a:endParaRPr lang="en-US" sz="1799">
              <a:solidFill>
                <a:schemeClr val="tx1"/>
              </a:solidFill>
              <a:latin typeface="Arial" pitchFamily="34" charset="0"/>
              <a:sym typeface="Arial" pitchFamily="34" charset="0"/>
            </a:endParaRPr>
          </a:p>
        </p:txBody>
      </p:sp>
      <p:sp>
        <p:nvSpPr>
          <p:cNvPr id="6"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7" name="Slide Number Placeholder 5"/>
          <p:cNvSpPr>
            <a:spLocks noGrp="1" noChangeArrowheads="1"/>
          </p:cNvSpPr>
          <p:nvPr>
            <p:ph type="sldNum" sz="quarter" idx="12"/>
          </p:nvPr>
        </p:nvSpPr>
        <p:spPr>
          <a:ln/>
        </p:spPr>
        <p:txBody>
          <a:bodyPr/>
          <a:lstStyle>
            <a:lvl1pPr>
              <a:defRPr/>
            </a:lvl1pPr>
          </a:lstStyle>
          <a:p>
            <a:pPr>
              <a:defRPr/>
            </a:pPr>
            <a:fld id="{5BC3BF4E-1876-45C6-9B4D-38EEDEF99005}" type="slidenum">
              <a:rPr lang="en-US" altLang="en-US"/>
              <a:pPr>
                <a:defRPr/>
              </a:pPr>
              <a:t>‹#›</a:t>
            </a:fld>
            <a:endParaRPr lang="en-US" sz="1799">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105451376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noChangeArrowheads="1"/>
          </p:cNvSpPr>
          <p:nvPr>
            <p:ph type="dt" sz="half" idx="10"/>
          </p:nvPr>
        </p:nvSpPr>
        <p:spPr>
          <a:ln/>
        </p:spPr>
        <p:txBody>
          <a:bodyPr/>
          <a:lstStyle>
            <a:lvl1pPr>
              <a:defRPr/>
            </a:lvl1pPr>
          </a:lstStyle>
          <a:p>
            <a:pPr>
              <a:defRPr/>
            </a:pPr>
            <a:fld id="{36D9D8F1-50A0-4E0B-996C-360E57AB565C}" type="datetime1">
              <a:rPr lang="en-US" altLang="en-US"/>
              <a:pPr>
                <a:defRPr/>
              </a:pPr>
              <a:t>4/20/2021</a:t>
            </a:fld>
            <a:endParaRPr lang="en-US" sz="1799">
              <a:solidFill>
                <a:schemeClr val="tx1"/>
              </a:solidFill>
              <a:latin typeface="Arial" pitchFamily="34" charset="0"/>
              <a:sym typeface="Arial" pitchFamily="34" charset="0"/>
            </a:endParaRPr>
          </a:p>
        </p:txBody>
      </p:sp>
      <p:sp>
        <p:nvSpPr>
          <p:cNvPr id="5"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6" name="Slide Number Placeholder 5"/>
          <p:cNvSpPr>
            <a:spLocks noGrp="1" noChangeArrowheads="1"/>
          </p:cNvSpPr>
          <p:nvPr>
            <p:ph type="sldNum" sz="quarter" idx="12"/>
          </p:nvPr>
        </p:nvSpPr>
        <p:spPr>
          <a:ln/>
        </p:spPr>
        <p:txBody>
          <a:bodyPr/>
          <a:lstStyle>
            <a:lvl1pPr>
              <a:defRPr/>
            </a:lvl1pPr>
          </a:lstStyle>
          <a:p>
            <a:pPr>
              <a:defRPr/>
            </a:pPr>
            <a:fld id="{0986A270-9C50-4595-BD90-B9B63577EE21}" type="slidenum">
              <a:rPr lang="en-US" altLang="en-US"/>
              <a:pPr>
                <a:defRPr/>
              </a:pPr>
              <a:t>‹#›</a:t>
            </a:fld>
            <a:endParaRPr lang="en-US" sz="1799">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3616896848"/>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noChangeArrowheads="1"/>
          </p:cNvSpPr>
          <p:nvPr>
            <p:ph type="dt" sz="half" idx="10"/>
          </p:nvPr>
        </p:nvSpPr>
        <p:spPr>
          <a:ln/>
        </p:spPr>
        <p:txBody>
          <a:bodyPr/>
          <a:lstStyle>
            <a:lvl1pPr>
              <a:defRPr/>
            </a:lvl1pPr>
          </a:lstStyle>
          <a:p>
            <a:pPr>
              <a:defRPr/>
            </a:pPr>
            <a:fld id="{3189E048-0519-45DD-BE0C-626F99407E63}" type="datetime1">
              <a:rPr lang="en-US" altLang="en-US"/>
              <a:pPr>
                <a:defRPr/>
              </a:pPr>
              <a:t>4/20/2021</a:t>
            </a:fld>
            <a:endParaRPr lang="en-US" sz="1799">
              <a:solidFill>
                <a:schemeClr val="tx1"/>
              </a:solidFill>
              <a:latin typeface="Arial" pitchFamily="34" charset="0"/>
              <a:sym typeface="Arial" pitchFamily="34" charset="0"/>
            </a:endParaRPr>
          </a:p>
        </p:txBody>
      </p:sp>
      <p:sp>
        <p:nvSpPr>
          <p:cNvPr id="5"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6" name="Slide Number Placeholder 5"/>
          <p:cNvSpPr>
            <a:spLocks noGrp="1" noChangeArrowheads="1"/>
          </p:cNvSpPr>
          <p:nvPr>
            <p:ph type="sldNum" sz="quarter" idx="12"/>
          </p:nvPr>
        </p:nvSpPr>
        <p:spPr>
          <a:ln/>
        </p:spPr>
        <p:txBody>
          <a:bodyPr/>
          <a:lstStyle>
            <a:lvl1pPr>
              <a:defRPr/>
            </a:lvl1pPr>
          </a:lstStyle>
          <a:p>
            <a:pPr>
              <a:defRPr/>
            </a:pPr>
            <a:fld id="{CFA8E763-FE83-47EE-A1D6-46CCB6CE274A}" type="slidenum">
              <a:rPr lang="en-US" altLang="en-US"/>
              <a:pPr>
                <a:defRPr/>
              </a:pPr>
              <a:t>‹#›</a:t>
            </a:fld>
            <a:endParaRPr lang="en-US" sz="1799">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122328534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9"/>
            <a:ext cx="10972800" cy="1143000"/>
          </a:xfrm>
        </p:spPr>
        <p:txBody>
          <a:bodyPr/>
          <a:lstStyle/>
          <a:p>
            <a:r>
              <a:rPr lang="en-US" smtClean="0"/>
              <a:t>Click to edit Master title style</a:t>
            </a:r>
            <a:endParaRPr lang="en-IN"/>
          </a:p>
        </p:txBody>
      </p:sp>
      <p:sp>
        <p:nvSpPr>
          <p:cNvPr id="3" name="Date Placeholder 3"/>
          <p:cNvSpPr>
            <a:spLocks noGrp="1" noChangeArrowheads="1"/>
          </p:cNvSpPr>
          <p:nvPr>
            <p:ph type="dt" sz="half" idx="10"/>
          </p:nvPr>
        </p:nvSpPr>
        <p:spPr>
          <a:ln/>
        </p:spPr>
        <p:txBody>
          <a:bodyPr/>
          <a:lstStyle>
            <a:lvl1pPr>
              <a:defRPr/>
            </a:lvl1pPr>
          </a:lstStyle>
          <a:p>
            <a:pPr>
              <a:defRPr/>
            </a:pPr>
            <a:fld id="{0C1FB5AE-9B46-461C-867F-15071CC1F260}" type="datetime1">
              <a:rPr lang="en-US" altLang="en-US"/>
              <a:pPr>
                <a:defRPr/>
              </a:pPr>
              <a:t>4/20/2021</a:t>
            </a:fld>
            <a:endParaRPr lang="en-US" sz="1799">
              <a:solidFill>
                <a:schemeClr val="tx1"/>
              </a:solidFill>
              <a:latin typeface="Arial" pitchFamily="34" charset="0"/>
              <a:sym typeface="Arial" pitchFamily="34" charset="0"/>
            </a:endParaRPr>
          </a:p>
        </p:txBody>
      </p:sp>
      <p:sp>
        <p:nvSpPr>
          <p:cNvPr id="4"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5" name="Slide Number Placeholder 5"/>
          <p:cNvSpPr>
            <a:spLocks noGrp="1" noChangeArrowheads="1"/>
          </p:cNvSpPr>
          <p:nvPr>
            <p:ph type="sldNum" sz="quarter" idx="12"/>
          </p:nvPr>
        </p:nvSpPr>
        <p:spPr>
          <a:ln/>
        </p:spPr>
        <p:txBody>
          <a:bodyPr/>
          <a:lstStyle>
            <a:lvl1pPr>
              <a:defRPr/>
            </a:lvl1pPr>
          </a:lstStyle>
          <a:p>
            <a:pPr>
              <a:defRPr/>
            </a:pPr>
            <a:fld id="{629D4A31-8473-41C9-984A-45EA7F86478A}" type="slidenum">
              <a:rPr lang="en-US" altLang="en-US"/>
              <a:pPr>
                <a:defRPr/>
              </a:pPr>
              <a:t>‹#›</a:t>
            </a:fld>
            <a:endParaRPr lang="en-US" sz="1799">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175438161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41"/>
            <a:ext cx="10363200" cy="1470025"/>
          </a:xfrm>
        </p:spPr>
        <p:txBody>
          <a:bodyPr/>
          <a:lstStyle/>
          <a:p>
            <a:r>
              <a:rPr lang="en-US" smtClean="0"/>
              <a:t>Click to edit Master title style</a:t>
            </a:r>
            <a:endParaRPr lang="en-CA"/>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smtClean="0"/>
              <a:t>Click to edit Master subtitle style</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7D30CD29-1DB5-46A5-A87D-8DEFCEAB366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197118620"/>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D34ABFF6-A451-42FC-BECB-155267DD3F51}"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41739613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smtClean="0"/>
              <a:t>Click to edit Master title style</a:t>
            </a:r>
            <a:endParaRPr lang="en-CA"/>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F927812B-9ED0-4ED1-9E3B-A0FBA57D734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165551187"/>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4DA48633-9E17-41E4-B08E-98259F82A624}"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624123131"/>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CA"/>
          </a:p>
        </p:txBody>
      </p:sp>
      <p:sp>
        <p:nvSpPr>
          <p:cNvPr id="3" name="Text Placeholder 2"/>
          <p:cNvSpPr>
            <a:spLocks noGrp="1"/>
          </p:cNvSpPr>
          <p:nvPr>
            <p:ph type="body" idx="1"/>
          </p:nvPr>
        </p:nvSpPr>
        <p:spPr>
          <a:xfrm>
            <a:off x="609600" y="1535115"/>
            <a:ext cx="5386917"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5" name="Text Placeholder 4"/>
          <p:cNvSpPr>
            <a:spLocks noGrp="1"/>
          </p:cNvSpPr>
          <p:nvPr>
            <p:ph type="body" sz="quarter" idx="3"/>
          </p:nvPr>
        </p:nvSpPr>
        <p:spPr>
          <a:xfrm>
            <a:off x="6193380" y="1535115"/>
            <a:ext cx="5389033"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80"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7"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067D2BBF-5CCA-4B73-8207-9296B10EA8F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74271044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1E472234-6427-4417-B5BA-27C8119A8238}"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4065315783"/>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FFC72869-ABD1-4687-B906-C64E2DDB0B2D}"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827603897"/>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26" y="273051"/>
            <a:ext cx="4011084" cy="1162051"/>
          </a:xfrm>
        </p:spPr>
        <p:txBody>
          <a:bodyPr anchor="b"/>
          <a:lstStyle>
            <a:lvl1pPr algn="l">
              <a:defRPr sz="2000" b="1"/>
            </a:lvl1pPr>
          </a:lstStyle>
          <a:p>
            <a:r>
              <a:rPr lang="en-US" smtClean="0"/>
              <a:t>Click to edit Master title style</a:t>
            </a:r>
            <a:endParaRPr lang="en-CA"/>
          </a:p>
        </p:txBody>
      </p:sp>
      <p:sp>
        <p:nvSpPr>
          <p:cNvPr id="3" name="Content Placeholder 2"/>
          <p:cNvSpPr>
            <a:spLocks noGrp="1"/>
          </p:cNvSpPr>
          <p:nvPr>
            <p:ph idx="1"/>
          </p:nvPr>
        </p:nvSpPr>
        <p:spPr>
          <a:xfrm>
            <a:off x="4766733" y="273066"/>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Text Placeholder 3"/>
          <p:cNvSpPr>
            <a:spLocks noGrp="1"/>
          </p:cNvSpPr>
          <p:nvPr>
            <p:ph type="body" sz="half" idx="2"/>
          </p:nvPr>
        </p:nvSpPr>
        <p:spPr>
          <a:xfrm>
            <a:off x="609626" y="1435104"/>
            <a:ext cx="4011084"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B1BD42A0-C0A3-4B33-A374-7D8EC2FC305C}"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693523820"/>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3"/>
            <a:ext cx="7315200" cy="566739"/>
          </a:xfrm>
        </p:spPr>
        <p:txBody>
          <a:bodyPr anchor="b"/>
          <a:lstStyle>
            <a:lvl1pPr algn="l">
              <a:defRPr sz="2000" b="1"/>
            </a:lvl1pPr>
          </a:lstStyle>
          <a:p>
            <a:r>
              <a:rPr lang="en-US" smtClean="0"/>
              <a:t>Click to edit Master title style</a:t>
            </a:r>
            <a:endParaRPr lang="en-CA"/>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pPr lvl="0"/>
            <a:endParaRPr lang="en-CA" noProof="0" smtClean="0"/>
          </a:p>
        </p:txBody>
      </p:sp>
      <p:sp>
        <p:nvSpPr>
          <p:cNvPr id="4" name="Text Placeholder 3"/>
          <p:cNvSpPr>
            <a:spLocks noGrp="1"/>
          </p:cNvSpPr>
          <p:nvPr>
            <p:ph type="body" sz="half" idx="2"/>
          </p:nvPr>
        </p:nvSpPr>
        <p:spPr>
          <a:xfrm>
            <a:off x="2389717" y="5367353"/>
            <a:ext cx="7315200" cy="8048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48585BFE-350A-44E6-8DE1-1FEBDEBEB91A}"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28907863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E2464CEC-3D9D-46A8-BA21-4750EC1B2BC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09274552"/>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2"/>
            <a:ext cx="2743200" cy="5851525"/>
          </a:xfrm>
        </p:spPr>
        <p:txBody>
          <a:bodyPr vert="eaVert"/>
          <a:lstStyle/>
          <a:p>
            <a:r>
              <a:rPr lang="en-US" smtClean="0"/>
              <a:t>Click to edit Master title style</a:t>
            </a:r>
            <a:endParaRPr lang="en-CA"/>
          </a:p>
        </p:txBody>
      </p:sp>
      <p:sp>
        <p:nvSpPr>
          <p:cNvPr id="3" name="Vertical Text Placeholder 2"/>
          <p:cNvSpPr>
            <a:spLocks noGrp="1"/>
          </p:cNvSpPr>
          <p:nvPr>
            <p:ph type="body" orient="vert" idx="1"/>
          </p:nvPr>
        </p:nvSpPr>
        <p:spPr>
          <a:xfrm>
            <a:off x="609600" y="274642"/>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A6114942-A433-4B12-9CFB-B9343823EB1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1778487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13" Type="http://schemas.openxmlformats.org/officeDocument/2006/relationships/theme" Target="../theme/theme7.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slideLayout" Target="../slideLayouts/slideLayout78.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6.xml"/><Relationship Id="rId3" Type="http://schemas.openxmlformats.org/officeDocument/2006/relationships/slideLayout" Target="../slideLayouts/slideLayout81.xml"/><Relationship Id="rId7" Type="http://schemas.openxmlformats.org/officeDocument/2006/relationships/slideLayout" Target="../slideLayouts/slideLayout85.xml"/><Relationship Id="rId12" Type="http://schemas.openxmlformats.org/officeDocument/2006/relationships/theme" Target="../theme/theme8.xml"/><Relationship Id="rId2" Type="http://schemas.openxmlformats.org/officeDocument/2006/relationships/slideLayout" Target="../slideLayouts/slideLayout80.xml"/><Relationship Id="rId1" Type="http://schemas.openxmlformats.org/officeDocument/2006/relationships/slideLayout" Target="../slideLayouts/slideLayout79.xml"/><Relationship Id="rId6" Type="http://schemas.openxmlformats.org/officeDocument/2006/relationships/slideLayout" Target="../slideLayouts/slideLayout84.xml"/><Relationship Id="rId11" Type="http://schemas.openxmlformats.org/officeDocument/2006/relationships/slideLayout" Target="../slideLayouts/slideLayout89.xml"/><Relationship Id="rId5" Type="http://schemas.openxmlformats.org/officeDocument/2006/relationships/slideLayout" Target="../slideLayouts/slideLayout83.xml"/><Relationship Id="rId10" Type="http://schemas.openxmlformats.org/officeDocument/2006/relationships/slideLayout" Target="../slideLayouts/slideLayout88.xml"/><Relationship Id="rId4" Type="http://schemas.openxmlformats.org/officeDocument/2006/relationships/slideLayout" Target="../slideLayouts/slideLayout82.xml"/><Relationship Id="rId9" Type="http://schemas.openxmlformats.org/officeDocument/2006/relationships/slideLayout" Target="../slideLayouts/slideLayout8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tileRect/>
        </a:gra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a:solidFill>
                  <a:srgbClr val="898989"/>
                </a:solidFill>
                <a:latin typeface="Arial" charset="0"/>
                <a:cs typeface="Arial" charset="0"/>
              </a:defRPr>
            </a:lvl1pPr>
          </a:lstStyle>
          <a:p>
            <a:pPr fontAlgn="base">
              <a:spcBef>
                <a:spcPct val="0"/>
              </a:spcBef>
              <a:spcAft>
                <a:spcPct val="0"/>
              </a:spcAft>
              <a:defRPr/>
            </a:pPr>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latin typeface="Arial" charset="0"/>
                <a:cs typeface="Arial" charset="0"/>
              </a:defRPr>
            </a:lvl1pPr>
          </a:lstStyle>
          <a:p>
            <a:pPr fontAlgn="base">
              <a:spcBef>
                <a:spcPct val="0"/>
              </a:spcBef>
              <a:spcAft>
                <a:spcPct val="0"/>
              </a:spcAft>
              <a:defRPr/>
            </a:pPr>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Arial" charset="0"/>
                <a:cs typeface="Arial" charset="0"/>
              </a:defRPr>
            </a:lvl1pPr>
          </a:lstStyle>
          <a:p>
            <a:pPr fontAlgn="base">
              <a:spcBef>
                <a:spcPct val="0"/>
              </a:spcBef>
              <a:spcAft>
                <a:spcPct val="0"/>
              </a:spcAft>
              <a:defRPr/>
            </a:pPr>
            <a:fld id="{5340AFE2-CA26-460C-88ED-52320DCA7B2B}" type="slidenum">
              <a:rPr lang="en-US"/>
              <a:pPr fontAlgn="base">
                <a:spcBef>
                  <a:spcPct val="0"/>
                </a:spcBef>
                <a:spcAft>
                  <a:spcPct val="0"/>
                </a:spcAft>
                <a:defRPr/>
              </a:pPr>
              <a:t>‹#›</a:t>
            </a:fld>
            <a:endParaRPr lang="en-US"/>
          </a:p>
        </p:txBody>
      </p:sp>
    </p:spTree>
    <p:extLst>
      <p:ext uri="{BB962C8B-B14F-4D97-AF65-F5344CB8AC3E}">
        <p14:creationId xmlns:p14="http://schemas.microsoft.com/office/powerpoint/2010/main" val="225597920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tileRect/>
        </a:gra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19" tIns="45710" rIns="91419" bIns="45710" numCol="1" anchor="ctr" anchorCtr="0" compatLnSpc="1">
            <a:prstTxWarp prst="textNoShape">
              <a:avLst/>
            </a:prstTxWarp>
          </a:bodyPr>
          <a:lstStyle/>
          <a:p>
            <a:pPr lvl="0"/>
            <a:r>
              <a:rPr lang="en-US" smtClean="0"/>
              <a:t>Click to edit Master title style</a:t>
            </a:r>
            <a:endParaRPr lang="en-CA" smtClean="0"/>
          </a:p>
        </p:txBody>
      </p:sp>
      <p:sp>
        <p:nvSpPr>
          <p:cNvPr id="2051" name="Text Placeholder 2"/>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19" tIns="45710" rIns="91419" bIns="4571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smtClean="0"/>
          </a:p>
        </p:txBody>
      </p:sp>
      <p:sp>
        <p:nvSpPr>
          <p:cNvPr id="4" name="Date Placeholder 3"/>
          <p:cNvSpPr>
            <a:spLocks noGrp="1"/>
          </p:cNvSpPr>
          <p:nvPr>
            <p:ph type="dt" sz="half" idx="2"/>
          </p:nvPr>
        </p:nvSpPr>
        <p:spPr>
          <a:xfrm>
            <a:off x="609600" y="6356351"/>
            <a:ext cx="2844800" cy="365125"/>
          </a:xfrm>
          <a:prstGeom prst="rect">
            <a:avLst/>
          </a:prstGeom>
        </p:spPr>
        <p:txBody>
          <a:bodyPr vert="horz" lIns="91419" tIns="45710" rIns="91419" bIns="45710" rtlCol="0" anchor="ctr"/>
          <a:lstStyle>
            <a:lvl1pPr algn="l">
              <a:defRPr sz="1200">
                <a:solidFill>
                  <a:schemeClr val="tx1">
                    <a:tint val="75000"/>
                  </a:schemeClr>
                </a:solidFill>
                <a:latin typeface="Arial" charset="0"/>
              </a:defRPr>
            </a:lvl1pPr>
          </a:lstStyle>
          <a:p>
            <a:pPr fontAlgn="base">
              <a:spcBef>
                <a:spcPct val="0"/>
              </a:spcBef>
              <a:spcAft>
                <a:spcPct val="0"/>
              </a:spcAft>
              <a:defRPr/>
            </a:pPr>
            <a:endParaRPr lang="en-US">
              <a:solidFill>
                <a:prstClr val="black">
                  <a:tint val="75000"/>
                </a:prstClr>
              </a:solidFill>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19" tIns="45710" rIns="91419" bIns="45710" rtlCol="0" anchor="ctr"/>
          <a:lstStyle>
            <a:lvl1pPr algn="ctr">
              <a:defRPr sz="1200">
                <a:solidFill>
                  <a:schemeClr val="tx1">
                    <a:tint val="75000"/>
                  </a:schemeClr>
                </a:solidFill>
                <a:latin typeface="Arial" charset="0"/>
              </a:defRPr>
            </a:lvl1pPr>
          </a:lstStyle>
          <a:p>
            <a:pPr fontAlgn="base">
              <a:spcBef>
                <a:spcPct val="0"/>
              </a:spcBef>
              <a:spcAft>
                <a:spcPct val="0"/>
              </a:spcAft>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19" tIns="45710" rIns="91419" bIns="45710" rtlCol="0" anchor="ctr"/>
          <a:lstStyle>
            <a:lvl1pPr algn="r">
              <a:defRPr sz="1200">
                <a:solidFill>
                  <a:schemeClr val="tx1">
                    <a:tint val="75000"/>
                  </a:schemeClr>
                </a:solidFill>
                <a:latin typeface="Arial" charset="0"/>
              </a:defRPr>
            </a:lvl1pPr>
          </a:lstStyle>
          <a:p>
            <a:pPr fontAlgn="base">
              <a:spcBef>
                <a:spcPct val="0"/>
              </a:spcBef>
              <a:spcAft>
                <a:spcPct val="0"/>
              </a:spcAft>
              <a:defRPr/>
            </a:pPr>
            <a:fld id="{8B03667A-85F6-4D80-BF6A-54F104998F58}" type="slidenum">
              <a:rPr lang="en-US">
                <a:solidFill>
                  <a:prstClr val="black">
                    <a:tint val="75000"/>
                  </a:prstClr>
                </a:solidFill>
              </a:rPr>
              <a:pPr fontAlgn="base">
                <a:spcBef>
                  <a:spcPct val="0"/>
                </a:spcBef>
                <a:spcAft>
                  <a:spcPct val="0"/>
                </a:spcAft>
                <a:defRPr/>
              </a:pPr>
              <a:t>‹#›</a:t>
            </a:fld>
            <a:endParaRPr lang="en-US">
              <a:solidFill>
                <a:prstClr val="black">
                  <a:tint val="75000"/>
                </a:prstClr>
              </a:solidFill>
            </a:endParaRPr>
          </a:p>
        </p:txBody>
      </p:sp>
    </p:spTree>
    <p:extLst>
      <p:ext uri="{BB962C8B-B14F-4D97-AF65-F5344CB8AC3E}">
        <p14:creationId xmlns:p14="http://schemas.microsoft.com/office/powerpoint/2010/main" val="288535165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093" algn="ctr" rtl="0" fontAlgn="base">
        <a:spcBef>
          <a:spcPct val="0"/>
        </a:spcBef>
        <a:spcAft>
          <a:spcPct val="0"/>
        </a:spcAft>
        <a:defRPr sz="4400">
          <a:solidFill>
            <a:schemeClr val="tx1"/>
          </a:solidFill>
          <a:latin typeface="Calibri" pitchFamily="34" charset="0"/>
        </a:defRPr>
      </a:lvl6pPr>
      <a:lvl7pPr marL="914187" algn="ctr" rtl="0" fontAlgn="base">
        <a:spcBef>
          <a:spcPct val="0"/>
        </a:spcBef>
        <a:spcAft>
          <a:spcPct val="0"/>
        </a:spcAft>
        <a:defRPr sz="4400">
          <a:solidFill>
            <a:schemeClr val="tx1"/>
          </a:solidFill>
          <a:latin typeface="Calibri" pitchFamily="34" charset="0"/>
        </a:defRPr>
      </a:lvl7pPr>
      <a:lvl8pPr marL="1371279" algn="ctr" rtl="0" fontAlgn="base">
        <a:spcBef>
          <a:spcPct val="0"/>
        </a:spcBef>
        <a:spcAft>
          <a:spcPct val="0"/>
        </a:spcAft>
        <a:defRPr sz="4400">
          <a:solidFill>
            <a:schemeClr val="tx1"/>
          </a:solidFill>
          <a:latin typeface="Calibri" pitchFamily="34" charset="0"/>
        </a:defRPr>
      </a:lvl8pPr>
      <a:lvl9pPr marL="1828374" algn="ctr" rtl="0" fontAlgn="base">
        <a:spcBef>
          <a:spcPct val="0"/>
        </a:spcBef>
        <a:spcAft>
          <a:spcPct val="0"/>
        </a:spcAft>
        <a:defRPr sz="4400">
          <a:solidFill>
            <a:schemeClr val="tx1"/>
          </a:solidFill>
          <a:latin typeface="Calibri" pitchFamily="34" charset="0"/>
        </a:defRPr>
      </a:lvl9pPr>
    </p:titleStyle>
    <p:bodyStyle>
      <a:lvl1pPr marL="341313" indent="-341313"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1363" indent="-284163"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1413" indent="-227013"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598613" indent="-227013"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5813" indent="-227013"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015" indent="-228546" algn="l" defTabSz="91418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106" indent="-228546" algn="l" defTabSz="91418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199" indent="-228546" algn="l" defTabSz="91418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292" indent="-228546" algn="l" defTabSz="91418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187" rtl="0" eaLnBrk="1" latinLnBrk="0" hangingPunct="1">
        <a:defRPr sz="1800" kern="1200">
          <a:solidFill>
            <a:schemeClr val="tx1"/>
          </a:solidFill>
          <a:latin typeface="+mn-lt"/>
          <a:ea typeface="+mn-ea"/>
          <a:cs typeface="+mn-cs"/>
        </a:defRPr>
      </a:lvl1pPr>
      <a:lvl2pPr marL="457093" algn="l" defTabSz="914187" rtl="0" eaLnBrk="1" latinLnBrk="0" hangingPunct="1">
        <a:defRPr sz="1800" kern="1200">
          <a:solidFill>
            <a:schemeClr val="tx1"/>
          </a:solidFill>
          <a:latin typeface="+mn-lt"/>
          <a:ea typeface="+mn-ea"/>
          <a:cs typeface="+mn-cs"/>
        </a:defRPr>
      </a:lvl2pPr>
      <a:lvl3pPr marL="914187" algn="l" defTabSz="914187" rtl="0" eaLnBrk="1" latinLnBrk="0" hangingPunct="1">
        <a:defRPr sz="1800" kern="1200">
          <a:solidFill>
            <a:schemeClr val="tx1"/>
          </a:solidFill>
          <a:latin typeface="+mn-lt"/>
          <a:ea typeface="+mn-ea"/>
          <a:cs typeface="+mn-cs"/>
        </a:defRPr>
      </a:lvl3pPr>
      <a:lvl4pPr marL="1371279" algn="l" defTabSz="914187" rtl="0" eaLnBrk="1" latinLnBrk="0" hangingPunct="1">
        <a:defRPr sz="1800" kern="1200">
          <a:solidFill>
            <a:schemeClr val="tx1"/>
          </a:solidFill>
          <a:latin typeface="+mn-lt"/>
          <a:ea typeface="+mn-ea"/>
          <a:cs typeface="+mn-cs"/>
        </a:defRPr>
      </a:lvl4pPr>
      <a:lvl5pPr marL="1828374" algn="l" defTabSz="914187" rtl="0" eaLnBrk="1" latinLnBrk="0" hangingPunct="1">
        <a:defRPr sz="1800" kern="1200">
          <a:solidFill>
            <a:schemeClr val="tx1"/>
          </a:solidFill>
          <a:latin typeface="+mn-lt"/>
          <a:ea typeface="+mn-ea"/>
          <a:cs typeface="+mn-cs"/>
        </a:defRPr>
      </a:lvl5pPr>
      <a:lvl6pPr marL="2285466" algn="l" defTabSz="914187" rtl="0" eaLnBrk="1" latinLnBrk="0" hangingPunct="1">
        <a:defRPr sz="1800" kern="1200">
          <a:solidFill>
            <a:schemeClr val="tx1"/>
          </a:solidFill>
          <a:latin typeface="+mn-lt"/>
          <a:ea typeface="+mn-ea"/>
          <a:cs typeface="+mn-cs"/>
        </a:defRPr>
      </a:lvl6pPr>
      <a:lvl7pPr marL="2742560" algn="l" defTabSz="914187" rtl="0" eaLnBrk="1" latinLnBrk="0" hangingPunct="1">
        <a:defRPr sz="1800" kern="1200">
          <a:solidFill>
            <a:schemeClr val="tx1"/>
          </a:solidFill>
          <a:latin typeface="+mn-lt"/>
          <a:ea typeface="+mn-ea"/>
          <a:cs typeface="+mn-cs"/>
        </a:defRPr>
      </a:lvl7pPr>
      <a:lvl8pPr marL="3199653" algn="l" defTabSz="914187" rtl="0" eaLnBrk="1" latinLnBrk="0" hangingPunct="1">
        <a:defRPr sz="1800" kern="1200">
          <a:solidFill>
            <a:schemeClr val="tx1"/>
          </a:solidFill>
          <a:latin typeface="+mn-lt"/>
          <a:ea typeface="+mn-ea"/>
          <a:cs typeface="+mn-cs"/>
        </a:defRPr>
      </a:lvl8pPr>
      <a:lvl9pPr marL="3656747" algn="l" defTabSz="914187"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tileRect/>
        </a:gra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19" tIns="45710" rIns="91419" bIns="45710" numCol="1" anchor="ctr" anchorCtr="0" compatLnSpc="1">
            <a:prstTxWarp prst="textNoShape">
              <a:avLst/>
            </a:prstTxWarp>
          </a:bodyPr>
          <a:lstStyle/>
          <a:p>
            <a:pPr lvl="0"/>
            <a:r>
              <a:rPr lang="en-US" smtClean="0"/>
              <a:t>Click to edit Master title style</a:t>
            </a:r>
            <a:endParaRPr lang="en-CA" smtClean="0"/>
          </a:p>
        </p:txBody>
      </p:sp>
      <p:sp>
        <p:nvSpPr>
          <p:cNvPr id="2051" name="Text Placeholder 2"/>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19" tIns="45710" rIns="91419" bIns="4571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smtClean="0"/>
          </a:p>
        </p:txBody>
      </p:sp>
      <p:sp>
        <p:nvSpPr>
          <p:cNvPr id="4" name="Date Placeholder 3"/>
          <p:cNvSpPr>
            <a:spLocks noGrp="1"/>
          </p:cNvSpPr>
          <p:nvPr>
            <p:ph type="dt" sz="half" idx="2"/>
          </p:nvPr>
        </p:nvSpPr>
        <p:spPr>
          <a:xfrm>
            <a:off x="609600" y="6356351"/>
            <a:ext cx="2844800" cy="365125"/>
          </a:xfrm>
          <a:prstGeom prst="rect">
            <a:avLst/>
          </a:prstGeom>
        </p:spPr>
        <p:txBody>
          <a:bodyPr vert="horz" lIns="91419" tIns="45710" rIns="91419" bIns="45710" rtlCol="0" anchor="ctr"/>
          <a:lstStyle>
            <a:lvl1pPr algn="l">
              <a:defRPr sz="1200">
                <a:solidFill>
                  <a:schemeClr val="tx1">
                    <a:tint val="75000"/>
                  </a:schemeClr>
                </a:solidFill>
                <a:latin typeface="Arial" charset="0"/>
              </a:defRPr>
            </a:lvl1pPr>
          </a:lstStyle>
          <a:p>
            <a:pPr fontAlgn="base">
              <a:spcBef>
                <a:spcPct val="0"/>
              </a:spcBef>
              <a:spcAft>
                <a:spcPct val="0"/>
              </a:spcAft>
              <a:defRPr/>
            </a:pPr>
            <a:endParaRPr lang="en-US">
              <a:solidFill>
                <a:prstClr val="black">
                  <a:tint val="75000"/>
                </a:prstClr>
              </a:solidFill>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19" tIns="45710" rIns="91419" bIns="45710" rtlCol="0" anchor="ctr"/>
          <a:lstStyle>
            <a:lvl1pPr algn="ctr">
              <a:defRPr sz="1200">
                <a:solidFill>
                  <a:schemeClr val="tx1">
                    <a:tint val="75000"/>
                  </a:schemeClr>
                </a:solidFill>
                <a:latin typeface="Arial" charset="0"/>
              </a:defRPr>
            </a:lvl1pPr>
          </a:lstStyle>
          <a:p>
            <a:pPr fontAlgn="base">
              <a:spcBef>
                <a:spcPct val="0"/>
              </a:spcBef>
              <a:spcAft>
                <a:spcPct val="0"/>
              </a:spcAft>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19" tIns="45710" rIns="91419" bIns="45710" rtlCol="0" anchor="ctr"/>
          <a:lstStyle>
            <a:lvl1pPr algn="r">
              <a:defRPr sz="1200">
                <a:solidFill>
                  <a:schemeClr val="tx1">
                    <a:tint val="75000"/>
                  </a:schemeClr>
                </a:solidFill>
                <a:latin typeface="Arial" charset="0"/>
              </a:defRPr>
            </a:lvl1pPr>
          </a:lstStyle>
          <a:p>
            <a:pPr fontAlgn="base">
              <a:spcBef>
                <a:spcPct val="0"/>
              </a:spcBef>
              <a:spcAft>
                <a:spcPct val="0"/>
              </a:spcAft>
              <a:defRPr/>
            </a:pPr>
            <a:fld id="{8B03667A-85F6-4D80-BF6A-54F104998F58}" type="slidenum">
              <a:rPr lang="en-US">
                <a:solidFill>
                  <a:prstClr val="black">
                    <a:tint val="75000"/>
                  </a:prstClr>
                </a:solidFill>
              </a:rPr>
              <a:pPr fontAlgn="base">
                <a:spcBef>
                  <a:spcPct val="0"/>
                </a:spcBef>
                <a:spcAft>
                  <a:spcPct val="0"/>
                </a:spcAft>
                <a:defRPr/>
              </a:pPr>
              <a:t>‹#›</a:t>
            </a:fld>
            <a:endParaRPr lang="en-US">
              <a:solidFill>
                <a:prstClr val="black">
                  <a:tint val="75000"/>
                </a:prstClr>
              </a:solidFill>
            </a:endParaRPr>
          </a:p>
        </p:txBody>
      </p:sp>
    </p:spTree>
    <p:extLst>
      <p:ext uri="{BB962C8B-B14F-4D97-AF65-F5344CB8AC3E}">
        <p14:creationId xmlns:p14="http://schemas.microsoft.com/office/powerpoint/2010/main" val="843664042"/>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093" algn="ctr" rtl="0" fontAlgn="base">
        <a:spcBef>
          <a:spcPct val="0"/>
        </a:spcBef>
        <a:spcAft>
          <a:spcPct val="0"/>
        </a:spcAft>
        <a:defRPr sz="4400">
          <a:solidFill>
            <a:schemeClr val="tx1"/>
          </a:solidFill>
          <a:latin typeface="Calibri" pitchFamily="34" charset="0"/>
        </a:defRPr>
      </a:lvl6pPr>
      <a:lvl7pPr marL="914187" algn="ctr" rtl="0" fontAlgn="base">
        <a:spcBef>
          <a:spcPct val="0"/>
        </a:spcBef>
        <a:spcAft>
          <a:spcPct val="0"/>
        </a:spcAft>
        <a:defRPr sz="4400">
          <a:solidFill>
            <a:schemeClr val="tx1"/>
          </a:solidFill>
          <a:latin typeface="Calibri" pitchFamily="34" charset="0"/>
        </a:defRPr>
      </a:lvl7pPr>
      <a:lvl8pPr marL="1371279" algn="ctr" rtl="0" fontAlgn="base">
        <a:spcBef>
          <a:spcPct val="0"/>
        </a:spcBef>
        <a:spcAft>
          <a:spcPct val="0"/>
        </a:spcAft>
        <a:defRPr sz="4400">
          <a:solidFill>
            <a:schemeClr val="tx1"/>
          </a:solidFill>
          <a:latin typeface="Calibri" pitchFamily="34" charset="0"/>
        </a:defRPr>
      </a:lvl8pPr>
      <a:lvl9pPr marL="1828374" algn="ctr" rtl="0" fontAlgn="base">
        <a:spcBef>
          <a:spcPct val="0"/>
        </a:spcBef>
        <a:spcAft>
          <a:spcPct val="0"/>
        </a:spcAft>
        <a:defRPr sz="4400">
          <a:solidFill>
            <a:schemeClr val="tx1"/>
          </a:solidFill>
          <a:latin typeface="Calibri" pitchFamily="34" charset="0"/>
        </a:defRPr>
      </a:lvl9pPr>
    </p:titleStyle>
    <p:bodyStyle>
      <a:lvl1pPr marL="341313" indent="-341313"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1363" indent="-284163"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1413" indent="-227013"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598613" indent="-227013"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5813" indent="-227013"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015" indent="-228546" algn="l" defTabSz="91418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106" indent="-228546" algn="l" defTabSz="91418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199" indent="-228546" algn="l" defTabSz="91418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292" indent="-228546" algn="l" defTabSz="91418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187" rtl="0" eaLnBrk="1" latinLnBrk="0" hangingPunct="1">
        <a:defRPr sz="1800" kern="1200">
          <a:solidFill>
            <a:schemeClr val="tx1"/>
          </a:solidFill>
          <a:latin typeface="+mn-lt"/>
          <a:ea typeface="+mn-ea"/>
          <a:cs typeface="+mn-cs"/>
        </a:defRPr>
      </a:lvl1pPr>
      <a:lvl2pPr marL="457093" algn="l" defTabSz="914187" rtl="0" eaLnBrk="1" latinLnBrk="0" hangingPunct="1">
        <a:defRPr sz="1800" kern="1200">
          <a:solidFill>
            <a:schemeClr val="tx1"/>
          </a:solidFill>
          <a:latin typeface="+mn-lt"/>
          <a:ea typeface="+mn-ea"/>
          <a:cs typeface="+mn-cs"/>
        </a:defRPr>
      </a:lvl2pPr>
      <a:lvl3pPr marL="914187" algn="l" defTabSz="914187" rtl="0" eaLnBrk="1" latinLnBrk="0" hangingPunct="1">
        <a:defRPr sz="1800" kern="1200">
          <a:solidFill>
            <a:schemeClr val="tx1"/>
          </a:solidFill>
          <a:latin typeface="+mn-lt"/>
          <a:ea typeface="+mn-ea"/>
          <a:cs typeface="+mn-cs"/>
        </a:defRPr>
      </a:lvl3pPr>
      <a:lvl4pPr marL="1371279" algn="l" defTabSz="914187" rtl="0" eaLnBrk="1" latinLnBrk="0" hangingPunct="1">
        <a:defRPr sz="1800" kern="1200">
          <a:solidFill>
            <a:schemeClr val="tx1"/>
          </a:solidFill>
          <a:latin typeface="+mn-lt"/>
          <a:ea typeface="+mn-ea"/>
          <a:cs typeface="+mn-cs"/>
        </a:defRPr>
      </a:lvl4pPr>
      <a:lvl5pPr marL="1828374" algn="l" defTabSz="914187" rtl="0" eaLnBrk="1" latinLnBrk="0" hangingPunct="1">
        <a:defRPr sz="1800" kern="1200">
          <a:solidFill>
            <a:schemeClr val="tx1"/>
          </a:solidFill>
          <a:latin typeface="+mn-lt"/>
          <a:ea typeface="+mn-ea"/>
          <a:cs typeface="+mn-cs"/>
        </a:defRPr>
      </a:lvl5pPr>
      <a:lvl6pPr marL="2285466" algn="l" defTabSz="914187" rtl="0" eaLnBrk="1" latinLnBrk="0" hangingPunct="1">
        <a:defRPr sz="1800" kern="1200">
          <a:solidFill>
            <a:schemeClr val="tx1"/>
          </a:solidFill>
          <a:latin typeface="+mn-lt"/>
          <a:ea typeface="+mn-ea"/>
          <a:cs typeface="+mn-cs"/>
        </a:defRPr>
      </a:lvl6pPr>
      <a:lvl7pPr marL="2742560" algn="l" defTabSz="914187" rtl="0" eaLnBrk="1" latinLnBrk="0" hangingPunct="1">
        <a:defRPr sz="1800" kern="1200">
          <a:solidFill>
            <a:schemeClr val="tx1"/>
          </a:solidFill>
          <a:latin typeface="+mn-lt"/>
          <a:ea typeface="+mn-ea"/>
          <a:cs typeface="+mn-cs"/>
        </a:defRPr>
      </a:lvl7pPr>
      <a:lvl8pPr marL="3199653" algn="l" defTabSz="914187" rtl="0" eaLnBrk="1" latinLnBrk="0" hangingPunct="1">
        <a:defRPr sz="1800" kern="1200">
          <a:solidFill>
            <a:schemeClr val="tx1"/>
          </a:solidFill>
          <a:latin typeface="+mn-lt"/>
          <a:ea typeface="+mn-ea"/>
          <a:cs typeface="+mn-cs"/>
        </a:defRPr>
      </a:lvl8pPr>
      <a:lvl9pPr marL="3656747" algn="l" defTabSz="914187"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15" tIns="45708" rIns="91415" bIns="45708"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15" tIns="45708" rIns="91415" bIns="45708"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wrap="square" lIns="91415" tIns="45708" rIns="91415" bIns="45708" numCol="1" anchor="ctr" anchorCtr="0" compatLnSpc="1">
            <a:prstTxWarp prst="textNoShape">
              <a:avLst/>
            </a:prstTxWarp>
          </a:bodyPr>
          <a:lstStyle>
            <a:lvl1pPr algn="l">
              <a:defRPr sz="1200">
                <a:solidFill>
                  <a:srgbClr val="898989"/>
                </a:solidFill>
              </a:defRPr>
            </a:lvl1pPr>
          </a:lstStyle>
          <a:p>
            <a:pPr eaLnBrk="0" fontAlgn="base" hangingPunct="0">
              <a:spcBef>
                <a:spcPct val="50000"/>
              </a:spcBef>
              <a:spcAft>
                <a:spcPct val="0"/>
              </a:spcAft>
              <a:defRPr/>
            </a:pPr>
            <a:endParaRPr lang="en-US">
              <a:latin typeface="Times New Roman" pitchFamily="18" charset="0"/>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wrap="square" lIns="91415" tIns="45708" rIns="91415" bIns="45708" numCol="1" anchor="ctr" anchorCtr="0" compatLnSpc="1">
            <a:prstTxWarp prst="textNoShape">
              <a:avLst/>
            </a:prstTxWarp>
          </a:bodyPr>
          <a:lstStyle>
            <a:lvl1pPr>
              <a:defRPr sz="1200">
                <a:solidFill>
                  <a:srgbClr val="898989"/>
                </a:solidFill>
              </a:defRPr>
            </a:lvl1pPr>
          </a:lstStyle>
          <a:p>
            <a:pPr algn="ctr" eaLnBrk="0" fontAlgn="base" hangingPunct="0">
              <a:spcBef>
                <a:spcPct val="50000"/>
              </a:spcBef>
              <a:spcAft>
                <a:spcPct val="0"/>
              </a:spcAft>
              <a:defRPr/>
            </a:pPr>
            <a:endParaRPr lang="en-US">
              <a:latin typeface="Times New Roman" pitchFamily="18" charset="0"/>
            </a:endParaRP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wrap="square" lIns="91415" tIns="45708" rIns="91415" bIns="45708" numCol="1" anchor="ctr" anchorCtr="0" compatLnSpc="1">
            <a:prstTxWarp prst="textNoShape">
              <a:avLst/>
            </a:prstTxWarp>
          </a:bodyPr>
          <a:lstStyle>
            <a:lvl1pPr algn="r">
              <a:defRPr sz="1200">
                <a:solidFill>
                  <a:srgbClr val="898989"/>
                </a:solidFill>
              </a:defRPr>
            </a:lvl1pPr>
          </a:lstStyle>
          <a:p>
            <a:pPr eaLnBrk="0" fontAlgn="base" hangingPunct="0">
              <a:spcBef>
                <a:spcPct val="50000"/>
              </a:spcBef>
              <a:spcAft>
                <a:spcPct val="0"/>
              </a:spcAft>
              <a:defRPr/>
            </a:pPr>
            <a:fld id="{4D2F5C68-B084-4C43-8174-66AA922EE9FD}" type="slidenum">
              <a:rPr lang="en-US">
                <a:latin typeface="Times New Roman" pitchFamily="18" charset="0"/>
              </a:rPr>
              <a:pPr eaLnBrk="0" fontAlgn="base" hangingPunct="0">
                <a:spcBef>
                  <a:spcPct val="50000"/>
                </a:spcBef>
                <a:spcAft>
                  <a:spcPct val="0"/>
                </a:spcAft>
                <a:defRPr/>
              </a:pPr>
              <a:t>‹#›</a:t>
            </a:fld>
            <a:endParaRPr lang="en-US">
              <a:latin typeface="Times New Roman" pitchFamily="18" charset="0"/>
            </a:endParaRPr>
          </a:p>
        </p:txBody>
      </p:sp>
    </p:spTree>
    <p:extLst>
      <p:ext uri="{BB962C8B-B14F-4D97-AF65-F5344CB8AC3E}">
        <p14:creationId xmlns:p14="http://schemas.microsoft.com/office/powerpoint/2010/main" val="2848240925"/>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073" algn="ctr" rtl="0" fontAlgn="base">
        <a:spcBef>
          <a:spcPct val="0"/>
        </a:spcBef>
        <a:spcAft>
          <a:spcPct val="0"/>
        </a:spcAft>
        <a:defRPr sz="4400">
          <a:solidFill>
            <a:schemeClr val="tx1"/>
          </a:solidFill>
          <a:latin typeface="Calibri" pitchFamily="34" charset="0"/>
        </a:defRPr>
      </a:lvl6pPr>
      <a:lvl7pPr marL="914145" algn="ctr" rtl="0" fontAlgn="base">
        <a:spcBef>
          <a:spcPct val="0"/>
        </a:spcBef>
        <a:spcAft>
          <a:spcPct val="0"/>
        </a:spcAft>
        <a:defRPr sz="4400">
          <a:solidFill>
            <a:schemeClr val="tx1"/>
          </a:solidFill>
          <a:latin typeface="Calibri" pitchFamily="34" charset="0"/>
        </a:defRPr>
      </a:lvl7pPr>
      <a:lvl8pPr marL="1371218" algn="ctr" rtl="0" fontAlgn="base">
        <a:spcBef>
          <a:spcPct val="0"/>
        </a:spcBef>
        <a:spcAft>
          <a:spcPct val="0"/>
        </a:spcAft>
        <a:defRPr sz="4400">
          <a:solidFill>
            <a:schemeClr val="tx1"/>
          </a:solidFill>
          <a:latin typeface="Calibri" pitchFamily="34" charset="0"/>
        </a:defRPr>
      </a:lvl8pPr>
      <a:lvl9pPr marL="1828290" algn="ctr" rtl="0" fontAlgn="base">
        <a:spcBef>
          <a:spcPct val="0"/>
        </a:spcBef>
        <a:spcAft>
          <a:spcPct val="0"/>
        </a:spcAft>
        <a:defRPr sz="4400">
          <a:solidFill>
            <a:schemeClr val="tx1"/>
          </a:solidFill>
          <a:latin typeface="Calibri" pitchFamily="34" charset="0"/>
        </a:defRPr>
      </a:lvl9pPr>
    </p:titleStyle>
    <p:bodyStyle>
      <a:lvl1pPr marL="341313" indent="-341313"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1363" indent="-284163"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1413" indent="-227013"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598613" indent="-227013"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5813" indent="-227013"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3900" indent="-228537" algn="l" defTabSz="914145"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0972" indent="-228537" algn="l" defTabSz="914145"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046" indent="-228537" algn="l" defTabSz="914145"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119" indent="-228537" algn="l" defTabSz="914145"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145" rtl="0" eaLnBrk="1" latinLnBrk="0" hangingPunct="1">
        <a:defRPr sz="1800" kern="1200">
          <a:solidFill>
            <a:schemeClr val="tx1"/>
          </a:solidFill>
          <a:latin typeface="+mn-lt"/>
          <a:ea typeface="+mn-ea"/>
          <a:cs typeface="+mn-cs"/>
        </a:defRPr>
      </a:lvl1pPr>
      <a:lvl2pPr marL="457073" algn="l" defTabSz="914145" rtl="0" eaLnBrk="1" latinLnBrk="0" hangingPunct="1">
        <a:defRPr sz="1800" kern="1200">
          <a:solidFill>
            <a:schemeClr val="tx1"/>
          </a:solidFill>
          <a:latin typeface="+mn-lt"/>
          <a:ea typeface="+mn-ea"/>
          <a:cs typeface="+mn-cs"/>
        </a:defRPr>
      </a:lvl2pPr>
      <a:lvl3pPr marL="914145" algn="l" defTabSz="914145" rtl="0" eaLnBrk="1" latinLnBrk="0" hangingPunct="1">
        <a:defRPr sz="1800" kern="1200">
          <a:solidFill>
            <a:schemeClr val="tx1"/>
          </a:solidFill>
          <a:latin typeface="+mn-lt"/>
          <a:ea typeface="+mn-ea"/>
          <a:cs typeface="+mn-cs"/>
        </a:defRPr>
      </a:lvl3pPr>
      <a:lvl4pPr marL="1371218" algn="l" defTabSz="914145" rtl="0" eaLnBrk="1" latinLnBrk="0" hangingPunct="1">
        <a:defRPr sz="1800" kern="1200">
          <a:solidFill>
            <a:schemeClr val="tx1"/>
          </a:solidFill>
          <a:latin typeface="+mn-lt"/>
          <a:ea typeface="+mn-ea"/>
          <a:cs typeface="+mn-cs"/>
        </a:defRPr>
      </a:lvl4pPr>
      <a:lvl5pPr marL="1828290" algn="l" defTabSz="914145" rtl="0" eaLnBrk="1" latinLnBrk="0" hangingPunct="1">
        <a:defRPr sz="1800" kern="1200">
          <a:solidFill>
            <a:schemeClr val="tx1"/>
          </a:solidFill>
          <a:latin typeface="+mn-lt"/>
          <a:ea typeface="+mn-ea"/>
          <a:cs typeface="+mn-cs"/>
        </a:defRPr>
      </a:lvl5pPr>
      <a:lvl6pPr marL="2285364" algn="l" defTabSz="914145" rtl="0" eaLnBrk="1" latinLnBrk="0" hangingPunct="1">
        <a:defRPr sz="1800" kern="1200">
          <a:solidFill>
            <a:schemeClr val="tx1"/>
          </a:solidFill>
          <a:latin typeface="+mn-lt"/>
          <a:ea typeface="+mn-ea"/>
          <a:cs typeface="+mn-cs"/>
        </a:defRPr>
      </a:lvl6pPr>
      <a:lvl7pPr marL="2742436" algn="l" defTabSz="914145" rtl="0" eaLnBrk="1" latinLnBrk="0" hangingPunct="1">
        <a:defRPr sz="1800" kern="1200">
          <a:solidFill>
            <a:schemeClr val="tx1"/>
          </a:solidFill>
          <a:latin typeface="+mn-lt"/>
          <a:ea typeface="+mn-ea"/>
          <a:cs typeface="+mn-cs"/>
        </a:defRPr>
      </a:lvl7pPr>
      <a:lvl8pPr marL="3199509" algn="l" defTabSz="914145" rtl="0" eaLnBrk="1" latinLnBrk="0" hangingPunct="1">
        <a:defRPr sz="1800" kern="1200">
          <a:solidFill>
            <a:schemeClr val="tx1"/>
          </a:solidFill>
          <a:latin typeface="+mn-lt"/>
          <a:ea typeface="+mn-ea"/>
          <a:cs typeface="+mn-cs"/>
        </a:defRPr>
      </a:lvl8pPr>
      <a:lvl9pPr marL="3656582" algn="l" defTabSz="914145"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Title Placeholder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endParaRPr lang="en-CA" smtClean="0"/>
          </a:p>
        </p:txBody>
      </p:sp>
      <p:sp>
        <p:nvSpPr>
          <p:cNvPr id="3075" name="Text Placeholder 2"/>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smtClean="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prstClr val="black">
                    <a:tint val="75000"/>
                  </a:prstClr>
                </a:solidFill>
                <a:latin typeface="Arial" charset="0"/>
              </a:defRPr>
            </a:lvl1pPr>
          </a:lstStyle>
          <a:p>
            <a:pPr fontAlgn="base">
              <a:spcBef>
                <a:spcPct val="0"/>
              </a:spcBef>
              <a:spcAft>
                <a:spcPct val="0"/>
              </a:spcAft>
              <a:defRPr/>
            </a:pPr>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prstClr val="black">
                    <a:tint val="75000"/>
                  </a:prstClr>
                </a:solidFill>
                <a:latin typeface="Arial" charset="0"/>
              </a:defRPr>
            </a:lvl1pPr>
          </a:lstStyle>
          <a:p>
            <a:pPr fontAlgn="base">
              <a:spcBef>
                <a:spcPct val="0"/>
              </a:spcBef>
              <a:spcAft>
                <a:spcPct val="0"/>
              </a:spcAft>
              <a:defRPr/>
            </a:pPr>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prstClr val="black">
                    <a:tint val="75000"/>
                  </a:prstClr>
                </a:solidFill>
                <a:latin typeface="Arial" charset="0"/>
              </a:defRPr>
            </a:lvl1pPr>
          </a:lstStyle>
          <a:p>
            <a:pPr fontAlgn="base">
              <a:spcBef>
                <a:spcPct val="0"/>
              </a:spcBef>
              <a:spcAft>
                <a:spcPct val="0"/>
              </a:spcAft>
              <a:defRPr/>
            </a:pPr>
            <a:fld id="{58AA4D00-AF3A-44C1-B0AA-8B36A74D1271}" type="slidenum">
              <a:rPr lang="en-US"/>
              <a:pPr fontAlgn="base">
                <a:spcBef>
                  <a:spcPct val="0"/>
                </a:spcBef>
                <a:spcAft>
                  <a:spcPct val="0"/>
                </a:spcAft>
                <a:defRPr/>
              </a:pPr>
              <a:t>‹#›</a:t>
            </a:fld>
            <a:endParaRPr lang="en-US"/>
          </a:p>
        </p:txBody>
      </p:sp>
    </p:spTree>
    <p:extLst>
      <p:ext uri="{BB962C8B-B14F-4D97-AF65-F5344CB8AC3E}">
        <p14:creationId xmlns:p14="http://schemas.microsoft.com/office/powerpoint/2010/main" val="2462665106"/>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609600" y="274639"/>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endParaRPr lang="en-CA" smtClean="0"/>
          </a:p>
        </p:txBody>
      </p:sp>
      <p:sp>
        <p:nvSpPr>
          <p:cNvPr id="2051" name="Text Placeholder 2"/>
          <p:cNvSpPr>
            <a:spLocks noGrp="1"/>
          </p:cNvSpPr>
          <p:nvPr>
            <p:ph type="body" idx="1"/>
          </p:nvPr>
        </p:nvSpPr>
        <p:spPr bwMode="auto">
          <a:xfrm>
            <a:off x="609600" y="1600203"/>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smtClean="0"/>
          </a:p>
        </p:txBody>
      </p:sp>
      <p:sp>
        <p:nvSpPr>
          <p:cNvPr id="4" name="Date Placeholder 3"/>
          <p:cNvSpPr>
            <a:spLocks noGrp="1"/>
          </p:cNvSpPr>
          <p:nvPr>
            <p:ph type="dt" sz="half" idx="2"/>
          </p:nvPr>
        </p:nvSpPr>
        <p:spPr>
          <a:xfrm>
            <a:off x="609601" y="6356353"/>
            <a:ext cx="2844800" cy="365125"/>
          </a:xfrm>
          <a:prstGeom prst="rect">
            <a:avLst/>
          </a:prstGeom>
        </p:spPr>
        <p:txBody>
          <a:bodyPr vert="horz" lIns="91440" tIns="45720" rIns="91440" bIns="45720" rtlCol="0" anchor="ctr"/>
          <a:lstStyle>
            <a:lvl1pPr algn="l">
              <a:defRPr sz="1200">
                <a:solidFill>
                  <a:schemeClr val="tx1">
                    <a:tint val="75000"/>
                  </a:schemeClr>
                </a:solidFill>
                <a:latin typeface="Arial" charset="0"/>
              </a:defRPr>
            </a:lvl1pPr>
          </a:lstStyle>
          <a:p>
            <a:pPr fontAlgn="base">
              <a:spcBef>
                <a:spcPct val="0"/>
              </a:spcBef>
              <a:spcAft>
                <a:spcPct val="0"/>
              </a:spcAft>
              <a:defRPr/>
            </a:pPr>
            <a:endParaRPr lang="en-US">
              <a:solidFill>
                <a:prstClr val="black">
                  <a:tint val="75000"/>
                </a:prstClr>
              </a:solidFill>
            </a:endParaRPr>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latin typeface="Arial" charset="0"/>
              </a:defRPr>
            </a:lvl1pPr>
          </a:lstStyle>
          <a:p>
            <a:pPr fontAlgn="base">
              <a:spcBef>
                <a:spcPct val="0"/>
              </a:spcBef>
              <a:spcAft>
                <a:spcPct val="0"/>
              </a:spcAft>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latin typeface="Arial" charset="0"/>
              </a:defRPr>
            </a:lvl1pPr>
          </a:lstStyle>
          <a:p>
            <a:pPr fontAlgn="base">
              <a:spcBef>
                <a:spcPct val="0"/>
              </a:spcBef>
              <a:spcAft>
                <a:spcPct val="0"/>
              </a:spcAft>
              <a:defRPr/>
            </a:pPr>
            <a:fld id="{45CB695F-DF4D-4D15-BD72-44C2D759A2CC}" type="slidenum">
              <a:rPr lang="en-US">
                <a:solidFill>
                  <a:prstClr val="black">
                    <a:tint val="75000"/>
                  </a:prstClr>
                </a:solidFill>
              </a:rPr>
              <a:pPr fontAlgn="base">
                <a:spcBef>
                  <a:spcPct val="0"/>
                </a:spcBef>
                <a:spcAft>
                  <a:spcPct val="0"/>
                </a:spcAft>
                <a:defRPr/>
              </a:pPr>
              <a:t>‹#›</a:t>
            </a:fld>
            <a:endParaRPr lang="en-US">
              <a:solidFill>
                <a:prstClr val="black">
                  <a:tint val="75000"/>
                </a:prstClr>
              </a:solidFill>
            </a:endParaRPr>
          </a:p>
        </p:txBody>
      </p:sp>
    </p:spTree>
    <p:extLst>
      <p:ext uri="{BB962C8B-B14F-4D97-AF65-F5344CB8AC3E}">
        <p14:creationId xmlns:p14="http://schemas.microsoft.com/office/powerpoint/2010/main" val="4277009127"/>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154" algn="ctr" rtl="0" fontAlgn="base">
        <a:spcBef>
          <a:spcPct val="0"/>
        </a:spcBef>
        <a:spcAft>
          <a:spcPct val="0"/>
        </a:spcAft>
        <a:defRPr sz="4400">
          <a:solidFill>
            <a:schemeClr val="tx1"/>
          </a:solidFill>
          <a:latin typeface="Calibri" pitchFamily="34" charset="0"/>
        </a:defRPr>
      </a:lvl6pPr>
      <a:lvl7pPr marL="914309" algn="ctr" rtl="0" fontAlgn="base">
        <a:spcBef>
          <a:spcPct val="0"/>
        </a:spcBef>
        <a:spcAft>
          <a:spcPct val="0"/>
        </a:spcAft>
        <a:defRPr sz="4400">
          <a:solidFill>
            <a:schemeClr val="tx1"/>
          </a:solidFill>
          <a:latin typeface="Calibri" pitchFamily="34" charset="0"/>
        </a:defRPr>
      </a:lvl7pPr>
      <a:lvl8pPr marL="1371462" algn="ctr" rtl="0" fontAlgn="base">
        <a:spcBef>
          <a:spcPct val="0"/>
        </a:spcBef>
        <a:spcAft>
          <a:spcPct val="0"/>
        </a:spcAft>
        <a:defRPr sz="4400">
          <a:solidFill>
            <a:schemeClr val="tx1"/>
          </a:solidFill>
          <a:latin typeface="Calibri" pitchFamily="34" charset="0"/>
        </a:defRPr>
      </a:lvl8pPr>
      <a:lvl9pPr marL="1828617" algn="ctr" rtl="0" fontAlgn="base">
        <a:spcBef>
          <a:spcPct val="0"/>
        </a:spcBef>
        <a:spcAft>
          <a:spcPct val="0"/>
        </a:spcAft>
        <a:defRPr sz="4400">
          <a:solidFill>
            <a:schemeClr val="tx1"/>
          </a:solidFill>
          <a:latin typeface="Calibri" pitchFamily="34" charset="0"/>
        </a:defRPr>
      </a:lvl9pPr>
    </p:titleStyle>
    <p:bodyStyle>
      <a:lvl1pPr marL="342866" indent="-342866"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876" indent="-285722"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2886" indent="-228577" algn="l" rtl="0" eaLnBrk="0" fontAlgn="base" hangingPunct="0">
        <a:spcBef>
          <a:spcPct val="20000"/>
        </a:spcBef>
        <a:spcAft>
          <a:spcPct val="0"/>
        </a:spcAft>
        <a:buFont typeface="Arial" pitchFamily="34" charset="0"/>
        <a:buChar char="•"/>
        <a:defRPr sz="2399" kern="1200">
          <a:solidFill>
            <a:schemeClr val="tx1"/>
          </a:solidFill>
          <a:latin typeface="+mn-lt"/>
          <a:ea typeface="+mn-ea"/>
          <a:cs typeface="+mn-cs"/>
        </a:defRPr>
      </a:lvl3pPr>
      <a:lvl4pPr marL="1600040" indent="-228577" algn="l" rtl="0" eaLnBrk="0" fontAlgn="base" hangingPunct="0">
        <a:spcBef>
          <a:spcPct val="20000"/>
        </a:spcBef>
        <a:spcAft>
          <a:spcPct val="0"/>
        </a:spcAft>
        <a:buFont typeface="Arial" pitchFamily="34" charset="0"/>
        <a:buChar char="–"/>
        <a:defRPr sz="1999" kern="1200">
          <a:solidFill>
            <a:schemeClr val="tx1"/>
          </a:solidFill>
          <a:latin typeface="+mn-lt"/>
          <a:ea typeface="+mn-ea"/>
          <a:cs typeface="+mn-cs"/>
        </a:defRPr>
      </a:lvl4pPr>
      <a:lvl5pPr marL="2057194" indent="-228577" algn="l" rtl="0" eaLnBrk="0" fontAlgn="base" hangingPunct="0">
        <a:spcBef>
          <a:spcPct val="20000"/>
        </a:spcBef>
        <a:spcAft>
          <a:spcPct val="0"/>
        </a:spcAft>
        <a:buFont typeface="Arial" pitchFamily="34" charset="0"/>
        <a:buChar char="»"/>
        <a:defRPr sz="1999" kern="1200">
          <a:solidFill>
            <a:schemeClr val="tx1"/>
          </a:solidFill>
          <a:latin typeface="+mn-lt"/>
          <a:ea typeface="+mn-ea"/>
          <a:cs typeface="+mn-cs"/>
        </a:defRPr>
      </a:lvl5pPr>
      <a:lvl6pPr marL="2514348" indent="-228577" algn="l" defTabSz="914309" rtl="0" eaLnBrk="1" latinLnBrk="0" hangingPunct="1">
        <a:spcBef>
          <a:spcPct val="20000"/>
        </a:spcBef>
        <a:buFont typeface="Arial" pitchFamily="34" charset="0"/>
        <a:buChar char="•"/>
        <a:defRPr sz="1999" kern="1200">
          <a:solidFill>
            <a:schemeClr val="tx1"/>
          </a:solidFill>
          <a:latin typeface="+mn-lt"/>
          <a:ea typeface="+mn-ea"/>
          <a:cs typeface="+mn-cs"/>
        </a:defRPr>
      </a:lvl6pPr>
      <a:lvl7pPr marL="2971502" indent="-228577" algn="l" defTabSz="914309" rtl="0" eaLnBrk="1" latinLnBrk="0" hangingPunct="1">
        <a:spcBef>
          <a:spcPct val="20000"/>
        </a:spcBef>
        <a:buFont typeface="Arial" pitchFamily="34" charset="0"/>
        <a:buChar char="•"/>
        <a:defRPr sz="1999" kern="1200">
          <a:solidFill>
            <a:schemeClr val="tx1"/>
          </a:solidFill>
          <a:latin typeface="+mn-lt"/>
          <a:ea typeface="+mn-ea"/>
          <a:cs typeface="+mn-cs"/>
        </a:defRPr>
      </a:lvl7pPr>
      <a:lvl8pPr marL="3428657" indent="-228577" algn="l" defTabSz="914309" rtl="0" eaLnBrk="1" latinLnBrk="0" hangingPunct="1">
        <a:spcBef>
          <a:spcPct val="20000"/>
        </a:spcBef>
        <a:buFont typeface="Arial" pitchFamily="34" charset="0"/>
        <a:buChar char="•"/>
        <a:defRPr sz="1999" kern="1200">
          <a:solidFill>
            <a:schemeClr val="tx1"/>
          </a:solidFill>
          <a:latin typeface="+mn-lt"/>
          <a:ea typeface="+mn-ea"/>
          <a:cs typeface="+mn-cs"/>
        </a:defRPr>
      </a:lvl8pPr>
      <a:lvl9pPr marL="3885811" indent="-228577" algn="l" defTabSz="914309" rtl="0" eaLnBrk="1" latinLnBrk="0" hangingPunct="1">
        <a:spcBef>
          <a:spcPct val="20000"/>
        </a:spcBef>
        <a:buFont typeface="Arial" pitchFamily="34" charset="0"/>
        <a:buChar char="•"/>
        <a:defRPr sz="1999" kern="1200">
          <a:solidFill>
            <a:schemeClr val="tx1"/>
          </a:solidFill>
          <a:latin typeface="+mn-lt"/>
          <a:ea typeface="+mn-ea"/>
          <a:cs typeface="+mn-cs"/>
        </a:defRPr>
      </a:lvl9pPr>
    </p:bodyStyle>
    <p:otherStyle>
      <a:defPPr>
        <a:defRPr lang="en-US"/>
      </a:defPPr>
      <a:lvl1pPr marL="0" algn="l" defTabSz="914309" rtl="0" eaLnBrk="1" latinLnBrk="0" hangingPunct="1">
        <a:defRPr sz="1799" kern="1200">
          <a:solidFill>
            <a:schemeClr val="tx1"/>
          </a:solidFill>
          <a:latin typeface="+mn-lt"/>
          <a:ea typeface="+mn-ea"/>
          <a:cs typeface="+mn-cs"/>
        </a:defRPr>
      </a:lvl1pPr>
      <a:lvl2pPr marL="457154" algn="l" defTabSz="914309" rtl="0" eaLnBrk="1" latinLnBrk="0" hangingPunct="1">
        <a:defRPr sz="1799" kern="1200">
          <a:solidFill>
            <a:schemeClr val="tx1"/>
          </a:solidFill>
          <a:latin typeface="+mn-lt"/>
          <a:ea typeface="+mn-ea"/>
          <a:cs typeface="+mn-cs"/>
        </a:defRPr>
      </a:lvl2pPr>
      <a:lvl3pPr marL="914309" algn="l" defTabSz="914309" rtl="0" eaLnBrk="1" latinLnBrk="0" hangingPunct="1">
        <a:defRPr sz="1799" kern="1200">
          <a:solidFill>
            <a:schemeClr val="tx1"/>
          </a:solidFill>
          <a:latin typeface="+mn-lt"/>
          <a:ea typeface="+mn-ea"/>
          <a:cs typeface="+mn-cs"/>
        </a:defRPr>
      </a:lvl3pPr>
      <a:lvl4pPr marL="1371462" algn="l" defTabSz="914309" rtl="0" eaLnBrk="1" latinLnBrk="0" hangingPunct="1">
        <a:defRPr sz="1799" kern="1200">
          <a:solidFill>
            <a:schemeClr val="tx1"/>
          </a:solidFill>
          <a:latin typeface="+mn-lt"/>
          <a:ea typeface="+mn-ea"/>
          <a:cs typeface="+mn-cs"/>
        </a:defRPr>
      </a:lvl4pPr>
      <a:lvl5pPr marL="1828617" algn="l" defTabSz="914309" rtl="0" eaLnBrk="1" latinLnBrk="0" hangingPunct="1">
        <a:defRPr sz="1799" kern="1200">
          <a:solidFill>
            <a:schemeClr val="tx1"/>
          </a:solidFill>
          <a:latin typeface="+mn-lt"/>
          <a:ea typeface="+mn-ea"/>
          <a:cs typeface="+mn-cs"/>
        </a:defRPr>
      </a:lvl5pPr>
      <a:lvl6pPr marL="2285771" algn="l" defTabSz="914309" rtl="0" eaLnBrk="1" latinLnBrk="0" hangingPunct="1">
        <a:defRPr sz="1799" kern="1200">
          <a:solidFill>
            <a:schemeClr val="tx1"/>
          </a:solidFill>
          <a:latin typeface="+mn-lt"/>
          <a:ea typeface="+mn-ea"/>
          <a:cs typeface="+mn-cs"/>
        </a:defRPr>
      </a:lvl6pPr>
      <a:lvl7pPr marL="2742926" algn="l" defTabSz="914309" rtl="0" eaLnBrk="1" latinLnBrk="0" hangingPunct="1">
        <a:defRPr sz="1799" kern="1200">
          <a:solidFill>
            <a:schemeClr val="tx1"/>
          </a:solidFill>
          <a:latin typeface="+mn-lt"/>
          <a:ea typeface="+mn-ea"/>
          <a:cs typeface="+mn-cs"/>
        </a:defRPr>
      </a:lvl7pPr>
      <a:lvl8pPr marL="3200080" algn="l" defTabSz="914309" rtl="0" eaLnBrk="1" latinLnBrk="0" hangingPunct="1">
        <a:defRPr sz="1799" kern="1200">
          <a:solidFill>
            <a:schemeClr val="tx1"/>
          </a:solidFill>
          <a:latin typeface="+mn-lt"/>
          <a:ea typeface="+mn-ea"/>
          <a:cs typeface="+mn-cs"/>
        </a:defRPr>
      </a:lvl8pPr>
      <a:lvl9pPr marL="3657235" algn="l" defTabSz="914309" rtl="0" eaLnBrk="1" latinLnBrk="0" hangingPunct="1">
        <a:defRPr sz="1799"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bwMode="auto">
      <p:bgPr>
        <a:gradFill rotWithShape="1">
          <a:gsLst>
            <a:gs pos="0">
              <a:srgbClr val="5E9EFF"/>
            </a:gs>
            <a:gs pos="39998">
              <a:srgbClr val="85C2FF"/>
            </a:gs>
            <a:gs pos="70000">
              <a:srgbClr val="C4D6EB"/>
            </a:gs>
            <a:gs pos="100000">
              <a:srgbClr val="FFEBFA"/>
            </a:gs>
          </a:gsLst>
          <a:lin ang="5400000" scaled="1"/>
        </a:gradFill>
        <a:effectLst/>
      </p:bgPr>
    </p:bg>
    <p:spTree>
      <p:nvGrpSpPr>
        <p:cNvPr id="1" name=""/>
        <p:cNvGrpSpPr/>
        <p:nvPr/>
      </p:nvGrpSpPr>
      <p:grpSpPr>
        <a:xfrm>
          <a:off x="0" y="0"/>
          <a:ext cx="0" cy="0"/>
          <a:chOff x="0" y="0"/>
          <a:chExt cx="0" cy="0"/>
        </a:xfrm>
      </p:grpSpPr>
      <p:sp>
        <p:nvSpPr>
          <p:cNvPr id="1026" name="Title Placeholder 1"/>
          <p:cNvSpPr>
            <a:spLocks noGrp="1" noChangeArrowheads="1"/>
          </p:cNvSpPr>
          <p:nvPr>
            <p:ph type="title" idx="4294967295"/>
          </p:nvPr>
        </p:nvSpPr>
        <p:spPr bwMode="auto">
          <a:xfrm>
            <a:off x="609600" y="274639"/>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ltLang="zh-CN" smtClean="0">
                <a:sym typeface="Calibri" pitchFamily="34" charset="0"/>
              </a:rPr>
              <a:t>Click to edit Master title style</a:t>
            </a:r>
          </a:p>
        </p:txBody>
      </p:sp>
      <p:sp>
        <p:nvSpPr>
          <p:cNvPr id="1027" name="Text Placeholder 2"/>
          <p:cNvSpPr>
            <a:spLocks noGrp="1" noChangeArrowheads="1"/>
          </p:cNvSpPr>
          <p:nvPr>
            <p:ph type="body" idx="1"/>
          </p:nvPr>
        </p:nvSpPr>
        <p:spPr bwMode="auto">
          <a:xfrm>
            <a:off x="609600" y="1600207"/>
            <a:ext cx="109728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zh-CN" smtClean="0">
                <a:sym typeface="Calibri" pitchFamily="34" charset="0"/>
              </a:rPr>
              <a:t>Click to edit Master text styles</a:t>
            </a:r>
          </a:p>
          <a:p>
            <a:pPr lvl="1"/>
            <a:r>
              <a:rPr lang="en-US" altLang="zh-CN" smtClean="0">
                <a:sym typeface="Calibri" pitchFamily="34" charset="0"/>
              </a:rPr>
              <a:t>Second level</a:t>
            </a:r>
          </a:p>
          <a:p>
            <a:pPr lvl="2"/>
            <a:r>
              <a:rPr lang="en-US" altLang="zh-CN" smtClean="0">
                <a:sym typeface="Calibri" pitchFamily="34" charset="0"/>
              </a:rPr>
              <a:t>Third level</a:t>
            </a:r>
          </a:p>
          <a:p>
            <a:pPr lvl="3"/>
            <a:r>
              <a:rPr lang="en-US" altLang="zh-CN" smtClean="0">
                <a:sym typeface="Calibri" pitchFamily="34" charset="0"/>
              </a:rPr>
              <a:t>Fourth level</a:t>
            </a:r>
          </a:p>
          <a:p>
            <a:pPr lvl="4"/>
            <a:r>
              <a:rPr lang="en-US" altLang="zh-CN" smtClean="0">
                <a:sym typeface="Calibri" pitchFamily="34" charset="0"/>
              </a:rPr>
              <a:t>Fifth level</a:t>
            </a:r>
          </a:p>
        </p:txBody>
      </p:sp>
      <p:sp>
        <p:nvSpPr>
          <p:cNvPr id="1028" name="Date Placeholder 3"/>
          <p:cNvSpPr>
            <a:spLocks noGrp="1" noChangeArrowheads="1"/>
          </p:cNvSpPr>
          <p:nvPr>
            <p:ph type="dt" sz="half" idx="2"/>
          </p:nvPr>
        </p:nvSpPr>
        <p:spPr bwMode="auto">
          <a:xfrm>
            <a:off x="609601" y="6356353"/>
            <a:ext cx="2844800" cy="365125"/>
          </a:xfrm>
          <a:prstGeom prst="rect">
            <a:avLst/>
          </a:prstGeom>
          <a:noFill/>
          <a:ln>
            <a:noFill/>
          </a:ln>
          <a:extLst/>
        </p:spPr>
        <p:txBody>
          <a:bodyPr vert="horz" wrap="square" lIns="91440" tIns="45720" rIns="91440" bIns="45720" numCol="1" anchor="ctr" anchorCtr="0" compatLnSpc="1">
            <a:prstTxWarp prst="textNoShape">
              <a:avLst/>
            </a:prstTxWarp>
          </a:bodyPr>
          <a:lstStyle>
            <a:lvl1pPr eaLnBrk="1" hangingPunct="1">
              <a:buFont typeface="Arial" pitchFamily="34" charset="0"/>
              <a:buNone/>
              <a:defRPr sz="1200">
                <a:solidFill>
                  <a:srgbClr val="898989"/>
                </a:solidFill>
                <a:latin typeface="+mn-lt"/>
                <a:sym typeface="Calibri" pitchFamily="34" charset="0"/>
              </a:defRPr>
            </a:lvl1pPr>
          </a:lstStyle>
          <a:p>
            <a:pPr>
              <a:defRPr/>
            </a:pPr>
            <a:fld id="{51A18532-656D-4304-811A-EFD276C53D5D}" type="datetime1">
              <a:rPr lang="en-US" altLang="en-US"/>
              <a:pPr>
                <a:defRPr/>
              </a:pPr>
              <a:t>4/20/2021</a:t>
            </a:fld>
            <a:endParaRPr lang="en-US" sz="1799">
              <a:solidFill>
                <a:schemeClr val="tx1"/>
              </a:solidFill>
              <a:latin typeface="Arial" pitchFamily="34" charset="0"/>
              <a:sym typeface="Arial" pitchFamily="34" charset="0"/>
            </a:endParaRPr>
          </a:p>
        </p:txBody>
      </p:sp>
      <p:sp>
        <p:nvSpPr>
          <p:cNvPr id="1029" name="Footer Placeholder 4"/>
          <p:cNvSpPr>
            <a:spLocks noGrp="1" noChangeArrowheads="1"/>
          </p:cNvSpPr>
          <p:nvPr>
            <p:ph type="ftr" sz="quarter" idx="3"/>
          </p:nvPr>
        </p:nvSpPr>
        <p:spPr bwMode="auto">
          <a:xfrm>
            <a:off x="4165600" y="6356353"/>
            <a:ext cx="3860800" cy="365125"/>
          </a:xfrm>
          <a:prstGeom prst="rect">
            <a:avLst/>
          </a:prstGeom>
          <a:noFill/>
          <a:ln>
            <a:noFill/>
          </a:ln>
          <a:extLst/>
        </p:spPr>
        <p:txBody>
          <a:bodyPr vert="horz" wrap="square" lIns="91440" tIns="45720" rIns="91440" bIns="45720" numCol="1" anchor="ctr" anchorCtr="0" compatLnSpc="1">
            <a:prstTxWarp prst="textNoShape">
              <a:avLst/>
            </a:prstTxWarp>
          </a:bodyPr>
          <a:lstStyle>
            <a:lvl1pPr algn="ctr" eaLnBrk="1" hangingPunct="1">
              <a:buFont typeface="Arial" pitchFamily="34" charset="0"/>
              <a:buNone/>
              <a:defRPr sz="1200">
                <a:solidFill>
                  <a:srgbClr val="898989"/>
                </a:solidFill>
                <a:latin typeface="+mn-lt"/>
                <a:sym typeface="Calibri" pitchFamily="34" charset="0"/>
              </a:defRPr>
            </a:lvl1pPr>
          </a:lstStyle>
          <a:p>
            <a:pPr>
              <a:defRPr/>
            </a:pPr>
            <a:endParaRPr lang="en-US"/>
          </a:p>
        </p:txBody>
      </p:sp>
      <p:sp>
        <p:nvSpPr>
          <p:cNvPr id="1030" name="Slide Number Placeholder 5"/>
          <p:cNvSpPr>
            <a:spLocks noGrp="1" noChangeArrowheads="1"/>
          </p:cNvSpPr>
          <p:nvPr>
            <p:ph type="sldNum" sz="quarter" idx="4"/>
          </p:nvPr>
        </p:nvSpPr>
        <p:spPr bwMode="auto">
          <a:xfrm>
            <a:off x="8737600" y="6356353"/>
            <a:ext cx="2844800" cy="365125"/>
          </a:xfrm>
          <a:prstGeom prst="rect">
            <a:avLst/>
          </a:prstGeom>
          <a:noFill/>
          <a:ln>
            <a:noFill/>
          </a:ln>
          <a:extLst/>
        </p:spPr>
        <p:txBody>
          <a:bodyPr vert="horz" wrap="square" lIns="91440" tIns="45720" rIns="91440" bIns="45720" numCol="1" anchor="ctr" anchorCtr="0" compatLnSpc="1">
            <a:prstTxWarp prst="textNoShape">
              <a:avLst/>
            </a:prstTxWarp>
          </a:bodyPr>
          <a:lstStyle>
            <a:lvl1pPr algn="r" eaLnBrk="1" hangingPunct="1">
              <a:buFont typeface="Arial" pitchFamily="34" charset="0"/>
              <a:buNone/>
              <a:defRPr sz="1200">
                <a:solidFill>
                  <a:srgbClr val="898989"/>
                </a:solidFill>
                <a:latin typeface="+mn-lt"/>
                <a:sym typeface="Calibri" pitchFamily="34" charset="0"/>
              </a:defRPr>
            </a:lvl1pPr>
          </a:lstStyle>
          <a:p>
            <a:pPr>
              <a:defRPr/>
            </a:pPr>
            <a:fld id="{15EAD50F-7A61-4A7E-8B72-AE488481D12C}" type="slidenum">
              <a:rPr lang="en-US" altLang="en-US"/>
              <a:pPr>
                <a:defRPr/>
              </a:pPr>
              <a:t>‹#›</a:t>
            </a:fld>
            <a:endParaRPr lang="en-US" sz="1799">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323052583"/>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 id="2147483792" r:id="rId12"/>
  </p:sldLayoutIdLst>
  <p:hf sldNum="0" hdr="0" ftr="0"/>
  <p:txStyles>
    <p:titleStyle>
      <a:lvl1pPr algn="ctr" rtl="0" eaLnBrk="0" fontAlgn="base" hangingPunct="0">
        <a:spcBef>
          <a:spcPct val="0"/>
        </a:spcBef>
        <a:spcAft>
          <a:spcPct val="0"/>
        </a:spcAft>
        <a:defRPr sz="4400">
          <a:solidFill>
            <a:schemeClr val="tx1"/>
          </a:solidFill>
          <a:latin typeface="+mj-lt"/>
          <a:ea typeface="+mj-ea"/>
          <a:cs typeface="+mj-cs"/>
          <a:sym typeface="Calibri" pitchFamily="34" charset="0"/>
        </a:defRPr>
      </a:lvl1pPr>
      <a:lvl2pPr algn="ctr" rtl="0" eaLnBrk="0" fontAlgn="base" hangingPunct="0">
        <a:spcBef>
          <a:spcPct val="0"/>
        </a:spcBef>
        <a:spcAft>
          <a:spcPct val="0"/>
        </a:spcAft>
        <a:defRPr sz="4400">
          <a:solidFill>
            <a:schemeClr val="tx1"/>
          </a:solidFill>
          <a:latin typeface="Calibri" pitchFamily="34" charset="0"/>
          <a:ea typeface="SimSun" pitchFamily="2" charset="-122"/>
          <a:sym typeface="Calibri" pitchFamily="34" charset="0"/>
        </a:defRPr>
      </a:lvl2pPr>
      <a:lvl3pPr algn="ctr" rtl="0" eaLnBrk="0" fontAlgn="base" hangingPunct="0">
        <a:spcBef>
          <a:spcPct val="0"/>
        </a:spcBef>
        <a:spcAft>
          <a:spcPct val="0"/>
        </a:spcAft>
        <a:defRPr sz="4400">
          <a:solidFill>
            <a:schemeClr val="tx1"/>
          </a:solidFill>
          <a:latin typeface="Calibri" pitchFamily="34" charset="0"/>
          <a:ea typeface="SimSun" pitchFamily="2" charset="-122"/>
          <a:sym typeface="Calibri" pitchFamily="34" charset="0"/>
        </a:defRPr>
      </a:lvl3pPr>
      <a:lvl4pPr algn="ctr" rtl="0" eaLnBrk="0" fontAlgn="base" hangingPunct="0">
        <a:spcBef>
          <a:spcPct val="0"/>
        </a:spcBef>
        <a:spcAft>
          <a:spcPct val="0"/>
        </a:spcAft>
        <a:defRPr sz="4400">
          <a:solidFill>
            <a:schemeClr val="tx1"/>
          </a:solidFill>
          <a:latin typeface="Calibri" pitchFamily="34" charset="0"/>
          <a:ea typeface="SimSun" pitchFamily="2" charset="-122"/>
          <a:sym typeface="Calibri" pitchFamily="34" charset="0"/>
        </a:defRPr>
      </a:lvl4pPr>
      <a:lvl5pPr algn="ctr" rtl="0" eaLnBrk="0" fontAlgn="base" hangingPunct="0">
        <a:spcBef>
          <a:spcPct val="0"/>
        </a:spcBef>
        <a:spcAft>
          <a:spcPct val="0"/>
        </a:spcAft>
        <a:defRPr sz="4400">
          <a:solidFill>
            <a:schemeClr val="tx1"/>
          </a:solidFill>
          <a:latin typeface="Calibri" pitchFamily="34" charset="0"/>
          <a:ea typeface="SimSun" pitchFamily="2" charset="-122"/>
          <a:sym typeface="Calibri" pitchFamily="34" charset="0"/>
        </a:defRPr>
      </a:lvl5pPr>
      <a:lvl6pPr marL="457154" algn="ctr" rtl="0" eaLnBrk="0" fontAlgn="base" hangingPunct="0">
        <a:spcBef>
          <a:spcPct val="0"/>
        </a:spcBef>
        <a:spcAft>
          <a:spcPct val="0"/>
        </a:spcAft>
        <a:defRPr sz="4400">
          <a:solidFill>
            <a:schemeClr val="tx1"/>
          </a:solidFill>
          <a:latin typeface="Calibri" pitchFamily="34" charset="0"/>
          <a:ea typeface="SimSun" pitchFamily="2" charset="-122"/>
          <a:sym typeface="Calibri" pitchFamily="34" charset="0"/>
        </a:defRPr>
      </a:lvl6pPr>
      <a:lvl7pPr marL="914309" algn="ctr" rtl="0" eaLnBrk="0" fontAlgn="base" hangingPunct="0">
        <a:spcBef>
          <a:spcPct val="0"/>
        </a:spcBef>
        <a:spcAft>
          <a:spcPct val="0"/>
        </a:spcAft>
        <a:defRPr sz="4400">
          <a:solidFill>
            <a:schemeClr val="tx1"/>
          </a:solidFill>
          <a:latin typeface="Calibri" pitchFamily="34" charset="0"/>
          <a:ea typeface="SimSun" pitchFamily="2" charset="-122"/>
          <a:sym typeface="Calibri" pitchFamily="34" charset="0"/>
        </a:defRPr>
      </a:lvl7pPr>
      <a:lvl8pPr marL="1371462" algn="ctr" rtl="0" eaLnBrk="0" fontAlgn="base" hangingPunct="0">
        <a:spcBef>
          <a:spcPct val="0"/>
        </a:spcBef>
        <a:spcAft>
          <a:spcPct val="0"/>
        </a:spcAft>
        <a:defRPr sz="4400">
          <a:solidFill>
            <a:schemeClr val="tx1"/>
          </a:solidFill>
          <a:latin typeface="Calibri" pitchFamily="34" charset="0"/>
          <a:ea typeface="SimSun" pitchFamily="2" charset="-122"/>
          <a:sym typeface="Calibri" pitchFamily="34" charset="0"/>
        </a:defRPr>
      </a:lvl8pPr>
      <a:lvl9pPr marL="1828617" algn="ctr" rtl="0" eaLnBrk="0" fontAlgn="base" hangingPunct="0">
        <a:spcBef>
          <a:spcPct val="0"/>
        </a:spcBef>
        <a:spcAft>
          <a:spcPct val="0"/>
        </a:spcAft>
        <a:defRPr sz="4400">
          <a:solidFill>
            <a:schemeClr val="tx1"/>
          </a:solidFill>
          <a:latin typeface="Calibri" pitchFamily="34" charset="0"/>
          <a:ea typeface="SimSun" pitchFamily="2" charset="-122"/>
          <a:sym typeface="Calibri" pitchFamily="34" charset="0"/>
        </a:defRPr>
      </a:lvl9pPr>
    </p:titleStyle>
    <p:bodyStyle>
      <a:lvl1pPr marL="342866" indent="-342866" algn="l" defTabSz="0" rtl="0" eaLnBrk="0" fontAlgn="base" hangingPunct="0">
        <a:spcBef>
          <a:spcPct val="20000"/>
        </a:spcBef>
        <a:spcAft>
          <a:spcPct val="0"/>
        </a:spcAft>
        <a:buFont typeface="Arial" charset="0"/>
        <a:buChar char="•"/>
        <a:defRPr sz="3200">
          <a:solidFill>
            <a:schemeClr val="tx1"/>
          </a:solidFill>
          <a:latin typeface="+mn-lt"/>
          <a:ea typeface="+mn-ea"/>
          <a:cs typeface="+mn-cs"/>
          <a:sym typeface="Calibri" pitchFamily="34" charset="0"/>
        </a:defRPr>
      </a:lvl1pPr>
      <a:lvl2pPr marL="742876" indent="-285722" algn="l" defTabSz="0" rtl="0" eaLnBrk="0" fontAlgn="base" hangingPunct="0">
        <a:spcBef>
          <a:spcPct val="20000"/>
        </a:spcBef>
        <a:spcAft>
          <a:spcPct val="0"/>
        </a:spcAft>
        <a:buFont typeface="Arial" charset="0"/>
        <a:buChar char="–"/>
        <a:defRPr sz="2800">
          <a:solidFill>
            <a:schemeClr val="tx1"/>
          </a:solidFill>
          <a:latin typeface="+mn-lt"/>
          <a:ea typeface="+mn-ea"/>
          <a:sym typeface="Calibri" pitchFamily="34" charset="0"/>
        </a:defRPr>
      </a:lvl2pPr>
      <a:lvl3pPr marL="1142886" indent="-228577" algn="l" defTabSz="0" rtl="0" eaLnBrk="0" fontAlgn="base" hangingPunct="0">
        <a:spcBef>
          <a:spcPct val="20000"/>
        </a:spcBef>
        <a:spcAft>
          <a:spcPct val="0"/>
        </a:spcAft>
        <a:buFont typeface="Arial" charset="0"/>
        <a:buChar char="•"/>
        <a:defRPr sz="2399">
          <a:solidFill>
            <a:schemeClr val="tx1"/>
          </a:solidFill>
          <a:latin typeface="+mn-lt"/>
          <a:ea typeface="+mn-ea"/>
          <a:sym typeface="Calibri" pitchFamily="34" charset="0"/>
        </a:defRPr>
      </a:lvl3pPr>
      <a:lvl4pPr marL="1600040" indent="-228577" algn="l" defTabSz="0" rtl="0" eaLnBrk="0" fontAlgn="base" hangingPunct="0">
        <a:spcBef>
          <a:spcPct val="20000"/>
        </a:spcBef>
        <a:spcAft>
          <a:spcPct val="0"/>
        </a:spcAft>
        <a:buFont typeface="Arial" charset="0"/>
        <a:buChar char="–"/>
        <a:defRPr sz="1999">
          <a:solidFill>
            <a:schemeClr val="tx1"/>
          </a:solidFill>
          <a:latin typeface="+mn-lt"/>
          <a:ea typeface="+mn-ea"/>
          <a:sym typeface="Calibri" pitchFamily="34" charset="0"/>
        </a:defRPr>
      </a:lvl4pPr>
      <a:lvl5pPr marL="2057194" indent="-228577" algn="l" defTabSz="0" rtl="0" eaLnBrk="0" fontAlgn="base" hangingPunct="0">
        <a:spcBef>
          <a:spcPct val="20000"/>
        </a:spcBef>
        <a:spcAft>
          <a:spcPct val="0"/>
        </a:spcAft>
        <a:buFont typeface="Arial" charset="0"/>
        <a:buChar char="»"/>
        <a:defRPr sz="1999">
          <a:solidFill>
            <a:schemeClr val="tx1"/>
          </a:solidFill>
          <a:latin typeface="+mn-lt"/>
          <a:ea typeface="+mn-ea"/>
          <a:sym typeface="Calibri" pitchFamily="34" charset="0"/>
        </a:defRPr>
      </a:lvl5pPr>
      <a:lvl6pPr marL="2514348" indent="-228577" algn="l" defTabSz="0" rtl="0" eaLnBrk="0" fontAlgn="base" hangingPunct="0">
        <a:spcBef>
          <a:spcPct val="20000"/>
        </a:spcBef>
        <a:spcAft>
          <a:spcPct val="0"/>
        </a:spcAft>
        <a:buFont typeface="Arial" pitchFamily="34" charset="0"/>
        <a:buChar char="»"/>
        <a:defRPr sz="1999">
          <a:solidFill>
            <a:schemeClr val="tx1"/>
          </a:solidFill>
          <a:latin typeface="+mn-lt"/>
          <a:ea typeface="+mn-ea"/>
          <a:sym typeface="Calibri" pitchFamily="34" charset="0"/>
        </a:defRPr>
      </a:lvl6pPr>
      <a:lvl7pPr marL="2971502" indent="-228577" algn="l" defTabSz="0" rtl="0" eaLnBrk="0" fontAlgn="base" hangingPunct="0">
        <a:spcBef>
          <a:spcPct val="20000"/>
        </a:spcBef>
        <a:spcAft>
          <a:spcPct val="0"/>
        </a:spcAft>
        <a:buFont typeface="Arial" pitchFamily="34" charset="0"/>
        <a:buChar char="»"/>
        <a:defRPr sz="1999">
          <a:solidFill>
            <a:schemeClr val="tx1"/>
          </a:solidFill>
          <a:latin typeface="+mn-lt"/>
          <a:ea typeface="+mn-ea"/>
          <a:sym typeface="Calibri" pitchFamily="34" charset="0"/>
        </a:defRPr>
      </a:lvl7pPr>
      <a:lvl8pPr marL="3428657" indent="-228577" algn="l" defTabSz="0" rtl="0" eaLnBrk="0" fontAlgn="base" hangingPunct="0">
        <a:spcBef>
          <a:spcPct val="20000"/>
        </a:spcBef>
        <a:spcAft>
          <a:spcPct val="0"/>
        </a:spcAft>
        <a:buFont typeface="Arial" pitchFamily="34" charset="0"/>
        <a:buChar char="»"/>
        <a:defRPr sz="1999">
          <a:solidFill>
            <a:schemeClr val="tx1"/>
          </a:solidFill>
          <a:latin typeface="+mn-lt"/>
          <a:ea typeface="+mn-ea"/>
          <a:sym typeface="Calibri" pitchFamily="34" charset="0"/>
        </a:defRPr>
      </a:lvl8pPr>
      <a:lvl9pPr marL="3885811" indent="-228577" algn="l" defTabSz="0" rtl="0" eaLnBrk="0" fontAlgn="base" hangingPunct="0">
        <a:spcBef>
          <a:spcPct val="20000"/>
        </a:spcBef>
        <a:spcAft>
          <a:spcPct val="0"/>
        </a:spcAft>
        <a:buFont typeface="Arial" pitchFamily="34" charset="0"/>
        <a:buChar char="»"/>
        <a:defRPr sz="1999">
          <a:solidFill>
            <a:schemeClr val="tx1"/>
          </a:solidFill>
          <a:latin typeface="+mn-lt"/>
          <a:ea typeface="+mn-ea"/>
          <a:sym typeface="Calibri" pitchFamily="34" charset="0"/>
        </a:defRPr>
      </a:lvl9pPr>
    </p:bodyStyle>
    <p:otherStyle>
      <a:defPPr>
        <a:defRPr lang="en-US"/>
      </a:defPPr>
      <a:lvl1pPr marL="0" algn="l" defTabSz="914309" rtl="0" eaLnBrk="1" latinLnBrk="0" hangingPunct="1">
        <a:defRPr sz="1799" kern="1200">
          <a:solidFill>
            <a:schemeClr val="tx1"/>
          </a:solidFill>
          <a:latin typeface="+mn-lt"/>
          <a:ea typeface="+mn-ea"/>
          <a:cs typeface="+mn-cs"/>
        </a:defRPr>
      </a:lvl1pPr>
      <a:lvl2pPr marL="457154" algn="l" defTabSz="914309" rtl="0" eaLnBrk="1" latinLnBrk="0" hangingPunct="1">
        <a:defRPr sz="1799" kern="1200">
          <a:solidFill>
            <a:schemeClr val="tx1"/>
          </a:solidFill>
          <a:latin typeface="+mn-lt"/>
          <a:ea typeface="+mn-ea"/>
          <a:cs typeface="+mn-cs"/>
        </a:defRPr>
      </a:lvl2pPr>
      <a:lvl3pPr marL="914309" algn="l" defTabSz="914309" rtl="0" eaLnBrk="1" latinLnBrk="0" hangingPunct="1">
        <a:defRPr sz="1799" kern="1200">
          <a:solidFill>
            <a:schemeClr val="tx1"/>
          </a:solidFill>
          <a:latin typeface="+mn-lt"/>
          <a:ea typeface="+mn-ea"/>
          <a:cs typeface="+mn-cs"/>
        </a:defRPr>
      </a:lvl3pPr>
      <a:lvl4pPr marL="1371462" algn="l" defTabSz="914309" rtl="0" eaLnBrk="1" latinLnBrk="0" hangingPunct="1">
        <a:defRPr sz="1799" kern="1200">
          <a:solidFill>
            <a:schemeClr val="tx1"/>
          </a:solidFill>
          <a:latin typeface="+mn-lt"/>
          <a:ea typeface="+mn-ea"/>
          <a:cs typeface="+mn-cs"/>
        </a:defRPr>
      </a:lvl4pPr>
      <a:lvl5pPr marL="1828617" algn="l" defTabSz="914309" rtl="0" eaLnBrk="1" latinLnBrk="0" hangingPunct="1">
        <a:defRPr sz="1799" kern="1200">
          <a:solidFill>
            <a:schemeClr val="tx1"/>
          </a:solidFill>
          <a:latin typeface="+mn-lt"/>
          <a:ea typeface="+mn-ea"/>
          <a:cs typeface="+mn-cs"/>
        </a:defRPr>
      </a:lvl5pPr>
      <a:lvl6pPr marL="2285771" algn="l" defTabSz="914309" rtl="0" eaLnBrk="1" latinLnBrk="0" hangingPunct="1">
        <a:defRPr sz="1799" kern="1200">
          <a:solidFill>
            <a:schemeClr val="tx1"/>
          </a:solidFill>
          <a:latin typeface="+mn-lt"/>
          <a:ea typeface="+mn-ea"/>
          <a:cs typeface="+mn-cs"/>
        </a:defRPr>
      </a:lvl6pPr>
      <a:lvl7pPr marL="2742926" algn="l" defTabSz="914309" rtl="0" eaLnBrk="1" latinLnBrk="0" hangingPunct="1">
        <a:defRPr sz="1799" kern="1200">
          <a:solidFill>
            <a:schemeClr val="tx1"/>
          </a:solidFill>
          <a:latin typeface="+mn-lt"/>
          <a:ea typeface="+mn-ea"/>
          <a:cs typeface="+mn-cs"/>
        </a:defRPr>
      </a:lvl7pPr>
      <a:lvl8pPr marL="3200080" algn="l" defTabSz="914309" rtl="0" eaLnBrk="1" latinLnBrk="0" hangingPunct="1">
        <a:defRPr sz="1799" kern="1200">
          <a:solidFill>
            <a:schemeClr val="tx1"/>
          </a:solidFill>
          <a:latin typeface="+mn-lt"/>
          <a:ea typeface="+mn-ea"/>
          <a:cs typeface="+mn-cs"/>
        </a:defRPr>
      </a:lvl8pPr>
      <a:lvl9pPr marL="3657235" algn="l" defTabSz="914309" rtl="0" eaLnBrk="1" latinLnBrk="0" hangingPunct="1">
        <a:defRPr sz="1799"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609600" y="274639"/>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endParaRPr lang="en-CA" smtClean="0"/>
          </a:p>
        </p:txBody>
      </p:sp>
      <p:sp>
        <p:nvSpPr>
          <p:cNvPr id="2051" name="Text Placeholder 2"/>
          <p:cNvSpPr>
            <a:spLocks noGrp="1"/>
          </p:cNvSpPr>
          <p:nvPr>
            <p:ph type="body" idx="1"/>
          </p:nvPr>
        </p:nvSpPr>
        <p:spPr bwMode="auto">
          <a:xfrm>
            <a:off x="609600" y="1600203"/>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smtClean="0"/>
          </a:p>
        </p:txBody>
      </p:sp>
      <p:sp>
        <p:nvSpPr>
          <p:cNvPr id="4" name="Date Placeholder 3"/>
          <p:cNvSpPr>
            <a:spLocks noGrp="1"/>
          </p:cNvSpPr>
          <p:nvPr>
            <p:ph type="dt" sz="half" idx="2"/>
          </p:nvPr>
        </p:nvSpPr>
        <p:spPr>
          <a:xfrm>
            <a:off x="609600" y="6356354"/>
            <a:ext cx="2844800" cy="365125"/>
          </a:xfrm>
          <a:prstGeom prst="rect">
            <a:avLst/>
          </a:prstGeom>
        </p:spPr>
        <p:txBody>
          <a:bodyPr vert="horz" lIns="91440" tIns="45720" rIns="91440" bIns="45720" rtlCol="0" anchor="ctr"/>
          <a:lstStyle>
            <a:lvl1pPr algn="l">
              <a:defRPr sz="1200">
                <a:solidFill>
                  <a:schemeClr val="tx1">
                    <a:tint val="75000"/>
                  </a:schemeClr>
                </a:solidFill>
                <a:latin typeface="Arial" charset="0"/>
              </a:defRPr>
            </a:lvl1pPr>
          </a:lstStyle>
          <a:p>
            <a:pPr fontAlgn="base">
              <a:spcBef>
                <a:spcPct val="0"/>
              </a:spcBef>
              <a:spcAft>
                <a:spcPct val="0"/>
              </a:spcAft>
              <a:defRPr/>
            </a:pPr>
            <a:endParaRPr lang="en-US">
              <a:solidFill>
                <a:prstClr val="black">
                  <a:tint val="75000"/>
                </a:prstClr>
              </a:solidFill>
            </a:endParaRPr>
          </a:p>
        </p:txBody>
      </p:sp>
      <p:sp>
        <p:nvSpPr>
          <p:cNvPr id="5" name="Footer Placeholder 4"/>
          <p:cNvSpPr>
            <a:spLocks noGrp="1"/>
          </p:cNvSpPr>
          <p:nvPr>
            <p:ph type="ftr" sz="quarter" idx="3"/>
          </p:nvPr>
        </p:nvSpPr>
        <p:spPr>
          <a:xfrm>
            <a:off x="4165600" y="6356354"/>
            <a:ext cx="3860800" cy="365125"/>
          </a:xfrm>
          <a:prstGeom prst="rect">
            <a:avLst/>
          </a:prstGeom>
        </p:spPr>
        <p:txBody>
          <a:bodyPr vert="horz" lIns="91440" tIns="45720" rIns="91440" bIns="45720" rtlCol="0" anchor="ctr"/>
          <a:lstStyle>
            <a:lvl1pPr algn="ctr">
              <a:defRPr sz="1200">
                <a:solidFill>
                  <a:schemeClr val="tx1">
                    <a:tint val="75000"/>
                  </a:schemeClr>
                </a:solidFill>
                <a:latin typeface="Arial" charset="0"/>
              </a:defRPr>
            </a:lvl1pPr>
          </a:lstStyle>
          <a:p>
            <a:pPr fontAlgn="base">
              <a:spcBef>
                <a:spcPct val="0"/>
              </a:spcBef>
              <a:spcAft>
                <a:spcPct val="0"/>
              </a:spcAft>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8737600" y="6356354"/>
            <a:ext cx="2844800" cy="365125"/>
          </a:xfrm>
          <a:prstGeom prst="rect">
            <a:avLst/>
          </a:prstGeom>
        </p:spPr>
        <p:txBody>
          <a:bodyPr vert="horz" lIns="91440" tIns="45720" rIns="91440" bIns="45720" rtlCol="0" anchor="ctr"/>
          <a:lstStyle>
            <a:lvl1pPr algn="r">
              <a:defRPr sz="1200">
                <a:solidFill>
                  <a:schemeClr val="tx1">
                    <a:tint val="75000"/>
                  </a:schemeClr>
                </a:solidFill>
                <a:latin typeface="Arial" charset="0"/>
              </a:defRPr>
            </a:lvl1pPr>
          </a:lstStyle>
          <a:p>
            <a:pPr fontAlgn="base">
              <a:spcBef>
                <a:spcPct val="0"/>
              </a:spcBef>
              <a:spcAft>
                <a:spcPct val="0"/>
              </a:spcAft>
              <a:defRPr/>
            </a:pPr>
            <a:fld id="{45CB695F-DF4D-4D15-BD72-44C2D759A2CC}" type="slidenum">
              <a:rPr lang="en-US">
                <a:solidFill>
                  <a:prstClr val="black">
                    <a:tint val="75000"/>
                  </a:prstClr>
                </a:solidFill>
              </a:rPr>
              <a:pPr fontAlgn="base">
                <a:spcBef>
                  <a:spcPct val="0"/>
                </a:spcBef>
                <a:spcAft>
                  <a:spcPct val="0"/>
                </a:spcAft>
                <a:defRPr/>
              </a:pPr>
              <a:t>‹#›</a:t>
            </a:fld>
            <a:endParaRPr lang="en-US">
              <a:solidFill>
                <a:prstClr val="black">
                  <a:tint val="75000"/>
                </a:prstClr>
              </a:solidFill>
            </a:endParaRPr>
          </a:p>
        </p:txBody>
      </p:sp>
    </p:spTree>
    <p:extLst>
      <p:ext uri="{BB962C8B-B14F-4D97-AF65-F5344CB8AC3E}">
        <p14:creationId xmlns:p14="http://schemas.microsoft.com/office/powerpoint/2010/main" val="3512920627"/>
      </p:ext>
    </p:extLst>
  </p:cSld>
  <p:clrMap bg1="lt1" tx1="dk1" bg2="lt2" tx2="dk2" accent1="accent1" accent2="accent2" accent3="accent3" accent4="accent4" accent5="accent5" accent6="accent6" hlink="hlink" folHlink="folHlink"/>
  <p:sldLayoutIdLst>
    <p:sldLayoutId id="2147483819" r:id="rId1"/>
    <p:sldLayoutId id="2147483820" r:id="rId2"/>
    <p:sldLayoutId id="2147483821" r:id="rId3"/>
    <p:sldLayoutId id="2147483822" r:id="rId4"/>
    <p:sldLayoutId id="2147483823" r:id="rId5"/>
    <p:sldLayoutId id="2147483824" r:id="rId6"/>
    <p:sldLayoutId id="2147483825" r:id="rId7"/>
    <p:sldLayoutId id="2147483826" r:id="rId8"/>
    <p:sldLayoutId id="2147483827" r:id="rId9"/>
    <p:sldLayoutId id="2147483828" r:id="rId10"/>
    <p:sldLayoutId id="214748382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189" algn="ctr" rtl="0" fontAlgn="base">
        <a:spcBef>
          <a:spcPct val="0"/>
        </a:spcBef>
        <a:spcAft>
          <a:spcPct val="0"/>
        </a:spcAft>
        <a:defRPr sz="4400">
          <a:solidFill>
            <a:schemeClr val="tx1"/>
          </a:solidFill>
          <a:latin typeface="Calibri" pitchFamily="34" charset="0"/>
        </a:defRPr>
      </a:lvl6pPr>
      <a:lvl7pPr marL="914377" algn="ctr" rtl="0" fontAlgn="base">
        <a:spcBef>
          <a:spcPct val="0"/>
        </a:spcBef>
        <a:spcAft>
          <a:spcPct val="0"/>
        </a:spcAft>
        <a:defRPr sz="4400">
          <a:solidFill>
            <a:schemeClr val="tx1"/>
          </a:solidFill>
          <a:latin typeface="Calibri" pitchFamily="34" charset="0"/>
        </a:defRPr>
      </a:lvl7pPr>
      <a:lvl8pPr marL="1371566" algn="ctr" rtl="0" fontAlgn="base">
        <a:spcBef>
          <a:spcPct val="0"/>
        </a:spcBef>
        <a:spcAft>
          <a:spcPct val="0"/>
        </a:spcAft>
        <a:defRPr sz="4400">
          <a:solidFill>
            <a:schemeClr val="tx1"/>
          </a:solidFill>
          <a:latin typeface="Calibri" pitchFamily="34" charset="0"/>
        </a:defRPr>
      </a:lvl8pPr>
      <a:lvl9pPr marL="1828754" algn="ctr" rtl="0" fontAlgn="base">
        <a:spcBef>
          <a:spcPct val="0"/>
        </a:spcBef>
        <a:spcAft>
          <a:spcPct val="0"/>
        </a:spcAft>
        <a:defRPr sz="4400">
          <a:solidFill>
            <a:schemeClr val="tx1"/>
          </a:solidFill>
          <a:latin typeface="Calibri" pitchFamily="34" charset="0"/>
        </a:defRPr>
      </a:lvl9pPr>
    </p:titleStyle>
    <p:bodyStyle>
      <a:lvl1pPr marL="342891" indent="-342891"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32" indent="-285744"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2971" indent="-228594"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160" indent="-228594"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349" indent="-228594"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57.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56.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5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7.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2.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5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4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4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6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6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69.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62.xml"/></Relationships>
</file>

<file path=ppt/slides/_rels/slide7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8.xml"/></Relationships>
</file>

<file path=ppt/slides/_rels/slide7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4.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85.xml"/><Relationship Id="rId1" Type="http://schemas.openxmlformats.org/officeDocument/2006/relationships/themeOverride" Target="../theme/themeOverride1.xml"/><Relationship Id="rId4" Type="http://schemas.openxmlformats.org/officeDocument/2006/relationships/image" Target="../media/image16.jpeg"/></Relationships>
</file>

<file path=ppt/slides/_rels/slide107.xml.rels><?xml version="1.0" encoding="UTF-8" standalone="yes"?>
<Relationships xmlns="http://schemas.openxmlformats.org/package/2006/relationships"><Relationship Id="rId3" Type="http://schemas.openxmlformats.org/officeDocument/2006/relationships/slideLayout" Target="../slideLayouts/slideLayout80.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7.png"/><Relationship Id="rId4" Type="http://schemas.openxmlformats.org/officeDocument/2006/relationships/image" Target="../media/image2.jpeg"/></Relationships>
</file>

<file path=ppt/slides/_rels/slide10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62.xml"/><Relationship Id="rId1" Type="http://schemas.openxmlformats.org/officeDocument/2006/relationships/themeOverride" Target="../theme/themeOverride2.xml"/></Relationships>
</file>

<file path=ppt/slides/_rels/slide10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62.xml"/><Relationship Id="rId1" Type="http://schemas.openxmlformats.org/officeDocument/2006/relationships/themeOverride" Target="../theme/themeOverride3.xml"/></Relationships>
</file>

<file path=ppt/slides/_rels/slide11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57.xml"/></Relationships>
</file>

<file path=ppt/slides/_rels/slide11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57.xml"/></Relationships>
</file>

<file path=ppt/slides/_rels/slide11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57.xml"/></Relationships>
</file>

<file path=ppt/slides/_rels/slide1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5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2057517" y="5418096"/>
            <a:ext cx="7994419" cy="461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914309" fontAlgn="base">
              <a:spcBef>
                <a:spcPct val="0"/>
              </a:spcBef>
              <a:spcAft>
                <a:spcPct val="0"/>
              </a:spcAft>
            </a:pPr>
            <a:endParaRPr lang="en-IN" sz="2399" i="1" dirty="0">
              <a:solidFill>
                <a:srgbClr val="000000"/>
              </a:solidFill>
              <a:latin typeface="Palatino Linotype" pitchFamily="18" charset="0"/>
            </a:endParaRPr>
          </a:p>
        </p:txBody>
      </p:sp>
      <p:pic>
        <p:nvPicPr>
          <p:cNvPr id="7" name="Picture 6" descr="om-wallpaper-high-resolution.jpg"/>
          <p:cNvPicPr>
            <a:picLocks noChangeAspect="1"/>
          </p:cNvPicPr>
          <p:nvPr/>
        </p:nvPicPr>
        <p:blipFill>
          <a:blip r:embed="rId4"/>
          <a:stretch>
            <a:fillRect/>
          </a:stretch>
        </p:blipFill>
        <p:spPr>
          <a:xfrm>
            <a:off x="177" y="99"/>
            <a:ext cx="12191647" cy="6857802"/>
          </a:xfrm>
          <a:prstGeom prst="rect">
            <a:avLst/>
          </a:prstGeom>
        </p:spPr>
      </p:pic>
    </p:spTree>
    <p:extLst>
      <p:ext uri="{BB962C8B-B14F-4D97-AF65-F5344CB8AC3E}">
        <p14:creationId xmlns:p14="http://schemas.microsoft.com/office/powerpoint/2010/main" val="214788302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96509" y="-315295"/>
            <a:ext cx="7056580" cy="584752"/>
          </a:xfrm>
          <a:prstGeom prst="rect">
            <a:avLst/>
          </a:prstGeom>
        </p:spPr>
        <p:txBody>
          <a:bodyPr wrap="square">
            <a:spAutoFit/>
          </a:bodyPr>
          <a:lstStyle/>
          <a:p>
            <a:pPr algn="ctr" defTabSz="914309">
              <a:defRPr/>
            </a:pPr>
            <a:endParaRPr lang="en-US" sz="3200" dirty="0">
              <a:solidFill>
                <a:prstClr val="black"/>
              </a:solidFill>
              <a:latin typeface="URW Palladio IT" pitchFamily="2" charset="0"/>
              <a:cs typeface="Sanskrit 2003" pitchFamily="2" charset="-78"/>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 y="-22929"/>
            <a:ext cx="12191647" cy="6880830"/>
          </a:xfrm>
          <a:prstGeom prst="rect">
            <a:avLst/>
          </a:prstGeom>
        </p:spPr>
      </p:pic>
      <p:sp>
        <p:nvSpPr>
          <p:cNvPr id="9" name="Rectangle 8"/>
          <p:cNvSpPr/>
          <p:nvPr/>
        </p:nvSpPr>
        <p:spPr>
          <a:xfrm>
            <a:off x="304968" y="108983"/>
            <a:ext cx="8251809" cy="6616755"/>
          </a:xfrm>
          <a:prstGeom prst="rect">
            <a:avLst/>
          </a:prstGeom>
        </p:spPr>
        <p:txBody>
          <a:bodyPr wrap="square">
            <a:spAutoFit/>
          </a:bodyPr>
          <a:lstStyle/>
          <a:p>
            <a:pPr algn="ctr" defTabSz="914309">
              <a:defRPr/>
            </a:pPr>
            <a:r>
              <a:rPr lang="en-US" sz="4000" dirty="0">
                <a:solidFill>
                  <a:prstClr val="white">
                    <a:lumMod val="95000"/>
                  </a:prstClr>
                </a:solidFill>
                <a:latin typeface="Sanskrit 99" pitchFamily="2" charset="0"/>
              </a:rPr>
              <a:t>              </a:t>
            </a:r>
            <a:r>
              <a:rPr lang="en-US" sz="4000" b="1" u="sng" dirty="0" err="1">
                <a:solidFill>
                  <a:prstClr val="white">
                    <a:lumMod val="95000"/>
                  </a:prstClr>
                </a:solidFill>
                <a:latin typeface="Sanskrit 99" pitchFamily="2" charset="0"/>
              </a:rPr>
              <a:t>yaeg</a:t>
            </a:r>
            <a:r>
              <a:rPr lang="en-US" sz="4000" b="1" u="sng" dirty="0">
                <a:solidFill>
                  <a:prstClr val="white">
                    <a:lumMod val="95000"/>
                  </a:prstClr>
                </a:solidFill>
                <a:latin typeface="Sanskrit 99" pitchFamily="2" charset="0"/>
              </a:rPr>
              <a:t> g[pit </a:t>
            </a:r>
            <a:r>
              <a:rPr lang="en-US" sz="4000" b="1" u="sng" dirty="0" err="1">
                <a:solidFill>
                  <a:prstClr val="white">
                    <a:lumMod val="95000"/>
                  </a:prstClr>
                </a:solidFill>
                <a:latin typeface="Sanskrit 99" pitchFamily="2" charset="0"/>
              </a:rPr>
              <a:t>mUlmÙ</a:t>
            </a:r>
            <a:endParaRPr lang="en-US" sz="4000" dirty="0">
              <a:solidFill>
                <a:prstClr val="white">
                  <a:lumMod val="95000"/>
                </a:prstClr>
              </a:solidFill>
              <a:latin typeface="Sanskrit 99" pitchFamily="2" charset="0"/>
            </a:endParaRPr>
          </a:p>
          <a:p>
            <a:pPr algn="ctr" defTabSz="914309">
              <a:defRPr/>
            </a:pPr>
            <a:endParaRPr lang="en-US" sz="4800" dirty="0">
              <a:solidFill>
                <a:prstClr val="white">
                  <a:lumMod val="95000"/>
                </a:prstClr>
              </a:solidFill>
              <a:latin typeface="Sanskrit 99" pitchFamily="2" charset="0"/>
            </a:endParaRPr>
          </a:p>
          <a:p>
            <a:pPr algn="ctr" defTabSz="914309">
              <a:defRPr/>
            </a:pPr>
            <a:r>
              <a:rPr lang="en-US" sz="4800" dirty="0">
                <a:solidFill>
                  <a:prstClr val="white">
                    <a:lumMod val="95000"/>
                  </a:prstClr>
                </a:solidFill>
                <a:latin typeface="Sanskrit 99" pitchFamily="2" charset="0"/>
              </a:rPr>
              <a:t>` h&lt; s&lt; g&lt; </a:t>
            </a:r>
            <a:r>
              <a:rPr lang="en-US" sz="4800" dirty="0" err="1">
                <a:solidFill>
                  <a:prstClr val="white">
                    <a:lumMod val="95000"/>
                  </a:prstClr>
                </a:solidFill>
                <a:latin typeface="Sanskrit 99" pitchFamily="2" charset="0"/>
              </a:rPr>
              <a:t>Égvte</a:t>
            </a:r>
            <a:r>
              <a:rPr lang="en-US" sz="4800" dirty="0">
                <a:solidFill>
                  <a:prstClr val="white">
                    <a:lumMod val="95000"/>
                  </a:prstClr>
                </a:solidFill>
                <a:latin typeface="Sanskrit 99" pitchFamily="2" charset="0"/>
              </a:rPr>
              <a:t> </a:t>
            </a:r>
          </a:p>
          <a:p>
            <a:pPr algn="ctr" defTabSz="914309">
              <a:defRPr/>
            </a:pPr>
            <a:r>
              <a:rPr lang="en-US" sz="4800" dirty="0">
                <a:solidFill>
                  <a:prstClr val="white">
                    <a:lumMod val="95000"/>
                  </a:prstClr>
                </a:solidFill>
                <a:latin typeface="Sanskrit 99" pitchFamily="2" charset="0"/>
              </a:rPr>
              <a:t>	</a:t>
            </a:r>
            <a:r>
              <a:rPr lang="en-US" sz="4800" dirty="0" err="1">
                <a:solidFill>
                  <a:prstClr val="white">
                    <a:lumMod val="95000"/>
                  </a:prstClr>
                </a:solidFill>
                <a:latin typeface="Sanskrit 99" pitchFamily="2" charset="0"/>
              </a:rPr>
              <a:t>inTy</a:t>
            </a:r>
            <a:r>
              <a:rPr lang="en-US" sz="4800" dirty="0">
                <a:solidFill>
                  <a:prstClr val="white">
                    <a:lumMod val="95000"/>
                  </a:prstClr>
                </a:solidFill>
                <a:latin typeface="Sanskrit 99" pitchFamily="2" charset="0"/>
              </a:rPr>
              <a:t> </a:t>
            </a:r>
            <a:r>
              <a:rPr lang="en-US" sz="4800" dirty="0" err="1">
                <a:solidFill>
                  <a:prstClr val="white">
                    <a:lumMod val="95000"/>
                  </a:prstClr>
                </a:solidFill>
                <a:latin typeface="Sanskrit 99" pitchFamily="2" charset="0"/>
              </a:rPr>
              <a:t>yaeg</a:t>
            </a:r>
            <a:r>
              <a:rPr lang="en-US" sz="4800" dirty="0">
                <a:solidFill>
                  <a:prstClr val="white">
                    <a:lumMod val="95000"/>
                  </a:prstClr>
                </a:solidFill>
                <a:latin typeface="Sanskrit 99" pitchFamily="2" charset="0"/>
              </a:rPr>
              <a:t> </a:t>
            </a:r>
            <a:r>
              <a:rPr lang="en-US" sz="4800" dirty="0" err="1">
                <a:solidFill>
                  <a:prstClr val="white">
                    <a:lumMod val="95000"/>
                  </a:prstClr>
                </a:solidFill>
                <a:latin typeface="Sanskrit 99" pitchFamily="2" charset="0"/>
              </a:rPr>
              <a:t>yu´ay</a:t>
            </a:r>
            <a:r>
              <a:rPr lang="en-US" sz="4800" dirty="0">
                <a:solidFill>
                  <a:prstClr val="white">
                    <a:lumMod val="95000"/>
                  </a:prstClr>
                </a:solidFill>
                <a:latin typeface="Sanskrit 99" pitchFamily="2" charset="0"/>
              </a:rPr>
              <a:t> </a:t>
            </a:r>
          </a:p>
          <a:p>
            <a:pPr algn="ctr" defTabSz="914309">
              <a:defRPr/>
            </a:pPr>
            <a:r>
              <a:rPr lang="en-US" sz="4800" dirty="0">
                <a:solidFill>
                  <a:prstClr val="white">
                    <a:lumMod val="95000"/>
                  </a:prstClr>
                </a:solidFill>
                <a:latin typeface="Sanskrit 99" pitchFamily="2" charset="0"/>
              </a:rPr>
              <a:t>	si½danNd </a:t>
            </a:r>
            <a:r>
              <a:rPr lang="en-US" sz="4800" dirty="0" err="1">
                <a:solidFill>
                  <a:prstClr val="white">
                    <a:lumMod val="95000"/>
                  </a:prstClr>
                </a:solidFill>
                <a:latin typeface="Sanskrit 99" pitchFamily="2" charset="0"/>
              </a:rPr>
              <a:t>êip</a:t>
            </a:r>
            <a:r>
              <a:rPr lang="en-US" sz="4800" dirty="0">
                <a:solidFill>
                  <a:prstClr val="white">
                    <a:lumMod val="95000"/>
                  </a:prstClr>
                </a:solidFill>
                <a:latin typeface="Sanskrit 99" pitchFamily="2" charset="0"/>
              </a:rPr>
              <a:t>[e </a:t>
            </a:r>
          </a:p>
          <a:p>
            <a:pPr algn="ctr" defTabSz="914309">
              <a:defRPr/>
            </a:pPr>
            <a:r>
              <a:rPr lang="en-US" sz="4800" dirty="0">
                <a:solidFill>
                  <a:prstClr val="white">
                    <a:lumMod val="95000"/>
                  </a:prstClr>
                </a:solidFill>
                <a:latin typeface="Sanskrit 99" pitchFamily="2" charset="0"/>
              </a:rPr>
              <a:t>	</a:t>
            </a:r>
            <a:r>
              <a:rPr lang="en-US" sz="4800" dirty="0" err="1">
                <a:solidFill>
                  <a:prstClr val="white">
                    <a:lumMod val="95000"/>
                  </a:prstClr>
                </a:solidFill>
                <a:latin typeface="Sanskrit 99" pitchFamily="2" charset="0"/>
              </a:rPr>
              <a:t>ivnaykay</a:t>
            </a:r>
            <a:r>
              <a:rPr lang="en-US" sz="4800" dirty="0">
                <a:solidFill>
                  <a:prstClr val="white">
                    <a:lumMod val="95000"/>
                  </a:prstClr>
                </a:solidFill>
                <a:latin typeface="Sanskrit 99" pitchFamily="2" charset="0"/>
              </a:rPr>
              <a:t> nm&gt;.</a:t>
            </a:r>
          </a:p>
          <a:p>
            <a:pPr algn="ctr" defTabSz="914309">
              <a:defRPr/>
            </a:pPr>
            <a:r>
              <a:rPr lang="en-IN" sz="3600" dirty="0">
                <a:solidFill>
                  <a:prstClr val="white">
                    <a:lumMod val="95000"/>
                  </a:prstClr>
                </a:solidFill>
                <a:latin typeface="URW Palladio IT" pitchFamily="2" charset="0"/>
                <a:cs typeface="Sanskrit 2003" pitchFamily="2" charset="-78"/>
              </a:rPr>
              <a:t>	Om </a:t>
            </a:r>
            <a:r>
              <a:rPr lang="en-IN" sz="3600" dirty="0" err="1">
                <a:solidFill>
                  <a:prstClr val="white">
                    <a:lumMod val="95000"/>
                  </a:prstClr>
                </a:solidFill>
                <a:latin typeface="URW Palladio IT" pitchFamily="2" charset="0"/>
                <a:cs typeface="Sanskrit 2003" pitchFamily="2" charset="-78"/>
              </a:rPr>
              <a:t>Haà</a:t>
            </a:r>
            <a:r>
              <a:rPr lang="en-IN" sz="3600" dirty="0">
                <a:solidFill>
                  <a:prstClr val="white">
                    <a:lumMod val="95000"/>
                  </a:prstClr>
                </a:solidFill>
                <a:latin typeface="URW Palladio IT" pitchFamily="2" charset="0"/>
                <a:cs typeface="Sanskrit 2003" pitchFamily="2" charset="-78"/>
              </a:rPr>
              <a:t> </a:t>
            </a:r>
            <a:r>
              <a:rPr lang="en-IN" sz="3600" dirty="0" err="1">
                <a:solidFill>
                  <a:prstClr val="white">
                    <a:lumMod val="95000"/>
                  </a:prstClr>
                </a:solidFill>
                <a:latin typeface="URW Palladio IT" pitchFamily="2" charset="0"/>
                <a:cs typeface="Sanskrit 2003" pitchFamily="2" charset="-78"/>
              </a:rPr>
              <a:t>Saà</a:t>
            </a:r>
            <a:r>
              <a:rPr lang="en-IN" sz="3600" dirty="0">
                <a:solidFill>
                  <a:prstClr val="white">
                    <a:lumMod val="95000"/>
                  </a:prstClr>
                </a:solidFill>
                <a:latin typeface="URW Palladio IT" pitchFamily="2" charset="0"/>
                <a:cs typeface="Sanskrit 2003" pitchFamily="2" charset="-78"/>
              </a:rPr>
              <a:t> </a:t>
            </a:r>
            <a:r>
              <a:rPr lang="en-IN" sz="3600" dirty="0" err="1">
                <a:solidFill>
                  <a:prstClr val="white">
                    <a:lumMod val="95000"/>
                  </a:prstClr>
                </a:solidFill>
                <a:latin typeface="URW Palladio IT" pitchFamily="2" charset="0"/>
                <a:cs typeface="Sanskrit 2003" pitchFamily="2" charset="-78"/>
              </a:rPr>
              <a:t>Gaà</a:t>
            </a:r>
            <a:r>
              <a:rPr lang="en-IN" sz="3600" dirty="0">
                <a:solidFill>
                  <a:prstClr val="white">
                    <a:lumMod val="95000"/>
                  </a:prstClr>
                </a:solidFill>
                <a:latin typeface="URW Palladio IT" pitchFamily="2" charset="0"/>
                <a:cs typeface="Sanskrit 2003" pitchFamily="2" charset="-78"/>
              </a:rPr>
              <a:t> </a:t>
            </a:r>
            <a:r>
              <a:rPr lang="en-IN" sz="3600" dirty="0" err="1">
                <a:solidFill>
                  <a:prstClr val="white">
                    <a:lumMod val="95000"/>
                  </a:prstClr>
                </a:solidFill>
                <a:latin typeface="URW Palladio IT" pitchFamily="2" charset="0"/>
                <a:cs typeface="Sanskrit 2003" pitchFamily="2" charset="-78"/>
              </a:rPr>
              <a:t>Bhagavate</a:t>
            </a:r>
            <a:endParaRPr lang="en-IN" sz="3600" dirty="0">
              <a:solidFill>
                <a:prstClr val="white">
                  <a:lumMod val="95000"/>
                </a:prstClr>
              </a:solidFill>
              <a:latin typeface="URW Palladio IT" pitchFamily="2" charset="0"/>
              <a:cs typeface="Sanskrit 2003" pitchFamily="2" charset="-78"/>
            </a:endParaRPr>
          </a:p>
          <a:p>
            <a:pPr algn="ctr" defTabSz="914309">
              <a:defRPr/>
            </a:pPr>
            <a:r>
              <a:rPr lang="en-IN" sz="3600" dirty="0">
                <a:solidFill>
                  <a:prstClr val="white">
                    <a:lumMod val="95000"/>
                  </a:prstClr>
                </a:solidFill>
                <a:latin typeface="URW Palladio IT" pitchFamily="2" charset="0"/>
                <a:cs typeface="Sanskrit 2003" pitchFamily="2" charset="-78"/>
              </a:rPr>
              <a:t>	</a:t>
            </a:r>
            <a:r>
              <a:rPr lang="en-IN" sz="3600" dirty="0" err="1">
                <a:solidFill>
                  <a:prstClr val="white">
                    <a:lumMod val="95000"/>
                  </a:prstClr>
                </a:solidFill>
                <a:latin typeface="URW Palladio IT" pitchFamily="2" charset="0"/>
                <a:cs typeface="Sanskrit 2003" pitchFamily="2" charset="-78"/>
              </a:rPr>
              <a:t>Nitya</a:t>
            </a:r>
            <a:r>
              <a:rPr lang="en-IN" sz="3600" dirty="0">
                <a:solidFill>
                  <a:prstClr val="white">
                    <a:lumMod val="95000"/>
                  </a:prstClr>
                </a:solidFill>
                <a:latin typeface="URW Palladio IT" pitchFamily="2" charset="0"/>
                <a:cs typeface="Sanskrit 2003" pitchFamily="2" charset="-78"/>
              </a:rPr>
              <a:t> Yoga </a:t>
            </a:r>
            <a:r>
              <a:rPr lang="en-IN" sz="3600" dirty="0" err="1">
                <a:solidFill>
                  <a:prstClr val="white">
                    <a:lumMod val="95000"/>
                  </a:prstClr>
                </a:solidFill>
                <a:latin typeface="URW Palladio IT" pitchFamily="2" charset="0"/>
                <a:cs typeface="Sanskrit 2003" pitchFamily="2" charset="-78"/>
              </a:rPr>
              <a:t>Yuktäya</a:t>
            </a:r>
            <a:endParaRPr lang="en-IN" sz="3600" dirty="0">
              <a:solidFill>
                <a:prstClr val="white">
                  <a:lumMod val="95000"/>
                </a:prstClr>
              </a:solidFill>
              <a:latin typeface="URW Palladio IT" pitchFamily="2" charset="0"/>
              <a:cs typeface="Sanskrit 2003" pitchFamily="2" charset="-78"/>
            </a:endParaRPr>
          </a:p>
          <a:p>
            <a:pPr algn="ctr" defTabSz="914309">
              <a:defRPr/>
            </a:pPr>
            <a:r>
              <a:rPr lang="en-IN" sz="3600" dirty="0">
                <a:solidFill>
                  <a:prstClr val="white">
                    <a:lumMod val="95000"/>
                  </a:prstClr>
                </a:solidFill>
                <a:latin typeface="URW Palladio IT" pitchFamily="2" charset="0"/>
                <a:cs typeface="Sanskrit 2003" pitchFamily="2" charset="-78"/>
              </a:rPr>
              <a:t>	</a:t>
            </a:r>
            <a:r>
              <a:rPr lang="en-IN" sz="3600" dirty="0" err="1">
                <a:solidFill>
                  <a:prstClr val="white">
                    <a:lumMod val="95000"/>
                  </a:prstClr>
                </a:solidFill>
                <a:latin typeface="URW Palladio IT" pitchFamily="2" charset="0"/>
                <a:cs typeface="Sanskrit 2003" pitchFamily="2" charset="-78"/>
              </a:rPr>
              <a:t>Saccidänanda</a:t>
            </a:r>
            <a:r>
              <a:rPr lang="en-IN" sz="3600" dirty="0">
                <a:solidFill>
                  <a:prstClr val="white">
                    <a:lumMod val="95000"/>
                  </a:prstClr>
                </a:solidFill>
                <a:latin typeface="URW Palladio IT" pitchFamily="2" charset="0"/>
                <a:cs typeface="Sanskrit 2003" pitchFamily="2" charset="-78"/>
              </a:rPr>
              <a:t> </a:t>
            </a:r>
            <a:r>
              <a:rPr lang="en-IN" sz="3600" dirty="0" err="1">
                <a:solidFill>
                  <a:prstClr val="white">
                    <a:lumMod val="95000"/>
                  </a:prstClr>
                </a:solidFill>
                <a:latin typeface="URW Palladio IT" pitchFamily="2" charset="0"/>
                <a:cs typeface="Sanskrit 2003" pitchFamily="2" charset="-78"/>
              </a:rPr>
              <a:t>Rüpiëe</a:t>
            </a:r>
            <a:endParaRPr lang="en-IN" sz="3600" dirty="0">
              <a:solidFill>
                <a:prstClr val="white">
                  <a:lumMod val="95000"/>
                </a:prstClr>
              </a:solidFill>
              <a:latin typeface="URW Palladio IT" pitchFamily="2" charset="0"/>
              <a:cs typeface="Sanskrit 2003" pitchFamily="2" charset="-78"/>
            </a:endParaRPr>
          </a:p>
          <a:p>
            <a:pPr algn="ctr" defTabSz="914309">
              <a:defRPr/>
            </a:pPr>
            <a:r>
              <a:rPr lang="en-IN" sz="3600" dirty="0">
                <a:solidFill>
                  <a:prstClr val="white">
                    <a:lumMod val="95000"/>
                  </a:prstClr>
                </a:solidFill>
                <a:latin typeface="URW Palladio IT" pitchFamily="2" charset="0"/>
                <a:cs typeface="Sanskrit 2003" pitchFamily="2" charset="-78"/>
              </a:rPr>
              <a:t>	</a:t>
            </a:r>
            <a:r>
              <a:rPr lang="en-IN" sz="3600" dirty="0" err="1">
                <a:solidFill>
                  <a:prstClr val="white">
                    <a:lumMod val="95000"/>
                  </a:prstClr>
                </a:solidFill>
                <a:latin typeface="URW Palladio IT" pitchFamily="2" charset="0"/>
                <a:cs typeface="Sanskrit 2003" pitchFamily="2" charset="-78"/>
              </a:rPr>
              <a:t>Vinäyakäya</a:t>
            </a:r>
            <a:r>
              <a:rPr lang="en-IN" sz="3600" dirty="0">
                <a:solidFill>
                  <a:prstClr val="white">
                    <a:lumMod val="95000"/>
                  </a:prstClr>
                </a:solidFill>
                <a:latin typeface="URW Palladio IT" pitchFamily="2" charset="0"/>
                <a:cs typeface="Sanskrit 2003" pitchFamily="2" charset="-78"/>
              </a:rPr>
              <a:t> </a:t>
            </a:r>
            <a:r>
              <a:rPr lang="en-IN" sz="3600" dirty="0" err="1">
                <a:solidFill>
                  <a:prstClr val="white">
                    <a:lumMod val="95000"/>
                  </a:prstClr>
                </a:solidFill>
                <a:latin typeface="URW Palladio IT" pitchFamily="2" charset="0"/>
                <a:cs typeface="Sanskrit 2003" pitchFamily="2" charset="-78"/>
              </a:rPr>
              <a:t>Namaù</a:t>
            </a:r>
            <a:r>
              <a:rPr lang="en-IN" sz="3600" dirty="0">
                <a:solidFill>
                  <a:prstClr val="white">
                    <a:lumMod val="95000"/>
                  </a:prstClr>
                </a:solidFill>
                <a:latin typeface="URW Palladio IT" pitchFamily="2" charset="0"/>
                <a:cs typeface="Sanskrit 2003" pitchFamily="2" charset="-78"/>
              </a:rPr>
              <a:t>||</a:t>
            </a:r>
            <a:endParaRPr lang="en-US" sz="3600" dirty="0">
              <a:solidFill>
                <a:prstClr val="white">
                  <a:lumMod val="95000"/>
                </a:prstClr>
              </a:solidFill>
              <a:latin typeface="URW Palladio IT" pitchFamily="2" charset="0"/>
              <a:cs typeface="Sanskrit 2003" pitchFamily="2" charset="-78"/>
            </a:endParaRPr>
          </a:p>
        </p:txBody>
      </p:sp>
    </p:spTree>
    <p:extLst>
      <p:ext uri="{BB962C8B-B14F-4D97-AF65-F5344CB8AC3E}">
        <p14:creationId xmlns:p14="http://schemas.microsoft.com/office/powerpoint/2010/main" val="145738186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Subtitle 2"/>
          <p:cNvSpPr>
            <a:spLocks noGrp="1"/>
          </p:cNvSpPr>
          <p:nvPr>
            <p:ph type="subTitle" idx="1"/>
          </p:nvPr>
        </p:nvSpPr>
        <p:spPr/>
        <p:txBody>
          <a:bodyPr/>
          <a:lstStyle/>
          <a:p>
            <a:endParaRPr lang="en-IN"/>
          </a:p>
        </p:txBody>
      </p:sp>
      <p:pic>
        <p:nvPicPr>
          <p:cNvPr id="1026" name="Picture 2" descr="C:\Users\Prashanti\Desktop\MM\Dakshinamurthy - MM.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 y="99"/>
            <a:ext cx="12191647" cy="68578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153385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4" name="Picture 1" descr="C:\Users\YS\Desktop\images.jpg"/>
          <p:cNvPicPr>
            <a:picLocks noChangeAspect="1" noChangeArrowheads="1"/>
          </p:cNvPicPr>
          <p:nvPr/>
        </p:nvPicPr>
        <p:blipFill>
          <a:blip r:embed="rId2"/>
          <a:srcRect/>
          <a:stretch>
            <a:fillRect/>
          </a:stretch>
        </p:blipFill>
        <p:spPr bwMode="auto">
          <a:xfrm>
            <a:off x="177" y="99"/>
            <a:ext cx="12191647" cy="6857802"/>
          </a:xfrm>
          <a:prstGeom prst="rect">
            <a:avLst/>
          </a:prstGeom>
          <a:noFill/>
          <a:ln w="9525">
            <a:noFill/>
            <a:miter lim="800000"/>
            <a:headEnd/>
            <a:tailEnd/>
          </a:ln>
        </p:spPr>
      </p:pic>
      <p:pic>
        <p:nvPicPr>
          <p:cNvPr id="74755" name="Picture 2" descr="C:\Users\YS\Desktop\download.jpg"/>
          <p:cNvPicPr>
            <a:picLocks noChangeAspect="1" noChangeArrowheads="1"/>
          </p:cNvPicPr>
          <p:nvPr/>
        </p:nvPicPr>
        <p:blipFill>
          <a:blip r:embed="rId3"/>
          <a:srcRect/>
          <a:stretch>
            <a:fillRect/>
          </a:stretch>
        </p:blipFill>
        <p:spPr bwMode="auto">
          <a:xfrm>
            <a:off x="176" y="99"/>
            <a:ext cx="3238407" cy="4190879"/>
          </a:xfrm>
          <a:prstGeom prst="rect">
            <a:avLst/>
          </a:prstGeom>
          <a:noFill/>
          <a:ln w="9525">
            <a:noFill/>
            <a:miter lim="800000"/>
            <a:headEnd/>
            <a:tailEnd/>
          </a:ln>
        </p:spPr>
      </p:pic>
      <p:sp>
        <p:nvSpPr>
          <p:cNvPr id="74756" name="Rectangle 5"/>
          <p:cNvSpPr>
            <a:spLocks noChangeArrowheads="1"/>
          </p:cNvSpPr>
          <p:nvPr/>
        </p:nvSpPr>
        <p:spPr bwMode="auto">
          <a:xfrm>
            <a:off x="4572045" y="1586649"/>
            <a:ext cx="6019625" cy="2215799"/>
          </a:xfrm>
          <a:prstGeom prst="rect">
            <a:avLst/>
          </a:prstGeom>
          <a:noFill/>
          <a:ln w="9525">
            <a:noFill/>
            <a:miter lim="800000"/>
            <a:headEnd/>
            <a:tailEnd/>
          </a:ln>
        </p:spPr>
        <p:txBody>
          <a:bodyPr>
            <a:spAutoFit/>
          </a:bodyPr>
          <a:lstStyle/>
          <a:p>
            <a:pPr marL="0" marR="0" lvl="0" indent="0" algn="ctr" defTabSz="914309"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err="1">
                <a:ln>
                  <a:noFill/>
                </a:ln>
                <a:solidFill>
                  <a:srgbClr val="F2F2F2"/>
                </a:solidFill>
                <a:effectLst/>
                <a:uLnTx/>
                <a:uFillTx/>
                <a:latin typeface="Sanskrit 99" pitchFamily="2" charset="0"/>
                <a:ea typeface="+mn-ea"/>
                <a:cs typeface="+mn-cs"/>
              </a:rPr>
              <a:t>àat</a:t>
            </a:r>
            <a:r>
              <a:rPr kumimoji="0" lang="en-US" sz="4400" b="0" i="0" u="none" strike="noStrike" kern="1200" cap="none" spc="0" normalizeH="0" baseline="0" noProof="0" dirty="0">
                <a:ln>
                  <a:noFill/>
                </a:ln>
                <a:solidFill>
                  <a:srgbClr val="F2F2F2"/>
                </a:solidFill>
                <a:effectLst/>
                <a:uLnTx/>
                <a:uFillTx/>
                <a:latin typeface="Sanskrit 99" pitchFamily="2" charset="0"/>
                <a:ea typeface="+mn-ea"/>
                <a:cs typeface="+mn-cs"/>
              </a:rPr>
              <a:t>&gt;</a:t>
            </a:r>
            <a:r>
              <a:rPr kumimoji="0" lang="en-US" sz="4400" b="0" i="0" u="none" strike="noStrike" kern="1200" cap="none" spc="0" normalizeH="0" baseline="0" noProof="0" dirty="0" err="1">
                <a:ln>
                  <a:noFill/>
                </a:ln>
                <a:solidFill>
                  <a:srgbClr val="F2F2F2"/>
                </a:solidFill>
                <a:effectLst/>
                <a:uLnTx/>
                <a:uFillTx/>
                <a:latin typeface="Sanskrit 99" pitchFamily="2" charset="0"/>
                <a:ea typeface="+mn-ea"/>
                <a:cs typeface="+mn-cs"/>
              </a:rPr>
              <a:t>Smr</a:t>
            </a:r>
            <a:r>
              <a:rPr kumimoji="0" lang="en-US" sz="4400" b="0" i="0" u="none" strike="noStrike" kern="1200" cap="none" spc="0" normalizeH="0" baseline="0" noProof="0" dirty="0">
                <a:ln>
                  <a:noFill/>
                </a:ln>
                <a:solidFill>
                  <a:srgbClr val="F2F2F2"/>
                </a:solidFill>
                <a:effectLst/>
                <a:uLnTx/>
                <a:uFillTx/>
                <a:latin typeface="Sanskrit 99" pitchFamily="2" charset="0"/>
                <a:ea typeface="+mn-ea"/>
                <a:cs typeface="+mn-cs"/>
              </a:rPr>
              <a:t>[</a:t>
            </a:r>
            <a:r>
              <a:rPr kumimoji="0" lang="en-US" sz="4400" b="0" i="0" u="none" strike="noStrike" kern="1200" cap="none" spc="0" normalizeH="0" baseline="0" noProof="0" dirty="0" err="1">
                <a:ln>
                  <a:noFill/>
                </a:ln>
                <a:solidFill>
                  <a:srgbClr val="F2F2F2"/>
                </a:solidFill>
                <a:effectLst/>
                <a:uLnTx/>
                <a:uFillTx/>
                <a:latin typeface="Sanskrit 99" pitchFamily="2" charset="0"/>
                <a:ea typeface="+mn-ea"/>
                <a:cs typeface="+mn-cs"/>
              </a:rPr>
              <a:t>StaeÇm</a:t>
            </a:r>
            <a:r>
              <a:rPr kumimoji="0" lang="en-US" sz="4400" b="0" i="0" u="none" strike="noStrike" kern="1200" cap="none" spc="0" normalizeH="0" baseline="0" noProof="0" dirty="0">
                <a:ln>
                  <a:noFill/>
                </a:ln>
                <a:solidFill>
                  <a:srgbClr val="F2F2F2"/>
                </a:solidFill>
                <a:effectLst/>
                <a:uLnTx/>
                <a:uFillTx/>
                <a:latin typeface="Sanskrit 99" pitchFamily="2" charset="0"/>
                <a:ea typeface="+mn-ea"/>
                <a:cs typeface="+mn-cs"/>
              </a:rPr>
              <a:t>!</a:t>
            </a:r>
          </a:p>
          <a:p>
            <a:pPr marL="0" marR="0" lvl="0" indent="0" algn="ctr" defTabSz="914309" rtl="0" eaLnBrk="1" fontAlgn="auto" latinLnBrk="0" hangingPunct="1">
              <a:lnSpc>
                <a:spcPct val="100000"/>
              </a:lnSpc>
              <a:spcBef>
                <a:spcPts val="0"/>
              </a:spcBef>
              <a:spcAft>
                <a:spcPts val="1200"/>
              </a:spcAft>
              <a:buClrTx/>
              <a:buSzTx/>
              <a:buFontTx/>
              <a:buNone/>
              <a:tabLst/>
              <a:defRPr/>
            </a:pPr>
            <a:r>
              <a:rPr kumimoji="0" lang="en-US" sz="4400" b="0" i="0" u="none" strike="noStrike" kern="1200" cap="none" spc="0" normalizeH="0" baseline="0" noProof="0" dirty="0" err="1">
                <a:ln>
                  <a:noFill/>
                </a:ln>
                <a:solidFill>
                  <a:srgbClr val="F2F2F2"/>
                </a:solidFill>
                <a:effectLst/>
                <a:uLnTx/>
                <a:uFillTx/>
                <a:latin typeface="URW Palladio IT" pitchFamily="2" charset="0"/>
                <a:ea typeface="+mn-ea"/>
                <a:cs typeface="+mn-cs"/>
              </a:rPr>
              <a:t>Prätaùsmaraëastotram</a:t>
            </a:r>
            <a:r>
              <a:rPr kumimoji="0" lang="en-US" sz="1799" b="0" i="0" u="none" strike="noStrike" kern="1200" cap="none" spc="0" normalizeH="0" baseline="0" noProof="0" dirty="0">
                <a:ln>
                  <a:noFill/>
                </a:ln>
                <a:solidFill>
                  <a:srgbClr val="F2F2F2"/>
                </a:solidFill>
                <a:effectLst/>
                <a:uLnTx/>
                <a:uFillTx/>
                <a:latin typeface="Sanskrit 99" pitchFamily="2" charset="0"/>
                <a:ea typeface="+mn-ea"/>
                <a:cs typeface="+mn-cs"/>
              </a:rPr>
              <a:t>  </a:t>
            </a:r>
          </a:p>
          <a:p>
            <a:pPr marL="0" marR="0" lvl="0" indent="0" algn="ctr" defTabSz="914309" rtl="0" eaLnBrk="1" fontAlgn="auto" latinLnBrk="0" hangingPunct="1">
              <a:lnSpc>
                <a:spcPct val="100000"/>
              </a:lnSpc>
              <a:spcBef>
                <a:spcPts val="0"/>
              </a:spcBef>
              <a:spcAft>
                <a:spcPts val="0"/>
              </a:spcAft>
              <a:buClrTx/>
              <a:buSzTx/>
              <a:buFontTx/>
              <a:buNone/>
              <a:tabLst/>
              <a:defRPr/>
            </a:pPr>
            <a:r>
              <a:rPr kumimoji="0" lang="kn-IN" sz="4000" b="1" i="0" u="none" strike="noStrike" kern="1200" cap="none" spc="0" normalizeH="0" baseline="0" noProof="0" dirty="0">
                <a:ln>
                  <a:noFill/>
                </a:ln>
                <a:solidFill>
                  <a:srgbClr val="FFFFFF"/>
                </a:solidFill>
                <a:effectLst/>
                <a:uLnTx/>
                <a:uFillTx/>
                <a:latin typeface="Calibri"/>
                <a:ea typeface="+mn-ea"/>
              </a:rPr>
              <a:t>ಪ್ರಾತಃ ಸ್ಮರಣ ಸ್ತೋತ್ರಂ</a:t>
            </a:r>
            <a:endParaRPr kumimoji="0" lang="en-CA" sz="4000" b="1" i="0" u="none" strike="noStrike" kern="1200" cap="none" spc="0" normalizeH="0" baseline="0" noProof="0" dirty="0">
              <a:ln>
                <a:noFill/>
              </a:ln>
              <a:solidFill>
                <a:srgbClr val="FFFFFF"/>
              </a:solidFill>
              <a:effectLst/>
              <a:uLnTx/>
              <a:uFillTx/>
              <a:latin typeface="Calibri"/>
              <a:ea typeface="+mn-ea"/>
              <a:cs typeface="+mn-cs"/>
            </a:endParaRPr>
          </a:p>
        </p:txBody>
      </p:sp>
      <p:sp>
        <p:nvSpPr>
          <p:cNvPr id="74757" name="Rectangle 9"/>
          <p:cNvSpPr>
            <a:spLocks noChangeArrowheads="1"/>
          </p:cNvSpPr>
          <p:nvPr/>
        </p:nvSpPr>
        <p:spPr bwMode="auto">
          <a:xfrm>
            <a:off x="3238584" y="4060051"/>
            <a:ext cx="8229362" cy="2769781"/>
          </a:xfrm>
          <a:prstGeom prst="rect">
            <a:avLst/>
          </a:prstGeom>
          <a:noFill/>
          <a:ln w="9525">
            <a:noFill/>
            <a:miter lim="800000"/>
            <a:headEnd/>
            <a:tailEnd/>
          </a:ln>
        </p:spPr>
        <p:txBody>
          <a:bodyPr>
            <a:spAutoFit/>
          </a:bodyPr>
          <a:lstStyle/>
          <a:p>
            <a:pPr marL="0" marR="0" lvl="0" indent="0" algn="l" defTabSz="914309" rtl="0" eaLnBrk="1" fontAlgn="auto" latinLnBrk="0" hangingPunct="1">
              <a:lnSpc>
                <a:spcPct val="100000"/>
              </a:lnSpc>
              <a:spcBef>
                <a:spcPts val="0"/>
              </a:spcBef>
              <a:spcAft>
                <a:spcPts val="600"/>
              </a:spcAft>
              <a:buClrTx/>
              <a:buSzTx/>
              <a:buFontTx/>
              <a:buNone/>
              <a:tabLst/>
              <a:defRPr/>
            </a:pPr>
            <a:r>
              <a:rPr kumimoji="0" lang="en-US" sz="3600" b="0" i="0" u="none" strike="noStrike" kern="1200" cap="none" spc="0" normalizeH="0" baseline="0" noProof="0" dirty="0">
                <a:ln>
                  <a:noFill/>
                </a:ln>
                <a:solidFill>
                  <a:srgbClr val="F2F2F2"/>
                </a:solidFill>
                <a:effectLst/>
                <a:uLnTx/>
                <a:uFillTx/>
                <a:latin typeface="URW Palladio IT" pitchFamily="2" charset="0"/>
                <a:ea typeface="+mn-ea"/>
                <a:cs typeface="+mn-cs"/>
              </a:rPr>
              <a:t>Composed by</a:t>
            </a:r>
            <a:endParaRPr kumimoji="0" lang="en-US" sz="1100" b="0" i="0" u="none" strike="noStrike" kern="1200" cap="none" spc="0" normalizeH="0" baseline="0" noProof="0" dirty="0">
              <a:ln>
                <a:noFill/>
              </a:ln>
              <a:solidFill>
                <a:srgbClr val="F2F2F2"/>
              </a:solidFill>
              <a:effectLst/>
              <a:uLnTx/>
              <a:uFillTx/>
              <a:latin typeface="URW Palladio IT" pitchFamily="2" charset="0"/>
              <a:ea typeface="+mn-ea"/>
              <a:cs typeface="+mn-cs"/>
            </a:endParaRPr>
          </a:p>
          <a:p>
            <a:pPr marL="0" marR="0" lvl="0" indent="0" algn="ctr" defTabSz="914309"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err="1">
                <a:ln>
                  <a:noFill/>
                </a:ln>
                <a:solidFill>
                  <a:srgbClr val="F2F2F2"/>
                </a:solidFill>
                <a:effectLst/>
                <a:uLnTx/>
                <a:uFillTx/>
                <a:latin typeface="Sanskrit 99" pitchFamily="2" charset="0"/>
                <a:ea typeface="+mn-ea"/>
                <a:cs typeface="+mn-cs"/>
              </a:rPr>
              <a:t>ïI</a:t>
            </a:r>
            <a:r>
              <a:rPr kumimoji="0" lang="en-US" sz="4400" b="0" i="0" u="none" strike="noStrike" kern="1200" cap="none" spc="0" normalizeH="0" baseline="0" noProof="0" dirty="0">
                <a:ln>
                  <a:noFill/>
                </a:ln>
                <a:solidFill>
                  <a:srgbClr val="F2F2F2"/>
                </a:solidFill>
                <a:effectLst/>
                <a:uLnTx/>
                <a:uFillTx/>
                <a:latin typeface="Sanskrit 99" pitchFamily="2" charset="0"/>
                <a:ea typeface="+mn-ea"/>
                <a:cs typeface="+mn-cs"/>
              </a:rPr>
              <a:t> </a:t>
            </a:r>
            <a:r>
              <a:rPr kumimoji="0" lang="en-US" sz="4400" b="0" i="0" u="none" strike="noStrike" kern="1200" cap="none" spc="0" normalizeH="0" baseline="0" noProof="0" dirty="0" err="1">
                <a:ln>
                  <a:noFill/>
                </a:ln>
                <a:solidFill>
                  <a:srgbClr val="F2F2F2"/>
                </a:solidFill>
                <a:effectLst/>
                <a:uLnTx/>
                <a:uFillTx/>
                <a:latin typeface="Sanskrit 99" pitchFamily="2" charset="0"/>
                <a:ea typeface="+mn-ea"/>
                <a:cs typeface="+mn-cs"/>
              </a:rPr>
              <a:t>z»racayR</a:t>
            </a:r>
            <a:r>
              <a:rPr kumimoji="0" lang="en-US" sz="4400" b="0" i="0" u="none" strike="noStrike" kern="1200" cap="none" spc="0" normalizeH="0" baseline="0" noProof="0" dirty="0">
                <a:ln>
                  <a:noFill/>
                </a:ln>
                <a:solidFill>
                  <a:srgbClr val="F2F2F2"/>
                </a:solidFill>
                <a:effectLst/>
                <a:uLnTx/>
                <a:uFillTx/>
                <a:latin typeface="Sanskrit 99" pitchFamily="2" charset="0"/>
                <a:ea typeface="+mn-ea"/>
                <a:cs typeface="+mn-cs"/>
              </a:rPr>
              <a:t>&gt;</a:t>
            </a:r>
          </a:p>
          <a:p>
            <a:pPr marL="0" marR="0" lvl="0" indent="0" algn="ctr" defTabSz="914309" rtl="0" eaLnBrk="1" fontAlgn="auto" latinLnBrk="0" hangingPunct="1">
              <a:lnSpc>
                <a:spcPct val="100000"/>
              </a:lnSpc>
              <a:spcBef>
                <a:spcPts val="0"/>
              </a:spcBef>
              <a:spcAft>
                <a:spcPts val="600"/>
              </a:spcAft>
              <a:buClrTx/>
              <a:buSzTx/>
              <a:buFontTx/>
              <a:buNone/>
              <a:tabLst/>
              <a:defRPr/>
            </a:pPr>
            <a:r>
              <a:rPr kumimoji="0" lang="en-US" sz="4400" b="0" i="0" u="none" strike="noStrike" kern="1200" cap="none" spc="0" normalizeH="0" baseline="0" noProof="0" dirty="0" err="1">
                <a:ln>
                  <a:noFill/>
                </a:ln>
                <a:solidFill>
                  <a:srgbClr val="F2F2F2"/>
                </a:solidFill>
                <a:effectLst/>
                <a:uLnTx/>
                <a:uFillTx/>
                <a:latin typeface="URW Palladio IT" pitchFamily="2" charset="0"/>
                <a:ea typeface="+mn-ea"/>
                <a:cs typeface="+mn-cs"/>
              </a:rPr>
              <a:t>Sré</a:t>
            </a:r>
            <a:r>
              <a:rPr kumimoji="0" lang="en-US" sz="4400" b="0" i="0" u="none" strike="noStrike" kern="1200" cap="none" spc="0" normalizeH="0" baseline="0" noProof="0" dirty="0">
                <a:ln>
                  <a:noFill/>
                </a:ln>
                <a:solidFill>
                  <a:srgbClr val="F2F2F2"/>
                </a:solidFill>
                <a:effectLst/>
                <a:uLnTx/>
                <a:uFillTx/>
                <a:latin typeface="URW Palladio IT" pitchFamily="2" charset="0"/>
                <a:ea typeface="+mn-ea"/>
                <a:cs typeface="+mn-cs"/>
              </a:rPr>
              <a:t> </a:t>
            </a:r>
            <a:r>
              <a:rPr kumimoji="0" lang="en-US" sz="4400" b="0" i="0" u="none" strike="noStrike" kern="1200" cap="none" spc="0" normalizeH="0" baseline="0" noProof="0" dirty="0" err="1">
                <a:ln>
                  <a:noFill/>
                </a:ln>
                <a:solidFill>
                  <a:srgbClr val="F2F2F2"/>
                </a:solidFill>
                <a:effectLst/>
                <a:uLnTx/>
                <a:uFillTx/>
                <a:latin typeface="URW Palladio IT" pitchFamily="2" charset="0"/>
                <a:ea typeface="+mn-ea"/>
                <a:cs typeface="+mn-cs"/>
              </a:rPr>
              <a:t>Saìkaräcäryaù</a:t>
            </a:r>
            <a:endParaRPr kumimoji="0" lang="en-US" sz="4400" b="0" i="0" u="none" strike="noStrike" kern="1200" cap="none" spc="0" normalizeH="0" baseline="0" noProof="0" dirty="0">
              <a:ln>
                <a:noFill/>
              </a:ln>
              <a:solidFill>
                <a:srgbClr val="F2F2F2"/>
              </a:solidFill>
              <a:effectLst/>
              <a:uLnTx/>
              <a:uFillTx/>
              <a:latin typeface="URW Palladio IT" pitchFamily="2" charset="0"/>
              <a:ea typeface="+mn-ea"/>
              <a:cs typeface="+mn-cs"/>
            </a:endParaRPr>
          </a:p>
          <a:p>
            <a:pPr marL="0" marR="0" lvl="0" indent="0" algn="ctr" defTabSz="914309" rtl="0" eaLnBrk="1" fontAlgn="auto" latinLnBrk="0" hangingPunct="1">
              <a:lnSpc>
                <a:spcPct val="100000"/>
              </a:lnSpc>
              <a:spcBef>
                <a:spcPts val="0"/>
              </a:spcBef>
              <a:spcAft>
                <a:spcPts val="0"/>
              </a:spcAft>
              <a:buClrTx/>
              <a:buSzTx/>
              <a:buFontTx/>
              <a:buNone/>
              <a:tabLst/>
              <a:defRPr/>
            </a:pPr>
            <a:r>
              <a:rPr kumimoji="0" lang="kn-IN" sz="4000" b="0" i="0" u="none" strike="noStrike" kern="1200" cap="none" spc="0" normalizeH="0" baseline="0" noProof="0" dirty="0">
                <a:ln>
                  <a:noFill/>
                </a:ln>
                <a:solidFill>
                  <a:srgbClr val="FFFFFF"/>
                </a:solidFill>
                <a:effectLst/>
                <a:uLnTx/>
                <a:uFillTx/>
                <a:latin typeface="Calibri"/>
                <a:ea typeface="+mn-ea"/>
              </a:rPr>
              <a:t>ಶ್ರೀ ಶಂಕರಾಚಾರ್ಯಃ</a:t>
            </a:r>
            <a:endParaRPr kumimoji="0" lang="en-CA" sz="4000" b="0" i="0" u="none" strike="noStrike" kern="1200" cap="none" spc="0" normalizeH="0" baseline="0" noProof="0" dirty="0">
              <a:ln>
                <a:noFill/>
              </a:ln>
              <a:solidFill>
                <a:srgbClr val="FFFFFF"/>
              </a:solidFill>
              <a:effectLst/>
              <a:uLnTx/>
              <a:uFillTx/>
              <a:latin typeface="Calibri"/>
              <a:ea typeface="+mn-ea"/>
              <a:cs typeface="+mn-cs"/>
            </a:endParaRPr>
          </a:p>
        </p:txBody>
      </p:sp>
      <p:sp>
        <p:nvSpPr>
          <p:cNvPr id="74758" name="Rectangle 11"/>
          <p:cNvSpPr>
            <a:spLocks noChangeArrowheads="1"/>
          </p:cNvSpPr>
          <p:nvPr/>
        </p:nvSpPr>
        <p:spPr bwMode="auto">
          <a:xfrm>
            <a:off x="7247626" y="313542"/>
            <a:ext cx="990571" cy="1015527"/>
          </a:xfrm>
          <a:prstGeom prst="rect">
            <a:avLst/>
          </a:prstGeom>
          <a:noFill/>
          <a:ln w="9525">
            <a:noFill/>
            <a:miter lim="800000"/>
            <a:headEnd/>
            <a:tailEnd/>
          </a:ln>
        </p:spPr>
        <p:txBody>
          <a:bodyPr>
            <a:sp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kumimoji="0" lang="en-US" sz="5999" b="0" i="0" u="none" strike="noStrike" kern="1200" cap="none" spc="0" normalizeH="0" baseline="0" noProof="0" dirty="0">
                <a:ln>
                  <a:noFill/>
                </a:ln>
                <a:solidFill>
                  <a:srgbClr val="F2F2F2"/>
                </a:solidFill>
                <a:effectLst/>
                <a:uLnTx/>
                <a:uFillTx/>
                <a:latin typeface="Sanskrit 99" pitchFamily="2" charset="0"/>
                <a:ea typeface="+mn-ea"/>
                <a:cs typeface="+mn-cs"/>
                <a:sym typeface="Wingdings" pitchFamily="2" charset="2"/>
              </a:rPr>
              <a:t></a:t>
            </a:r>
            <a:endParaRPr kumimoji="0" lang="en-US" sz="5999" b="0" i="0" u="none" strike="noStrike" kern="1200" cap="none" spc="0" normalizeH="0" baseline="0" noProof="0" dirty="0">
              <a:ln>
                <a:noFill/>
              </a:ln>
              <a:solidFill>
                <a:srgbClr val="F2F2F2"/>
              </a:solidFill>
              <a:effectLst/>
              <a:uLnTx/>
              <a:uFillTx/>
              <a:latin typeface="Calibri"/>
              <a:ea typeface="+mn-ea"/>
              <a:cs typeface="+mn-cs"/>
            </a:endParaRPr>
          </a:p>
        </p:txBody>
      </p:sp>
    </p:spTree>
    <p:extLst>
      <p:ext uri="{BB962C8B-B14F-4D97-AF65-F5344CB8AC3E}">
        <p14:creationId xmlns:p14="http://schemas.microsoft.com/office/powerpoint/2010/main" val="138844820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Content Placeholder 2"/>
          <p:cNvSpPr>
            <a:spLocks noGrp="1"/>
          </p:cNvSpPr>
          <p:nvPr>
            <p:ph idx="1"/>
          </p:nvPr>
        </p:nvSpPr>
        <p:spPr>
          <a:xfrm>
            <a:off x="177" y="228693"/>
            <a:ext cx="12191647" cy="6629209"/>
          </a:xfrm>
        </p:spPr>
        <p:txBody>
          <a:bodyPr/>
          <a:lstStyle/>
          <a:p>
            <a:pPr algn="ctr" eaLnBrk="1" hangingPunct="1">
              <a:buFont typeface="Wingdings 2" pitchFamily="18" charset="2"/>
              <a:buNone/>
            </a:pPr>
            <a:r>
              <a:rPr lang="hi-IN" sz="4000" b="1" dirty="0">
                <a:latin typeface="Sanskrit 2003" pitchFamily="2" charset="-78"/>
                <a:cs typeface="Sanskrit 2003" pitchFamily="2" charset="-78"/>
              </a:rPr>
              <a:t>प्रातः स्मरामि हृदि संस्फुरदात्मत</a:t>
            </a:r>
            <a:r>
              <a:rPr lang="en-US" sz="4000" b="1" dirty="0" err="1">
                <a:solidFill>
                  <a:srgbClr val="000000"/>
                </a:solidFill>
                <a:latin typeface="Sanskrit 99" pitchFamily="2" charset="0"/>
                <a:ea typeface="Calibri" pitchFamily="34" charset="0"/>
                <a:cs typeface="Sanskrit 2003"/>
              </a:rPr>
              <a:t>Åv</a:t>
            </a:r>
            <a:r>
              <a:rPr lang="hi-IN" sz="4000" b="1" dirty="0">
                <a:latin typeface="Sanskrit 2003" pitchFamily="2" charset="-78"/>
                <a:cs typeface="Sanskrit 2003" pitchFamily="2" charset="-78"/>
              </a:rPr>
              <a:t>म्</a:t>
            </a:r>
            <a:r>
              <a:rPr lang="en-US" sz="4000" b="1" dirty="0">
                <a:latin typeface="Sanskrit 2003" pitchFamily="2" charset="-78"/>
                <a:cs typeface="Sanskrit 2003" pitchFamily="2" charset="-78"/>
              </a:rPr>
              <a:t> </a:t>
            </a:r>
            <a:r>
              <a:rPr lang="hi-IN" sz="4000" b="1" dirty="0">
                <a:latin typeface="Sanskrit 2003" pitchFamily="2" charset="-78"/>
                <a:cs typeface="Sanskrit 2003" pitchFamily="2" charset="-78"/>
              </a:rPr>
              <a:t>।</a:t>
            </a:r>
          </a:p>
          <a:p>
            <a:pPr algn="ctr" eaLnBrk="1" hangingPunct="1">
              <a:spcAft>
                <a:spcPts val="1200"/>
              </a:spcAft>
              <a:buNone/>
            </a:pPr>
            <a:r>
              <a:rPr lang="hi-IN" sz="4000" b="1" dirty="0">
                <a:latin typeface="Sanskrit 2003" pitchFamily="2" charset="-78"/>
                <a:cs typeface="Sanskrit 2003" pitchFamily="2" charset="-78"/>
              </a:rPr>
              <a:t>सत् </a:t>
            </a:r>
            <a:r>
              <a:rPr lang="en-US" sz="4000" b="1" dirty="0">
                <a:latin typeface="Sanskrit 2003" pitchFamily="2" charset="-78"/>
                <a:cs typeface="Sanskrit 2003" pitchFamily="2" charset="-78"/>
              </a:rPr>
              <a:t>-</a:t>
            </a:r>
            <a:r>
              <a:rPr lang="hi-IN" sz="4000" b="1" dirty="0">
                <a:latin typeface="Sanskrit 2003" pitchFamily="2" charset="-78"/>
                <a:cs typeface="Sanskrit 2003" pitchFamily="2" charset="-78"/>
              </a:rPr>
              <a:t>चित् </a:t>
            </a:r>
            <a:r>
              <a:rPr lang="en-US" sz="4000" b="1" dirty="0">
                <a:latin typeface="Sanskrit 2003" pitchFamily="2" charset="-78"/>
                <a:cs typeface="Sanskrit 2003" pitchFamily="2" charset="-78"/>
              </a:rPr>
              <a:t>-</a:t>
            </a:r>
            <a:r>
              <a:rPr lang="hi-IN" sz="4000" b="1" dirty="0">
                <a:latin typeface="Sanskrit 2003" pitchFamily="2" charset="-78"/>
                <a:cs typeface="Sanskrit 2003" pitchFamily="2" charset="-78"/>
              </a:rPr>
              <a:t>सुखं परमहंसगतिं तु</a:t>
            </a:r>
            <a:r>
              <a:rPr lang="en-IN" sz="4000" b="1" dirty="0" err="1">
                <a:latin typeface="Sanskrit 99" pitchFamily="2" charset="0"/>
                <a:cs typeface="Sanskrit 2003" pitchFamily="2" charset="-78"/>
              </a:rPr>
              <a:t>rI</a:t>
            </a:r>
            <a:r>
              <a:rPr lang="hi-IN" sz="4000" b="1" dirty="0">
                <a:latin typeface="Sanskrit 2003" pitchFamily="2" charset="-78"/>
                <a:cs typeface="Sanskrit 2003" pitchFamily="2" charset="-78"/>
              </a:rPr>
              <a:t>यम्</a:t>
            </a:r>
            <a:r>
              <a:rPr lang="en-US" sz="4000" b="1" dirty="0">
                <a:latin typeface="Sanskrit 2003" pitchFamily="2" charset="-78"/>
                <a:cs typeface="Sanskrit 2003" pitchFamily="2" charset="-78"/>
              </a:rPr>
              <a:t> </a:t>
            </a:r>
            <a:r>
              <a:rPr lang="hi-IN" sz="4000" b="1" dirty="0">
                <a:latin typeface="Sanskrit 2003" pitchFamily="2" charset="-78"/>
                <a:cs typeface="Sanskrit 2003" pitchFamily="2" charset="-78"/>
              </a:rPr>
              <a:t>।।</a:t>
            </a:r>
            <a:endParaRPr lang="en-US" sz="4000" b="1" dirty="0">
              <a:latin typeface="URW Palladio ITU" pitchFamily="2" charset="0"/>
            </a:endParaRPr>
          </a:p>
          <a:p>
            <a:pPr algn="ctr" eaLnBrk="1" hangingPunct="1">
              <a:buFont typeface="Wingdings 2" pitchFamily="18" charset="2"/>
              <a:buNone/>
            </a:pPr>
            <a:r>
              <a:rPr lang="en-US" b="1" dirty="0" err="1" smtClean="0">
                <a:latin typeface="URW Palladio IT" pitchFamily="2" charset="0"/>
              </a:rPr>
              <a:t>Prātaḥ</a:t>
            </a:r>
            <a:r>
              <a:rPr lang="en-US" b="1" dirty="0" smtClean="0">
                <a:latin typeface="URW Palladio IT" pitchFamily="2" charset="0"/>
              </a:rPr>
              <a:t> </a:t>
            </a:r>
            <a:r>
              <a:rPr lang="en-US" b="1" dirty="0" err="1" smtClean="0">
                <a:latin typeface="URW Palladio IT" pitchFamily="2" charset="0"/>
              </a:rPr>
              <a:t>smarāmi</a:t>
            </a:r>
            <a:r>
              <a:rPr lang="en-US" b="1" dirty="0" smtClean="0">
                <a:latin typeface="URW Palladio IT" pitchFamily="2" charset="0"/>
              </a:rPr>
              <a:t> </a:t>
            </a:r>
            <a:r>
              <a:rPr lang="en-US" b="1" dirty="0" err="1" smtClean="0">
                <a:latin typeface="URW Palladio IT" pitchFamily="2" charset="0"/>
              </a:rPr>
              <a:t>hṛdi</a:t>
            </a:r>
            <a:r>
              <a:rPr lang="en-US" b="1" dirty="0" smtClean="0">
                <a:latin typeface="URW Palladio IT" pitchFamily="2" charset="0"/>
              </a:rPr>
              <a:t> </a:t>
            </a:r>
            <a:r>
              <a:rPr lang="en-US" b="1" dirty="0" err="1" smtClean="0">
                <a:latin typeface="URW Palladio IT" pitchFamily="2" charset="0"/>
              </a:rPr>
              <a:t>saṁsphuradātmatattvam</a:t>
            </a:r>
            <a:r>
              <a:rPr lang="en-US" b="1" dirty="0" smtClean="0">
                <a:latin typeface="URW Palladio IT" pitchFamily="2" charset="0"/>
              </a:rPr>
              <a:t> |</a:t>
            </a:r>
          </a:p>
          <a:p>
            <a:pPr algn="ctr" eaLnBrk="1" hangingPunct="1">
              <a:spcAft>
                <a:spcPts val="1799"/>
              </a:spcAft>
              <a:buNone/>
            </a:pPr>
            <a:r>
              <a:rPr lang="en-US" b="1" dirty="0" smtClean="0">
                <a:latin typeface="URW Palladio IT" pitchFamily="2" charset="0"/>
              </a:rPr>
              <a:t>Sat-cit-</a:t>
            </a:r>
            <a:r>
              <a:rPr lang="en-US" b="1" dirty="0" err="1" smtClean="0">
                <a:latin typeface="URW Palladio IT" pitchFamily="2" charset="0"/>
              </a:rPr>
              <a:t>sukhaṁ</a:t>
            </a:r>
            <a:r>
              <a:rPr lang="en-US" b="1" dirty="0" smtClean="0">
                <a:latin typeface="URW Palladio IT" pitchFamily="2" charset="0"/>
              </a:rPr>
              <a:t> </a:t>
            </a:r>
            <a:r>
              <a:rPr lang="en-US" b="1" dirty="0" err="1" smtClean="0">
                <a:latin typeface="URW Palladio IT" pitchFamily="2" charset="0"/>
              </a:rPr>
              <a:t>paramahaṁsagatiṁ</a:t>
            </a:r>
            <a:r>
              <a:rPr lang="en-US" b="1" dirty="0" smtClean="0">
                <a:latin typeface="URW Palladio IT" pitchFamily="2" charset="0"/>
              </a:rPr>
              <a:t> </a:t>
            </a:r>
            <a:r>
              <a:rPr lang="en-US" b="1" dirty="0" err="1" smtClean="0">
                <a:latin typeface="URW Palladio IT" pitchFamily="2" charset="0"/>
              </a:rPr>
              <a:t>turIyam</a:t>
            </a:r>
            <a:r>
              <a:rPr lang="en-US" b="1" dirty="0" smtClean="0">
                <a:latin typeface="URW Palladio IT" pitchFamily="2" charset="0"/>
              </a:rPr>
              <a:t>||</a:t>
            </a:r>
          </a:p>
          <a:p>
            <a:pPr algn="ctr">
              <a:buFont typeface="Arial" charset="0"/>
              <a:buNone/>
            </a:pPr>
            <a:r>
              <a:rPr lang="kn-IN" b="1" dirty="0" smtClean="0">
                <a:solidFill>
                  <a:srgbClr val="000000"/>
                </a:solidFill>
                <a:ea typeface="Tunga" pitchFamily="2"/>
              </a:rPr>
              <a:t>ಪ್ರಾತಃ ಸ್ಮರಾಮಿ ಹೃದಿಸಂಸ್ಫುರದಾತ್ಮತತ್ತ್ವಂ</a:t>
            </a:r>
            <a:r>
              <a:rPr lang="en-CA" b="1" dirty="0" smtClean="0">
                <a:solidFill>
                  <a:srgbClr val="000000"/>
                </a:solidFill>
                <a:cs typeface="Calibri" pitchFamily="34" charset="0"/>
              </a:rPr>
              <a:t> </a:t>
            </a:r>
            <a:r>
              <a:rPr lang="kn-IN" b="1" dirty="0" smtClean="0">
                <a:solidFill>
                  <a:srgbClr val="000000"/>
                </a:solidFill>
                <a:ea typeface="Tunga" pitchFamily="2"/>
              </a:rPr>
              <a:t>|</a:t>
            </a:r>
            <a:endParaRPr lang="en-CA" b="1" dirty="0" smtClean="0">
              <a:cs typeface="Times New Roman" pitchFamily="18" charset="0"/>
            </a:endParaRPr>
          </a:p>
          <a:p>
            <a:pPr algn="ctr">
              <a:buFont typeface="Arial" charset="0"/>
              <a:buNone/>
            </a:pPr>
            <a:r>
              <a:rPr lang="kn-IN" b="1" dirty="0" smtClean="0">
                <a:solidFill>
                  <a:srgbClr val="000000"/>
                </a:solidFill>
                <a:ea typeface="Tunga" pitchFamily="2"/>
              </a:rPr>
              <a:t>ಸಚ್ಚಿತ್ಸುಖಂ ಪರಮಹಂಸಗತಿಂ ತುರೀಯಮ್ ||</a:t>
            </a:r>
            <a:endParaRPr lang="en-US" b="1" dirty="0" smtClean="0">
              <a:latin typeface="URW Palladio IT" pitchFamily="2" charset="0"/>
            </a:endParaRPr>
          </a:p>
          <a:p>
            <a:pPr algn="ctr">
              <a:buFont typeface="Wingdings 2" pitchFamily="18" charset="2"/>
              <a:buNone/>
            </a:pPr>
            <a:endParaRPr lang="en-US" sz="1200" b="1" dirty="0">
              <a:latin typeface="BRH Kannada Extra" pitchFamily="2" charset="0"/>
            </a:endParaRPr>
          </a:p>
          <a:p>
            <a:pPr algn="ctr">
              <a:buFont typeface="Wingdings 2" pitchFamily="18" charset="2"/>
              <a:buNone/>
            </a:pPr>
            <a:r>
              <a:rPr lang="en-CA" sz="2399" dirty="0">
                <a:latin typeface="Times New Roman" pitchFamily="18" charset="0"/>
                <a:cs typeface="Times New Roman" pitchFamily="18" charset="0"/>
              </a:rPr>
              <a:t>I remember in the morning the Self which shines in the heart, which is existence-consciousness-bliss, which is the supreme </a:t>
            </a:r>
            <a:r>
              <a:rPr lang="en-CA" sz="2399" dirty="0" err="1">
                <a:latin typeface="Times New Roman" pitchFamily="18" charset="0"/>
                <a:cs typeface="Times New Roman" pitchFamily="18" charset="0"/>
              </a:rPr>
              <a:t>Paramahamsa</a:t>
            </a:r>
            <a:r>
              <a:rPr lang="en-CA" sz="2399" dirty="0">
                <a:latin typeface="Times New Roman" pitchFamily="18" charset="0"/>
                <a:cs typeface="Times New Roman" pitchFamily="18" charset="0"/>
              </a:rPr>
              <a:t> state, which is called the "Fourth"</a:t>
            </a:r>
            <a:endParaRPr lang="en-US" sz="2399" b="1" dirty="0">
              <a:latin typeface="Times New Roman" pitchFamily="18" charset="0"/>
              <a:cs typeface="Times New Roman" pitchFamily="18" charset="0"/>
            </a:endParaRPr>
          </a:p>
        </p:txBody>
      </p:sp>
    </p:spTree>
    <p:extLst>
      <p:ext uri="{BB962C8B-B14F-4D97-AF65-F5344CB8AC3E}">
        <p14:creationId xmlns:p14="http://schemas.microsoft.com/office/powerpoint/2010/main" val="76214698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Content Placeholder 2"/>
          <p:cNvSpPr>
            <a:spLocks noGrp="1"/>
          </p:cNvSpPr>
          <p:nvPr>
            <p:ph idx="1"/>
          </p:nvPr>
        </p:nvSpPr>
        <p:spPr>
          <a:xfrm>
            <a:off x="177" y="99"/>
            <a:ext cx="12191647" cy="6857802"/>
          </a:xfrm>
        </p:spPr>
        <p:txBody>
          <a:bodyPr/>
          <a:lstStyle/>
          <a:p>
            <a:pPr algn="ctr" eaLnBrk="1" hangingPunct="1">
              <a:buFont typeface="Wingdings 2" pitchFamily="18" charset="2"/>
              <a:buNone/>
            </a:pPr>
            <a:r>
              <a:rPr lang="hi-IN" sz="4000" b="1" dirty="0">
                <a:latin typeface="Sanskrit 2003" pitchFamily="2" charset="-78"/>
                <a:cs typeface="Sanskrit 2003" pitchFamily="2" charset="-78"/>
              </a:rPr>
              <a:t>यत्स्वप्नजागर</a:t>
            </a:r>
            <a:r>
              <a:rPr lang="en-US" sz="4000" b="1" dirty="0">
                <a:latin typeface="Sanskrit 2003" pitchFamily="2" charset="-78"/>
                <a:cs typeface="Sanskrit 2003" pitchFamily="2" charset="-78"/>
              </a:rPr>
              <a:t>-</a:t>
            </a:r>
            <a:r>
              <a:rPr lang="hi-IN" sz="4000" b="1" dirty="0">
                <a:latin typeface="Sanskrit 2003" pitchFamily="2" charset="-78"/>
                <a:cs typeface="Sanskrit 2003" pitchFamily="2" charset="-78"/>
              </a:rPr>
              <a:t>सुषुप्तमवैति नित्यम्</a:t>
            </a:r>
            <a:r>
              <a:rPr lang="en-US" sz="4000" b="1" dirty="0">
                <a:latin typeface="Sanskrit 2003" pitchFamily="2" charset="-78"/>
                <a:cs typeface="Sanskrit 2003" pitchFamily="2" charset="-78"/>
              </a:rPr>
              <a:t> </a:t>
            </a:r>
            <a:r>
              <a:rPr lang="hi-IN" sz="4000" b="1" dirty="0">
                <a:latin typeface="Sanskrit 2003" pitchFamily="2" charset="-78"/>
                <a:cs typeface="Sanskrit 2003" pitchFamily="2" charset="-78"/>
              </a:rPr>
              <a:t>।</a:t>
            </a:r>
          </a:p>
          <a:p>
            <a:pPr algn="ctr" eaLnBrk="1" hangingPunct="1">
              <a:spcAft>
                <a:spcPts val="600"/>
              </a:spcAft>
              <a:buNone/>
            </a:pPr>
            <a:r>
              <a:rPr lang="hi-IN" sz="4000" b="1" dirty="0">
                <a:latin typeface="Sanskrit 2003" pitchFamily="2" charset="-78"/>
                <a:cs typeface="Sanskrit 2003" pitchFamily="2" charset="-78"/>
              </a:rPr>
              <a:t>तद्</a:t>
            </a:r>
            <a:r>
              <a:rPr lang="en-US" sz="4000" b="1" dirty="0">
                <a:latin typeface="Sanskrit 2003" pitchFamily="2" charset="-78"/>
                <a:cs typeface="Sanskrit 2003" pitchFamily="2" charset="-78"/>
              </a:rPr>
              <a:t>-</a:t>
            </a:r>
            <a:r>
              <a:rPr lang="hi-IN" sz="4000" b="1" dirty="0">
                <a:latin typeface="Sanskrit 2003" pitchFamily="2" charset="-78"/>
                <a:cs typeface="Sanskrit 2003" pitchFamily="2" charset="-78"/>
              </a:rPr>
              <a:t>ब्रह्म निष्कलमहं न च भूतसंघः॥१॥</a:t>
            </a:r>
            <a:endParaRPr lang="en-US" sz="4000" b="1" dirty="0">
              <a:latin typeface="URW Palladio ITU" pitchFamily="2" charset="0"/>
            </a:endParaRPr>
          </a:p>
          <a:p>
            <a:pPr algn="ctr" eaLnBrk="1" hangingPunct="1">
              <a:buFont typeface="Wingdings 2" pitchFamily="18" charset="2"/>
              <a:buNone/>
            </a:pPr>
            <a:r>
              <a:rPr lang="en-US" b="1" dirty="0" err="1" smtClean="0">
                <a:latin typeface="URW Palladio IT" pitchFamily="2" charset="0"/>
              </a:rPr>
              <a:t>Yat</a:t>
            </a:r>
            <a:r>
              <a:rPr lang="en-US" b="1" dirty="0" smtClean="0">
                <a:latin typeface="URW Palladio IT" pitchFamily="2" charset="0"/>
              </a:rPr>
              <a:t> </a:t>
            </a:r>
            <a:r>
              <a:rPr lang="en-US" b="1" dirty="0" err="1" smtClean="0">
                <a:latin typeface="URW Palladio IT" pitchFamily="2" charset="0"/>
              </a:rPr>
              <a:t>svapna</a:t>
            </a:r>
            <a:r>
              <a:rPr lang="en-US" b="1" dirty="0" smtClean="0">
                <a:latin typeface="URW Palladio IT" pitchFamily="2" charset="0"/>
              </a:rPr>
              <a:t> </a:t>
            </a:r>
            <a:r>
              <a:rPr lang="en-US" b="1" dirty="0" err="1" smtClean="0">
                <a:latin typeface="URW Palladio IT" pitchFamily="2" charset="0"/>
              </a:rPr>
              <a:t>jāgara</a:t>
            </a:r>
            <a:r>
              <a:rPr lang="en-US" b="1" dirty="0" smtClean="0">
                <a:latin typeface="URW Palladio IT" pitchFamily="2" charset="0"/>
              </a:rPr>
              <a:t> </a:t>
            </a:r>
            <a:r>
              <a:rPr lang="en-US" b="1" dirty="0" err="1" smtClean="0">
                <a:latin typeface="URW Palladio IT" pitchFamily="2" charset="0"/>
              </a:rPr>
              <a:t>suṣuptamavaiti</a:t>
            </a:r>
            <a:r>
              <a:rPr lang="en-US" b="1" dirty="0" smtClean="0">
                <a:latin typeface="URW Palladio IT" pitchFamily="2" charset="0"/>
              </a:rPr>
              <a:t> </a:t>
            </a:r>
            <a:r>
              <a:rPr lang="en-US" b="1" dirty="0" err="1" smtClean="0">
                <a:latin typeface="URW Palladio IT" pitchFamily="2" charset="0"/>
              </a:rPr>
              <a:t>nityam</a:t>
            </a:r>
            <a:r>
              <a:rPr lang="en-US" b="1" dirty="0" smtClean="0">
                <a:latin typeface="URW Palladio IT" pitchFamily="2" charset="0"/>
              </a:rPr>
              <a:t> |</a:t>
            </a:r>
          </a:p>
          <a:p>
            <a:pPr algn="ctr" eaLnBrk="1" hangingPunct="1">
              <a:buFont typeface="Wingdings 2" pitchFamily="18" charset="2"/>
              <a:buNone/>
            </a:pPr>
            <a:r>
              <a:rPr lang="en-US" b="1" dirty="0" smtClean="0">
                <a:latin typeface="URW Palladio IT" pitchFamily="2" charset="0"/>
              </a:rPr>
              <a:t>Tad </a:t>
            </a:r>
            <a:r>
              <a:rPr lang="en-US" b="1" dirty="0" err="1" smtClean="0">
                <a:latin typeface="URW Palladio IT" pitchFamily="2" charset="0"/>
              </a:rPr>
              <a:t>brahma</a:t>
            </a:r>
            <a:r>
              <a:rPr lang="en-US" b="1" dirty="0" smtClean="0">
                <a:latin typeface="URW Palladio IT" pitchFamily="2" charset="0"/>
              </a:rPr>
              <a:t> </a:t>
            </a:r>
            <a:r>
              <a:rPr lang="en-US" b="1" dirty="0" err="1" smtClean="0">
                <a:latin typeface="URW Palladio IT" pitchFamily="2" charset="0"/>
              </a:rPr>
              <a:t>niṣkalamahaṁ</a:t>
            </a:r>
            <a:endParaRPr lang="en-US" b="1" dirty="0" smtClean="0">
              <a:latin typeface="URW Palladio IT" pitchFamily="2" charset="0"/>
            </a:endParaRPr>
          </a:p>
          <a:p>
            <a:pPr algn="ctr" eaLnBrk="1" hangingPunct="1">
              <a:spcAft>
                <a:spcPts val="600"/>
              </a:spcAft>
              <a:buNone/>
            </a:pPr>
            <a:r>
              <a:rPr lang="en-US" b="1" dirty="0" err="1" smtClean="0">
                <a:latin typeface="URW Palladio IT" pitchFamily="2" charset="0"/>
              </a:rPr>
              <a:t>na</a:t>
            </a:r>
            <a:r>
              <a:rPr lang="en-US" b="1" dirty="0" smtClean="0">
                <a:latin typeface="URW Palladio IT" pitchFamily="2" charset="0"/>
              </a:rPr>
              <a:t> ca </a:t>
            </a:r>
            <a:r>
              <a:rPr lang="en-US" b="1" dirty="0" err="1" smtClean="0">
                <a:latin typeface="URW Palladio IT" pitchFamily="2" charset="0"/>
              </a:rPr>
              <a:t>bhūtasaṁghaḥ</a:t>
            </a:r>
            <a:r>
              <a:rPr lang="en-US" b="1" dirty="0" smtClean="0">
                <a:latin typeface="URW Palladio IT" pitchFamily="2" charset="0"/>
              </a:rPr>
              <a:t> ||1||</a:t>
            </a:r>
          </a:p>
          <a:p>
            <a:pPr algn="ctr">
              <a:lnSpc>
                <a:spcPct val="115000"/>
              </a:lnSpc>
              <a:buFont typeface="Arial" charset="0"/>
              <a:buNone/>
            </a:pPr>
            <a:r>
              <a:rPr lang="kn-IN" b="1" dirty="0" smtClean="0">
                <a:solidFill>
                  <a:srgbClr val="000000"/>
                </a:solidFill>
                <a:ea typeface="Calibri" pitchFamily="34" charset="0"/>
              </a:rPr>
              <a:t>ಯತ್ ಸ್ವಪ್ನ ಜಾಗರ ಸುಷುಪ್ತಮವೈತಿ ನಿತ್ಯಂ</a:t>
            </a:r>
            <a:r>
              <a:rPr lang="en-CA" b="1" dirty="0" smtClean="0">
                <a:solidFill>
                  <a:srgbClr val="000000"/>
                </a:solidFill>
                <a:cs typeface="Calibri" pitchFamily="34" charset="0"/>
              </a:rPr>
              <a:t> </a:t>
            </a:r>
            <a:r>
              <a:rPr lang="kn-IN" b="1" dirty="0" smtClean="0">
                <a:solidFill>
                  <a:srgbClr val="000000"/>
                </a:solidFill>
                <a:ea typeface="Tunga" pitchFamily="2"/>
              </a:rPr>
              <a:t>|</a:t>
            </a:r>
            <a:endParaRPr lang="en-CA" b="1" dirty="0" smtClean="0">
              <a:cs typeface="Times New Roman" pitchFamily="18" charset="0"/>
            </a:endParaRPr>
          </a:p>
          <a:p>
            <a:pPr algn="ctr">
              <a:spcAft>
                <a:spcPts val="600"/>
              </a:spcAft>
              <a:buNone/>
            </a:pPr>
            <a:r>
              <a:rPr lang="kn-IN" b="1" dirty="0" smtClean="0">
                <a:solidFill>
                  <a:srgbClr val="000000"/>
                </a:solidFill>
                <a:ea typeface="Tunga" pitchFamily="2"/>
              </a:rPr>
              <a:t>ತದ್ಬ್ರಹ್ಮನಿಷ್ಕಲಮಹಂ ನ ಚ ಭೂತಸಙ್ಘಃ ||೧||</a:t>
            </a:r>
            <a:endParaRPr lang="en-US" b="1" dirty="0" smtClean="0">
              <a:solidFill>
                <a:srgbClr val="000000"/>
              </a:solidFill>
              <a:ea typeface="Tunga" pitchFamily="2"/>
            </a:endParaRPr>
          </a:p>
          <a:p>
            <a:pPr algn="ctr">
              <a:spcAft>
                <a:spcPts val="600"/>
              </a:spcAft>
              <a:buNone/>
            </a:pPr>
            <a:endParaRPr lang="en-US" b="1" dirty="0" smtClean="0">
              <a:latin typeface="URW Palladio IT" pitchFamily="2" charset="0"/>
            </a:endParaRPr>
          </a:p>
          <a:p>
            <a:pPr algn="ctr">
              <a:buFont typeface="Wingdings 2" pitchFamily="18" charset="2"/>
              <a:buNone/>
            </a:pPr>
            <a:r>
              <a:rPr lang="en-CA" sz="2399" dirty="0">
                <a:latin typeface="Times New Roman" pitchFamily="18" charset="0"/>
                <a:cs typeface="Times New Roman" pitchFamily="18" charset="0"/>
              </a:rPr>
              <a:t>That which is always a witness to the three states of waking, dream and deep sleep, that which is indivisible, that Brahman I am, not the aggregate of the five elements (ether, air, fire, water and earth)</a:t>
            </a:r>
            <a:endParaRPr lang="en-US" sz="2399" dirty="0">
              <a:latin typeface="URW Palladio ITU" pitchFamily="2" charset="0"/>
            </a:endParaRPr>
          </a:p>
        </p:txBody>
      </p:sp>
    </p:spTree>
    <p:extLst>
      <p:ext uri="{BB962C8B-B14F-4D97-AF65-F5344CB8AC3E}">
        <p14:creationId xmlns:p14="http://schemas.microsoft.com/office/powerpoint/2010/main" val="303426766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Content Placeholder 2"/>
          <p:cNvSpPr>
            <a:spLocks noGrp="1"/>
          </p:cNvSpPr>
          <p:nvPr>
            <p:ph idx="1"/>
          </p:nvPr>
        </p:nvSpPr>
        <p:spPr>
          <a:xfrm>
            <a:off x="177" y="228693"/>
            <a:ext cx="12191647" cy="6629209"/>
          </a:xfrm>
        </p:spPr>
        <p:txBody>
          <a:bodyPr/>
          <a:lstStyle/>
          <a:p>
            <a:pPr algn="ctr" eaLnBrk="1" hangingPunct="1">
              <a:buFont typeface="Wingdings 2" pitchFamily="18" charset="2"/>
              <a:buNone/>
            </a:pPr>
            <a:r>
              <a:rPr lang="hi-IN" sz="4000" b="1" dirty="0">
                <a:latin typeface="Sanskrit 2003" pitchFamily="2" charset="-78"/>
                <a:cs typeface="Sanskrit 2003" pitchFamily="2" charset="-78"/>
              </a:rPr>
              <a:t>प्रातर्भजामि मनसो </a:t>
            </a:r>
            <a:r>
              <a:rPr lang="en-IN" sz="4000" b="1" dirty="0" err="1">
                <a:latin typeface="Sanskrit 99" pitchFamily="2" charset="0"/>
              </a:rPr>
              <a:t>vcsamgMym</a:t>
            </a:r>
            <a:r>
              <a:rPr lang="en-IN" sz="4000" b="1" dirty="0">
                <a:latin typeface="Sanskrit 99" pitchFamily="2" charset="0"/>
              </a:rPr>
              <a:t>!</a:t>
            </a:r>
            <a:r>
              <a:rPr lang="en-IN" sz="4000" b="1" dirty="0"/>
              <a:t> </a:t>
            </a:r>
            <a:r>
              <a:rPr lang="hi-IN" sz="4000" b="1" dirty="0">
                <a:latin typeface="Sanskrit 2003" pitchFamily="2" charset="-78"/>
                <a:cs typeface="Sanskrit 2003" pitchFamily="2" charset="-78"/>
              </a:rPr>
              <a:t>।</a:t>
            </a:r>
          </a:p>
          <a:p>
            <a:pPr algn="ctr" eaLnBrk="1" hangingPunct="1">
              <a:spcAft>
                <a:spcPts val="1200"/>
              </a:spcAft>
              <a:buNone/>
            </a:pPr>
            <a:r>
              <a:rPr lang="hi-IN" sz="4000" b="1" dirty="0">
                <a:latin typeface="Sanskrit 2003" pitchFamily="2" charset="-78"/>
                <a:cs typeface="Sanskrit 2003" pitchFamily="2" charset="-78"/>
              </a:rPr>
              <a:t>वाचो विभान्ति निखिला यदनुग्रहेण</a:t>
            </a:r>
            <a:r>
              <a:rPr lang="en-US" sz="4000" b="1" dirty="0">
                <a:latin typeface="Sanskrit 2003" pitchFamily="2" charset="-78"/>
                <a:cs typeface="Sanskrit 2003" pitchFamily="2" charset="-78"/>
              </a:rPr>
              <a:t> </a:t>
            </a:r>
            <a:r>
              <a:rPr lang="hi-IN" sz="4000" b="1" dirty="0">
                <a:latin typeface="Sanskrit 2003" pitchFamily="2" charset="-78"/>
                <a:cs typeface="Sanskrit 2003" pitchFamily="2" charset="-78"/>
              </a:rPr>
              <a:t>।।</a:t>
            </a:r>
            <a:endParaRPr lang="en-US" sz="4000" b="1" dirty="0">
              <a:latin typeface="URW Palladio ITU" pitchFamily="2" charset="0"/>
            </a:endParaRPr>
          </a:p>
          <a:p>
            <a:pPr algn="ctr" eaLnBrk="1" hangingPunct="1">
              <a:buFont typeface="Wingdings 2" pitchFamily="18" charset="2"/>
              <a:buNone/>
            </a:pPr>
            <a:r>
              <a:rPr lang="en-US" b="1" dirty="0" err="1" smtClean="0">
                <a:latin typeface="URW Palladio IT" pitchFamily="2" charset="0"/>
              </a:rPr>
              <a:t>Prātarbhajāmi</a:t>
            </a:r>
            <a:r>
              <a:rPr lang="en-US" b="1" dirty="0" smtClean="0">
                <a:latin typeface="URW Palladio IT" pitchFamily="2" charset="0"/>
              </a:rPr>
              <a:t> </a:t>
            </a:r>
            <a:r>
              <a:rPr lang="en-US" b="1" dirty="0" err="1" smtClean="0">
                <a:latin typeface="URW Palladio IT" pitchFamily="2" charset="0"/>
              </a:rPr>
              <a:t>manaso</a:t>
            </a:r>
            <a:r>
              <a:rPr lang="en-US" b="1" dirty="0" smtClean="0">
                <a:latin typeface="URW Palladio IT" pitchFamily="2" charset="0"/>
              </a:rPr>
              <a:t> </a:t>
            </a:r>
            <a:r>
              <a:rPr lang="en-US" b="1" dirty="0" err="1" smtClean="0">
                <a:latin typeface="URW Palladio IT" pitchFamily="2" charset="0"/>
              </a:rPr>
              <a:t>vacasām</a:t>
            </a:r>
            <a:r>
              <a:rPr lang="en-US" b="1" dirty="0" smtClean="0">
                <a:latin typeface="URW Palladio IT" pitchFamily="2" charset="0"/>
              </a:rPr>
              <a:t> </a:t>
            </a:r>
            <a:r>
              <a:rPr lang="en-US" b="1" dirty="0" err="1" smtClean="0">
                <a:latin typeface="URW Palladio IT" pitchFamily="2" charset="0"/>
              </a:rPr>
              <a:t>agamyam</a:t>
            </a:r>
            <a:r>
              <a:rPr lang="en-US" b="1" dirty="0" smtClean="0">
                <a:latin typeface="URW Palladio IT" pitchFamily="2" charset="0"/>
              </a:rPr>
              <a:t> |</a:t>
            </a:r>
          </a:p>
          <a:p>
            <a:pPr algn="ctr" eaLnBrk="1" hangingPunct="1">
              <a:spcAft>
                <a:spcPts val="1799"/>
              </a:spcAft>
              <a:buNone/>
            </a:pPr>
            <a:r>
              <a:rPr lang="en-US" b="1" dirty="0" err="1" smtClean="0">
                <a:latin typeface="URW Palladio IT" pitchFamily="2" charset="0"/>
              </a:rPr>
              <a:t>Vāco</a:t>
            </a:r>
            <a:r>
              <a:rPr lang="en-US" b="1" dirty="0" smtClean="0">
                <a:latin typeface="URW Palladio IT" pitchFamily="2" charset="0"/>
              </a:rPr>
              <a:t> </a:t>
            </a:r>
            <a:r>
              <a:rPr lang="en-US" b="1" dirty="0" err="1" smtClean="0">
                <a:latin typeface="URW Palladio IT" pitchFamily="2" charset="0"/>
              </a:rPr>
              <a:t>vibhānti</a:t>
            </a:r>
            <a:r>
              <a:rPr lang="en-US" b="1" dirty="0" smtClean="0">
                <a:latin typeface="URW Palladio IT" pitchFamily="2" charset="0"/>
              </a:rPr>
              <a:t> </a:t>
            </a:r>
            <a:r>
              <a:rPr lang="en-US" b="1" dirty="0" err="1" smtClean="0">
                <a:latin typeface="URW Palladio IT" pitchFamily="2" charset="0"/>
              </a:rPr>
              <a:t>nikhilā</a:t>
            </a:r>
            <a:r>
              <a:rPr lang="en-US" b="1" dirty="0" smtClean="0">
                <a:latin typeface="URW Palladio IT" pitchFamily="2" charset="0"/>
              </a:rPr>
              <a:t> </a:t>
            </a:r>
            <a:r>
              <a:rPr lang="en-US" b="1" dirty="0" err="1" smtClean="0">
                <a:latin typeface="URW Palladio IT" pitchFamily="2" charset="0"/>
              </a:rPr>
              <a:t>yadanugraheṇa</a:t>
            </a:r>
            <a:r>
              <a:rPr lang="en-US" b="1" dirty="0" smtClean="0">
                <a:latin typeface="URW Palladio IT" pitchFamily="2" charset="0"/>
              </a:rPr>
              <a:t> ||</a:t>
            </a:r>
          </a:p>
          <a:p>
            <a:pPr algn="ctr">
              <a:lnSpc>
                <a:spcPct val="115000"/>
              </a:lnSpc>
              <a:buFont typeface="Arial" charset="0"/>
              <a:buNone/>
            </a:pPr>
            <a:r>
              <a:rPr lang="kn-IN" b="1" dirty="0" smtClean="0">
                <a:solidFill>
                  <a:srgbClr val="000000"/>
                </a:solidFill>
                <a:ea typeface="Calibri" pitchFamily="34" charset="0"/>
              </a:rPr>
              <a:t>ಪ್ರಾತರ್ಭಜಾಮಿ ಮನಸೋ ವಚಸಾಮಗಮ್ಯಂ</a:t>
            </a:r>
            <a:r>
              <a:rPr lang="en-CA" b="1" dirty="0" smtClean="0">
                <a:solidFill>
                  <a:srgbClr val="000000"/>
                </a:solidFill>
                <a:cs typeface="Calibri" pitchFamily="34" charset="0"/>
              </a:rPr>
              <a:t> </a:t>
            </a:r>
            <a:r>
              <a:rPr lang="kn-IN" b="1" dirty="0" smtClean="0">
                <a:solidFill>
                  <a:srgbClr val="000000"/>
                </a:solidFill>
                <a:ea typeface="Tunga" pitchFamily="2"/>
              </a:rPr>
              <a:t>|</a:t>
            </a:r>
          </a:p>
          <a:p>
            <a:pPr algn="ctr">
              <a:spcAft>
                <a:spcPts val="1200"/>
              </a:spcAft>
              <a:buNone/>
            </a:pPr>
            <a:r>
              <a:rPr lang="kn-IN" b="1" dirty="0" smtClean="0">
                <a:solidFill>
                  <a:srgbClr val="000000"/>
                </a:solidFill>
                <a:ea typeface="Tunga" pitchFamily="2"/>
              </a:rPr>
              <a:t>ವಾಚೋ ವಿಭಾನ್ತಿ ನಿಖಿಲಾ ಯದನುಗ್ರಹೇಣ ||</a:t>
            </a:r>
            <a:endParaRPr lang="en-US" b="1" dirty="0" smtClean="0">
              <a:latin typeface="URW Palladio IT" pitchFamily="2" charset="0"/>
            </a:endParaRPr>
          </a:p>
          <a:p>
            <a:pPr algn="ctr">
              <a:buFont typeface="Wingdings 2" pitchFamily="18" charset="2"/>
              <a:buNone/>
            </a:pPr>
            <a:r>
              <a:rPr lang="en-CA" sz="2399" dirty="0">
                <a:latin typeface="Times New Roman" pitchFamily="18" charset="0"/>
                <a:cs typeface="Times New Roman" pitchFamily="18" charset="0"/>
              </a:rPr>
              <a:t>I worship in the morning that which is inaccessible to</a:t>
            </a:r>
          </a:p>
          <a:p>
            <a:pPr algn="ctr">
              <a:buFont typeface="Wingdings 2" pitchFamily="18" charset="2"/>
              <a:buNone/>
            </a:pPr>
            <a:r>
              <a:rPr lang="en-CA" sz="2399" dirty="0">
                <a:latin typeface="Times New Roman" pitchFamily="18" charset="0"/>
                <a:cs typeface="Times New Roman" pitchFamily="18" charset="0"/>
              </a:rPr>
              <a:t>mind and speech, that by whose blessing the faculty</a:t>
            </a:r>
          </a:p>
          <a:p>
            <a:pPr algn="ctr">
              <a:buFont typeface="Wingdings 2" pitchFamily="18" charset="2"/>
              <a:buNone/>
            </a:pPr>
            <a:r>
              <a:rPr lang="en-CA" sz="2399" dirty="0">
                <a:latin typeface="Times New Roman" pitchFamily="18" charset="0"/>
                <a:cs typeface="Times New Roman" pitchFamily="18" charset="0"/>
              </a:rPr>
              <a:t>of speech shines forth…</a:t>
            </a:r>
            <a:endParaRPr lang="en-US" sz="2399" dirty="0">
              <a:latin typeface="GITA1" pitchFamily="2" charset="0"/>
            </a:endParaRPr>
          </a:p>
        </p:txBody>
      </p:sp>
    </p:spTree>
    <p:extLst>
      <p:ext uri="{BB962C8B-B14F-4D97-AF65-F5344CB8AC3E}">
        <p14:creationId xmlns:p14="http://schemas.microsoft.com/office/powerpoint/2010/main" val="136900654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Content Placeholder 2"/>
          <p:cNvSpPr>
            <a:spLocks noGrp="1"/>
          </p:cNvSpPr>
          <p:nvPr>
            <p:ph idx="1"/>
          </p:nvPr>
        </p:nvSpPr>
        <p:spPr>
          <a:xfrm>
            <a:off x="177" y="152495"/>
            <a:ext cx="12191647" cy="6705406"/>
          </a:xfrm>
        </p:spPr>
        <p:txBody>
          <a:bodyPr/>
          <a:lstStyle/>
          <a:p>
            <a:pPr algn="ctr" eaLnBrk="1" hangingPunct="1">
              <a:buFont typeface="Wingdings 2" pitchFamily="18" charset="2"/>
              <a:buNone/>
            </a:pPr>
            <a:r>
              <a:rPr lang="hi-IN" sz="4000" b="1" dirty="0">
                <a:latin typeface="Sanskrit 2003" pitchFamily="2" charset="-78"/>
                <a:cs typeface="Sanskrit 2003" pitchFamily="2" charset="-78"/>
              </a:rPr>
              <a:t>यन्नेति नेति वचनैर्निगमा अवोचुः</a:t>
            </a:r>
            <a:r>
              <a:rPr lang="en-US" sz="4000" b="1" dirty="0">
                <a:latin typeface="Sanskrit 2003" pitchFamily="2" charset="-78"/>
                <a:cs typeface="Sanskrit 2003" pitchFamily="2" charset="-78"/>
              </a:rPr>
              <a:t> </a:t>
            </a:r>
            <a:r>
              <a:rPr lang="hi-IN" sz="4000" b="1" dirty="0">
                <a:latin typeface="Sanskrit 2003" pitchFamily="2" charset="-78"/>
                <a:cs typeface="Sanskrit 2003" pitchFamily="2" charset="-78"/>
              </a:rPr>
              <a:t>।</a:t>
            </a:r>
          </a:p>
          <a:p>
            <a:pPr algn="ctr" eaLnBrk="1" hangingPunct="1">
              <a:spcAft>
                <a:spcPts val="600"/>
              </a:spcAft>
              <a:buNone/>
            </a:pPr>
            <a:r>
              <a:rPr lang="hi-IN" sz="4000" b="1" dirty="0">
                <a:latin typeface="Sanskrit 2003" pitchFamily="2" charset="-78"/>
                <a:cs typeface="Sanskrit 2003" pitchFamily="2" charset="-78"/>
              </a:rPr>
              <a:t>तं देवदेवमजमच्युतमाहुरग्र्यम्</a:t>
            </a:r>
            <a:r>
              <a:rPr lang="en-US" sz="4000" b="1" dirty="0">
                <a:latin typeface="Sanskrit 2003" pitchFamily="2" charset="-78"/>
                <a:cs typeface="Sanskrit 2003" pitchFamily="2" charset="-78"/>
              </a:rPr>
              <a:t> </a:t>
            </a:r>
            <a:r>
              <a:rPr lang="hi-IN" sz="4000" b="1" dirty="0">
                <a:latin typeface="Sanskrit 2003" pitchFamily="2" charset="-78"/>
                <a:cs typeface="Sanskrit 2003" pitchFamily="2" charset="-78"/>
              </a:rPr>
              <a:t>॥२॥</a:t>
            </a:r>
            <a:endParaRPr lang="en-US" sz="4000" b="1" dirty="0">
              <a:latin typeface="URW Palladio ITU" pitchFamily="2" charset="0"/>
            </a:endParaRPr>
          </a:p>
          <a:p>
            <a:pPr algn="ctr" eaLnBrk="1" hangingPunct="1">
              <a:buFont typeface="Wingdings 2" pitchFamily="18" charset="2"/>
              <a:buNone/>
            </a:pPr>
            <a:r>
              <a:rPr lang="en-US" b="1" dirty="0" smtClean="0">
                <a:latin typeface="URW Palladio IT" pitchFamily="2" charset="0"/>
              </a:rPr>
              <a:t>Yan </a:t>
            </a:r>
            <a:r>
              <a:rPr lang="en-US" b="1" dirty="0" err="1" smtClean="0">
                <a:latin typeface="URW Palladio IT" pitchFamily="2" charset="0"/>
              </a:rPr>
              <a:t>neti</a:t>
            </a:r>
            <a:r>
              <a:rPr lang="en-US" b="1" dirty="0" smtClean="0">
                <a:latin typeface="URW Palladio IT" pitchFamily="2" charset="0"/>
              </a:rPr>
              <a:t> </a:t>
            </a:r>
            <a:r>
              <a:rPr lang="en-US" b="1" dirty="0" err="1" smtClean="0">
                <a:latin typeface="URW Palladio IT" pitchFamily="2" charset="0"/>
              </a:rPr>
              <a:t>neti</a:t>
            </a:r>
            <a:r>
              <a:rPr lang="en-US" b="1" dirty="0" smtClean="0">
                <a:latin typeface="URW Palladio IT" pitchFamily="2" charset="0"/>
              </a:rPr>
              <a:t> </a:t>
            </a:r>
            <a:r>
              <a:rPr lang="en-US" b="1" dirty="0" err="1" smtClean="0">
                <a:latin typeface="URW Palladio IT" pitchFamily="2" charset="0"/>
              </a:rPr>
              <a:t>vacanair</a:t>
            </a:r>
            <a:r>
              <a:rPr lang="en-US" b="1" dirty="0" smtClean="0">
                <a:latin typeface="URW Palladio IT" pitchFamily="2" charset="0"/>
              </a:rPr>
              <a:t> </a:t>
            </a:r>
            <a:r>
              <a:rPr lang="en-US" b="1" dirty="0" err="1" smtClean="0">
                <a:latin typeface="URW Palladio IT" pitchFamily="2" charset="0"/>
              </a:rPr>
              <a:t>nigamā</a:t>
            </a:r>
            <a:r>
              <a:rPr lang="en-US" b="1" dirty="0" smtClean="0">
                <a:latin typeface="URW Palladio IT" pitchFamily="2" charset="0"/>
              </a:rPr>
              <a:t> </a:t>
            </a:r>
            <a:r>
              <a:rPr lang="en-US" b="1" dirty="0" err="1" smtClean="0">
                <a:latin typeface="URW Palladio IT" pitchFamily="2" charset="0"/>
              </a:rPr>
              <a:t>avocuḥ</a:t>
            </a:r>
            <a:r>
              <a:rPr lang="en-US" b="1" dirty="0" smtClean="0">
                <a:latin typeface="URW Palladio IT" pitchFamily="2" charset="0"/>
              </a:rPr>
              <a:t> |</a:t>
            </a:r>
          </a:p>
          <a:p>
            <a:pPr algn="ctr" eaLnBrk="1" hangingPunct="1">
              <a:spcAft>
                <a:spcPts val="600"/>
              </a:spcAft>
              <a:buNone/>
            </a:pPr>
            <a:r>
              <a:rPr lang="en-US" b="1" dirty="0" err="1" smtClean="0">
                <a:latin typeface="URW Palladio IT" pitchFamily="2" charset="0"/>
              </a:rPr>
              <a:t>Taṁ</a:t>
            </a:r>
            <a:r>
              <a:rPr lang="en-US" b="1" dirty="0" smtClean="0">
                <a:latin typeface="URW Palladio IT" pitchFamily="2" charset="0"/>
              </a:rPr>
              <a:t> </a:t>
            </a:r>
            <a:r>
              <a:rPr lang="en-US" b="1" dirty="0" err="1" smtClean="0">
                <a:latin typeface="URW Palladio IT" pitchFamily="2" charset="0"/>
              </a:rPr>
              <a:t>devadevamajamacyutamāhuragryam</a:t>
            </a:r>
            <a:r>
              <a:rPr lang="en-US" b="1" dirty="0" smtClean="0">
                <a:latin typeface="URW Palladio IT" pitchFamily="2" charset="0"/>
              </a:rPr>
              <a:t> ||2||</a:t>
            </a:r>
          </a:p>
          <a:p>
            <a:pPr algn="ctr">
              <a:lnSpc>
                <a:spcPct val="115000"/>
              </a:lnSpc>
              <a:buFont typeface="Arial" charset="0"/>
              <a:buNone/>
            </a:pPr>
            <a:r>
              <a:rPr lang="kn-IN" b="1" dirty="0" smtClean="0">
                <a:solidFill>
                  <a:srgbClr val="000000"/>
                </a:solidFill>
                <a:ea typeface="Calibri" pitchFamily="34" charset="0"/>
              </a:rPr>
              <a:t>ಯನ್ನೇತಿ ನೇತಿ ವಚನೈರ್ನಿಗಮಾ ಅವೋಚುಃ</a:t>
            </a:r>
            <a:r>
              <a:rPr lang="en-CA" b="1" dirty="0" smtClean="0">
                <a:solidFill>
                  <a:srgbClr val="000000"/>
                </a:solidFill>
                <a:cs typeface="Calibri" pitchFamily="34" charset="0"/>
              </a:rPr>
              <a:t> </a:t>
            </a:r>
            <a:r>
              <a:rPr lang="kn-IN" b="1" dirty="0" smtClean="0">
                <a:solidFill>
                  <a:srgbClr val="000000"/>
                </a:solidFill>
                <a:ea typeface="Tunga" pitchFamily="2"/>
              </a:rPr>
              <a:t>|</a:t>
            </a:r>
          </a:p>
          <a:p>
            <a:pPr algn="ctr">
              <a:spcAft>
                <a:spcPts val="600"/>
              </a:spcAft>
              <a:buNone/>
            </a:pPr>
            <a:r>
              <a:rPr lang="kn-IN" b="1" dirty="0" smtClean="0">
                <a:solidFill>
                  <a:srgbClr val="000000"/>
                </a:solidFill>
                <a:ea typeface="Tunga" pitchFamily="2"/>
              </a:rPr>
              <a:t>ತಂ ದೇವದೇವಂ</a:t>
            </a:r>
            <a:r>
              <a:rPr lang="en-CA" b="1" dirty="0" smtClean="0">
                <a:solidFill>
                  <a:srgbClr val="000000"/>
                </a:solidFill>
                <a:cs typeface="Calibri" pitchFamily="34" charset="0"/>
              </a:rPr>
              <a:t> </a:t>
            </a:r>
            <a:r>
              <a:rPr lang="kn-IN" b="1" dirty="0" smtClean="0">
                <a:solidFill>
                  <a:srgbClr val="000000"/>
                </a:solidFill>
                <a:ea typeface="Tunga" pitchFamily="2"/>
              </a:rPr>
              <a:t>ಅಜಮಚ್ಯುತಮಾಹುರಗ್ರ್ಯಮ್ ||೨||</a:t>
            </a:r>
            <a:endParaRPr lang="en-US" b="1" dirty="0" smtClean="0">
              <a:latin typeface="BRH Kannada Extra" pitchFamily="2" charset="0"/>
            </a:endParaRPr>
          </a:p>
          <a:p>
            <a:pPr algn="ctr">
              <a:buFont typeface="Wingdings 2" pitchFamily="18" charset="2"/>
              <a:buNone/>
            </a:pPr>
            <a:r>
              <a:rPr lang="en-CA" sz="2399" dirty="0">
                <a:latin typeface="Times New Roman" pitchFamily="18" charset="0"/>
                <a:cs typeface="Times New Roman" pitchFamily="18" charset="0"/>
              </a:rPr>
              <a:t>I worship that... which is described in the Upanishads</a:t>
            </a:r>
          </a:p>
          <a:p>
            <a:pPr algn="ctr">
              <a:buFont typeface="Wingdings 2" pitchFamily="18" charset="2"/>
              <a:buNone/>
            </a:pPr>
            <a:r>
              <a:rPr lang="en-CA" sz="2399" dirty="0">
                <a:latin typeface="Times New Roman" pitchFamily="18" charset="0"/>
                <a:cs typeface="Times New Roman" pitchFamily="18" charset="0"/>
              </a:rPr>
              <a:t>by the words 'not this, not this', that supremely effulgent</a:t>
            </a:r>
          </a:p>
          <a:p>
            <a:pPr algn="ctr">
              <a:buFont typeface="Wingdings 2" pitchFamily="18" charset="2"/>
              <a:buNone/>
            </a:pPr>
            <a:r>
              <a:rPr lang="en-CA" sz="2399" dirty="0">
                <a:latin typeface="Times New Roman" pitchFamily="18" charset="0"/>
                <a:cs typeface="Times New Roman" pitchFamily="18" charset="0"/>
              </a:rPr>
              <a:t>Being which is spoken of (in the Vedas) as unborn,</a:t>
            </a:r>
          </a:p>
          <a:p>
            <a:pPr algn="ctr">
              <a:buFont typeface="Wingdings 2" pitchFamily="18" charset="2"/>
              <a:buNone/>
            </a:pPr>
            <a:r>
              <a:rPr lang="en-CA" sz="2399" dirty="0">
                <a:latin typeface="Times New Roman" pitchFamily="18" charset="0"/>
                <a:cs typeface="Times New Roman" pitchFamily="18" charset="0"/>
              </a:rPr>
              <a:t>infallible, and the highest</a:t>
            </a:r>
            <a:endParaRPr lang="en-US" sz="2399" dirty="0">
              <a:latin typeface="Times New Roman" pitchFamily="18" charset="0"/>
              <a:cs typeface="Times New Roman" pitchFamily="18" charset="0"/>
            </a:endParaRPr>
          </a:p>
          <a:p>
            <a:pPr algn="ctr" eaLnBrk="1" hangingPunct="1">
              <a:buFont typeface="Wingdings 2" pitchFamily="18" charset="2"/>
              <a:buNone/>
            </a:pPr>
            <a:endParaRPr lang="en-US" sz="1200" b="1" dirty="0">
              <a:latin typeface="GITA1" pitchFamily="2" charset="0"/>
            </a:endParaRPr>
          </a:p>
        </p:txBody>
      </p:sp>
    </p:spTree>
    <p:extLst>
      <p:ext uri="{BB962C8B-B14F-4D97-AF65-F5344CB8AC3E}">
        <p14:creationId xmlns:p14="http://schemas.microsoft.com/office/powerpoint/2010/main" val="55732370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Content Placeholder 2"/>
          <p:cNvSpPr>
            <a:spLocks noGrp="1"/>
          </p:cNvSpPr>
          <p:nvPr>
            <p:ph idx="1"/>
          </p:nvPr>
        </p:nvSpPr>
        <p:spPr>
          <a:xfrm>
            <a:off x="177" y="99"/>
            <a:ext cx="12191647" cy="6857802"/>
          </a:xfrm>
        </p:spPr>
        <p:txBody>
          <a:bodyPr/>
          <a:lstStyle/>
          <a:p>
            <a:pPr algn="ctr" eaLnBrk="1" hangingPunct="1">
              <a:buFont typeface="Wingdings 2" pitchFamily="18" charset="2"/>
              <a:buNone/>
            </a:pPr>
            <a:endParaRPr lang="en-US" sz="133" b="1" dirty="0">
              <a:latin typeface="GITA1" pitchFamily="2" charset="0"/>
            </a:endParaRPr>
          </a:p>
          <a:p>
            <a:pPr algn="ctr" eaLnBrk="1" hangingPunct="1">
              <a:buFont typeface="Wingdings 2" pitchFamily="18" charset="2"/>
              <a:buNone/>
            </a:pPr>
            <a:r>
              <a:rPr lang="hi-IN" sz="4000" b="1" dirty="0">
                <a:latin typeface="Sanskrit 99" pitchFamily="2" charset="0"/>
                <a:cs typeface="Sanskrit 2003" pitchFamily="2" charset="-78"/>
              </a:rPr>
              <a:t>प्रातर्नमामि</a:t>
            </a:r>
            <a:r>
              <a:rPr lang="hi-IN" sz="4000" b="1" dirty="0">
                <a:latin typeface="Sanskrit 2003" pitchFamily="2" charset="-78"/>
                <a:cs typeface="Sanskrit 2003" pitchFamily="2" charset="-78"/>
              </a:rPr>
              <a:t> तमसः </a:t>
            </a:r>
            <a:r>
              <a:rPr lang="en-IN" sz="4000" b="1" dirty="0" err="1">
                <a:latin typeface="Sanskrit 99" pitchFamily="2" charset="0"/>
              </a:rPr>
              <a:t>prmkRv</a:t>
            </a:r>
            <a:r>
              <a:rPr lang="en-IN" sz="4000" b="1" dirty="0">
                <a:latin typeface="Sanskrit 99" pitchFamily="2" charset="0"/>
              </a:rPr>
              <a:t>[</a:t>
            </a:r>
            <a:r>
              <a:rPr lang="en-IN" sz="4000" dirty="0">
                <a:latin typeface="Sanskrit 99" pitchFamily="2" charset="0"/>
              </a:rPr>
              <a:t>¡ </a:t>
            </a:r>
            <a:r>
              <a:rPr lang="hi-IN" sz="4000" b="1" dirty="0">
                <a:latin typeface="Sanskrit 2003" pitchFamily="2" charset="-78"/>
                <a:cs typeface="Sanskrit 2003" pitchFamily="2" charset="-78"/>
              </a:rPr>
              <a:t>।</a:t>
            </a:r>
          </a:p>
          <a:p>
            <a:pPr algn="ctr" eaLnBrk="1" hangingPunct="1">
              <a:spcAft>
                <a:spcPts val="600"/>
              </a:spcAft>
              <a:buNone/>
            </a:pPr>
            <a:r>
              <a:rPr lang="hi-IN" sz="4000" b="1" dirty="0">
                <a:latin typeface="Sanskrit 2003" pitchFamily="2" charset="-78"/>
                <a:cs typeface="Sanskrit 2003" pitchFamily="2" charset="-78"/>
              </a:rPr>
              <a:t>पूर्णं सनातनपदं पुरुषोत्तमाख्यम्</a:t>
            </a:r>
            <a:r>
              <a:rPr lang="en-US" sz="4000" b="1" dirty="0">
                <a:latin typeface="Sanskrit 2003" pitchFamily="2" charset="-78"/>
                <a:cs typeface="Sanskrit 2003" pitchFamily="2" charset="-78"/>
              </a:rPr>
              <a:t> </a:t>
            </a:r>
            <a:r>
              <a:rPr lang="hi-IN" sz="4000" b="1" dirty="0">
                <a:latin typeface="Sanskrit 2003" pitchFamily="2" charset="-78"/>
                <a:cs typeface="Sanskrit 2003" pitchFamily="2" charset="-78"/>
              </a:rPr>
              <a:t>।।</a:t>
            </a:r>
          </a:p>
          <a:p>
            <a:pPr algn="ctr" eaLnBrk="1" hangingPunct="1">
              <a:buFont typeface="Wingdings 2" pitchFamily="18" charset="2"/>
              <a:buNone/>
            </a:pPr>
            <a:r>
              <a:rPr lang="en-US" b="1" dirty="0" err="1" smtClean="0">
                <a:latin typeface="URW Palladio IT" pitchFamily="2" charset="0"/>
              </a:rPr>
              <a:t>Prātarnamāmi</a:t>
            </a:r>
            <a:r>
              <a:rPr lang="en-US" b="1" dirty="0" smtClean="0">
                <a:latin typeface="URW Palladio IT" pitchFamily="2" charset="0"/>
              </a:rPr>
              <a:t> </a:t>
            </a:r>
            <a:r>
              <a:rPr lang="en-US" b="1" dirty="0" err="1" smtClean="0">
                <a:latin typeface="URW Palladio IT" pitchFamily="2" charset="0"/>
              </a:rPr>
              <a:t>tamasaḥ</a:t>
            </a:r>
            <a:r>
              <a:rPr lang="en-US" b="1" dirty="0" smtClean="0">
                <a:latin typeface="URW Palladio IT" pitchFamily="2" charset="0"/>
              </a:rPr>
              <a:t> </a:t>
            </a:r>
            <a:r>
              <a:rPr lang="en-US" b="1" dirty="0" err="1" smtClean="0">
                <a:latin typeface="URW Palladio IT" pitchFamily="2" charset="0"/>
              </a:rPr>
              <a:t>paramarkavarṇaṁ</a:t>
            </a:r>
            <a:r>
              <a:rPr lang="en-US" b="1" dirty="0" smtClean="0">
                <a:latin typeface="URW Palladio IT" pitchFamily="2" charset="0"/>
              </a:rPr>
              <a:t> |</a:t>
            </a:r>
          </a:p>
          <a:p>
            <a:pPr algn="ctr" eaLnBrk="1" hangingPunct="1">
              <a:spcAft>
                <a:spcPts val="1200"/>
              </a:spcAft>
              <a:buNone/>
            </a:pPr>
            <a:r>
              <a:rPr lang="en-US" b="1" dirty="0" err="1" smtClean="0">
                <a:latin typeface="URW Palladio IT" pitchFamily="2" charset="0"/>
              </a:rPr>
              <a:t>Pūrṇaṁ</a:t>
            </a:r>
            <a:r>
              <a:rPr lang="en-US" b="1" dirty="0" smtClean="0">
                <a:latin typeface="URW Palladio IT" pitchFamily="2" charset="0"/>
              </a:rPr>
              <a:t> </a:t>
            </a:r>
            <a:r>
              <a:rPr lang="en-US" b="1" dirty="0" err="1" smtClean="0">
                <a:latin typeface="URW Palladio IT" pitchFamily="2" charset="0"/>
              </a:rPr>
              <a:t>sanātanapadaṁ</a:t>
            </a:r>
            <a:r>
              <a:rPr lang="en-US" b="1" dirty="0" smtClean="0">
                <a:latin typeface="URW Palladio IT" pitchFamily="2" charset="0"/>
              </a:rPr>
              <a:t> </a:t>
            </a:r>
            <a:r>
              <a:rPr lang="en-US" b="1" dirty="0" err="1" smtClean="0">
                <a:latin typeface="URW Palladio IT" pitchFamily="2" charset="0"/>
              </a:rPr>
              <a:t>puruṣottamākhyam</a:t>
            </a:r>
            <a:r>
              <a:rPr lang="en-US" b="1" dirty="0" smtClean="0">
                <a:latin typeface="URW Palladio IT" pitchFamily="2" charset="0"/>
              </a:rPr>
              <a:t> ||</a:t>
            </a:r>
          </a:p>
          <a:p>
            <a:pPr algn="ctr">
              <a:lnSpc>
                <a:spcPct val="115000"/>
              </a:lnSpc>
              <a:buFont typeface="Arial" charset="0"/>
              <a:buNone/>
            </a:pPr>
            <a:r>
              <a:rPr lang="kn-IN" b="1" dirty="0" smtClean="0">
                <a:solidFill>
                  <a:srgbClr val="000000"/>
                </a:solidFill>
                <a:ea typeface="Calibri" pitchFamily="34" charset="0"/>
              </a:rPr>
              <a:t>ಪ್ರಾತರ್ನಮಾಮಿ ತಮಸಃ ಪರಮರ್ಕವರ್ಣಂ</a:t>
            </a:r>
            <a:r>
              <a:rPr lang="en-CA" b="1" dirty="0" smtClean="0">
                <a:solidFill>
                  <a:srgbClr val="000000"/>
                </a:solidFill>
                <a:cs typeface="Calibri" pitchFamily="34" charset="0"/>
              </a:rPr>
              <a:t> </a:t>
            </a:r>
            <a:r>
              <a:rPr lang="kn-IN" b="1" dirty="0" smtClean="0">
                <a:solidFill>
                  <a:srgbClr val="000000"/>
                </a:solidFill>
                <a:ea typeface="Tunga" pitchFamily="2"/>
              </a:rPr>
              <a:t>|</a:t>
            </a:r>
          </a:p>
          <a:p>
            <a:pPr algn="ctr">
              <a:spcAft>
                <a:spcPts val="1200"/>
              </a:spcAft>
              <a:buNone/>
            </a:pPr>
            <a:r>
              <a:rPr lang="kn-IN" b="1" dirty="0" smtClean="0">
                <a:solidFill>
                  <a:srgbClr val="000000"/>
                </a:solidFill>
                <a:ea typeface="Tunga" pitchFamily="2"/>
              </a:rPr>
              <a:t>ಪೂರ್ಣಂ ಸನಾತನಪದಂ ಪುರುಷೋತ್ತಮಾಖ್ಯಮ್ ||</a:t>
            </a:r>
            <a:endParaRPr lang="en-US" b="1" dirty="0" smtClean="0">
              <a:latin typeface="URW Palladio IT" pitchFamily="2" charset="0"/>
            </a:endParaRPr>
          </a:p>
          <a:p>
            <a:pPr algn="ctr">
              <a:buFont typeface="Wingdings 2" pitchFamily="18" charset="2"/>
              <a:buNone/>
            </a:pPr>
            <a:r>
              <a:rPr lang="en-CA" sz="2399" dirty="0">
                <a:latin typeface="Times New Roman" pitchFamily="18" charset="0"/>
                <a:cs typeface="Times New Roman" pitchFamily="18" charset="0"/>
              </a:rPr>
              <a:t>I salute in the morning to that which is resplendent like the sun, which is beyond darkness (ignorance), which is complete, which is the eternal abode, which is known as the supreme </a:t>
            </a:r>
            <a:r>
              <a:rPr lang="en-CA" sz="2399" dirty="0" err="1">
                <a:latin typeface="Times New Roman" pitchFamily="18" charset="0"/>
                <a:cs typeface="Times New Roman" pitchFamily="18" charset="0"/>
              </a:rPr>
              <a:t>Purusha</a:t>
            </a:r>
            <a:r>
              <a:rPr lang="en-CA" sz="2399" dirty="0">
                <a:latin typeface="Times New Roman" pitchFamily="18" charset="0"/>
                <a:cs typeface="Times New Roman" pitchFamily="18" charset="0"/>
              </a:rPr>
              <a:t>…</a:t>
            </a:r>
            <a:endParaRPr lang="en-US" sz="2399" dirty="0">
              <a:latin typeface="Times New Roman" pitchFamily="18" charset="0"/>
              <a:cs typeface="Times New Roman" pitchFamily="18" charset="0"/>
            </a:endParaRPr>
          </a:p>
          <a:p>
            <a:pPr algn="ctr" eaLnBrk="1" hangingPunct="1">
              <a:buFont typeface="Wingdings 2" pitchFamily="18" charset="2"/>
              <a:buNone/>
            </a:pPr>
            <a:endParaRPr lang="en-US" b="1" dirty="0" smtClean="0">
              <a:latin typeface="URW Palladio ITU" pitchFamily="2" charset="0"/>
            </a:endParaRPr>
          </a:p>
        </p:txBody>
      </p:sp>
    </p:spTree>
    <p:extLst>
      <p:ext uri="{BB962C8B-B14F-4D97-AF65-F5344CB8AC3E}">
        <p14:creationId xmlns:p14="http://schemas.microsoft.com/office/powerpoint/2010/main" val="35610181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Content Placeholder 2"/>
          <p:cNvSpPr>
            <a:spLocks noGrp="1"/>
          </p:cNvSpPr>
          <p:nvPr>
            <p:ph idx="1"/>
          </p:nvPr>
        </p:nvSpPr>
        <p:spPr>
          <a:xfrm>
            <a:off x="177" y="228693"/>
            <a:ext cx="12191647" cy="6629209"/>
          </a:xfrm>
        </p:spPr>
        <p:txBody>
          <a:bodyPr/>
          <a:lstStyle/>
          <a:p>
            <a:pPr algn="ctr" eaLnBrk="1" hangingPunct="1">
              <a:buFont typeface="Wingdings 2" pitchFamily="18" charset="2"/>
              <a:buNone/>
            </a:pPr>
            <a:r>
              <a:rPr lang="en-IN" sz="4000" b="1" dirty="0" err="1">
                <a:latin typeface="Sanskrit 99" pitchFamily="2" charset="0"/>
              </a:rPr>
              <a:t>yiSmiÚd</a:t>
            </a:r>
            <a:r>
              <a:rPr lang="en-IN" sz="4000" b="1" dirty="0">
                <a:latin typeface="Sanskrit 99" pitchFamily="2" charset="0"/>
              </a:rPr>
              <a:t>&lt; </a:t>
            </a:r>
            <a:r>
              <a:rPr lang="hi-IN" sz="4000" b="1" dirty="0">
                <a:latin typeface="Sanskrit 2003" pitchFamily="2" charset="-78"/>
                <a:cs typeface="Sanskrit 2003" pitchFamily="2" charset="-78"/>
              </a:rPr>
              <a:t>जगदशेषमशेष मूर्तौ</a:t>
            </a:r>
            <a:r>
              <a:rPr lang="en-US" sz="4000" b="1" dirty="0">
                <a:latin typeface="Sanskrit 2003" pitchFamily="2" charset="-78"/>
                <a:cs typeface="Sanskrit 2003" pitchFamily="2" charset="-78"/>
              </a:rPr>
              <a:t> </a:t>
            </a:r>
            <a:r>
              <a:rPr lang="hi-IN" sz="4000" b="1" dirty="0">
                <a:latin typeface="Sanskrit 2003" pitchFamily="2" charset="-78"/>
                <a:cs typeface="Sanskrit 2003" pitchFamily="2" charset="-78"/>
              </a:rPr>
              <a:t>।</a:t>
            </a:r>
          </a:p>
          <a:p>
            <a:pPr algn="ctr" eaLnBrk="1" hangingPunct="1">
              <a:spcAft>
                <a:spcPts val="1200"/>
              </a:spcAft>
              <a:buNone/>
            </a:pPr>
            <a:r>
              <a:rPr lang="hi-IN" sz="4000" b="1" dirty="0">
                <a:latin typeface="Sanskrit 2003" pitchFamily="2" charset="-78"/>
                <a:cs typeface="Sanskrit 2003" pitchFamily="2" charset="-78"/>
              </a:rPr>
              <a:t>रज्ज्वां भुजङ्गम इव प्रतिभासितं वै</a:t>
            </a:r>
            <a:r>
              <a:rPr lang="en-US" sz="4000" b="1" dirty="0">
                <a:latin typeface="Sanskrit 2003" pitchFamily="2" charset="-78"/>
                <a:cs typeface="Sanskrit 2003" pitchFamily="2" charset="-78"/>
              </a:rPr>
              <a:t> </a:t>
            </a:r>
            <a:r>
              <a:rPr lang="hi-IN" sz="4000" b="1" dirty="0">
                <a:latin typeface="Sanskrit 2003" pitchFamily="2" charset="-78"/>
                <a:cs typeface="Sanskrit 2003" pitchFamily="2" charset="-78"/>
              </a:rPr>
              <a:t>॥३॥</a:t>
            </a:r>
            <a:endParaRPr lang="en-US" sz="4000" b="1" dirty="0">
              <a:latin typeface="URW Palladio ITU" pitchFamily="2" charset="0"/>
            </a:endParaRPr>
          </a:p>
          <a:p>
            <a:pPr algn="ctr" eaLnBrk="1" hangingPunct="1">
              <a:buFont typeface="Wingdings 2" pitchFamily="18" charset="2"/>
              <a:buNone/>
            </a:pPr>
            <a:r>
              <a:rPr lang="en-US" b="1" dirty="0" err="1" smtClean="0">
                <a:latin typeface="URW Palladio IT" pitchFamily="2" charset="0"/>
              </a:rPr>
              <a:t>Yasminnidaṁ</a:t>
            </a:r>
            <a:r>
              <a:rPr lang="en-US" b="1" dirty="0" smtClean="0">
                <a:latin typeface="URW Palladio IT" pitchFamily="2" charset="0"/>
              </a:rPr>
              <a:t> </a:t>
            </a:r>
            <a:r>
              <a:rPr lang="en-US" b="1" dirty="0" err="1" smtClean="0">
                <a:latin typeface="URW Palladio IT" pitchFamily="2" charset="0"/>
              </a:rPr>
              <a:t>jagadaśeṣamaśeṣa</a:t>
            </a:r>
            <a:r>
              <a:rPr lang="en-US" b="1" dirty="0" smtClean="0">
                <a:latin typeface="URW Palladio IT" pitchFamily="2" charset="0"/>
              </a:rPr>
              <a:t> </a:t>
            </a:r>
            <a:r>
              <a:rPr lang="en-US" b="1" dirty="0" err="1" smtClean="0">
                <a:latin typeface="URW Palladio IT" pitchFamily="2" charset="0"/>
              </a:rPr>
              <a:t>mūrtau</a:t>
            </a:r>
            <a:r>
              <a:rPr lang="en-US" b="1" dirty="0" smtClean="0">
                <a:latin typeface="URW Palladio IT" pitchFamily="2" charset="0"/>
              </a:rPr>
              <a:t>|</a:t>
            </a:r>
          </a:p>
          <a:p>
            <a:pPr algn="ctr" eaLnBrk="1" hangingPunct="1">
              <a:spcAft>
                <a:spcPts val="1799"/>
              </a:spcAft>
              <a:buNone/>
            </a:pPr>
            <a:r>
              <a:rPr lang="en-US" b="1" dirty="0" err="1" smtClean="0">
                <a:latin typeface="URW Palladio IT" pitchFamily="2" charset="0"/>
              </a:rPr>
              <a:t>Rajjvāṁ</a:t>
            </a:r>
            <a:r>
              <a:rPr lang="en-US" b="1" dirty="0" smtClean="0">
                <a:latin typeface="URW Palladio IT" pitchFamily="2" charset="0"/>
              </a:rPr>
              <a:t> </a:t>
            </a:r>
            <a:r>
              <a:rPr lang="en-US" b="1" dirty="0" err="1" smtClean="0">
                <a:latin typeface="URW Palladio IT" pitchFamily="2" charset="0"/>
              </a:rPr>
              <a:t>bhujaṅgama</a:t>
            </a:r>
            <a:r>
              <a:rPr lang="en-US" b="1" dirty="0" smtClean="0">
                <a:latin typeface="URW Palladio IT" pitchFamily="2" charset="0"/>
              </a:rPr>
              <a:t> </a:t>
            </a:r>
            <a:r>
              <a:rPr lang="en-US" b="1" dirty="0" err="1" smtClean="0">
                <a:latin typeface="URW Palladio IT" pitchFamily="2" charset="0"/>
              </a:rPr>
              <a:t>iva</a:t>
            </a:r>
            <a:r>
              <a:rPr lang="en-US" b="1" dirty="0" smtClean="0">
                <a:latin typeface="URW Palladio IT" pitchFamily="2" charset="0"/>
              </a:rPr>
              <a:t> </a:t>
            </a:r>
            <a:r>
              <a:rPr lang="en-US" b="1" dirty="0" err="1" smtClean="0">
                <a:latin typeface="URW Palladio IT" pitchFamily="2" charset="0"/>
              </a:rPr>
              <a:t>pratibhāsitaṁ</a:t>
            </a:r>
            <a:r>
              <a:rPr lang="en-US" b="1" dirty="0" smtClean="0">
                <a:latin typeface="URW Palladio IT" pitchFamily="2" charset="0"/>
              </a:rPr>
              <a:t> </a:t>
            </a:r>
            <a:r>
              <a:rPr lang="en-US" b="1" dirty="0" err="1" smtClean="0">
                <a:latin typeface="URW Palladio IT" pitchFamily="2" charset="0"/>
              </a:rPr>
              <a:t>vai</a:t>
            </a:r>
            <a:r>
              <a:rPr lang="en-US" b="1" dirty="0" smtClean="0">
                <a:latin typeface="URW Palladio IT" pitchFamily="2" charset="0"/>
              </a:rPr>
              <a:t>||3||</a:t>
            </a:r>
          </a:p>
          <a:p>
            <a:pPr algn="ctr">
              <a:lnSpc>
                <a:spcPct val="115000"/>
              </a:lnSpc>
              <a:buFont typeface="Arial" charset="0"/>
              <a:buNone/>
            </a:pPr>
            <a:r>
              <a:rPr lang="kn-IN" b="1" dirty="0" smtClean="0">
                <a:solidFill>
                  <a:srgbClr val="000000"/>
                </a:solidFill>
                <a:ea typeface="Calibri" pitchFamily="34" charset="0"/>
              </a:rPr>
              <a:t>ಯಸ್ಮಿನ್ನಿದಂ ಜಗದಶೇಷಮಶೇಷಮೂರ್ತೌ</a:t>
            </a:r>
          </a:p>
          <a:p>
            <a:pPr algn="ctr">
              <a:spcAft>
                <a:spcPts val="1200"/>
              </a:spcAft>
              <a:buNone/>
            </a:pPr>
            <a:r>
              <a:rPr lang="kn-IN" b="1" dirty="0" smtClean="0">
                <a:solidFill>
                  <a:srgbClr val="000000"/>
                </a:solidFill>
                <a:ea typeface="Calibri" pitchFamily="34" charset="0"/>
              </a:rPr>
              <a:t>ರಜ್ವಾಂ ಭುಜಙ್ಗಮ ಇವ ಪ್ರತಿಭಾಸಿತಂ ವೈ ||೩||</a:t>
            </a:r>
            <a:endParaRPr lang="en-US" b="1" dirty="0" smtClean="0">
              <a:solidFill>
                <a:srgbClr val="000000"/>
              </a:solidFill>
              <a:ea typeface="Calibri" pitchFamily="34" charset="0"/>
            </a:endParaRPr>
          </a:p>
          <a:p>
            <a:pPr algn="ctr">
              <a:spcAft>
                <a:spcPts val="1200"/>
              </a:spcAft>
              <a:buNone/>
            </a:pPr>
            <a:endParaRPr lang="en-US" b="1" dirty="0" smtClean="0">
              <a:latin typeface="BRH Kannada Extra" pitchFamily="2" charset="0"/>
            </a:endParaRPr>
          </a:p>
          <a:p>
            <a:pPr algn="ctr">
              <a:buFont typeface="Wingdings 2" pitchFamily="18" charset="2"/>
              <a:buNone/>
            </a:pPr>
            <a:r>
              <a:rPr lang="en-CA" sz="2399" dirty="0">
                <a:latin typeface="Times New Roman" pitchFamily="18" charset="0"/>
                <a:cs typeface="Times New Roman" pitchFamily="18" charset="0"/>
              </a:rPr>
              <a:t>I salute that... which is all-inclusive, that in which this entire</a:t>
            </a:r>
          </a:p>
          <a:p>
            <a:pPr algn="ctr">
              <a:buFont typeface="Wingdings 2" pitchFamily="18" charset="2"/>
              <a:buNone/>
            </a:pPr>
            <a:r>
              <a:rPr lang="en-CA" sz="2399" dirty="0">
                <a:latin typeface="Times New Roman" pitchFamily="18" charset="0"/>
                <a:cs typeface="Times New Roman" pitchFamily="18" charset="0"/>
              </a:rPr>
              <a:t>universe appears just as a snake is superimposed on a rope</a:t>
            </a:r>
            <a:endParaRPr lang="en-US" sz="1799" dirty="0">
              <a:latin typeface="URW Palladio ITU" pitchFamily="2" charset="0"/>
            </a:endParaRPr>
          </a:p>
        </p:txBody>
      </p:sp>
    </p:spTree>
    <p:extLst>
      <p:ext uri="{BB962C8B-B14F-4D97-AF65-F5344CB8AC3E}">
        <p14:creationId xmlns:p14="http://schemas.microsoft.com/office/powerpoint/2010/main" val="387556782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2057517" y="5418096"/>
            <a:ext cx="7994419" cy="461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914309" rtl="0" eaLnBrk="1" fontAlgn="base" latinLnBrk="0" hangingPunct="1">
              <a:lnSpc>
                <a:spcPct val="100000"/>
              </a:lnSpc>
              <a:spcBef>
                <a:spcPct val="0"/>
              </a:spcBef>
              <a:spcAft>
                <a:spcPct val="0"/>
              </a:spcAft>
              <a:buClrTx/>
              <a:buSzTx/>
              <a:buFontTx/>
              <a:buNone/>
              <a:tabLst/>
              <a:defRPr/>
            </a:pPr>
            <a:endParaRPr kumimoji="0" lang="en-IN" sz="2399" b="0" i="1" u="none" strike="noStrike" kern="1200" cap="none" spc="0" normalizeH="0" baseline="0" noProof="0" dirty="0">
              <a:ln>
                <a:noFill/>
              </a:ln>
              <a:solidFill>
                <a:srgbClr val="000000"/>
              </a:solidFill>
              <a:effectLst/>
              <a:uLnTx/>
              <a:uFillTx/>
              <a:latin typeface="Palatino Linotype" pitchFamily="18" charset="0"/>
              <a:ea typeface="+mn-ea"/>
              <a:cs typeface="+mn-cs"/>
            </a:endParaRPr>
          </a:p>
        </p:txBody>
      </p:sp>
      <p:sp>
        <p:nvSpPr>
          <p:cNvPr id="5" name="Title 1"/>
          <p:cNvSpPr txBox="1">
            <a:spLocks/>
          </p:cNvSpPr>
          <p:nvPr/>
        </p:nvSpPr>
        <p:spPr bwMode="auto">
          <a:xfrm>
            <a:off x="2286111" y="114"/>
            <a:ext cx="7772175" cy="1469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7" tIns="45719" rIns="91437" bIns="45719"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0" marR="0" lvl="0" indent="0" algn="ctr" defTabSz="914309" rtl="0" eaLnBrk="1" fontAlgn="base" latinLnBrk="0" hangingPunct="1">
              <a:lnSpc>
                <a:spcPct val="100000"/>
              </a:lnSpc>
              <a:spcBef>
                <a:spcPct val="0"/>
              </a:spcBef>
              <a:spcAft>
                <a:spcPct val="0"/>
              </a:spcAft>
              <a:buClrTx/>
              <a:buSzTx/>
              <a:buFontTx/>
              <a:buNone/>
              <a:tabLst/>
              <a:defRPr/>
            </a:pPr>
            <a:endParaRPr kumimoji="0" lang="en-US" sz="5999" b="0" i="0" u="none" strike="noStrike" kern="1200" cap="none" spc="0" normalizeH="0" baseline="0" noProof="0" dirty="0">
              <a:ln>
                <a:noFill/>
              </a:ln>
              <a:solidFill>
                <a:prstClr val="black"/>
              </a:solidFill>
              <a:effectLst/>
              <a:uLnTx/>
              <a:uFillTx/>
              <a:latin typeface="AGaramond Bold" pitchFamily="18" charset="0"/>
              <a:ea typeface="+mj-ea"/>
              <a:cs typeface="+mj-cs"/>
            </a:endParaRPr>
          </a:p>
        </p:txBody>
      </p:sp>
      <p:sp>
        <p:nvSpPr>
          <p:cNvPr id="6" name="Subtitle 2"/>
          <p:cNvSpPr txBox="1">
            <a:spLocks/>
          </p:cNvSpPr>
          <p:nvPr/>
        </p:nvSpPr>
        <p:spPr bwMode="auto">
          <a:xfrm>
            <a:off x="1524133" y="1447858"/>
            <a:ext cx="9143736" cy="5410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7" tIns="45719" rIns="91437" bIns="45719"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154" marR="0" lvl="0" indent="-457154" algn="just" defTabSz="914309" rtl="0" eaLnBrk="0" fontAlgn="base" latinLnBrk="0" hangingPunct="0">
              <a:lnSpc>
                <a:spcPct val="100000"/>
              </a:lnSpc>
              <a:spcBef>
                <a:spcPct val="20000"/>
              </a:spcBef>
              <a:spcAft>
                <a:spcPct val="0"/>
              </a:spcAft>
              <a:buClrTx/>
              <a:buSzTx/>
              <a:buFont typeface="Wingdings" pitchFamily="2" charset="2"/>
              <a:buChar char="§"/>
              <a:tabLst/>
              <a:defRPr/>
            </a:pPr>
            <a:endParaRPr kumimoji="0" lang="en-IN" sz="3200" b="0" i="0" u="none" strike="noStrike" kern="1200" cap="none" spc="0" normalizeH="0" baseline="0" noProof="0" dirty="0">
              <a:ln>
                <a:noFill/>
              </a:ln>
              <a:solidFill>
                <a:prstClr val="black"/>
              </a:solidFill>
              <a:effectLst/>
              <a:uLnTx/>
              <a:uFillTx/>
              <a:latin typeface="Calibri"/>
              <a:ea typeface="+mn-ea"/>
              <a:cs typeface="+mn-cs"/>
            </a:endParaRPr>
          </a:p>
        </p:txBody>
      </p:sp>
      <p:sp>
        <p:nvSpPr>
          <p:cNvPr id="2" name="Rectangle 1"/>
          <p:cNvSpPr/>
          <p:nvPr/>
        </p:nvSpPr>
        <p:spPr>
          <a:xfrm>
            <a:off x="1524148" y="116743"/>
            <a:ext cx="9143734" cy="584752"/>
          </a:xfrm>
          <a:prstGeom prst="rect">
            <a:avLst/>
          </a:prstGeom>
        </p:spPr>
        <p:txBody>
          <a:bodyPr wrap="square">
            <a:spAutoFit/>
          </a:bodyPr>
          <a:lstStyle/>
          <a:p>
            <a:pPr marL="0" marR="0" lvl="0" indent="0" algn="ctr" defTabSz="914309" rtl="0" eaLnBrk="1" fontAlgn="base" latinLnBrk="0" hangingPunct="1">
              <a:lnSpc>
                <a:spcPct val="100000"/>
              </a:lnSpc>
              <a:spcBef>
                <a:spcPct val="0"/>
              </a:spcBef>
              <a:spcAft>
                <a:spcPct val="0"/>
              </a:spcAft>
              <a:buClrTx/>
              <a:buSzTx/>
              <a:buFontTx/>
              <a:buNone/>
              <a:tabLst/>
              <a:defRPr/>
            </a:pPr>
            <a:r>
              <a:rPr kumimoji="0" lang="en-US" altLang="en-US" sz="3200" b="1" i="0" u="sng" strike="noStrike" kern="1200" cap="none" spc="0" normalizeH="0" baseline="0" noProof="0" dirty="0" err="1">
                <a:ln>
                  <a:noFill/>
                </a:ln>
                <a:solidFill>
                  <a:prstClr val="black"/>
                </a:solidFill>
                <a:effectLst/>
                <a:uLnTx/>
                <a:uFillTx/>
                <a:latin typeface="Calibri"/>
                <a:ea typeface="+mn-ea"/>
                <a:cs typeface="Arial" panose="020B0604020202020204" pitchFamily="34" charset="0"/>
              </a:rPr>
              <a:t>Samarasya</a:t>
            </a:r>
            <a:r>
              <a:rPr kumimoji="0" lang="en-US" altLang="en-US" sz="3200" b="1" i="0" u="sng" strike="noStrike" kern="1200" cap="none" spc="0" normalizeH="0" baseline="0" noProof="0" dirty="0">
                <a:ln>
                  <a:noFill/>
                </a:ln>
                <a:solidFill>
                  <a:prstClr val="black"/>
                </a:solidFill>
                <a:effectLst/>
                <a:uLnTx/>
                <a:uFillTx/>
                <a:latin typeface="Calibri"/>
                <a:ea typeface="+mn-ea"/>
                <a:cs typeface="Arial" panose="020B0604020202020204" pitchFamily="34" charset="0"/>
              </a:rPr>
              <a:t> Prayer for Harmony-Rig Veda</a:t>
            </a:r>
            <a:endParaRPr kumimoji="0" lang="en-US" altLang="en-US" sz="3200" b="1" i="0" u="sng" strike="noStrike" kern="1200" cap="none" spc="0" normalizeH="0" baseline="0" noProof="0" dirty="0">
              <a:ln>
                <a:noFill/>
              </a:ln>
              <a:solidFill>
                <a:prstClr val="black"/>
              </a:solidFill>
              <a:effectLst/>
              <a:uLnTx/>
              <a:uFillTx/>
              <a:latin typeface="AGaramond Bold" pitchFamily="18" charset="0"/>
              <a:ea typeface="+mn-ea"/>
              <a:cs typeface="Arial" panose="020B0604020202020204" pitchFamily="34" charset="0"/>
            </a:endParaRPr>
          </a:p>
        </p:txBody>
      </p:sp>
      <p:sp>
        <p:nvSpPr>
          <p:cNvPr id="3" name="Rectangle 2"/>
          <p:cNvSpPr/>
          <p:nvPr/>
        </p:nvSpPr>
        <p:spPr>
          <a:xfrm>
            <a:off x="1524135" y="980815"/>
            <a:ext cx="9143734" cy="6738552"/>
          </a:xfrm>
          <a:prstGeom prst="rect">
            <a:avLst/>
          </a:prstGeom>
        </p:spPr>
        <p:txBody>
          <a:bodyPr wrap="square">
            <a:spAutoFit/>
          </a:bodyPr>
          <a:lstStyle/>
          <a:p>
            <a:pPr marL="0" marR="0" lvl="0" indent="0" algn="ctr" defTabSz="914309" rtl="0" eaLnBrk="1" fontAlgn="auto" latinLnBrk="0" hangingPunct="1">
              <a:lnSpc>
                <a:spcPct val="100000"/>
              </a:lnSpc>
              <a:spcBef>
                <a:spcPts val="0"/>
              </a:spcBef>
              <a:spcAft>
                <a:spcPts val="0"/>
              </a:spcAft>
              <a:buClrTx/>
              <a:buSzTx/>
              <a:buFontTx/>
              <a:buNone/>
              <a:tabLst/>
              <a:defRPr/>
            </a:pPr>
            <a:endParaRPr kumimoji="0" lang="en-US" sz="2399"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endParaRPr>
          </a:p>
          <a:p>
            <a:pPr marL="0" marR="0" lvl="0" indent="0" algn="ctr" defTabSz="914309"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s&lt;</a:t>
            </a:r>
            <a:r>
              <a:rPr kumimoji="0" lang="en-US" sz="2399"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gCDXv</a:t>
            </a:r>
            <a:r>
              <a:rPr kumimoji="0" lang="en-US" sz="2399"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&lt; s&lt;</a:t>
            </a:r>
            <a:r>
              <a:rPr kumimoji="0" lang="en-US" sz="2399"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vdXv</a:t>
            </a:r>
            <a:r>
              <a:rPr kumimoji="0" lang="en-US" sz="2399"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&lt;</a:t>
            </a:r>
          </a:p>
          <a:p>
            <a:pPr marL="0" marR="0" lvl="0" indent="0" algn="ctr" defTabSz="914309"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s&lt; </a:t>
            </a:r>
            <a:r>
              <a:rPr kumimoji="0" lang="en-US" sz="2399"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vae</a:t>
            </a:r>
            <a:r>
              <a:rPr kumimoji="0" lang="en-US" sz="2399"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a:t>
            </a:r>
            <a:r>
              <a:rPr kumimoji="0" lang="en-US" sz="2399"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mna</a:t>
            </a:r>
            <a:r>
              <a:rPr kumimoji="0" lang="en-US" sz="2399"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&lt;is </a:t>
            </a:r>
            <a:r>
              <a:rPr kumimoji="0" lang="en-US" sz="2399"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jantam</a:t>
            </a:r>
            <a:r>
              <a:rPr kumimoji="0" lang="en-US" sz="2399"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a:t>
            </a:r>
          </a:p>
          <a:p>
            <a:pPr marL="0" marR="0" lvl="0" indent="0" algn="ctr" defTabSz="914309"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deva </a:t>
            </a:r>
            <a:r>
              <a:rPr kumimoji="0" lang="en-US" sz="2399"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Éag</a:t>
            </a:r>
            <a:r>
              <a:rPr kumimoji="0" lang="en-US" sz="2399"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&lt; </a:t>
            </a:r>
            <a:r>
              <a:rPr kumimoji="0" lang="en-US" sz="2399"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ywa</a:t>
            </a:r>
            <a:r>
              <a:rPr kumimoji="0" lang="en-US" sz="2399"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a:t>
            </a:r>
            <a:r>
              <a:rPr kumimoji="0" lang="en-US" sz="2399"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pUveR</a:t>
            </a:r>
            <a:endParaRPr kumimoji="0" lang="en-US" sz="2399"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endParaRPr>
          </a:p>
          <a:p>
            <a:pPr marL="0" marR="0" lvl="0" indent="0" algn="ctr" defTabSz="914309"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sÃanana</a:t>
            </a:r>
            <a:r>
              <a:rPr kumimoji="0" lang="en-US" sz="2399"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%paste.</a:t>
            </a:r>
          </a:p>
          <a:p>
            <a:pPr marL="0" marR="0" lvl="0" indent="0" algn="ctr" defTabSz="914309" rtl="0" eaLnBrk="1" fontAlgn="auto" latinLnBrk="0" hangingPunct="1">
              <a:lnSpc>
                <a:spcPct val="100000"/>
              </a:lnSpc>
              <a:spcBef>
                <a:spcPts val="0"/>
              </a:spcBef>
              <a:spcAft>
                <a:spcPts val="0"/>
              </a:spcAft>
              <a:buClrTx/>
              <a:buSzTx/>
              <a:buFontTx/>
              <a:buNone/>
              <a:tabLst/>
              <a:defRPr/>
            </a:pPr>
            <a:endParaRPr kumimoji="0" lang="en-US" sz="2399"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endParaRPr>
          </a:p>
          <a:p>
            <a:pPr marL="0" marR="0" lvl="0" indent="0" algn="ctr" defTabSz="914309"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Saìgacchadhvaà</a:t>
            </a:r>
            <a:r>
              <a:rPr kumimoji="0" lang="en-US" sz="2399"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399"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saàvadadhvaà</a:t>
            </a:r>
            <a:endParaRPr kumimoji="0" lang="en-US" sz="2399"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914309"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saà</a:t>
            </a:r>
            <a:r>
              <a:rPr kumimoji="0" lang="en-US" sz="2399"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399"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vo</a:t>
            </a:r>
            <a:r>
              <a:rPr kumimoji="0" lang="en-US" sz="2399"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399"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manäàsi</a:t>
            </a:r>
            <a:r>
              <a:rPr kumimoji="0" lang="en-US" sz="2399"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399"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jänatäm</a:t>
            </a:r>
            <a:endParaRPr kumimoji="0" lang="en-US" sz="2399"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914309"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devä</a:t>
            </a:r>
            <a:r>
              <a:rPr kumimoji="0" lang="en-US" sz="2399"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399"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bhägaà</a:t>
            </a:r>
            <a:r>
              <a:rPr kumimoji="0" lang="en-US" sz="2399"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399"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yathä</a:t>
            </a:r>
            <a:r>
              <a:rPr kumimoji="0" lang="en-US" sz="2399"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399"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pürve</a:t>
            </a:r>
            <a:endParaRPr kumimoji="0" lang="en-US" sz="2399"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914309"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saïjänänä</a:t>
            </a:r>
            <a:r>
              <a:rPr kumimoji="0" lang="en-US" sz="2399"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399"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upäsate</a:t>
            </a:r>
            <a:r>
              <a:rPr kumimoji="0" lang="en-US" sz="2399"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a:t>
            </a:r>
          </a:p>
          <a:p>
            <a:pPr marL="0" marR="0" lvl="0" indent="0" algn="ctr" defTabSz="914309" rtl="0" eaLnBrk="1" fontAlgn="auto" latinLnBrk="0" hangingPunct="1">
              <a:lnSpc>
                <a:spcPct val="100000"/>
              </a:lnSpc>
              <a:spcBef>
                <a:spcPts val="0"/>
              </a:spcBef>
              <a:spcAft>
                <a:spcPts val="0"/>
              </a:spcAft>
              <a:buClrTx/>
              <a:buSzTx/>
              <a:buFontTx/>
              <a:buNone/>
              <a:tabLst/>
              <a:defRPr/>
            </a:pPr>
            <a:endParaRPr kumimoji="0" lang="en-US" sz="2399" b="1" i="0" u="none" strike="noStrike" kern="1200" cap="none" spc="0" normalizeH="0" baseline="0" noProof="0" dirty="0">
              <a:ln>
                <a:noFill/>
              </a:ln>
              <a:solidFill>
                <a:prstClr val="black"/>
              </a:solidFill>
              <a:effectLst/>
              <a:uLnTx/>
              <a:uFillTx/>
              <a:latin typeface="BRH Kannada" pitchFamily="2" charset="0"/>
              <a:ea typeface="+mn-ea"/>
              <a:cs typeface="+mn-cs"/>
            </a:endParaRPr>
          </a:p>
          <a:p>
            <a:pPr marL="0" marR="0" lvl="0" indent="0" algn="ctr" defTabSz="914309" rtl="0" eaLnBrk="1" fontAlgn="auto" latinLnBrk="0" hangingPunct="1">
              <a:lnSpc>
                <a:spcPct val="100000"/>
              </a:lnSpc>
              <a:spcBef>
                <a:spcPts val="0"/>
              </a:spcBef>
              <a:spcAft>
                <a:spcPts val="0"/>
              </a:spcAft>
              <a:buClrTx/>
              <a:buSzTx/>
              <a:buFontTx/>
              <a:buNone/>
              <a:tabLst/>
              <a:defRPr/>
            </a:pPr>
            <a:endParaRPr kumimoji="0" lang="en-US" sz="2399"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914309"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prstClr val="black"/>
                </a:solidFill>
                <a:effectLst/>
                <a:uLnTx/>
                <a:uFillTx/>
                <a:latin typeface="URW Palladio IT" pitchFamily="2" charset="0"/>
                <a:ea typeface="+mn-ea"/>
                <a:cs typeface="+mn-cs"/>
              </a:rPr>
              <a:t> May we move in harmony, speak in one voice; let our minds be in agreement; just as the ancient Gods shared their portion of sacrifice.</a:t>
            </a:r>
          </a:p>
          <a:p>
            <a:pPr marL="0" marR="0" lvl="0" indent="0" algn="ctr" defTabSz="914309" rtl="0" eaLnBrk="1" fontAlgn="auto" latinLnBrk="0" hangingPunct="1">
              <a:lnSpc>
                <a:spcPct val="100000"/>
              </a:lnSpc>
              <a:spcBef>
                <a:spcPts val="0"/>
              </a:spcBef>
              <a:spcAft>
                <a:spcPts val="0"/>
              </a:spcAft>
              <a:buClrTx/>
              <a:buSzTx/>
              <a:buFontTx/>
              <a:buNone/>
              <a:tabLst/>
              <a:defRPr/>
            </a:pPr>
            <a:endParaRPr kumimoji="0" lang="en-US" sz="2399"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914309" rtl="0" eaLnBrk="1" fontAlgn="auto" latinLnBrk="0" hangingPunct="1">
              <a:lnSpc>
                <a:spcPct val="100000"/>
              </a:lnSpc>
              <a:spcBef>
                <a:spcPts val="0"/>
              </a:spcBef>
              <a:spcAft>
                <a:spcPts val="0"/>
              </a:spcAft>
              <a:buClrTx/>
              <a:buSzTx/>
              <a:buFontTx/>
              <a:buNone/>
              <a:tabLst/>
              <a:defRPr/>
            </a:pPr>
            <a:endParaRPr kumimoji="0" lang="en-US" sz="2399"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endParaRPr>
          </a:p>
          <a:p>
            <a:pPr marL="0" marR="0" lvl="0" indent="0" algn="ctr" defTabSz="914309" rtl="0" eaLnBrk="1" fontAlgn="auto" latinLnBrk="0" hangingPunct="1">
              <a:lnSpc>
                <a:spcPct val="100000"/>
              </a:lnSpc>
              <a:spcBef>
                <a:spcPts val="0"/>
              </a:spcBef>
              <a:spcAft>
                <a:spcPts val="0"/>
              </a:spcAft>
              <a:buClrTx/>
              <a:buSzTx/>
              <a:buFontTx/>
              <a:buNone/>
              <a:tabLst/>
              <a:defRPr/>
            </a:pPr>
            <a:endParaRPr kumimoji="0" lang="en-US" sz="2399"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317500734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2057517" y="5418096"/>
            <a:ext cx="7994419" cy="461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914309" rtl="0" eaLnBrk="1" fontAlgn="base" latinLnBrk="0" hangingPunct="1">
              <a:lnSpc>
                <a:spcPct val="100000"/>
              </a:lnSpc>
              <a:spcBef>
                <a:spcPct val="0"/>
              </a:spcBef>
              <a:spcAft>
                <a:spcPct val="0"/>
              </a:spcAft>
              <a:buClrTx/>
              <a:buSzTx/>
              <a:buFontTx/>
              <a:buNone/>
              <a:tabLst/>
              <a:defRPr/>
            </a:pPr>
            <a:endParaRPr kumimoji="0" lang="en-IN" sz="2399" b="0" i="1" u="none" strike="noStrike" kern="1200" cap="none" spc="0" normalizeH="0" baseline="0" noProof="0" dirty="0">
              <a:ln>
                <a:noFill/>
              </a:ln>
              <a:solidFill>
                <a:srgbClr val="000000"/>
              </a:solidFill>
              <a:effectLst/>
              <a:uLnTx/>
              <a:uFillTx/>
              <a:latin typeface="Palatino Linotype" pitchFamily="18" charset="0"/>
              <a:ea typeface="+mn-ea"/>
              <a:cs typeface="+mn-cs"/>
            </a:endParaRPr>
          </a:p>
        </p:txBody>
      </p:sp>
      <p:sp>
        <p:nvSpPr>
          <p:cNvPr id="5" name="Title 1"/>
          <p:cNvSpPr txBox="1">
            <a:spLocks/>
          </p:cNvSpPr>
          <p:nvPr/>
        </p:nvSpPr>
        <p:spPr bwMode="auto">
          <a:xfrm>
            <a:off x="2286111" y="114"/>
            <a:ext cx="7772175" cy="1469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7" tIns="45719" rIns="91437" bIns="45719"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0" marR="0" lvl="0" indent="0" algn="ctr" defTabSz="914309" rtl="0" eaLnBrk="1" fontAlgn="base" latinLnBrk="0" hangingPunct="1">
              <a:lnSpc>
                <a:spcPct val="100000"/>
              </a:lnSpc>
              <a:spcBef>
                <a:spcPct val="0"/>
              </a:spcBef>
              <a:spcAft>
                <a:spcPct val="0"/>
              </a:spcAft>
              <a:buClrTx/>
              <a:buSzTx/>
              <a:buFontTx/>
              <a:buNone/>
              <a:tabLst/>
              <a:defRPr/>
            </a:pPr>
            <a:endParaRPr kumimoji="0" lang="en-US" sz="5999" b="0" i="0" u="none" strike="noStrike" kern="1200" cap="none" spc="0" normalizeH="0" baseline="0" noProof="0" dirty="0">
              <a:ln>
                <a:noFill/>
              </a:ln>
              <a:solidFill>
                <a:prstClr val="black"/>
              </a:solidFill>
              <a:effectLst/>
              <a:uLnTx/>
              <a:uFillTx/>
              <a:latin typeface="AGaramond Bold" pitchFamily="18" charset="0"/>
              <a:ea typeface="+mj-ea"/>
              <a:cs typeface="+mj-cs"/>
            </a:endParaRPr>
          </a:p>
        </p:txBody>
      </p:sp>
      <p:sp>
        <p:nvSpPr>
          <p:cNvPr id="6" name="Subtitle 2"/>
          <p:cNvSpPr txBox="1">
            <a:spLocks/>
          </p:cNvSpPr>
          <p:nvPr/>
        </p:nvSpPr>
        <p:spPr bwMode="auto">
          <a:xfrm>
            <a:off x="1524133" y="1447858"/>
            <a:ext cx="9143736" cy="5410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7" tIns="45719" rIns="91437" bIns="45719"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154" marR="0" lvl="0" indent="-457154" algn="just" defTabSz="914309" rtl="0" eaLnBrk="0" fontAlgn="base" latinLnBrk="0" hangingPunct="0">
              <a:lnSpc>
                <a:spcPct val="100000"/>
              </a:lnSpc>
              <a:spcBef>
                <a:spcPct val="20000"/>
              </a:spcBef>
              <a:spcAft>
                <a:spcPct val="0"/>
              </a:spcAft>
              <a:buClrTx/>
              <a:buSzTx/>
              <a:buFont typeface="Wingdings" pitchFamily="2" charset="2"/>
              <a:buChar char="§"/>
              <a:tabLst/>
              <a:defRPr/>
            </a:pPr>
            <a:endParaRPr kumimoji="0" lang="en-IN" sz="3200" b="0" i="0" u="none" strike="noStrike" kern="1200" cap="none" spc="0" normalizeH="0" baseline="0" noProof="0" dirty="0">
              <a:ln>
                <a:noFill/>
              </a:ln>
              <a:solidFill>
                <a:prstClr val="black"/>
              </a:solidFill>
              <a:effectLst/>
              <a:uLnTx/>
              <a:uFillTx/>
              <a:latin typeface="Calibri"/>
              <a:ea typeface="+mn-ea"/>
              <a:cs typeface="+mn-cs"/>
            </a:endParaRPr>
          </a:p>
        </p:txBody>
      </p:sp>
      <p:sp>
        <p:nvSpPr>
          <p:cNvPr id="2" name="Rectangle 1"/>
          <p:cNvSpPr/>
          <p:nvPr/>
        </p:nvSpPr>
        <p:spPr>
          <a:xfrm>
            <a:off x="1482862" y="114"/>
            <a:ext cx="9143734" cy="584752"/>
          </a:xfrm>
          <a:prstGeom prst="rect">
            <a:avLst/>
          </a:prstGeom>
        </p:spPr>
        <p:txBody>
          <a:bodyPr wrap="square">
            <a:spAutoFit/>
          </a:bodyPr>
          <a:lstStyle/>
          <a:p>
            <a:pPr marL="0" marR="0" lvl="0" indent="0" algn="ctr" defTabSz="914309" rtl="0" eaLnBrk="1" fontAlgn="base" latinLnBrk="0" hangingPunct="1">
              <a:lnSpc>
                <a:spcPct val="100000"/>
              </a:lnSpc>
              <a:spcBef>
                <a:spcPct val="0"/>
              </a:spcBef>
              <a:spcAft>
                <a:spcPct val="0"/>
              </a:spcAft>
              <a:buClrTx/>
              <a:buSzTx/>
              <a:buFontTx/>
              <a:buNone/>
              <a:tabLst/>
              <a:defRPr/>
            </a:pPr>
            <a:r>
              <a:rPr kumimoji="0" lang="en-US" altLang="en-US" sz="3200" b="1" i="0" u="sng" strike="noStrike" kern="1200" cap="none" spc="0" normalizeH="0" baseline="0" noProof="0" dirty="0" err="1">
                <a:ln>
                  <a:noFill/>
                </a:ln>
                <a:solidFill>
                  <a:prstClr val="black"/>
                </a:solidFill>
                <a:effectLst/>
                <a:uLnTx/>
                <a:uFillTx/>
                <a:latin typeface="Calibri"/>
                <a:ea typeface="+mn-ea"/>
                <a:cs typeface="Arial" panose="020B0604020202020204" pitchFamily="34" charset="0"/>
              </a:rPr>
              <a:t>Samarasya</a:t>
            </a:r>
            <a:r>
              <a:rPr kumimoji="0" lang="en-US" altLang="en-US" sz="3200" b="1" i="0" u="sng" strike="noStrike" kern="1200" cap="none" spc="0" normalizeH="0" baseline="0" noProof="0" dirty="0">
                <a:ln>
                  <a:noFill/>
                </a:ln>
                <a:solidFill>
                  <a:prstClr val="black"/>
                </a:solidFill>
                <a:effectLst/>
                <a:uLnTx/>
                <a:uFillTx/>
                <a:latin typeface="Calibri"/>
                <a:ea typeface="+mn-ea"/>
                <a:cs typeface="Arial" panose="020B0604020202020204" pitchFamily="34" charset="0"/>
              </a:rPr>
              <a:t> Prayer for Harmony-Rig Veda</a:t>
            </a:r>
            <a:endParaRPr kumimoji="0" lang="en-US" altLang="en-US" sz="3200" b="1" i="0" u="sng" strike="noStrike" kern="1200" cap="none" spc="0" normalizeH="0" baseline="0" noProof="0" dirty="0">
              <a:ln>
                <a:noFill/>
              </a:ln>
              <a:solidFill>
                <a:prstClr val="black"/>
              </a:solidFill>
              <a:effectLst/>
              <a:uLnTx/>
              <a:uFillTx/>
              <a:latin typeface="AGaramond Bold" pitchFamily="18" charset="0"/>
              <a:ea typeface="+mn-ea"/>
              <a:cs typeface="Arial" panose="020B0604020202020204" pitchFamily="34" charset="0"/>
            </a:endParaRPr>
          </a:p>
        </p:txBody>
      </p:sp>
      <p:sp>
        <p:nvSpPr>
          <p:cNvPr id="3" name="Rectangle 2"/>
          <p:cNvSpPr/>
          <p:nvPr/>
        </p:nvSpPr>
        <p:spPr>
          <a:xfrm>
            <a:off x="1565408" y="1371675"/>
            <a:ext cx="9102461" cy="4401341"/>
          </a:xfrm>
          <a:prstGeom prst="rect">
            <a:avLst/>
          </a:prstGeom>
        </p:spPr>
        <p:txBody>
          <a:bodyPr wrap="square">
            <a:spAutoFit/>
          </a:bodyPr>
          <a:lstStyle/>
          <a:p>
            <a:pPr marL="0" marR="0" lvl="0" indent="0" algn="ctr" defTabSz="914309"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smanae</a:t>
            </a: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mÙ</a:t>
            </a: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&gt; </a:t>
            </a: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simit</a:t>
            </a: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&gt; </a:t>
            </a: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smanI</a:t>
            </a:r>
            <a:endPar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endParaRPr>
          </a:p>
          <a:p>
            <a:pPr marL="0" marR="0" lvl="0" indent="0" algn="ctr" defTabSz="914309"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sman</a:t>
            </a: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&lt; </a:t>
            </a: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mn</a:t>
            </a: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&gt; </a:t>
            </a: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shicÄme;am</a:t>
            </a: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a:t>
            </a:r>
          </a:p>
          <a:p>
            <a:pPr marL="0" marR="0" lvl="0" indent="0" algn="ctr" defTabSz="914309"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endParaRPr>
          </a:p>
          <a:p>
            <a:pPr marL="0" marR="0" lvl="0" indent="0" algn="ctr" defTabSz="914309"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a:p>
            <a:pPr marL="0" marR="0" lvl="0" indent="0" algn="ctr" defTabSz="914309"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Samäno</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mantraù</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samitiù</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samäné</a:t>
            </a:r>
            <a:endPar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914309"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Samänaà</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manaù</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sahacittameñäm</a:t>
            </a:r>
            <a:endPar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914309"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914309"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914309"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May our purpose be the same; may we all be of one mind.</a:t>
            </a:r>
          </a:p>
        </p:txBody>
      </p:sp>
    </p:spTree>
    <p:extLst>
      <p:ext uri="{BB962C8B-B14F-4D97-AF65-F5344CB8AC3E}">
        <p14:creationId xmlns:p14="http://schemas.microsoft.com/office/powerpoint/2010/main" val="382416167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2057517" y="5418096"/>
            <a:ext cx="7994419" cy="461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914309" rtl="0" eaLnBrk="1" fontAlgn="base" latinLnBrk="0" hangingPunct="1">
              <a:lnSpc>
                <a:spcPct val="100000"/>
              </a:lnSpc>
              <a:spcBef>
                <a:spcPct val="0"/>
              </a:spcBef>
              <a:spcAft>
                <a:spcPct val="0"/>
              </a:spcAft>
              <a:buClrTx/>
              <a:buSzTx/>
              <a:buFontTx/>
              <a:buNone/>
              <a:tabLst/>
              <a:defRPr/>
            </a:pPr>
            <a:endParaRPr kumimoji="0" lang="en-IN" sz="2399" b="0" i="1" u="none" strike="noStrike" kern="1200" cap="none" spc="0" normalizeH="0" baseline="0" noProof="0" dirty="0">
              <a:ln>
                <a:noFill/>
              </a:ln>
              <a:solidFill>
                <a:srgbClr val="000000"/>
              </a:solidFill>
              <a:effectLst/>
              <a:uLnTx/>
              <a:uFillTx/>
              <a:latin typeface="Palatino Linotype" pitchFamily="18" charset="0"/>
              <a:ea typeface="+mn-ea"/>
              <a:cs typeface="+mn-cs"/>
            </a:endParaRPr>
          </a:p>
        </p:txBody>
      </p:sp>
      <p:sp>
        <p:nvSpPr>
          <p:cNvPr id="5" name="Title 1"/>
          <p:cNvSpPr txBox="1">
            <a:spLocks/>
          </p:cNvSpPr>
          <p:nvPr/>
        </p:nvSpPr>
        <p:spPr bwMode="auto">
          <a:xfrm>
            <a:off x="2286111" y="114"/>
            <a:ext cx="7772175" cy="1469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7" tIns="45719" rIns="91437" bIns="45719"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0" marR="0" lvl="0" indent="0" algn="ctr" defTabSz="914309" rtl="0" eaLnBrk="1" fontAlgn="base" latinLnBrk="0" hangingPunct="1">
              <a:lnSpc>
                <a:spcPct val="100000"/>
              </a:lnSpc>
              <a:spcBef>
                <a:spcPct val="0"/>
              </a:spcBef>
              <a:spcAft>
                <a:spcPct val="0"/>
              </a:spcAft>
              <a:buClrTx/>
              <a:buSzTx/>
              <a:buFontTx/>
              <a:buNone/>
              <a:tabLst/>
              <a:defRPr/>
            </a:pPr>
            <a:endParaRPr kumimoji="0" lang="en-US" sz="5999" b="0" i="0" u="none" strike="noStrike" kern="1200" cap="none" spc="0" normalizeH="0" baseline="0" noProof="0" dirty="0">
              <a:ln>
                <a:noFill/>
              </a:ln>
              <a:solidFill>
                <a:prstClr val="black"/>
              </a:solidFill>
              <a:effectLst/>
              <a:uLnTx/>
              <a:uFillTx/>
              <a:latin typeface="AGaramond Bold" pitchFamily="18" charset="0"/>
              <a:ea typeface="+mj-ea"/>
              <a:cs typeface="+mj-cs"/>
            </a:endParaRPr>
          </a:p>
        </p:txBody>
      </p:sp>
      <p:sp>
        <p:nvSpPr>
          <p:cNvPr id="6" name="Subtitle 2"/>
          <p:cNvSpPr txBox="1">
            <a:spLocks/>
          </p:cNvSpPr>
          <p:nvPr/>
        </p:nvSpPr>
        <p:spPr bwMode="auto">
          <a:xfrm>
            <a:off x="1524133" y="1447858"/>
            <a:ext cx="9143736" cy="5410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7" tIns="45719" rIns="91437" bIns="45719"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154" marR="0" lvl="0" indent="-457154" algn="just" defTabSz="914309" rtl="0" eaLnBrk="0" fontAlgn="base" latinLnBrk="0" hangingPunct="0">
              <a:lnSpc>
                <a:spcPct val="100000"/>
              </a:lnSpc>
              <a:spcBef>
                <a:spcPct val="20000"/>
              </a:spcBef>
              <a:spcAft>
                <a:spcPct val="0"/>
              </a:spcAft>
              <a:buClrTx/>
              <a:buSzTx/>
              <a:buFont typeface="Wingdings" pitchFamily="2" charset="2"/>
              <a:buChar char="§"/>
              <a:tabLst/>
              <a:defRPr/>
            </a:pPr>
            <a:endParaRPr kumimoji="0" lang="en-IN" sz="3200" b="0" i="0" u="none" strike="noStrike" kern="1200" cap="none" spc="0" normalizeH="0" baseline="0" noProof="0" dirty="0">
              <a:ln>
                <a:noFill/>
              </a:ln>
              <a:solidFill>
                <a:prstClr val="black"/>
              </a:solidFill>
              <a:effectLst/>
              <a:uLnTx/>
              <a:uFillTx/>
              <a:latin typeface="Calibri"/>
              <a:ea typeface="+mn-ea"/>
              <a:cs typeface="+mn-cs"/>
            </a:endParaRPr>
          </a:p>
        </p:txBody>
      </p:sp>
      <p:sp>
        <p:nvSpPr>
          <p:cNvPr id="2" name="Rectangle 1"/>
          <p:cNvSpPr/>
          <p:nvPr/>
        </p:nvSpPr>
        <p:spPr>
          <a:xfrm>
            <a:off x="1524148" y="36025"/>
            <a:ext cx="9143734" cy="584752"/>
          </a:xfrm>
          <a:prstGeom prst="rect">
            <a:avLst/>
          </a:prstGeom>
        </p:spPr>
        <p:txBody>
          <a:bodyPr wrap="square">
            <a:spAutoFit/>
          </a:bodyPr>
          <a:lstStyle/>
          <a:p>
            <a:pPr marL="0" marR="0" lvl="0" indent="0" algn="ctr" defTabSz="914309" rtl="0" eaLnBrk="1" fontAlgn="base" latinLnBrk="0" hangingPunct="1">
              <a:lnSpc>
                <a:spcPct val="100000"/>
              </a:lnSpc>
              <a:spcBef>
                <a:spcPct val="0"/>
              </a:spcBef>
              <a:spcAft>
                <a:spcPct val="0"/>
              </a:spcAft>
              <a:buClrTx/>
              <a:buSzTx/>
              <a:buFontTx/>
              <a:buNone/>
              <a:tabLst/>
              <a:defRPr/>
            </a:pPr>
            <a:r>
              <a:rPr kumimoji="0" lang="en-US" altLang="en-US" sz="3200" b="1" i="0" u="sng" strike="noStrike" kern="1200" cap="none" spc="0" normalizeH="0" baseline="0" noProof="0" dirty="0" err="1">
                <a:ln>
                  <a:noFill/>
                </a:ln>
                <a:solidFill>
                  <a:prstClr val="black"/>
                </a:solidFill>
                <a:effectLst/>
                <a:uLnTx/>
                <a:uFillTx/>
                <a:latin typeface="Calibri"/>
                <a:ea typeface="+mn-ea"/>
                <a:cs typeface="Arial" panose="020B0604020202020204" pitchFamily="34" charset="0"/>
              </a:rPr>
              <a:t>Samarasya</a:t>
            </a:r>
            <a:r>
              <a:rPr kumimoji="0" lang="en-US" altLang="en-US" sz="3200" b="1" i="0" u="sng" strike="noStrike" kern="1200" cap="none" spc="0" normalizeH="0" baseline="0" noProof="0" dirty="0">
                <a:ln>
                  <a:noFill/>
                </a:ln>
                <a:solidFill>
                  <a:prstClr val="black"/>
                </a:solidFill>
                <a:effectLst/>
                <a:uLnTx/>
                <a:uFillTx/>
                <a:latin typeface="Calibri"/>
                <a:ea typeface="+mn-ea"/>
                <a:cs typeface="Arial" panose="020B0604020202020204" pitchFamily="34" charset="0"/>
              </a:rPr>
              <a:t> Prayer for Harmony-Rig Veda</a:t>
            </a:r>
            <a:endParaRPr kumimoji="0" lang="en-US" altLang="en-US" sz="3200" b="1" i="0" u="sng" strike="noStrike" kern="1200" cap="none" spc="0" normalizeH="0" baseline="0" noProof="0" dirty="0">
              <a:ln>
                <a:noFill/>
              </a:ln>
              <a:solidFill>
                <a:prstClr val="black"/>
              </a:solidFill>
              <a:effectLst/>
              <a:uLnTx/>
              <a:uFillTx/>
              <a:latin typeface="AGaramond Bold" pitchFamily="18" charset="0"/>
              <a:ea typeface="+mn-ea"/>
              <a:cs typeface="Arial" panose="020B0604020202020204" pitchFamily="34" charset="0"/>
            </a:endParaRPr>
          </a:p>
        </p:txBody>
      </p:sp>
      <p:sp>
        <p:nvSpPr>
          <p:cNvPr id="3" name="Rectangle 2"/>
          <p:cNvSpPr/>
          <p:nvPr/>
        </p:nvSpPr>
        <p:spPr>
          <a:xfrm>
            <a:off x="1524133" y="1124811"/>
            <a:ext cx="9143736" cy="4832245"/>
          </a:xfrm>
          <a:prstGeom prst="rect">
            <a:avLst/>
          </a:prstGeom>
        </p:spPr>
        <p:txBody>
          <a:bodyPr wrap="square">
            <a:spAutoFit/>
          </a:bodyPr>
          <a:lstStyle/>
          <a:p>
            <a:pPr marL="0" marR="0" lvl="0" indent="0" algn="ctr" defTabSz="914309"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sman</a:t>
            </a: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&lt; </a:t>
            </a: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mÙmiÉmÙye</a:t>
            </a: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v&gt;</a:t>
            </a:r>
          </a:p>
          <a:p>
            <a:pPr marL="0" marR="0" lvl="0" indent="0" algn="ctr" defTabSz="914309"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smanen</a:t>
            </a: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vae</a:t>
            </a: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hiv;a</a:t>
            </a: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juhaeim</a:t>
            </a: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a:t>
            </a:r>
          </a:p>
          <a:p>
            <a:pPr marL="0" marR="0" lvl="0" indent="0" algn="ctr" defTabSz="914309"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endParaRPr>
          </a:p>
          <a:p>
            <a:pPr marL="0" marR="0" lvl="0" indent="0" algn="ctr" defTabSz="914309"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a:p>
            <a:pPr marL="0" marR="0" lvl="0" indent="0" algn="ctr" defTabSz="914309"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Samänaà</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mantramabhimantraye</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vaù</a:t>
            </a:r>
            <a:endPar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914309"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Samänena</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vo</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haviñä</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juhomi</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a:t>
            </a:r>
          </a:p>
          <a:p>
            <a:pPr marL="0" marR="0" lvl="0" indent="0" algn="ctr" defTabSz="914309"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914309"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914309"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914309"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In order for such unity to form I offer a common prayer.</a:t>
            </a:r>
          </a:p>
          <a:p>
            <a:pPr marL="0" marR="0" lvl="0" indent="0" algn="ctr" defTabSz="914309"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49538802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2057517" y="5418096"/>
            <a:ext cx="7994419" cy="461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914309" rtl="0" eaLnBrk="1" fontAlgn="base" latinLnBrk="0" hangingPunct="1">
              <a:lnSpc>
                <a:spcPct val="100000"/>
              </a:lnSpc>
              <a:spcBef>
                <a:spcPct val="0"/>
              </a:spcBef>
              <a:spcAft>
                <a:spcPct val="0"/>
              </a:spcAft>
              <a:buClrTx/>
              <a:buSzTx/>
              <a:buFontTx/>
              <a:buNone/>
              <a:tabLst/>
              <a:defRPr/>
            </a:pPr>
            <a:endParaRPr kumimoji="0" lang="en-IN" sz="2399" b="0" i="1" u="none" strike="noStrike" kern="1200" cap="none" spc="0" normalizeH="0" baseline="0" noProof="0" dirty="0">
              <a:ln>
                <a:noFill/>
              </a:ln>
              <a:solidFill>
                <a:srgbClr val="000000"/>
              </a:solidFill>
              <a:effectLst/>
              <a:uLnTx/>
              <a:uFillTx/>
              <a:latin typeface="Palatino Linotype" pitchFamily="18" charset="0"/>
              <a:ea typeface="+mn-ea"/>
              <a:cs typeface="+mn-cs"/>
            </a:endParaRPr>
          </a:p>
        </p:txBody>
      </p:sp>
      <p:sp>
        <p:nvSpPr>
          <p:cNvPr id="5" name="Title 1"/>
          <p:cNvSpPr txBox="1">
            <a:spLocks/>
          </p:cNvSpPr>
          <p:nvPr/>
        </p:nvSpPr>
        <p:spPr bwMode="auto">
          <a:xfrm>
            <a:off x="2286111" y="114"/>
            <a:ext cx="7772175" cy="1469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7" tIns="45719" rIns="91437" bIns="45719"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0" marR="0" lvl="0" indent="0" algn="ctr" defTabSz="914309" rtl="0" eaLnBrk="1" fontAlgn="base" latinLnBrk="0" hangingPunct="1">
              <a:lnSpc>
                <a:spcPct val="100000"/>
              </a:lnSpc>
              <a:spcBef>
                <a:spcPct val="0"/>
              </a:spcBef>
              <a:spcAft>
                <a:spcPct val="0"/>
              </a:spcAft>
              <a:buClrTx/>
              <a:buSzTx/>
              <a:buFontTx/>
              <a:buNone/>
              <a:tabLst/>
              <a:defRPr/>
            </a:pPr>
            <a:endParaRPr kumimoji="0" lang="en-US" sz="5999" b="0" i="0" u="none" strike="noStrike" kern="1200" cap="none" spc="0" normalizeH="0" baseline="0" noProof="0" dirty="0">
              <a:ln>
                <a:noFill/>
              </a:ln>
              <a:solidFill>
                <a:prstClr val="black"/>
              </a:solidFill>
              <a:effectLst/>
              <a:uLnTx/>
              <a:uFillTx/>
              <a:latin typeface="AGaramond Bold" pitchFamily="18" charset="0"/>
              <a:ea typeface="+mj-ea"/>
              <a:cs typeface="+mj-cs"/>
            </a:endParaRPr>
          </a:p>
        </p:txBody>
      </p:sp>
      <p:sp>
        <p:nvSpPr>
          <p:cNvPr id="6" name="Subtitle 2"/>
          <p:cNvSpPr txBox="1">
            <a:spLocks/>
          </p:cNvSpPr>
          <p:nvPr/>
        </p:nvSpPr>
        <p:spPr bwMode="auto">
          <a:xfrm>
            <a:off x="1524133" y="1447858"/>
            <a:ext cx="9143736" cy="5410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7" tIns="45719" rIns="91437" bIns="45719"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154" marR="0" lvl="0" indent="-457154" algn="just" defTabSz="914309" rtl="0" eaLnBrk="0" fontAlgn="base" latinLnBrk="0" hangingPunct="0">
              <a:lnSpc>
                <a:spcPct val="100000"/>
              </a:lnSpc>
              <a:spcBef>
                <a:spcPct val="20000"/>
              </a:spcBef>
              <a:spcAft>
                <a:spcPct val="0"/>
              </a:spcAft>
              <a:buClrTx/>
              <a:buSzTx/>
              <a:buFont typeface="Wingdings" pitchFamily="2" charset="2"/>
              <a:buChar char="§"/>
              <a:tabLst/>
              <a:defRPr/>
            </a:pPr>
            <a:endParaRPr kumimoji="0" lang="en-IN" sz="3200" b="0" i="0" u="none" strike="noStrike" kern="1200" cap="none" spc="0" normalizeH="0" baseline="0" noProof="0" dirty="0">
              <a:ln>
                <a:noFill/>
              </a:ln>
              <a:solidFill>
                <a:prstClr val="black"/>
              </a:solidFill>
              <a:effectLst/>
              <a:uLnTx/>
              <a:uFillTx/>
              <a:latin typeface="Calibri"/>
              <a:ea typeface="+mn-ea"/>
              <a:cs typeface="+mn-cs"/>
            </a:endParaRPr>
          </a:p>
        </p:txBody>
      </p:sp>
      <p:sp>
        <p:nvSpPr>
          <p:cNvPr id="2" name="Rectangle 1"/>
          <p:cNvSpPr/>
          <p:nvPr/>
        </p:nvSpPr>
        <p:spPr>
          <a:xfrm>
            <a:off x="1524148" y="36025"/>
            <a:ext cx="9143734" cy="584752"/>
          </a:xfrm>
          <a:prstGeom prst="rect">
            <a:avLst/>
          </a:prstGeom>
        </p:spPr>
        <p:txBody>
          <a:bodyPr wrap="square">
            <a:spAutoFit/>
          </a:bodyPr>
          <a:lstStyle/>
          <a:p>
            <a:pPr marL="0" marR="0" lvl="0" indent="0" algn="ctr" defTabSz="914309" rtl="0" eaLnBrk="1" fontAlgn="base" latinLnBrk="0" hangingPunct="1">
              <a:lnSpc>
                <a:spcPct val="100000"/>
              </a:lnSpc>
              <a:spcBef>
                <a:spcPct val="0"/>
              </a:spcBef>
              <a:spcAft>
                <a:spcPct val="0"/>
              </a:spcAft>
              <a:buClrTx/>
              <a:buSzTx/>
              <a:buFontTx/>
              <a:buNone/>
              <a:tabLst/>
              <a:defRPr/>
            </a:pPr>
            <a:r>
              <a:rPr kumimoji="0" lang="en-US" altLang="en-US" sz="3200" b="1" i="0" u="sng" strike="noStrike" kern="1200" cap="none" spc="0" normalizeH="0" baseline="0" noProof="0" dirty="0" err="1">
                <a:ln>
                  <a:noFill/>
                </a:ln>
                <a:solidFill>
                  <a:prstClr val="black"/>
                </a:solidFill>
                <a:effectLst/>
                <a:uLnTx/>
                <a:uFillTx/>
                <a:latin typeface="Calibri"/>
                <a:ea typeface="+mn-ea"/>
                <a:cs typeface="Arial" panose="020B0604020202020204" pitchFamily="34" charset="0"/>
              </a:rPr>
              <a:t>Samarasya</a:t>
            </a:r>
            <a:r>
              <a:rPr kumimoji="0" lang="en-US" altLang="en-US" sz="3200" b="1" i="0" u="sng" strike="noStrike" kern="1200" cap="none" spc="0" normalizeH="0" baseline="0" noProof="0" dirty="0">
                <a:ln>
                  <a:noFill/>
                </a:ln>
                <a:solidFill>
                  <a:prstClr val="black"/>
                </a:solidFill>
                <a:effectLst/>
                <a:uLnTx/>
                <a:uFillTx/>
                <a:latin typeface="Calibri"/>
                <a:ea typeface="+mn-ea"/>
                <a:cs typeface="Arial" panose="020B0604020202020204" pitchFamily="34" charset="0"/>
              </a:rPr>
              <a:t> Prayer for Harmony-Rig Veda</a:t>
            </a:r>
            <a:endParaRPr kumimoji="0" lang="en-US" altLang="en-US" sz="3200" b="1" i="0" u="sng" strike="noStrike" kern="1200" cap="none" spc="0" normalizeH="0" baseline="0" noProof="0" dirty="0">
              <a:ln>
                <a:noFill/>
              </a:ln>
              <a:solidFill>
                <a:prstClr val="black"/>
              </a:solidFill>
              <a:effectLst/>
              <a:uLnTx/>
              <a:uFillTx/>
              <a:latin typeface="AGaramond Bold" pitchFamily="18" charset="0"/>
              <a:ea typeface="+mn-ea"/>
              <a:cs typeface="Arial" panose="020B0604020202020204" pitchFamily="34" charset="0"/>
            </a:endParaRPr>
          </a:p>
        </p:txBody>
      </p:sp>
      <p:sp>
        <p:nvSpPr>
          <p:cNvPr id="3" name="Rectangle 2"/>
          <p:cNvSpPr/>
          <p:nvPr/>
        </p:nvSpPr>
        <p:spPr>
          <a:xfrm>
            <a:off x="1524135" y="1305404"/>
            <a:ext cx="9143734" cy="5694051"/>
          </a:xfrm>
          <a:prstGeom prst="rect">
            <a:avLst/>
          </a:prstGeom>
        </p:spPr>
        <p:txBody>
          <a:bodyPr wrap="square">
            <a:spAutoFit/>
          </a:bodyPr>
          <a:lstStyle/>
          <a:p>
            <a:pPr marL="0" marR="0" lvl="0" indent="0" algn="ctr" defTabSz="914309"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smanI</a:t>
            </a: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v </a:t>
            </a: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Aakªit</a:t>
            </a: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&gt; </a:t>
            </a: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smana</a:t>
            </a: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ùdyain</a:t>
            </a: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v&gt;</a:t>
            </a:r>
          </a:p>
          <a:p>
            <a:pPr marL="0" marR="0" lvl="0" indent="0" algn="ctr" defTabSz="914309"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smanmStu</a:t>
            </a: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vae</a:t>
            </a: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mnae</a:t>
            </a: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ywa</a:t>
            </a: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v&gt; </a:t>
            </a: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sushasit</a:t>
            </a: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a:t>
            </a:r>
          </a:p>
          <a:p>
            <a:pPr marL="0" marR="0" lvl="0" indent="0" algn="ctr" defTabSz="914309"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endParaRPr>
          </a:p>
          <a:p>
            <a:pPr marL="0" marR="0" lvl="0" indent="0" algn="ctr" defTabSz="914309"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914309"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Samäné</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va</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äkütiù</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samänä</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hådayäni</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vaù</a:t>
            </a:r>
            <a:endPar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914309"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Samänamastu</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vo</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mano</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yathä</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vaù</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susahäsati</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a:t>
            </a:r>
          </a:p>
          <a:p>
            <a:pPr marL="0" marR="0" lvl="0" indent="0" algn="ctr" defTabSz="914309"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914309"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prstClr val="black"/>
              </a:solidFill>
              <a:effectLst/>
              <a:uLnTx/>
              <a:uFillTx/>
              <a:latin typeface="BRH Kannada" pitchFamily="2" charset="0"/>
              <a:ea typeface="+mn-ea"/>
              <a:cs typeface="Arial" panose="020B0604020202020204" pitchFamily="34" charset="0"/>
            </a:endParaRPr>
          </a:p>
          <a:p>
            <a:pPr marL="0" marR="0" lvl="0" indent="0" algn="ctr" defTabSz="914309"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914309"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May our intentions and aspirations be alike, so that a common objective unifies us all.</a:t>
            </a:r>
          </a:p>
          <a:p>
            <a:pPr marL="0" marR="0" lvl="0" indent="0" algn="ctr" defTabSz="914309"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endParaRPr>
          </a:p>
          <a:p>
            <a:pPr marL="0" marR="0" lvl="0" indent="0" algn="ctr" defTabSz="914309"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22341237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2057517" y="5418096"/>
            <a:ext cx="7994419" cy="461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914309" rtl="0" eaLnBrk="1" fontAlgn="base" latinLnBrk="0" hangingPunct="1">
              <a:lnSpc>
                <a:spcPct val="100000"/>
              </a:lnSpc>
              <a:spcBef>
                <a:spcPct val="0"/>
              </a:spcBef>
              <a:spcAft>
                <a:spcPct val="0"/>
              </a:spcAft>
              <a:buClrTx/>
              <a:buSzTx/>
              <a:buFontTx/>
              <a:buNone/>
              <a:tabLst/>
              <a:defRPr/>
            </a:pPr>
            <a:endParaRPr kumimoji="0" lang="en-IN" sz="2399" b="0" i="1" u="none" strike="noStrike" kern="1200" cap="none" spc="0" normalizeH="0" baseline="0" noProof="0" dirty="0">
              <a:ln>
                <a:noFill/>
              </a:ln>
              <a:solidFill>
                <a:srgbClr val="000000"/>
              </a:solidFill>
              <a:effectLst/>
              <a:uLnTx/>
              <a:uFillTx/>
              <a:latin typeface="Palatino Linotype" pitchFamily="18" charset="0"/>
              <a:ea typeface="+mn-ea"/>
              <a:cs typeface="+mn-cs"/>
            </a:endParaRPr>
          </a:p>
        </p:txBody>
      </p:sp>
      <p:sp>
        <p:nvSpPr>
          <p:cNvPr id="5" name="Title 1"/>
          <p:cNvSpPr txBox="1">
            <a:spLocks/>
          </p:cNvSpPr>
          <p:nvPr/>
        </p:nvSpPr>
        <p:spPr bwMode="auto">
          <a:xfrm>
            <a:off x="2286111" y="114"/>
            <a:ext cx="7772175" cy="1469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7" tIns="45719" rIns="91437" bIns="45719"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0" marR="0" lvl="0" indent="0" algn="ctr" defTabSz="914309" rtl="0" eaLnBrk="1" fontAlgn="base" latinLnBrk="0" hangingPunct="1">
              <a:lnSpc>
                <a:spcPct val="100000"/>
              </a:lnSpc>
              <a:spcBef>
                <a:spcPct val="0"/>
              </a:spcBef>
              <a:spcAft>
                <a:spcPct val="0"/>
              </a:spcAft>
              <a:buClrTx/>
              <a:buSzTx/>
              <a:buFontTx/>
              <a:buNone/>
              <a:tabLst/>
              <a:defRPr/>
            </a:pPr>
            <a:endParaRPr kumimoji="0" lang="en-US" sz="5999" b="0" i="0" u="none" strike="noStrike" kern="1200" cap="none" spc="0" normalizeH="0" baseline="0" noProof="0" dirty="0">
              <a:ln>
                <a:noFill/>
              </a:ln>
              <a:solidFill>
                <a:prstClr val="black"/>
              </a:solidFill>
              <a:effectLst/>
              <a:uLnTx/>
              <a:uFillTx/>
              <a:latin typeface="AGaramond Bold" pitchFamily="18" charset="0"/>
              <a:ea typeface="+mj-ea"/>
              <a:cs typeface="+mj-cs"/>
            </a:endParaRPr>
          </a:p>
        </p:txBody>
      </p:sp>
      <p:sp>
        <p:nvSpPr>
          <p:cNvPr id="6" name="Subtitle 2"/>
          <p:cNvSpPr txBox="1">
            <a:spLocks/>
          </p:cNvSpPr>
          <p:nvPr/>
        </p:nvSpPr>
        <p:spPr bwMode="auto">
          <a:xfrm>
            <a:off x="1524133" y="1447858"/>
            <a:ext cx="9143736" cy="5410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7" tIns="45719" rIns="91437" bIns="45719"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154" marR="0" lvl="0" indent="-457154" algn="just" defTabSz="914309" rtl="0" eaLnBrk="0" fontAlgn="base" latinLnBrk="0" hangingPunct="0">
              <a:lnSpc>
                <a:spcPct val="100000"/>
              </a:lnSpc>
              <a:spcBef>
                <a:spcPct val="20000"/>
              </a:spcBef>
              <a:spcAft>
                <a:spcPct val="0"/>
              </a:spcAft>
              <a:buClrTx/>
              <a:buSzTx/>
              <a:buFont typeface="Wingdings" pitchFamily="2" charset="2"/>
              <a:buChar char="§"/>
              <a:tabLst/>
              <a:defRPr/>
            </a:pPr>
            <a:endParaRPr kumimoji="0" lang="en-IN" sz="3200" b="0" i="0" u="none" strike="noStrike" kern="1200" cap="none" spc="0" normalizeH="0" baseline="0" noProof="0" dirty="0">
              <a:ln>
                <a:noFill/>
              </a:ln>
              <a:solidFill>
                <a:prstClr val="black"/>
              </a:solidFill>
              <a:effectLst/>
              <a:uLnTx/>
              <a:uFillTx/>
              <a:latin typeface="Calibri"/>
              <a:ea typeface="+mn-ea"/>
              <a:cs typeface="+mn-cs"/>
            </a:endParaRPr>
          </a:p>
        </p:txBody>
      </p:sp>
      <p:sp>
        <p:nvSpPr>
          <p:cNvPr id="2" name="Rectangle 1"/>
          <p:cNvSpPr/>
          <p:nvPr/>
        </p:nvSpPr>
        <p:spPr>
          <a:xfrm>
            <a:off x="1524133" y="36025"/>
            <a:ext cx="9143736" cy="584752"/>
          </a:xfrm>
          <a:prstGeom prst="rect">
            <a:avLst/>
          </a:prstGeom>
        </p:spPr>
        <p:txBody>
          <a:bodyPr wrap="square">
            <a:spAutoFit/>
          </a:bodyPr>
          <a:lstStyle/>
          <a:p>
            <a:pPr marL="0" marR="0" lvl="0" indent="0" algn="ctr" defTabSz="914309" rtl="0" eaLnBrk="1" fontAlgn="base" latinLnBrk="0" hangingPunct="1">
              <a:lnSpc>
                <a:spcPct val="100000"/>
              </a:lnSpc>
              <a:spcBef>
                <a:spcPct val="0"/>
              </a:spcBef>
              <a:spcAft>
                <a:spcPct val="0"/>
              </a:spcAft>
              <a:buClrTx/>
              <a:buSzTx/>
              <a:buFontTx/>
              <a:buNone/>
              <a:tabLst/>
              <a:defRPr/>
            </a:pPr>
            <a:r>
              <a:rPr kumimoji="0" lang="en-US" altLang="en-US" sz="3200" b="1" i="0" u="sng" strike="noStrike" kern="1200" cap="none" spc="0" normalizeH="0" baseline="0" noProof="0" dirty="0" err="1">
                <a:ln>
                  <a:noFill/>
                </a:ln>
                <a:solidFill>
                  <a:prstClr val="black"/>
                </a:solidFill>
                <a:effectLst/>
                <a:uLnTx/>
                <a:uFillTx/>
                <a:latin typeface="Calibri"/>
                <a:ea typeface="+mn-ea"/>
                <a:cs typeface="Arial" panose="020B0604020202020204" pitchFamily="34" charset="0"/>
              </a:rPr>
              <a:t>Samarasya</a:t>
            </a:r>
            <a:r>
              <a:rPr kumimoji="0" lang="en-US" altLang="en-US" sz="3200" b="1" i="0" u="sng" strike="noStrike" kern="1200" cap="none" spc="0" normalizeH="0" baseline="0" noProof="0" dirty="0">
                <a:ln>
                  <a:noFill/>
                </a:ln>
                <a:solidFill>
                  <a:prstClr val="black"/>
                </a:solidFill>
                <a:effectLst/>
                <a:uLnTx/>
                <a:uFillTx/>
                <a:latin typeface="Calibri"/>
                <a:ea typeface="+mn-ea"/>
                <a:cs typeface="Arial" panose="020B0604020202020204" pitchFamily="34" charset="0"/>
              </a:rPr>
              <a:t> Prayer for Harmony-Rig Veda</a:t>
            </a:r>
            <a:endParaRPr kumimoji="0" lang="en-US" altLang="en-US" sz="3200" b="1" i="0" u="sng" strike="noStrike" kern="1200" cap="none" spc="0" normalizeH="0" baseline="0" noProof="0" dirty="0">
              <a:ln>
                <a:noFill/>
              </a:ln>
              <a:solidFill>
                <a:prstClr val="black"/>
              </a:solidFill>
              <a:effectLst/>
              <a:uLnTx/>
              <a:uFillTx/>
              <a:latin typeface="AGaramond Bold" pitchFamily="18" charset="0"/>
              <a:ea typeface="+mn-ea"/>
              <a:cs typeface="Arial" panose="020B0604020202020204" pitchFamily="34" charset="0"/>
            </a:endParaRPr>
          </a:p>
        </p:txBody>
      </p:sp>
      <p:sp>
        <p:nvSpPr>
          <p:cNvPr id="3" name="Rectangle 2"/>
          <p:cNvSpPr/>
          <p:nvPr/>
        </p:nvSpPr>
        <p:spPr>
          <a:xfrm>
            <a:off x="1524133" y="1443900"/>
            <a:ext cx="9143736" cy="5694051"/>
          </a:xfrm>
          <a:prstGeom prst="rect">
            <a:avLst/>
          </a:prstGeom>
        </p:spPr>
        <p:txBody>
          <a:bodyPr wrap="square">
            <a:spAutoFit/>
          </a:bodyPr>
          <a:lstStyle/>
          <a:p>
            <a:pPr marL="0" marR="0" lvl="0" indent="0" algn="ctr" defTabSz="914309"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s&lt;</a:t>
            </a: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gCDXv</a:t>
            </a: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&lt; s&lt;</a:t>
            </a: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vdXv</a:t>
            </a: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&lt;</a:t>
            </a:r>
          </a:p>
          <a:p>
            <a:pPr marL="0" marR="0" lvl="0" indent="0" algn="ctr" defTabSz="914309"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s&lt; </a:t>
            </a: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vae</a:t>
            </a: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mna</a:t>
            </a: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&lt;is </a:t>
            </a:r>
            <a:r>
              <a:rPr kumimoji="0" lang="en-US" sz="2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jantam</a:t>
            </a:r>
            <a:r>
              <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a:t>
            </a:r>
            <a:r>
              <a:rPr kumimoji="0" lang="en-US" sz="28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(3)</a:t>
            </a:r>
          </a:p>
          <a:p>
            <a:pPr marL="0" marR="0" lvl="0" indent="0" algn="ctr" defTabSz="914309"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a:p>
            <a:pPr marL="0" marR="0" lvl="0" indent="0" algn="ctr" defTabSz="914309"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endParaRPr>
          </a:p>
          <a:p>
            <a:pPr marL="0" marR="0" lvl="0" indent="0" algn="ctr" defTabSz="914309"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Saìgacchadhvaà</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saàvadadhvaà</a:t>
            </a:r>
            <a:endPar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914309"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saà</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vo</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manäàsi</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jänatäm</a:t>
            </a: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(3)</a:t>
            </a:r>
          </a:p>
          <a:p>
            <a:pPr marL="0" marR="0" lvl="0" indent="0" algn="ctr" defTabSz="914309"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prstClr val="black"/>
              </a:solidFill>
              <a:effectLst/>
              <a:uLnTx/>
              <a:uFillTx/>
              <a:latin typeface="BRH Kannada" pitchFamily="2" charset="0"/>
              <a:ea typeface="+mn-ea"/>
              <a:cs typeface="+mn-cs"/>
            </a:endParaRPr>
          </a:p>
          <a:p>
            <a:pPr marL="0" marR="0" lvl="0" indent="0" algn="ctr" defTabSz="914309"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914309"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mn-cs"/>
              </a:rPr>
              <a:t>May we move in harmony, speak in one voice; let our minds be in agreement</a:t>
            </a:r>
            <a:endPar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914309"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914309"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endParaRPr>
          </a:p>
          <a:p>
            <a:pPr marL="0" marR="0" lvl="0" indent="0" algn="ctr" defTabSz="914309"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130391382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C:\Documents and Settings\Yoga-Spirituality\Desktop\Maha014.jpg"/>
          <p:cNvPicPr>
            <a:picLocks noChangeAspect="1" noChangeArrowheads="1"/>
          </p:cNvPicPr>
          <p:nvPr/>
        </p:nvPicPr>
        <p:blipFill>
          <a:blip r:embed="rId2">
            <a:lum bright="20000"/>
          </a:blip>
          <a:srcRect/>
          <a:stretch>
            <a:fillRect/>
          </a:stretch>
        </p:blipFill>
        <p:spPr bwMode="auto">
          <a:xfrm>
            <a:off x="177" y="115"/>
            <a:ext cx="12191647" cy="6827641"/>
          </a:xfrm>
          <a:prstGeom prst="rect">
            <a:avLst/>
          </a:prstGeom>
          <a:noFill/>
          <a:ln w="9525">
            <a:noFill/>
            <a:miter lim="800000"/>
            <a:headEnd/>
            <a:tailEnd/>
          </a:ln>
        </p:spPr>
      </p:pic>
      <p:sp>
        <p:nvSpPr>
          <p:cNvPr id="19459" name="Title 1"/>
          <p:cNvSpPr>
            <a:spLocks noGrp="1"/>
          </p:cNvSpPr>
          <p:nvPr>
            <p:ph type="ctrTitle"/>
          </p:nvPr>
        </p:nvSpPr>
        <p:spPr>
          <a:xfrm>
            <a:off x="177" y="115"/>
            <a:ext cx="12191647" cy="6827641"/>
          </a:xfrm>
        </p:spPr>
        <p:txBody>
          <a:bodyPr/>
          <a:lstStyle/>
          <a:p>
            <a:pPr eaLnBrk="1" hangingPunct="1">
              <a:lnSpc>
                <a:spcPct val="150000"/>
              </a:lnSpc>
            </a:pPr>
            <a:r>
              <a:rPr lang="en-IN" sz="4267" b="1" dirty="0" err="1">
                <a:solidFill>
                  <a:schemeClr val="tx1">
                    <a:lumMod val="95000"/>
                    <a:lumOff val="5000"/>
                  </a:schemeClr>
                </a:solidFill>
              </a:rPr>
              <a:t>श्रीमद्गोस्वामी-तुलसीदासजी</a:t>
            </a:r>
            <a:r>
              <a:rPr lang="en-IN" sz="4267" b="1" dirty="0">
                <a:solidFill>
                  <a:schemeClr val="tx1">
                    <a:lumMod val="95000"/>
                    <a:lumOff val="5000"/>
                  </a:schemeClr>
                </a:solidFill>
              </a:rPr>
              <a:t> </a:t>
            </a:r>
            <a:r>
              <a:rPr lang="en-IN" sz="4267" b="1" dirty="0" err="1">
                <a:solidFill>
                  <a:schemeClr val="tx1">
                    <a:lumMod val="95000"/>
                    <a:lumOff val="5000"/>
                  </a:schemeClr>
                </a:solidFill>
              </a:rPr>
              <a:t>विरचित</a:t>
            </a:r>
            <a:r>
              <a:rPr lang="en-IN" sz="4267" b="1" dirty="0">
                <a:solidFill>
                  <a:schemeClr val="tx1">
                    <a:lumMod val="95000"/>
                    <a:lumOff val="5000"/>
                  </a:schemeClr>
                </a:solidFill>
              </a:rPr>
              <a:t/>
            </a:r>
            <a:br>
              <a:rPr lang="en-IN" sz="4267" b="1" dirty="0">
                <a:solidFill>
                  <a:schemeClr val="tx1">
                    <a:lumMod val="95000"/>
                    <a:lumOff val="5000"/>
                  </a:schemeClr>
                </a:solidFill>
              </a:rPr>
            </a:br>
            <a:r>
              <a:rPr lang="en-IN" sz="4267" b="1" dirty="0">
                <a:solidFill>
                  <a:schemeClr val="tx1">
                    <a:lumMod val="95000"/>
                    <a:lumOff val="5000"/>
                  </a:schemeClr>
                </a:solidFill>
              </a:rPr>
              <a:t/>
            </a:r>
            <a:br>
              <a:rPr lang="en-IN" sz="4267" b="1" dirty="0">
                <a:solidFill>
                  <a:schemeClr val="tx1">
                    <a:lumMod val="95000"/>
                    <a:lumOff val="5000"/>
                  </a:schemeClr>
                </a:solidFill>
              </a:rPr>
            </a:br>
            <a:r>
              <a:rPr lang="en-IN" sz="4267" b="1" dirty="0">
                <a:solidFill>
                  <a:schemeClr val="tx1">
                    <a:lumMod val="95000"/>
                    <a:lumOff val="5000"/>
                  </a:schemeClr>
                </a:solidFill>
              </a:rPr>
              <a:t/>
            </a:r>
            <a:br>
              <a:rPr lang="en-IN" sz="4267" b="1" dirty="0">
                <a:solidFill>
                  <a:schemeClr val="tx1">
                    <a:lumMod val="95000"/>
                    <a:lumOff val="5000"/>
                  </a:schemeClr>
                </a:solidFill>
              </a:rPr>
            </a:br>
            <a:r>
              <a:rPr lang="en-IN" sz="4267" b="1" dirty="0">
                <a:solidFill>
                  <a:schemeClr val="tx1">
                    <a:lumMod val="95000"/>
                    <a:lumOff val="5000"/>
                  </a:schemeClr>
                </a:solidFill>
              </a:rPr>
              <a:t>॥</a:t>
            </a:r>
            <a:r>
              <a:rPr lang="en-IN" sz="4267" b="1" dirty="0" err="1">
                <a:solidFill>
                  <a:schemeClr val="tx1">
                    <a:lumMod val="95000"/>
                    <a:lumOff val="5000"/>
                  </a:schemeClr>
                </a:solidFill>
              </a:rPr>
              <a:t>श्रीहनुमान</a:t>
            </a:r>
            <a:r>
              <a:rPr lang="en-IN" sz="4267" b="1" dirty="0">
                <a:solidFill>
                  <a:schemeClr val="tx1">
                    <a:lumMod val="95000"/>
                    <a:lumOff val="5000"/>
                  </a:schemeClr>
                </a:solidFill>
              </a:rPr>
              <a:t> </a:t>
            </a:r>
            <a:r>
              <a:rPr lang="en-IN" sz="4267" b="1" dirty="0" err="1">
                <a:solidFill>
                  <a:schemeClr val="tx1">
                    <a:lumMod val="95000"/>
                    <a:lumOff val="5000"/>
                  </a:schemeClr>
                </a:solidFill>
              </a:rPr>
              <a:t>चालीसा</a:t>
            </a:r>
            <a:r>
              <a:rPr lang="en-IN" sz="4267" b="1" dirty="0">
                <a:solidFill>
                  <a:schemeClr val="tx1">
                    <a:lumMod val="95000"/>
                    <a:lumOff val="5000"/>
                  </a:schemeClr>
                </a:solidFill>
              </a:rPr>
              <a:t>॥</a:t>
            </a:r>
            <a:br>
              <a:rPr lang="en-IN" sz="4267" b="1" dirty="0">
                <a:solidFill>
                  <a:schemeClr val="tx1">
                    <a:lumMod val="95000"/>
                    <a:lumOff val="5000"/>
                  </a:schemeClr>
                </a:solidFill>
              </a:rPr>
            </a:br>
            <a:r>
              <a:rPr lang="en-US" sz="4267" b="1" dirty="0">
                <a:solidFill>
                  <a:schemeClr val="tx1">
                    <a:lumMod val="95000"/>
                    <a:lumOff val="5000"/>
                  </a:schemeClr>
                </a:solidFill>
                <a:latin typeface="URW Palladio IT" pitchFamily="2" charset="0"/>
              </a:rPr>
              <a:t>|| </a:t>
            </a:r>
            <a:r>
              <a:rPr lang="en-US" sz="4267" b="1" dirty="0" err="1">
                <a:solidFill>
                  <a:schemeClr val="tx1">
                    <a:lumMod val="95000"/>
                    <a:lumOff val="5000"/>
                  </a:schemeClr>
                </a:solidFill>
                <a:latin typeface="URW Palladio IT" pitchFamily="2" charset="0"/>
              </a:rPr>
              <a:t>Çré</a:t>
            </a:r>
            <a:r>
              <a:rPr lang="en-US" sz="4267" b="1" dirty="0">
                <a:solidFill>
                  <a:schemeClr val="tx1">
                    <a:lumMod val="95000"/>
                    <a:lumOff val="5000"/>
                  </a:schemeClr>
                </a:solidFill>
                <a:latin typeface="URW Palladio IT" pitchFamily="2" charset="0"/>
              </a:rPr>
              <a:t> </a:t>
            </a:r>
            <a:r>
              <a:rPr lang="en-US" sz="4267" b="1" dirty="0" err="1">
                <a:solidFill>
                  <a:schemeClr val="tx1">
                    <a:lumMod val="95000"/>
                    <a:lumOff val="5000"/>
                  </a:schemeClr>
                </a:solidFill>
                <a:latin typeface="URW Palladio IT" pitchFamily="2" charset="0"/>
              </a:rPr>
              <a:t>Hanumäna</a:t>
            </a:r>
            <a:r>
              <a:rPr lang="en-US" sz="4267" b="1" dirty="0">
                <a:solidFill>
                  <a:schemeClr val="tx1">
                    <a:lumMod val="95000"/>
                    <a:lumOff val="5000"/>
                  </a:schemeClr>
                </a:solidFill>
                <a:latin typeface="URW Palladio IT" pitchFamily="2" charset="0"/>
              </a:rPr>
              <a:t> </a:t>
            </a:r>
            <a:r>
              <a:rPr lang="en-US" sz="4267" b="1" dirty="0" err="1">
                <a:solidFill>
                  <a:schemeClr val="tx1">
                    <a:lumMod val="95000"/>
                    <a:lumOff val="5000"/>
                  </a:schemeClr>
                </a:solidFill>
                <a:latin typeface="URW Palladio IT" pitchFamily="2" charset="0"/>
              </a:rPr>
              <a:t>Cälésä</a:t>
            </a:r>
            <a:r>
              <a:rPr lang="en-US" sz="4267" b="1" dirty="0">
                <a:solidFill>
                  <a:schemeClr val="tx1">
                    <a:lumMod val="95000"/>
                    <a:lumOff val="5000"/>
                  </a:schemeClr>
                </a:solidFill>
                <a:latin typeface="URW Palladio IT" pitchFamily="2" charset="0"/>
              </a:rPr>
              <a:t> || </a:t>
            </a:r>
            <a:br>
              <a:rPr lang="en-US" sz="4267" b="1" dirty="0">
                <a:solidFill>
                  <a:schemeClr val="tx1">
                    <a:lumMod val="95000"/>
                    <a:lumOff val="5000"/>
                  </a:schemeClr>
                </a:solidFill>
                <a:latin typeface="URW Palladio IT" pitchFamily="2" charset="0"/>
              </a:rPr>
            </a:br>
            <a:r>
              <a:rPr lang="en-US" sz="4267" b="1" dirty="0">
                <a:solidFill>
                  <a:schemeClr val="tx1">
                    <a:lumMod val="95000"/>
                    <a:lumOff val="5000"/>
                  </a:schemeClr>
                </a:solidFill>
              </a:rPr>
              <a:t> ॥ </a:t>
            </a:r>
            <a:r>
              <a:rPr lang="en-US" sz="4267" b="1" dirty="0" err="1">
                <a:solidFill>
                  <a:schemeClr val="tx1">
                    <a:lumMod val="95000"/>
                    <a:lumOff val="5000"/>
                  </a:schemeClr>
                </a:solidFill>
              </a:rPr>
              <a:t>ಶ್ರೀ</a:t>
            </a:r>
            <a:r>
              <a:rPr lang="en-US" sz="4267" b="1" dirty="0">
                <a:solidFill>
                  <a:schemeClr val="tx1">
                    <a:lumMod val="95000"/>
                    <a:lumOff val="5000"/>
                  </a:schemeClr>
                </a:solidFill>
              </a:rPr>
              <a:t> </a:t>
            </a:r>
            <a:r>
              <a:rPr lang="en-US" sz="4267" b="1" dirty="0" err="1">
                <a:solidFill>
                  <a:schemeClr val="tx1">
                    <a:lumMod val="95000"/>
                    <a:lumOff val="5000"/>
                  </a:schemeClr>
                </a:solidFill>
              </a:rPr>
              <a:t>ಹನುಮಾ</a:t>
            </a:r>
            <a:r>
              <a:rPr lang="kn-IN" sz="4267" b="1" dirty="0">
                <a:solidFill>
                  <a:schemeClr val="tx1">
                    <a:lumMod val="95000"/>
                    <a:lumOff val="5000"/>
                  </a:schemeClr>
                </a:solidFill>
                <a:ea typeface="Tunga" pitchFamily="2"/>
              </a:rPr>
              <a:t>ನ್</a:t>
            </a:r>
            <a:r>
              <a:rPr lang="en-US" sz="4267" b="1" dirty="0">
                <a:solidFill>
                  <a:schemeClr val="tx1">
                    <a:lumMod val="95000"/>
                    <a:lumOff val="5000"/>
                  </a:schemeClr>
                </a:solidFill>
              </a:rPr>
              <a:t> </a:t>
            </a:r>
            <a:r>
              <a:rPr lang="en-US" sz="4267" b="1" dirty="0" err="1">
                <a:solidFill>
                  <a:schemeClr val="tx1">
                    <a:lumMod val="95000"/>
                    <a:lumOff val="5000"/>
                  </a:schemeClr>
                </a:solidFill>
              </a:rPr>
              <a:t>ಚಾಲೀಸಾ</a:t>
            </a:r>
            <a:r>
              <a:rPr lang="en-US" sz="4267" b="1" dirty="0">
                <a:solidFill>
                  <a:schemeClr val="tx1">
                    <a:lumMod val="95000"/>
                    <a:lumOff val="5000"/>
                  </a:schemeClr>
                </a:solidFill>
              </a:rPr>
              <a:t> ॥</a:t>
            </a:r>
            <a:r>
              <a:rPr lang="en-US" sz="4267" dirty="0">
                <a:solidFill>
                  <a:schemeClr val="tx1">
                    <a:lumMod val="95000"/>
                    <a:lumOff val="5000"/>
                  </a:schemeClr>
                </a:solidFill>
              </a:rPr>
              <a:t/>
            </a:r>
            <a:br>
              <a:rPr lang="en-US" sz="4267" dirty="0">
                <a:solidFill>
                  <a:schemeClr val="tx1">
                    <a:lumMod val="95000"/>
                    <a:lumOff val="5000"/>
                  </a:schemeClr>
                </a:solidFill>
              </a:rPr>
            </a:br>
            <a:endParaRPr lang="en-US" sz="4267" dirty="0">
              <a:solidFill>
                <a:schemeClr val="tx1">
                  <a:lumMod val="95000"/>
                  <a:lumOff val="5000"/>
                </a:schemeClr>
              </a:solidFill>
            </a:endParaRPr>
          </a:p>
        </p:txBody>
      </p:sp>
    </p:spTree>
    <p:extLst>
      <p:ext uri="{BB962C8B-B14F-4D97-AF65-F5344CB8AC3E}">
        <p14:creationId xmlns:p14="http://schemas.microsoft.com/office/powerpoint/2010/main" val="353505235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2"/>
          <p:cNvSpPr>
            <a:spLocks noGrp="1"/>
          </p:cNvSpPr>
          <p:nvPr>
            <p:ph idx="1"/>
          </p:nvPr>
        </p:nvSpPr>
        <p:spPr>
          <a:xfrm>
            <a:off x="1981320" y="2743220"/>
            <a:ext cx="8229362" cy="1066769"/>
          </a:xfrm>
        </p:spPr>
        <p:txBody>
          <a:bodyPr/>
          <a:lstStyle/>
          <a:p>
            <a:pPr algn="ctr" eaLnBrk="1" hangingPunct="1">
              <a:buFont typeface="Arial" charset="0"/>
              <a:buNone/>
            </a:pPr>
            <a:r>
              <a:rPr lang="en-IN" sz="5399" b="1">
                <a:latin typeface="Aparajita" pitchFamily="34" charset="0"/>
                <a:ea typeface="Aparajita" pitchFamily="34" charset="0"/>
                <a:cs typeface="Aparajita" pitchFamily="34" charset="0"/>
              </a:rPr>
              <a:t>॥ दोहा ॥ </a:t>
            </a:r>
            <a:r>
              <a:rPr lang="en-IN" sz="5399" b="1"/>
              <a:t>- </a:t>
            </a:r>
            <a:r>
              <a:rPr lang="en-US" sz="5399" b="1">
                <a:latin typeface="URW Palladio IT" pitchFamily="2" charset="0"/>
              </a:rPr>
              <a:t>DOHÄ - </a:t>
            </a:r>
            <a:r>
              <a:rPr lang="kn-IN" sz="5399" b="1">
                <a:ea typeface="Tunga" pitchFamily="2"/>
              </a:rPr>
              <a:t>ದೋಹಾ</a:t>
            </a:r>
            <a:endParaRPr lang="en-US" sz="5399" b="1">
              <a:latin typeface="URW Palladio IT" pitchFamily="2" charset="0"/>
            </a:endParaRPr>
          </a:p>
          <a:p>
            <a:pPr algn="ctr" eaLnBrk="1" hangingPunct="1"/>
            <a:endParaRPr lang="en-US" sz="5399"/>
          </a:p>
        </p:txBody>
      </p:sp>
    </p:spTree>
    <p:extLst>
      <p:ext uri="{BB962C8B-B14F-4D97-AF65-F5344CB8AC3E}">
        <p14:creationId xmlns:p14="http://schemas.microsoft.com/office/powerpoint/2010/main" val="301250102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
          <p:cNvSpPr>
            <a:spLocks noChangeArrowheads="1"/>
          </p:cNvSpPr>
          <p:nvPr/>
        </p:nvSpPr>
        <p:spPr bwMode="auto">
          <a:xfrm>
            <a:off x="1524133" y="-76098"/>
            <a:ext cx="9143736" cy="6755347"/>
          </a:xfrm>
          <a:prstGeom prst="rect">
            <a:avLst/>
          </a:prstGeom>
          <a:noFill/>
          <a:ln w="9525">
            <a:noFill/>
            <a:miter lim="800000"/>
            <a:headEnd/>
            <a:tailEnd/>
          </a:ln>
        </p:spPr>
        <p:txBody>
          <a:bodyPr wrap="square">
            <a:spAutoFit/>
          </a:bodyPr>
          <a:lstStyle/>
          <a:p>
            <a:pPr algn="just" defTabSz="914309"/>
            <a:endParaRPr lang="en-IN" sz="700" b="1" dirty="0">
              <a:solidFill>
                <a:prstClr val="black"/>
              </a:solidFill>
              <a:latin typeface="Aparajita" pitchFamily="34" charset="0"/>
            </a:endParaRPr>
          </a:p>
          <a:p>
            <a:pPr algn="just" defTabSz="914309"/>
            <a:endParaRPr lang="en-IN" sz="10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श्रीगुरु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चरन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सरोज</a:t>
            </a:r>
            <a:r>
              <a:rPr lang="en-IN" sz="4000" b="1" dirty="0">
                <a:solidFill>
                  <a:prstClr val="black"/>
                </a:solidFill>
                <a:latin typeface="Aparajita" pitchFamily="34" charset="0"/>
              </a:rPr>
              <a:t> </a:t>
            </a:r>
            <a:r>
              <a:rPr lang="en-IN" sz="4000" b="1" dirty="0" err="1">
                <a:solidFill>
                  <a:prstClr val="black"/>
                </a:solidFill>
                <a:latin typeface="Aparajita" pitchFamily="34" charset="0"/>
              </a:rPr>
              <a:t>रज</a:t>
            </a:r>
            <a:r>
              <a:rPr lang="en-IN" sz="4000" b="1" dirty="0">
                <a:solidFill>
                  <a:prstClr val="black"/>
                </a:solidFill>
                <a:latin typeface="Aparajita" pitchFamily="34" charset="0"/>
              </a:rPr>
              <a:t> </a:t>
            </a:r>
          </a:p>
          <a:p>
            <a:pPr algn="ctr" defTabSz="914309"/>
            <a:r>
              <a:rPr lang="en-IN" sz="4000" b="1" dirty="0" err="1">
                <a:solidFill>
                  <a:prstClr val="black"/>
                </a:solidFill>
                <a:latin typeface="Aparajita" pitchFamily="34" charset="0"/>
              </a:rPr>
              <a:t>निज</a:t>
            </a:r>
            <a:r>
              <a:rPr lang="en-IN" sz="4000" b="1" dirty="0">
                <a:solidFill>
                  <a:prstClr val="black"/>
                </a:solidFill>
                <a:latin typeface="Aparajita" pitchFamily="34" charset="0"/>
              </a:rPr>
              <a:t> </a:t>
            </a:r>
            <a:r>
              <a:rPr lang="en-IN" sz="4000" b="1" dirty="0" err="1">
                <a:solidFill>
                  <a:prstClr val="black"/>
                </a:solidFill>
                <a:latin typeface="Aparajita" pitchFamily="34" charset="0"/>
              </a:rPr>
              <a:t>मनु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मुकुरु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सुधारि</a:t>
            </a:r>
            <a:r>
              <a:rPr lang="en-IN" sz="4000" b="1" dirty="0">
                <a:solidFill>
                  <a:prstClr val="black"/>
                </a:solidFill>
                <a:latin typeface="Aparajita" pitchFamily="34" charset="0"/>
              </a:rPr>
              <a:t> ।</a:t>
            </a:r>
          </a:p>
          <a:p>
            <a:pPr algn="ctr" defTabSz="914309"/>
            <a:r>
              <a:rPr lang="en-IN" sz="4000" b="1" dirty="0">
                <a:solidFill>
                  <a:prstClr val="black"/>
                </a:solidFill>
                <a:latin typeface="Aparajita" pitchFamily="34" charset="0"/>
              </a:rPr>
              <a:t/>
            </a:r>
            <a:br>
              <a:rPr lang="en-IN" sz="4000" b="1" dirty="0">
                <a:solidFill>
                  <a:prstClr val="black"/>
                </a:solidFill>
                <a:latin typeface="Aparajita" pitchFamily="34" charset="0"/>
              </a:rPr>
            </a:br>
            <a:r>
              <a:rPr lang="en-US" sz="3600" b="1" dirty="0" err="1">
                <a:solidFill>
                  <a:prstClr val="black"/>
                </a:solidFill>
                <a:latin typeface="URW Palladio IT" pitchFamily="2" charset="0"/>
              </a:rPr>
              <a:t>Çréguru</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Carana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Saroja</a:t>
            </a:r>
            <a:r>
              <a:rPr lang="en-US" sz="3600" b="1" dirty="0">
                <a:solidFill>
                  <a:prstClr val="black"/>
                </a:solidFill>
                <a:latin typeface="URW Palladio IT" pitchFamily="2" charset="0"/>
              </a:rPr>
              <a:t> Raja </a:t>
            </a:r>
          </a:p>
          <a:p>
            <a:pPr algn="ctr" defTabSz="914309"/>
            <a:r>
              <a:rPr lang="en-US" sz="3600" b="1" dirty="0" err="1">
                <a:solidFill>
                  <a:prstClr val="black"/>
                </a:solidFill>
                <a:latin typeface="URW Palladio IT" pitchFamily="2" charset="0"/>
              </a:rPr>
              <a:t>Nija</a:t>
            </a:r>
            <a:r>
              <a:rPr lang="en-US" sz="3600" b="1" dirty="0">
                <a:solidFill>
                  <a:prstClr val="black"/>
                </a:solidFill>
                <a:latin typeface="URW Palladio IT" pitchFamily="2" charset="0"/>
              </a:rPr>
              <a:t> Manu </a:t>
            </a:r>
            <a:r>
              <a:rPr lang="en-US" sz="3600" b="1" dirty="0" err="1">
                <a:solidFill>
                  <a:prstClr val="black"/>
                </a:solidFill>
                <a:latin typeface="URW Palladio IT" pitchFamily="2" charset="0"/>
              </a:rPr>
              <a:t>Mukuru</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Sudhäri</a:t>
            </a:r>
            <a:r>
              <a:rPr lang="en-US" sz="3600" b="1" dirty="0">
                <a:solidFill>
                  <a:prstClr val="black"/>
                </a:solidFill>
                <a:latin typeface="URW Palladio IT" pitchFamily="2" charset="0"/>
              </a:rPr>
              <a:t> |</a:t>
            </a:r>
          </a:p>
          <a:p>
            <a:pPr algn="ctr" defTabSz="914309"/>
            <a:r>
              <a:rPr lang="en-US" sz="4000" b="1" dirty="0">
                <a:solidFill>
                  <a:prstClr val="black"/>
                </a:solidFill>
                <a:latin typeface="URW Palladio IT" pitchFamily="2" charset="0"/>
              </a:rPr>
              <a:t> </a:t>
            </a:r>
          </a:p>
          <a:p>
            <a:pPr algn="ctr" defTabSz="914309"/>
            <a:r>
              <a:rPr lang="en-US" sz="4000" b="1" dirty="0" err="1">
                <a:solidFill>
                  <a:prstClr val="black"/>
                </a:solidFill>
                <a:latin typeface="Calibri" pitchFamily="34" charset="0"/>
              </a:rPr>
              <a:t>ಶ್ರೀ</a:t>
            </a:r>
            <a:r>
              <a:rPr lang="en-US" sz="4000" b="1" dirty="0">
                <a:solidFill>
                  <a:prstClr val="black"/>
                </a:solidFill>
                <a:latin typeface="Calibri" pitchFamily="34" charset="0"/>
              </a:rPr>
              <a:t> </a:t>
            </a:r>
            <a:r>
              <a:rPr lang="en-US" sz="4000" b="1" dirty="0" err="1">
                <a:solidFill>
                  <a:prstClr val="black"/>
                </a:solidFill>
                <a:latin typeface="Calibri" pitchFamily="34" charset="0"/>
              </a:rPr>
              <a:t>ಗುರು</a:t>
            </a:r>
            <a:r>
              <a:rPr lang="en-US" sz="4000" b="1" dirty="0">
                <a:solidFill>
                  <a:prstClr val="black"/>
                </a:solidFill>
                <a:latin typeface="Calibri" pitchFamily="34" charset="0"/>
              </a:rPr>
              <a:t> </a:t>
            </a:r>
            <a:r>
              <a:rPr lang="en-US" sz="4000" b="1" dirty="0" err="1">
                <a:solidFill>
                  <a:prstClr val="black"/>
                </a:solidFill>
                <a:latin typeface="Calibri" pitchFamily="34" charset="0"/>
              </a:rPr>
              <a:t>ಚರನ</a:t>
            </a:r>
            <a:r>
              <a:rPr lang="en-US" sz="4000" b="1" dirty="0">
                <a:solidFill>
                  <a:prstClr val="black"/>
                </a:solidFill>
                <a:latin typeface="Calibri" pitchFamily="34" charset="0"/>
              </a:rPr>
              <a:t> </a:t>
            </a:r>
            <a:r>
              <a:rPr lang="en-US" sz="4000" b="1" dirty="0" err="1">
                <a:solidFill>
                  <a:prstClr val="black"/>
                </a:solidFill>
                <a:latin typeface="Calibri" pitchFamily="34" charset="0"/>
              </a:rPr>
              <a:t>ಸರೋಜ</a:t>
            </a:r>
            <a:r>
              <a:rPr lang="en-US" sz="4000" b="1" dirty="0">
                <a:solidFill>
                  <a:prstClr val="black"/>
                </a:solidFill>
                <a:latin typeface="Calibri" pitchFamily="34" charset="0"/>
              </a:rPr>
              <a:t> </a:t>
            </a:r>
            <a:r>
              <a:rPr lang="en-US" sz="4000" b="1" dirty="0" err="1">
                <a:solidFill>
                  <a:prstClr val="black"/>
                </a:solidFill>
                <a:latin typeface="Calibri" pitchFamily="34" charset="0"/>
              </a:rPr>
              <a:t>ರಜ</a:t>
            </a:r>
            <a:r>
              <a:rPr lang="en-US" sz="4000" b="1" dirty="0">
                <a:solidFill>
                  <a:prstClr val="black"/>
                </a:solidFill>
                <a:latin typeface="Calibri" pitchFamily="34" charset="0"/>
              </a:rPr>
              <a:t> </a:t>
            </a:r>
          </a:p>
          <a:p>
            <a:pPr algn="ctr" defTabSz="914309"/>
            <a:r>
              <a:rPr lang="en-US" sz="4000" b="1" dirty="0" err="1">
                <a:solidFill>
                  <a:prstClr val="black"/>
                </a:solidFill>
                <a:latin typeface="Calibri" pitchFamily="34" charset="0"/>
              </a:rPr>
              <a:t>ನಿಜ</a:t>
            </a:r>
            <a:r>
              <a:rPr lang="en-US" sz="4000" b="1" dirty="0">
                <a:solidFill>
                  <a:prstClr val="black"/>
                </a:solidFill>
                <a:latin typeface="Calibri" pitchFamily="34" charset="0"/>
              </a:rPr>
              <a:t> </a:t>
            </a:r>
            <a:r>
              <a:rPr lang="en-US" sz="4000" b="1" dirty="0" err="1">
                <a:solidFill>
                  <a:prstClr val="black"/>
                </a:solidFill>
                <a:latin typeface="Calibri" pitchFamily="34" charset="0"/>
              </a:rPr>
              <a:t>ಮನು</a:t>
            </a:r>
            <a:r>
              <a:rPr lang="en-US" sz="4000" b="1" dirty="0">
                <a:solidFill>
                  <a:prstClr val="black"/>
                </a:solidFill>
                <a:latin typeface="Calibri" pitchFamily="34" charset="0"/>
              </a:rPr>
              <a:t> </a:t>
            </a:r>
            <a:r>
              <a:rPr lang="kn-IN" sz="4000" b="1" dirty="0">
                <a:solidFill>
                  <a:prstClr val="black"/>
                </a:solidFill>
                <a:latin typeface="Calibri" pitchFamily="34" charset="0"/>
                <a:ea typeface="Tunga" pitchFamily="2"/>
                <a:cs typeface="Tunga" pitchFamily="2"/>
              </a:rPr>
              <a:t>ಮುಕುರು </a:t>
            </a:r>
            <a:r>
              <a:rPr lang="en-US" sz="4000" b="1" dirty="0" err="1">
                <a:solidFill>
                  <a:prstClr val="black"/>
                </a:solidFill>
                <a:latin typeface="Calibri" pitchFamily="34" charset="0"/>
              </a:rPr>
              <a:t>ಸುಧಾರಿ</a:t>
            </a:r>
            <a:r>
              <a:rPr lang="en-US" sz="4000" b="1" dirty="0">
                <a:solidFill>
                  <a:prstClr val="black"/>
                </a:solidFill>
                <a:latin typeface="Calibri" pitchFamily="34" charset="0"/>
              </a:rPr>
              <a:t> ।</a:t>
            </a:r>
          </a:p>
          <a:p>
            <a:pPr algn="ctr" defTabSz="914309"/>
            <a:endParaRPr lang="en-IN" sz="800" b="1" dirty="0">
              <a:solidFill>
                <a:prstClr val="black"/>
              </a:solidFill>
              <a:latin typeface="Palatino Linotype" pitchFamily="18" charset="0"/>
            </a:endParaRPr>
          </a:p>
          <a:p>
            <a:pPr algn="ctr" defTabSz="914309"/>
            <a:endParaRPr lang="en-US" sz="3200" b="1" dirty="0">
              <a:solidFill>
                <a:prstClr val="black"/>
              </a:solidFill>
              <a:latin typeface="Palatino Linotype" pitchFamily="18" charset="0"/>
            </a:endParaRPr>
          </a:p>
          <a:p>
            <a:pPr algn="ctr" defTabSz="914309"/>
            <a:r>
              <a:rPr lang="en-US" sz="3200" b="1" dirty="0">
                <a:solidFill>
                  <a:prstClr val="black"/>
                </a:solidFill>
                <a:latin typeface="Palatino Linotype" pitchFamily="18" charset="0"/>
              </a:rPr>
              <a:t>With the dust of Guru's Lotus feet, I  </a:t>
            </a:r>
          </a:p>
          <a:p>
            <a:pPr algn="ctr" defTabSz="914309"/>
            <a:r>
              <a:rPr lang="en-US" sz="3200" b="1" dirty="0">
                <a:solidFill>
                  <a:prstClr val="black"/>
                </a:solidFill>
                <a:latin typeface="Palatino Linotype" pitchFamily="18" charset="0"/>
              </a:rPr>
              <a:t>clean the  mirror of my mind</a:t>
            </a:r>
            <a:endParaRPr lang="en-IN" sz="3200" b="1" dirty="0">
              <a:solidFill>
                <a:prstClr val="black"/>
              </a:solidFill>
              <a:latin typeface="Palatino Linotype" pitchFamily="18" charset="0"/>
            </a:endParaRPr>
          </a:p>
        </p:txBody>
      </p:sp>
    </p:spTree>
    <p:extLst>
      <p:ext uri="{BB962C8B-B14F-4D97-AF65-F5344CB8AC3E}">
        <p14:creationId xmlns:p14="http://schemas.microsoft.com/office/powerpoint/2010/main" val="248528807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
          <p:cNvSpPr>
            <a:spLocks noChangeArrowheads="1"/>
          </p:cNvSpPr>
          <p:nvPr/>
        </p:nvSpPr>
        <p:spPr bwMode="auto">
          <a:xfrm>
            <a:off x="1524133" y="112"/>
            <a:ext cx="9143736" cy="6940093"/>
          </a:xfrm>
          <a:prstGeom prst="rect">
            <a:avLst/>
          </a:prstGeom>
          <a:noFill/>
          <a:ln w="9525">
            <a:noFill/>
            <a:miter lim="800000"/>
            <a:headEnd/>
            <a:tailEnd/>
          </a:ln>
        </p:spPr>
        <p:txBody>
          <a:bodyPr>
            <a:spAutoFit/>
          </a:bodyPr>
          <a:lstStyle/>
          <a:p>
            <a:pPr algn="ctr" defTabSz="914309"/>
            <a:endParaRPr lang="en-IN" sz="700" dirty="0">
              <a:solidFill>
                <a:prstClr val="black"/>
              </a:solidFill>
              <a:latin typeface="Aparajita" pitchFamily="34" charset="0"/>
            </a:endParaRPr>
          </a:p>
          <a:p>
            <a:pPr algn="ctr" defTabSz="914309"/>
            <a:endParaRPr lang="en-IN" sz="10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बरनउँ</a:t>
            </a:r>
            <a:r>
              <a:rPr lang="en-IN" sz="4000" b="1" dirty="0">
                <a:solidFill>
                  <a:prstClr val="black"/>
                </a:solidFill>
                <a:latin typeface="Aparajita" pitchFamily="34" charset="0"/>
              </a:rPr>
              <a:t> </a:t>
            </a:r>
            <a:r>
              <a:rPr lang="en-IN" sz="4000" b="1" dirty="0" err="1">
                <a:solidFill>
                  <a:prstClr val="black"/>
                </a:solidFill>
                <a:latin typeface="Aparajita" pitchFamily="34" charset="0"/>
              </a:rPr>
              <a:t>रघुबर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बिमल</a:t>
            </a:r>
            <a:r>
              <a:rPr lang="en-IN" sz="4000" b="1" dirty="0">
                <a:solidFill>
                  <a:prstClr val="black"/>
                </a:solidFill>
                <a:latin typeface="Aparajita" pitchFamily="34" charset="0"/>
              </a:rPr>
              <a:t> </a:t>
            </a:r>
            <a:r>
              <a:rPr lang="en-IN" sz="4000" b="1" dirty="0" err="1">
                <a:solidFill>
                  <a:prstClr val="black"/>
                </a:solidFill>
                <a:latin typeface="Aparajita" pitchFamily="34" charset="0"/>
              </a:rPr>
              <a:t>जसु</a:t>
            </a:r>
            <a:r>
              <a:rPr lang="en-IN" sz="4000" b="1" dirty="0">
                <a:solidFill>
                  <a:prstClr val="black"/>
                </a:solidFill>
                <a:latin typeface="Aparajita" pitchFamily="34" charset="0"/>
              </a:rPr>
              <a:t> </a:t>
            </a:r>
          </a:p>
          <a:p>
            <a:pPr algn="ctr" defTabSz="914309"/>
            <a:r>
              <a:rPr lang="en-IN" sz="4000" b="1" dirty="0" err="1">
                <a:solidFill>
                  <a:prstClr val="black"/>
                </a:solidFill>
                <a:latin typeface="Aparajita" pitchFamily="34" charset="0"/>
              </a:rPr>
              <a:t>जो</a:t>
            </a:r>
            <a:r>
              <a:rPr lang="en-IN" sz="4000" b="1" dirty="0">
                <a:solidFill>
                  <a:prstClr val="black"/>
                </a:solidFill>
                <a:latin typeface="Aparajita" pitchFamily="34" charset="0"/>
              </a:rPr>
              <a:t> </a:t>
            </a:r>
            <a:r>
              <a:rPr lang="en-IN" sz="4000" b="1" dirty="0" err="1">
                <a:solidFill>
                  <a:prstClr val="black"/>
                </a:solidFill>
                <a:latin typeface="Aparajita" pitchFamily="34" charset="0"/>
              </a:rPr>
              <a:t>दायकु</a:t>
            </a:r>
            <a:r>
              <a:rPr lang="en-IN" sz="4000" b="1" dirty="0">
                <a:solidFill>
                  <a:prstClr val="black"/>
                </a:solidFill>
                <a:latin typeface="Aparajita" pitchFamily="34" charset="0"/>
              </a:rPr>
              <a:t> </a:t>
            </a:r>
            <a:r>
              <a:rPr lang="en-IN" sz="4000" b="1" dirty="0" err="1">
                <a:solidFill>
                  <a:prstClr val="black"/>
                </a:solidFill>
                <a:latin typeface="Aparajita" pitchFamily="34" charset="0"/>
              </a:rPr>
              <a:t>फल</a:t>
            </a:r>
            <a:r>
              <a:rPr lang="en-IN" sz="4000" b="1" dirty="0">
                <a:solidFill>
                  <a:prstClr val="black"/>
                </a:solidFill>
                <a:latin typeface="Aparajita" pitchFamily="34" charset="0"/>
              </a:rPr>
              <a:t> </a:t>
            </a:r>
            <a:r>
              <a:rPr lang="en-IN" sz="4000" b="1" dirty="0" err="1">
                <a:solidFill>
                  <a:prstClr val="black"/>
                </a:solidFill>
                <a:latin typeface="Aparajita" pitchFamily="34" charset="0"/>
              </a:rPr>
              <a:t>चारि</a:t>
            </a:r>
            <a:r>
              <a:rPr lang="en-IN" sz="4000" b="1" dirty="0">
                <a:solidFill>
                  <a:prstClr val="black"/>
                </a:solidFill>
                <a:latin typeface="Aparajita" pitchFamily="34" charset="0"/>
              </a:rPr>
              <a:t> ॥</a:t>
            </a:r>
          </a:p>
          <a:p>
            <a:pPr algn="ctr" defTabSz="914309"/>
            <a:endParaRPr lang="en-US" sz="4000" b="1" dirty="0">
              <a:solidFill>
                <a:prstClr val="black"/>
              </a:solidFill>
              <a:latin typeface="Aparajita" pitchFamily="34" charset="0"/>
            </a:endParaRPr>
          </a:p>
          <a:p>
            <a:pPr algn="ctr" defTabSz="914309"/>
            <a:r>
              <a:rPr lang="en-US" sz="3600" b="1" dirty="0" err="1">
                <a:solidFill>
                  <a:prstClr val="black"/>
                </a:solidFill>
                <a:latin typeface="URW Palladio IT" pitchFamily="2" charset="0"/>
              </a:rPr>
              <a:t>Baranaüð</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Raghubara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Bimala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Jasu</a:t>
            </a:r>
            <a:r>
              <a:rPr lang="en-US" sz="3600" b="1" dirty="0">
                <a:solidFill>
                  <a:prstClr val="black"/>
                </a:solidFill>
                <a:latin typeface="URW Palladio IT" pitchFamily="2" charset="0"/>
              </a:rPr>
              <a:t> </a:t>
            </a:r>
          </a:p>
          <a:p>
            <a:pPr algn="ctr" defTabSz="914309"/>
            <a:r>
              <a:rPr lang="en-US" sz="3600" b="1" dirty="0">
                <a:solidFill>
                  <a:prstClr val="black"/>
                </a:solidFill>
                <a:latin typeface="URW Palladio IT" pitchFamily="2" charset="0"/>
              </a:rPr>
              <a:t>Jo </a:t>
            </a:r>
            <a:r>
              <a:rPr lang="en-US" sz="3600" b="1" dirty="0" err="1">
                <a:solidFill>
                  <a:prstClr val="black"/>
                </a:solidFill>
                <a:latin typeface="URW Palladio IT" pitchFamily="2" charset="0"/>
              </a:rPr>
              <a:t>Däyaku</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Phala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Cäri</a:t>
            </a:r>
            <a:r>
              <a:rPr lang="en-US" sz="3600" b="1" dirty="0">
                <a:solidFill>
                  <a:prstClr val="black"/>
                </a:solidFill>
                <a:latin typeface="URW Palladio IT" pitchFamily="2" charset="0"/>
              </a:rPr>
              <a:t> || - D1</a:t>
            </a:r>
            <a:r>
              <a:rPr lang="en-US" sz="4000" b="1" dirty="0">
                <a:solidFill>
                  <a:prstClr val="black"/>
                </a:solidFill>
                <a:latin typeface="URW Palladio IT" pitchFamily="2" charset="0"/>
              </a:rPr>
              <a:t> </a:t>
            </a:r>
          </a:p>
          <a:p>
            <a:pPr algn="ctr" defTabSz="914309"/>
            <a:endParaRPr lang="en-US" sz="4000" b="1" dirty="0">
              <a:solidFill>
                <a:prstClr val="black"/>
              </a:solidFill>
              <a:latin typeface="URW Palladio IT" pitchFamily="2" charset="0"/>
            </a:endParaRPr>
          </a:p>
          <a:p>
            <a:pPr algn="ctr" defTabSz="914309"/>
            <a:r>
              <a:rPr lang="en-US" sz="4000" b="1" dirty="0" err="1">
                <a:solidFill>
                  <a:prstClr val="black"/>
                </a:solidFill>
                <a:latin typeface="Calibri" pitchFamily="34" charset="0"/>
              </a:rPr>
              <a:t>ಬರನಊ</a:t>
            </a:r>
            <a:r>
              <a:rPr lang="en-US" sz="4000" b="1" dirty="0">
                <a:solidFill>
                  <a:prstClr val="black"/>
                </a:solidFill>
                <a:latin typeface="Calibri" pitchFamily="34" charset="0"/>
              </a:rPr>
              <a:t> </a:t>
            </a:r>
            <a:r>
              <a:rPr lang="en-US" sz="4000" b="1" dirty="0" err="1">
                <a:solidFill>
                  <a:prstClr val="black"/>
                </a:solidFill>
                <a:latin typeface="Calibri" pitchFamily="34" charset="0"/>
              </a:rPr>
              <a:t>ರಘುಬರ</a:t>
            </a:r>
            <a:r>
              <a:rPr lang="en-US" sz="4000" b="1" dirty="0">
                <a:solidFill>
                  <a:prstClr val="black"/>
                </a:solidFill>
                <a:latin typeface="Calibri" pitchFamily="34" charset="0"/>
              </a:rPr>
              <a:t> </a:t>
            </a:r>
            <a:r>
              <a:rPr lang="en-US" sz="4000" b="1" dirty="0" err="1">
                <a:solidFill>
                  <a:prstClr val="black"/>
                </a:solidFill>
                <a:latin typeface="Calibri" pitchFamily="34" charset="0"/>
              </a:rPr>
              <a:t>ಬಿಮಲ</a:t>
            </a:r>
            <a:r>
              <a:rPr lang="en-US" sz="4000" b="1" dirty="0">
                <a:solidFill>
                  <a:prstClr val="black"/>
                </a:solidFill>
                <a:latin typeface="Calibri" pitchFamily="34" charset="0"/>
              </a:rPr>
              <a:t> </a:t>
            </a:r>
            <a:r>
              <a:rPr lang="en-US" sz="4000" b="1" dirty="0" err="1">
                <a:solidFill>
                  <a:prstClr val="black"/>
                </a:solidFill>
                <a:latin typeface="Calibri" pitchFamily="34" charset="0"/>
              </a:rPr>
              <a:t>ಜಸು</a:t>
            </a:r>
            <a:endParaRPr lang="en-US" sz="4000" b="1" dirty="0">
              <a:solidFill>
                <a:prstClr val="black"/>
              </a:solidFill>
              <a:latin typeface="Calibri" pitchFamily="34" charset="0"/>
            </a:endParaRPr>
          </a:p>
          <a:p>
            <a:pPr algn="ctr" defTabSz="914309"/>
            <a:r>
              <a:rPr lang="en-US" sz="4000" b="1" dirty="0" err="1">
                <a:solidFill>
                  <a:prstClr val="black"/>
                </a:solidFill>
                <a:latin typeface="Calibri" pitchFamily="34" charset="0"/>
              </a:rPr>
              <a:t>ಜೋ</a:t>
            </a:r>
            <a:r>
              <a:rPr lang="en-US" sz="4000" b="1" dirty="0">
                <a:solidFill>
                  <a:prstClr val="black"/>
                </a:solidFill>
                <a:latin typeface="Calibri" pitchFamily="34" charset="0"/>
              </a:rPr>
              <a:t> </a:t>
            </a:r>
            <a:r>
              <a:rPr lang="en-US" sz="4000" b="1" dirty="0" err="1">
                <a:solidFill>
                  <a:prstClr val="black"/>
                </a:solidFill>
                <a:latin typeface="Calibri" pitchFamily="34" charset="0"/>
              </a:rPr>
              <a:t>ದಾಯಕು</a:t>
            </a:r>
            <a:r>
              <a:rPr lang="en-US" sz="4000" b="1" dirty="0">
                <a:solidFill>
                  <a:prstClr val="black"/>
                </a:solidFill>
                <a:latin typeface="Calibri" pitchFamily="34" charset="0"/>
              </a:rPr>
              <a:t> </a:t>
            </a:r>
            <a:r>
              <a:rPr lang="en-US" sz="4000" b="1" dirty="0" err="1">
                <a:solidFill>
                  <a:prstClr val="black"/>
                </a:solidFill>
                <a:latin typeface="Calibri" pitchFamily="34" charset="0"/>
              </a:rPr>
              <a:t>ಫಲ</a:t>
            </a:r>
            <a:r>
              <a:rPr lang="en-US" sz="4000" b="1" dirty="0">
                <a:solidFill>
                  <a:prstClr val="black"/>
                </a:solidFill>
                <a:latin typeface="Calibri" pitchFamily="34" charset="0"/>
              </a:rPr>
              <a:t> </a:t>
            </a:r>
            <a:r>
              <a:rPr lang="en-US" sz="4000" b="1" dirty="0" err="1">
                <a:solidFill>
                  <a:prstClr val="black"/>
                </a:solidFill>
                <a:latin typeface="Calibri" pitchFamily="34" charset="0"/>
              </a:rPr>
              <a:t>ಚಾರಿ</a:t>
            </a:r>
            <a:r>
              <a:rPr lang="en-US" sz="4000" b="1" dirty="0">
                <a:solidFill>
                  <a:prstClr val="black"/>
                </a:solidFill>
                <a:latin typeface="Calibri" pitchFamily="34" charset="0"/>
              </a:rPr>
              <a:t> ॥</a:t>
            </a:r>
            <a:endParaRPr lang="en-US" sz="3600" b="1" dirty="0">
              <a:solidFill>
                <a:prstClr val="black"/>
              </a:solidFill>
              <a:latin typeface="URW Palladio IT" pitchFamily="2" charset="0"/>
            </a:endParaRPr>
          </a:p>
          <a:p>
            <a:pPr algn="ctr" defTabSz="914309"/>
            <a:endParaRPr lang="en-US" sz="2800" b="1" dirty="0">
              <a:solidFill>
                <a:prstClr val="black"/>
              </a:solidFill>
              <a:latin typeface="Palatino Linotype" pitchFamily="18" charset="0"/>
            </a:endParaRPr>
          </a:p>
          <a:p>
            <a:pPr algn="ctr" defTabSz="914309"/>
            <a:r>
              <a:rPr lang="en-US" sz="2800" b="1" dirty="0">
                <a:solidFill>
                  <a:prstClr val="black"/>
                </a:solidFill>
                <a:latin typeface="Palatino Linotype" pitchFamily="18" charset="0"/>
              </a:rPr>
              <a:t>And then narrate the sacred glory of Sri Ram Chandra, The Supreme among the </a:t>
            </a:r>
            <a:r>
              <a:rPr lang="en-US" sz="2800" b="1" dirty="0" err="1">
                <a:solidFill>
                  <a:prstClr val="black"/>
                </a:solidFill>
                <a:latin typeface="Palatino Linotype" pitchFamily="18" charset="0"/>
              </a:rPr>
              <a:t>Raghu</a:t>
            </a:r>
            <a:r>
              <a:rPr lang="en-US" sz="2800" b="1" dirty="0">
                <a:solidFill>
                  <a:prstClr val="black"/>
                </a:solidFill>
                <a:latin typeface="Palatino Linotype" pitchFamily="18" charset="0"/>
              </a:rPr>
              <a:t> 	dynasty. The giver of the four attainments of life</a:t>
            </a:r>
            <a:r>
              <a:rPr lang="en-IN" sz="2800" b="1" dirty="0">
                <a:solidFill>
                  <a:prstClr val="black"/>
                </a:solidFill>
                <a:latin typeface="Palatino Linotype" pitchFamily="18" charset="0"/>
              </a:rPr>
              <a:t>.</a:t>
            </a:r>
            <a:r>
              <a:rPr lang="en-US" sz="2800" b="1" dirty="0">
                <a:solidFill>
                  <a:prstClr val="black"/>
                </a:solidFill>
                <a:latin typeface="Palatino Linotype" pitchFamily="18" charset="0"/>
              </a:rPr>
              <a:t>		</a:t>
            </a:r>
            <a:endParaRPr lang="en-IN" sz="2800" b="1" dirty="0">
              <a:solidFill>
                <a:prstClr val="black"/>
              </a:solidFill>
              <a:latin typeface="Palatino Linotype" pitchFamily="18" charset="0"/>
            </a:endParaRPr>
          </a:p>
        </p:txBody>
      </p:sp>
    </p:spTree>
    <p:extLst>
      <p:ext uri="{BB962C8B-B14F-4D97-AF65-F5344CB8AC3E}">
        <p14:creationId xmlns:p14="http://schemas.microsoft.com/office/powerpoint/2010/main" val="57374253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
          <p:cNvSpPr>
            <a:spLocks noChangeArrowheads="1"/>
          </p:cNvSpPr>
          <p:nvPr/>
        </p:nvSpPr>
        <p:spPr bwMode="auto">
          <a:xfrm>
            <a:off x="1524133" y="114"/>
            <a:ext cx="9143736" cy="7047659"/>
          </a:xfrm>
          <a:prstGeom prst="rect">
            <a:avLst/>
          </a:prstGeom>
          <a:noFill/>
          <a:ln w="9525">
            <a:noFill/>
            <a:miter lim="800000"/>
            <a:headEnd/>
            <a:tailEnd/>
          </a:ln>
        </p:spPr>
        <p:txBody>
          <a:bodyPr wrap="square">
            <a:spAutoFit/>
          </a:bodyPr>
          <a:lstStyle/>
          <a:p>
            <a:pPr algn="ctr" defTabSz="914309"/>
            <a:endParaRPr lang="en-IN" sz="2399" b="1" dirty="0">
              <a:solidFill>
                <a:prstClr val="black"/>
              </a:solidFill>
              <a:latin typeface="Calibri" pitchFamily="34" charset="0"/>
            </a:endParaRPr>
          </a:p>
          <a:p>
            <a:pPr algn="ctr" defTabSz="914309"/>
            <a:r>
              <a:rPr lang="en-IN" sz="4000" b="1" dirty="0" err="1">
                <a:solidFill>
                  <a:prstClr val="black"/>
                </a:solidFill>
                <a:latin typeface="Aparajita" pitchFamily="34" charset="0"/>
              </a:rPr>
              <a:t>बुद्धिहीन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तनु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जानिके</a:t>
            </a:r>
            <a:r>
              <a:rPr lang="en-IN" sz="4000" b="1" dirty="0">
                <a:solidFill>
                  <a:prstClr val="black"/>
                </a:solidFill>
                <a:latin typeface="Aparajita" pitchFamily="34" charset="0"/>
              </a:rPr>
              <a:t> </a:t>
            </a:r>
          </a:p>
          <a:p>
            <a:pPr algn="ctr" defTabSz="914309"/>
            <a:r>
              <a:rPr lang="en-IN" sz="4000" b="1" dirty="0" err="1">
                <a:solidFill>
                  <a:prstClr val="black"/>
                </a:solidFill>
                <a:latin typeface="Aparajita" pitchFamily="34" charset="0"/>
              </a:rPr>
              <a:t>सुमिरौं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पवनकुमार</a:t>
            </a:r>
            <a:r>
              <a:rPr lang="en-IN" sz="4000" b="1" dirty="0">
                <a:solidFill>
                  <a:prstClr val="black"/>
                </a:solidFill>
                <a:latin typeface="Aparajita" pitchFamily="34" charset="0"/>
              </a:rPr>
              <a:t> ।</a:t>
            </a:r>
          </a:p>
          <a:p>
            <a:pPr algn="ctr" defTabSz="914309"/>
            <a:r>
              <a:rPr lang="en-IN" sz="4800" b="1" dirty="0">
                <a:solidFill>
                  <a:prstClr val="black"/>
                </a:solidFill>
                <a:latin typeface="Aparajita" pitchFamily="34" charset="0"/>
              </a:rPr>
              <a:t/>
            </a:r>
            <a:br>
              <a:rPr lang="en-IN" sz="4800" b="1" dirty="0">
                <a:solidFill>
                  <a:prstClr val="black"/>
                </a:solidFill>
                <a:latin typeface="Aparajita" pitchFamily="34" charset="0"/>
              </a:rPr>
            </a:br>
            <a:r>
              <a:rPr lang="en-US" sz="4000" b="1" dirty="0" err="1">
                <a:solidFill>
                  <a:prstClr val="black"/>
                </a:solidFill>
                <a:latin typeface="URW Palladio IT" pitchFamily="2" charset="0"/>
              </a:rPr>
              <a:t>Buddhihéna</a:t>
            </a:r>
            <a:r>
              <a:rPr lang="en-US" sz="4000" b="1" dirty="0">
                <a:solidFill>
                  <a:prstClr val="black"/>
                </a:solidFill>
                <a:latin typeface="URW Palladio IT" pitchFamily="2" charset="0"/>
              </a:rPr>
              <a:t> </a:t>
            </a:r>
            <a:r>
              <a:rPr lang="en-US" sz="4000" b="1" dirty="0" err="1">
                <a:solidFill>
                  <a:prstClr val="black"/>
                </a:solidFill>
                <a:latin typeface="URW Palladio IT" pitchFamily="2" charset="0"/>
              </a:rPr>
              <a:t>Tanu</a:t>
            </a:r>
            <a:r>
              <a:rPr lang="en-US" sz="4000" b="1" dirty="0">
                <a:solidFill>
                  <a:prstClr val="black"/>
                </a:solidFill>
                <a:latin typeface="URW Palladio IT" pitchFamily="2" charset="0"/>
              </a:rPr>
              <a:t> </a:t>
            </a:r>
            <a:r>
              <a:rPr lang="en-US" sz="4000" b="1" dirty="0" err="1">
                <a:solidFill>
                  <a:prstClr val="black"/>
                </a:solidFill>
                <a:latin typeface="URW Palladio IT" pitchFamily="2" charset="0"/>
              </a:rPr>
              <a:t>Jänike</a:t>
            </a:r>
            <a:r>
              <a:rPr lang="en-US" sz="4000" b="1" dirty="0">
                <a:solidFill>
                  <a:prstClr val="black"/>
                </a:solidFill>
                <a:latin typeface="URW Palladio IT" pitchFamily="2" charset="0"/>
              </a:rPr>
              <a:t> </a:t>
            </a:r>
          </a:p>
          <a:p>
            <a:pPr algn="ctr" defTabSz="914309"/>
            <a:r>
              <a:rPr lang="en-US" sz="4000" b="1" dirty="0" err="1">
                <a:solidFill>
                  <a:prstClr val="black"/>
                </a:solidFill>
                <a:latin typeface="URW Palladio IT" pitchFamily="2" charset="0"/>
              </a:rPr>
              <a:t>Sumirauà</a:t>
            </a:r>
            <a:r>
              <a:rPr lang="en-US" sz="4000" b="1" dirty="0">
                <a:solidFill>
                  <a:prstClr val="black"/>
                </a:solidFill>
                <a:latin typeface="URW Palladio IT" pitchFamily="2" charset="0"/>
              </a:rPr>
              <a:t> </a:t>
            </a:r>
            <a:r>
              <a:rPr lang="en-US" sz="4000" b="1" dirty="0" err="1">
                <a:solidFill>
                  <a:prstClr val="black"/>
                </a:solidFill>
                <a:latin typeface="URW Palladio IT" pitchFamily="2" charset="0"/>
              </a:rPr>
              <a:t>Pavanakumära</a:t>
            </a:r>
            <a:r>
              <a:rPr lang="en-US" sz="4000" b="1" dirty="0">
                <a:solidFill>
                  <a:prstClr val="black"/>
                </a:solidFill>
                <a:latin typeface="URW Palladio IT" pitchFamily="2" charset="0"/>
              </a:rPr>
              <a:t> | </a:t>
            </a:r>
          </a:p>
          <a:p>
            <a:pPr algn="ctr" defTabSz="914309"/>
            <a:endParaRPr lang="en-US" sz="4000" b="1" dirty="0">
              <a:solidFill>
                <a:prstClr val="black"/>
              </a:solidFill>
              <a:latin typeface="URW Palladio IT" pitchFamily="2" charset="0"/>
            </a:endParaRPr>
          </a:p>
          <a:p>
            <a:pPr algn="ctr" defTabSz="914309"/>
            <a:r>
              <a:rPr lang="en-US" sz="4000" b="1" dirty="0" err="1">
                <a:solidFill>
                  <a:prstClr val="black"/>
                </a:solidFill>
                <a:latin typeface="Calibri" pitchFamily="34" charset="0"/>
              </a:rPr>
              <a:t>ಬುದ್ಧಿಹೀನ</a:t>
            </a:r>
            <a:r>
              <a:rPr lang="en-US" sz="4000" b="1" dirty="0">
                <a:solidFill>
                  <a:prstClr val="black"/>
                </a:solidFill>
                <a:latin typeface="Calibri" pitchFamily="34" charset="0"/>
              </a:rPr>
              <a:t> </a:t>
            </a:r>
            <a:r>
              <a:rPr lang="en-US" sz="4000" b="1" dirty="0" err="1">
                <a:solidFill>
                  <a:prstClr val="black"/>
                </a:solidFill>
                <a:latin typeface="Calibri" pitchFamily="34" charset="0"/>
              </a:rPr>
              <a:t>ತನು</a:t>
            </a:r>
            <a:r>
              <a:rPr lang="en-US" sz="4000" b="1" dirty="0">
                <a:solidFill>
                  <a:prstClr val="black"/>
                </a:solidFill>
                <a:latin typeface="Calibri" pitchFamily="34" charset="0"/>
              </a:rPr>
              <a:t> </a:t>
            </a:r>
            <a:r>
              <a:rPr lang="en-US" sz="4000" b="1" dirty="0" err="1">
                <a:solidFill>
                  <a:prstClr val="black"/>
                </a:solidFill>
                <a:latin typeface="Calibri" pitchFamily="34" charset="0"/>
              </a:rPr>
              <a:t>ಜಾನಿ</a:t>
            </a:r>
            <a:r>
              <a:rPr lang="en-US" sz="4000" b="1" dirty="0">
                <a:solidFill>
                  <a:prstClr val="black"/>
                </a:solidFill>
                <a:latin typeface="Calibri" pitchFamily="34" charset="0"/>
              </a:rPr>
              <a:t> </a:t>
            </a:r>
            <a:r>
              <a:rPr lang="en-US" sz="4000" b="1" dirty="0" err="1">
                <a:solidFill>
                  <a:prstClr val="black"/>
                </a:solidFill>
                <a:latin typeface="Calibri" pitchFamily="34" charset="0"/>
              </a:rPr>
              <a:t>ಕೇ</a:t>
            </a:r>
            <a:r>
              <a:rPr lang="en-US" sz="4000" b="1" dirty="0">
                <a:solidFill>
                  <a:prstClr val="black"/>
                </a:solidFill>
                <a:latin typeface="Calibri" pitchFamily="34" charset="0"/>
              </a:rPr>
              <a:t> </a:t>
            </a:r>
          </a:p>
          <a:p>
            <a:pPr algn="ctr" defTabSz="914309"/>
            <a:r>
              <a:rPr lang="en-US" sz="4000" b="1" dirty="0" err="1">
                <a:solidFill>
                  <a:prstClr val="black"/>
                </a:solidFill>
                <a:latin typeface="Calibri" pitchFamily="34" charset="0"/>
              </a:rPr>
              <a:t>ಸುಮಿರೌ</a:t>
            </a:r>
            <a:r>
              <a:rPr lang="en-US" sz="4000" b="1" dirty="0">
                <a:solidFill>
                  <a:prstClr val="black"/>
                </a:solidFill>
                <a:latin typeface="Calibri" pitchFamily="34" charset="0"/>
              </a:rPr>
              <a:t> </a:t>
            </a:r>
            <a:r>
              <a:rPr lang="en-US" sz="4000" b="1" dirty="0" err="1">
                <a:solidFill>
                  <a:prstClr val="black"/>
                </a:solidFill>
                <a:latin typeface="Calibri" pitchFamily="34" charset="0"/>
              </a:rPr>
              <a:t>ಪವನ</a:t>
            </a:r>
            <a:r>
              <a:rPr lang="en-US" sz="4000" b="1" dirty="0">
                <a:solidFill>
                  <a:prstClr val="black"/>
                </a:solidFill>
                <a:latin typeface="Calibri" pitchFamily="34" charset="0"/>
              </a:rPr>
              <a:t> </a:t>
            </a:r>
            <a:r>
              <a:rPr lang="en-US" sz="4000" b="1" dirty="0" err="1">
                <a:solidFill>
                  <a:prstClr val="black"/>
                </a:solidFill>
                <a:latin typeface="Calibri" pitchFamily="34" charset="0"/>
              </a:rPr>
              <a:t>ಕುಮಾರ</a:t>
            </a:r>
            <a:r>
              <a:rPr lang="en-US" sz="4000" b="1" dirty="0">
                <a:solidFill>
                  <a:prstClr val="black"/>
                </a:solidFill>
                <a:latin typeface="Calibri" pitchFamily="34" charset="0"/>
              </a:rPr>
              <a:t> ।</a:t>
            </a:r>
          </a:p>
          <a:p>
            <a:pPr algn="ctr" defTabSz="914309"/>
            <a:endParaRPr lang="en-US" sz="4400" b="1" dirty="0">
              <a:solidFill>
                <a:prstClr val="black"/>
              </a:solidFill>
              <a:latin typeface="URW Palladio IT" pitchFamily="2" charset="0"/>
            </a:endParaRPr>
          </a:p>
          <a:p>
            <a:pPr algn="ctr" defTabSz="914309"/>
            <a:r>
              <a:rPr lang="en-US" sz="2800" b="1" dirty="0">
                <a:solidFill>
                  <a:prstClr val="black"/>
                </a:solidFill>
                <a:latin typeface="Palatino Linotype" pitchFamily="18" charset="0"/>
              </a:rPr>
              <a:t>Knowing myself to be ignorant, I urge you, 	O  Hanuman, The son of </a:t>
            </a:r>
            <a:r>
              <a:rPr lang="en-US" sz="2800" b="1" dirty="0" err="1">
                <a:solidFill>
                  <a:prstClr val="black"/>
                </a:solidFill>
                <a:latin typeface="Palatino Linotype" pitchFamily="18" charset="0"/>
              </a:rPr>
              <a:t>Pavan</a:t>
            </a:r>
            <a:r>
              <a:rPr lang="en-US" sz="2800" b="1" dirty="0">
                <a:solidFill>
                  <a:prstClr val="black"/>
                </a:solidFill>
                <a:latin typeface="Palatino Linotype" pitchFamily="18" charset="0"/>
              </a:rPr>
              <a:t>(</a:t>
            </a:r>
            <a:r>
              <a:rPr lang="en-IN" sz="2800" b="1" dirty="0">
                <a:solidFill>
                  <a:prstClr val="black"/>
                </a:solidFill>
                <a:latin typeface="Palatino Linotype" pitchFamily="18" charset="0"/>
              </a:rPr>
              <a:t>Wind</a:t>
            </a:r>
            <a:r>
              <a:rPr lang="en-US" sz="2800" b="1" dirty="0">
                <a:solidFill>
                  <a:prstClr val="black"/>
                </a:solidFill>
                <a:latin typeface="Palatino Linotype" pitchFamily="18" charset="0"/>
              </a:rPr>
              <a:t>) !</a:t>
            </a:r>
          </a:p>
        </p:txBody>
      </p:sp>
    </p:spTree>
    <p:extLst>
      <p:ext uri="{BB962C8B-B14F-4D97-AF65-F5344CB8AC3E}">
        <p14:creationId xmlns:p14="http://schemas.microsoft.com/office/powerpoint/2010/main" val="390621036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
          <p:cNvSpPr>
            <a:spLocks noChangeArrowheads="1"/>
          </p:cNvSpPr>
          <p:nvPr/>
        </p:nvSpPr>
        <p:spPr bwMode="auto">
          <a:xfrm>
            <a:off x="1524133" y="97"/>
            <a:ext cx="9143736" cy="6309059"/>
          </a:xfrm>
          <a:prstGeom prst="rect">
            <a:avLst/>
          </a:prstGeom>
          <a:noFill/>
          <a:ln w="9525">
            <a:noFill/>
            <a:miter lim="800000"/>
            <a:headEnd/>
            <a:tailEnd/>
          </a:ln>
        </p:spPr>
        <p:txBody>
          <a:bodyPr wrap="square">
            <a:spAutoFit/>
          </a:bodyPr>
          <a:lstStyle/>
          <a:p>
            <a:pPr defTabSz="914309"/>
            <a:endParaRPr lang="en-IN" sz="2399" b="1" dirty="0">
              <a:solidFill>
                <a:prstClr val="black"/>
              </a:solidFill>
              <a:latin typeface="Calibri" pitchFamily="34" charset="0"/>
            </a:endParaRPr>
          </a:p>
          <a:p>
            <a:pPr algn="ctr" defTabSz="914309"/>
            <a:r>
              <a:rPr lang="en-IN" sz="4000" b="1" dirty="0" err="1">
                <a:solidFill>
                  <a:prstClr val="black"/>
                </a:solidFill>
                <a:latin typeface="Aparajita" pitchFamily="34" charset="0"/>
              </a:rPr>
              <a:t>बल</a:t>
            </a:r>
            <a:r>
              <a:rPr lang="en-IN" sz="4000" b="1" dirty="0">
                <a:solidFill>
                  <a:prstClr val="black"/>
                </a:solidFill>
                <a:latin typeface="Aparajita" pitchFamily="34" charset="0"/>
              </a:rPr>
              <a:t> </a:t>
            </a:r>
            <a:r>
              <a:rPr lang="en-IN" sz="4000" b="1" dirty="0" err="1">
                <a:solidFill>
                  <a:prstClr val="black"/>
                </a:solidFill>
                <a:latin typeface="Aparajita" pitchFamily="34" charset="0"/>
              </a:rPr>
              <a:t>बुधि</a:t>
            </a:r>
            <a:r>
              <a:rPr lang="en-IN" sz="4000" b="1" dirty="0">
                <a:solidFill>
                  <a:prstClr val="black"/>
                </a:solidFill>
                <a:latin typeface="Aparajita" pitchFamily="34" charset="0"/>
              </a:rPr>
              <a:t> </a:t>
            </a:r>
            <a:r>
              <a:rPr lang="en-IN" sz="4000" b="1" dirty="0" err="1">
                <a:solidFill>
                  <a:prstClr val="black"/>
                </a:solidFill>
                <a:latin typeface="Aparajita" pitchFamily="34" charset="0"/>
              </a:rPr>
              <a:t>बिद्या</a:t>
            </a:r>
            <a:r>
              <a:rPr lang="en-IN" sz="4000" b="1" dirty="0">
                <a:solidFill>
                  <a:prstClr val="black"/>
                </a:solidFill>
                <a:latin typeface="Aparajita" pitchFamily="34" charset="0"/>
              </a:rPr>
              <a:t> </a:t>
            </a:r>
            <a:r>
              <a:rPr lang="en-IN" sz="4000" b="1" dirty="0" err="1">
                <a:solidFill>
                  <a:prstClr val="black"/>
                </a:solidFill>
                <a:latin typeface="Aparajita" pitchFamily="34" charset="0"/>
              </a:rPr>
              <a:t>देहु</a:t>
            </a:r>
            <a:r>
              <a:rPr lang="en-IN" sz="4000" b="1" dirty="0">
                <a:solidFill>
                  <a:prstClr val="black"/>
                </a:solidFill>
                <a:latin typeface="Aparajita" pitchFamily="34" charset="0"/>
              </a:rPr>
              <a:t> </a:t>
            </a:r>
            <a:r>
              <a:rPr lang="en-IN" sz="4000" b="1" dirty="0" err="1">
                <a:solidFill>
                  <a:prstClr val="black"/>
                </a:solidFill>
                <a:latin typeface="Aparajita" pitchFamily="34" charset="0"/>
              </a:rPr>
              <a:t>मोहिं</a:t>
            </a:r>
            <a:r>
              <a:rPr lang="en-IN" sz="4000" b="1" dirty="0">
                <a:solidFill>
                  <a:prstClr val="black"/>
                </a:solidFill>
                <a:latin typeface="Aparajita" pitchFamily="34" charset="0"/>
              </a:rPr>
              <a:t> </a:t>
            </a:r>
          </a:p>
          <a:p>
            <a:pPr algn="ctr" defTabSz="914309"/>
            <a:r>
              <a:rPr lang="en-IN" sz="4000" b="1" dirty="0" err="1">
                <a:solidFill>
                  <a:prstClr val="black"/>
                </a:solidFill>
                <a:latin typeface="Aparajita" pitchFamily="34" charset="0"/>
              </a:rPr>
              <a:t>हरहु</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कलेस</a:t>
            </a:r>
            <a:r>
              <a:rPr lang="en-IN" sz="4000" b="1" dirty="0">
                <a:solidFill>
                  <a:prstClr val="black"/>
                </a:solidFill>
                <a:latin typeface="Aparajita" pitchFamily="34" charset="0"/>
              </a:rPr>
              <a:t> </a:t>
            </a:r>
            <a:r>
              <a:rPr lang="en-IN" sz="4000" b="1" dirty="0" err="1">
                <a:solidFill>
                  <a:prstClr val="black"/>
                </a:solidFill>
                <a:latin typeface="Aparajita" pitchFamily="34" charset="0"/>
              </a:rPr>
              <a:t>बिकार</a:t>
            </a:r>
            <a:r>
              <a:rPr lang="en-IN" sz="4000" b="1" dirty="0">
                <a:solidFill>
                  <a:prstClr val="black"/>
                </a:solidFill>
                <a:latin typeface="Aparajita" pitchFamily="34" charset="0"/>
              </a:rPr>
              <a:t> ॥ </a:t>
            </a:r>
          </a:p>
          <a:p>
            <a:pPr algn="ctr" defTabSz="914309"/>
            <a:endParaRPr lang="en-IN" sz="4000" b="1" dirty="0">
              <a:solidFill>
                <a:prstClr val="black"/>
              </a:solidFill>
              <a:latin typeface="Palatino Linotype" pitchFamily="18" charset="0"/>
            </a:endParaRPr>
          </a:p>
          <a:p>
            <a:pPr algn="ctr" defTabSz="914309"/>
            <a:r>
              <a:rPr lang="en-US" sz="3200" b="1" dirty="0" err="1">
                <a:solidFill>
                  <a:prstClr val="black"/>
                </a:solidFill>
                <a:latin typeface="URW Palladio IT" pitchFamily="2" charset="0"/>
              </a:rPr>
              <a:t>Bala</a:t>
            </a:r>
            <a:r>
              <a:rPr lang="en-US" sz="3200" b="1" dirty="0">
                <a:solidFill>
                  <a:prstClr val="black"/>
                </a:solidFill>
                <a:latin typeface="URW Palladio IT" pitchFamily="2" charset="0"/>
              </a:rPr>
              <a:t> </a:t>
            </a:r>
            <a:r>
              <a:rPr lang="en-US" sz="3200" b="1" dirty="0" err="1">
                <a:solidFill>
                  <a:prstClr val="black"/>
                </a:solidFill>
                <a:latin typeface="URW Palladio IT" pitchFamily="2" charset="0"/>
              </a:rPr>
              <a:t>Budhi</a:t>
            </a:r>
            <a:r>
              <a:rPr lang="en-US" sz="3200" b="1" dirty="0">
                <a:solidFill>
                  <a:prstClr val="black"/>
                </a:solidFill>
                <a:latin typeface="URW Palladio IT" pitchFamily="2" charset="0"/>
              </a:rPr>
              <a:t> </a:t>
            </a:r>
            <a:r>
              <a:rPr lang="en-US" sz="3200" b="1" dirty="0" err="1">
                <a:solidFill>
                  <a:prstClr val="black"/>
                </a:solidFill>
                <a:latin typeface="URW Palladio IT" pitchFamily="2" charset="0"/>
              </a:rPr>
              <a:t>Bidyä</a:t>
            </a:r>
            <a:r>
              <a:rPr lang="en-US" sz="3200" b="1" dirty="0">
                <a:solidFill>
                  <a:prstClr val="black"/>
                </a:solidFill>
                <a:latin typeface="URW Palladio IT" pitchFamily="2" charset="0"/>
              </a:rPr>
              <a:t> </a:t>
            </a:r>
            <a:r>
              <a:rPr lang="en-US" sz="3200" b="1" dirty="0" err="1">
                <a:solidFill>
                  <a:prstClr val="black"/>
                </a:solidFill>
                <a:latin typeface="URW Palladio IT" pitchFamily="2" charset="0"/>
              </a:rPr>
              <a:t>Dehu</a:t>
            </a:r>
            <a:r>
              <a:rPr lang="en-US" sz="3200" b="1" dirty="0">
                <a:solidFill>
                  <a:prstClr val="black"/>
                </a:solidFill>
                <a:latin typeface="URW Palladio IT" pitchFamily="2" charset="0"/>
              </a:rPr>
              <a:t> </a:t>
            </a:r>
            <a:r>
              <a:rPr lang="en-US" sz="3200" b="1" dirty="0" err="1">
                <a:solidFill>
                  <a:prstClr val="black"/>
                </a:solidFill>
                <a:latin typeface="URW Palladio IT" pitchFamily="2" charset="0"/>
              </a:rPr>
              <a:t>Mohià</a:t>
            </a:r>
            <a:r>
              <a:rPr lang="en-US" sz="3200" b="1" dirty="0">
                <a:solidFill>
                  <a:prstClr val="black"/>
                </a:solidFill>
                <a:latin typeface="URW Palladio IT" pitchFamily="2" charset="0"/>
              </a:rPr>
              <a:t> </a:t>
            </a:r>
          </a:p>
          <a:p>
            <a:pPr algn="ctr" defTabSz="914309"/>
            <a:r>
              <a:rPr lang="en-US" sz="3200" b="1" dirty="0" err="1">
                <a:solidFill>
                  <a:prstClr val="black"/>
                </a:solidFill>
                <a:latin typeface="URW Palladio IT" pitchFamily="2" charset="0"/>
              </a:rPr>
              <a:t>Harahu</a:t>
            </a:r>
            <a:r>
              <a:rPr lang="en-US" sz="3200" b="1" dirty="0">
                <a:solidFill>
                  <a:prstClr val="black"/>
                </a:solidFill>
                <a:latin typeface="URW Palladio IT" pitchFamily="2" charset="0"/>
              </a:rPr>
              <a:t> </a:t>
            </a:r>
            <a:r>
              <a:rPr lang="en-US" sz="3200" b="1" dirty="0" err="1">
                <a:solidFill>
                  <a:prstClr val="black"/>
                </a:solidFill>
                <a:latin typeface="URW Palladio IT" pitchFamily="2" charset="0"/>
              </a:rPr>
              <a:t>Kalesa</a:t>
            </a:r>
            <a:r>
              <a:rPr lang="en-US" sz="3200" b="1" dirty="0">
                <a:solidFill>
                  <a:prstClr val="black"/>
                </a:solidFill>
                <a:latin typeface="URW Palladio IT" pitchFamily="2" charset="0"/>
              </a:rPr>
              <a:t> </a:t>
            </a:r>
            <a:r>
              <a:rPr lang="en-US" sz="3200" b="1" dirty="0" err="1">
                <a:solidFill>
                  <a:prstClr val="black"/>
                </a:solidFill>
                <a:latin typeface="URW Palladio IT" pitchFamily="2" charset="0"/>
              </a:rPr>
              <a:t>Bikära</a:t>
            </a:r>
            <a:r>
              <a:rPr lang="en-US" sz="3200" b="1" dirty="0">
                <a:solidFill>
                  <a:prstClr val="black"/>
                </a:solidFill>
                <a:latin typeface="URW Palladio IT" pitchFamily="2" charset="0"/>
              </a:rPr>
              <a:t> || - D2</a:t>
            </a:r>
          </a:p>
          <a:p>
            <a:pPr algn="ctr" defTabSz="914309"/>
            <a:endParaRPr lang="en-US" sz="2399" b="1" dirty="0">
              <a:solidFill>
                <a:prstClr val="black"/>
              </a:solidFill>
              <a:latin typeface="URW Palladio IT" pitchFamily="2" charset="0"/>
            </a:endParaRPr>
          </a:p>
          <a:p>
            <a:pPr algn="ctr" defTabSz="914309"/>
            <a:r>
              <a:rPr lang="en-US" sz="4000" b="1" dirty="0" err="1">
                <a:solidFill>
                  <a:prstClr val="black"/>
                </a:solidFill>
                <a:latin typeface="Calibri" pitchFamily="34" charset="0"/>
              </a:rPr>
              <a:t>ಬಲ</a:t>
            </a:r>
            <a:r>
              <a:rPr lang="en-US" sz="4000" b="1" dirty="0">
                <a:solidFill>
                  <a:prstClr val="black"/>
                </a:solidFill>
                <a:latin typeface="Calibri" pitchFamily="34" charset="0"/>
              </a:rPr>
              <a:t> </a:t>
            </a:r>
            <a:r>
              <a:rPr lang="en-US" sz="4000" b="1" dirty="0" err="1">
                <a:solidFill>
                  <a:prstClr val="black"/>
                </a:solidFill>
                <a:latin typeface="Calibri" pitchFamily="34" charset="0"/>
              </a:rPr>
              <a:t>ಬು</a:t>
            </a:r>
            <a:r>
              <a:rPr lang="kn-IN" sz="4000" b="1" dirty="0">
                <a:solidFill>
                  <a:prstClr val="black"/>
                </a:solidFill>
                <a:latin typeface="Calibri" pitchFamily="34" charset="0"/>
                <a:ea typeface="Tunga" pitchFamily="2"/>
                <a:cs typeface="Tunga" pitchFamily="2"/>
              </a:rPr>
              <a:t>ಧಿ</a:t>
            </a:r>
            <a:r>
              <a:rPr lang="en-US" sz="4000" b="1" dirty="0">
                <a:solidFill>
                  <a:prstClr val="black"/>
                </a:solidFill>
                <a:latin typeface="Calibri" pitchFamily="34" charset="0"/>
              </a:rPr>
              <a:t> </a:t>
            </a:r>
            <a:r>
              <a:rPr lang="kn-IN" sz="4000" b="1" dirty="0">
                <a:solidFill>
                  <a:prstClr val="black"/>
                </a:solidFill>
                <a:latin typeface="Calibri" pitchFamily="34" charset="0"/>
                <a:ea typeface="Tunga" pitchFamily="2"/>
                <a:cs typeface="Tunga" pitchFamily="2"/>
              </a:rPr>
              <a:t>ಬಿ</a:t>
            </a:r>
            <a:r>
              <a:rPr lang="en-US" sz="4000" b="1" dirty="0" err="1">
                <a:solidFill>
                  <a:prstClr val="black"/>
                </a:solidFill>
                <a:latin typeface="Calibri" pitchFamily="34" charset="0"/>
              </a:rPr>
              <a:t>ದ್ಯಾ</a:t>
            </a:r>
            <a:r>
              <a:rPr lang="en-US" sz="4000" b="1" dirty="0">
                <a:solidFill>
                  <a:prstClr val="black"/>
                </a:solidFill>
                <a:latin typeface="Calibri" pitchFamily="34" charset="0"/>
              </a:rPr>
              <a:t> </a:t>
            </a:r>
            <a:r>
              <a:rPr lang="en-US" sz="4000" b="1" dirty="0" err="1">
                <a:solidFill>
                  <a:prstClr val="black"/>
                </a:solidFill>
                <a:latin typeface="Calibri" pitchFamily="34" charset="0"/>
              </a:rPr>
              <a:t>ದೇಹು</a:t>
            </a:r>
            <a:r>
              <a:rPr lang="en-US" sz="4000" b="1" dirty="0">
                <a:solidFill>
                  <a:prstClr val="black"/>
                </a:solidFill>
                <a:latin typeface="Calibri" pitchFamily="34" charset="0"/>
              </a:rPr>
              <a:t> </a:t>
            </a:r>
            <a:r>
              <a:rPr lang="en-US" sz="4000" b="1" dirty="0" err="1">
                <a:solidFill>
                  <a:prstClr val="black"/>
                </a:solidFill>
                <a:latin typeface="Calibri" pitchFamily="34" charset="0"/>
              </a:rPr>
              <a:t>ಮೋಹಿ</a:t>
            </a:r>
            <a:r>
              <a:rPr lang="en-US" sz="4000" b="1" dirty="0">
                <a:solidFill>
                  <a:prstClr val="black"/>
                </a:solidFill>
                <a:latin typeface="Calibri" pitchFamily="34" charset="0"/>
              </a:rPr>
              <a:t> </a:t>
            </a:r>
          </a:p>
          <a:p>
            <a:pPr algn="ctr" defTabSz="914309"/>
            <a:r>
              <a:rPr lang="en-US" sz="4000" b="1" dirty="0" err="1">
                <a:solidFill>
                  <a:prstClr val="black"/>
                </a:solidFill>
                <a:latin typeface="Calibri" pitchFamily="34" charset="0"/>
              </a:rPr>
              <a:t>ಹರಹು</a:t>
            </a:r>
            <a:r>
              <a:rPr lang="en-US" sz="4000" b="1" dirty="0">
                <a:solidFill>
                  <a:prstClr val="black"/>
                </a:solidFill>
                <a:latin typeface="Calibri" pitchFamily="34" charset="0"/>
              </a:rPr>
              <a:t> </a:t>
            </a:r>
            <a:r>
              <a:rPr lang="kn-IN" sz="4000" b="1" dirty="0">
                <a:solidFill>
                  <a:prstClr val="black"/>
                </a:solidFill>
                <a:latin typeface="Calibri" pitchFamily="34" charset="0"/>
                <a:ea typeface="Tunga" pitchFamily="2"/>
                <a:cs typeface="Tunga" pitchFamily="2"/>
              </a:rPr>
              <a:t>ಕಲೇಸ ಬಿ</a:t>
            </a:r>
            <a:r>
              <a:rPr lang="en-US" sz="4000" b="1" dirty="0" err="1">
                <a:solidFill>
                  <a:prstClr val="black"/>
                </a:solidFill>
                <a:latin typeface="Calibri" pitchFamily="34" charset="0"/>
              </a:rPr>
              <a:t>ಕಾರ</a:t>
            </a:r>
            <a:r>
              <a:rPr lang="en-US" sz="4000" b="1" dirty="0">
                <a:solidFill>
                  <a:prstClr val="black"/>
                </a:solidFill>
                <a:latin typeface="Calibri" pitchFamily="34" charset="0"/>
              </a:rPr>
              <a:t> ॥</a:t>
            </a:r>
          </a:p>
          <a:p>
            <a:pPr algn="ctr" defTabSz="914309"/>
            <a:endParaRPr lang="en-IN" sz="3600" b="1" dirty="0">
              <a:solidFill>
                <a:prstClr val="black"/>
              </a:solidFill>
              <a:latin typeface="Palatino Linotype" pitchFamily="18" charset="0"/>
            </a:endParaRPr>
          </a:p>
          <a:p>
            <a:pPr algn="ctr" defTabSz="914309"/>
            <a:r>
              <a:rPr lang="en-US" sz="2800" b="1" dirty="0">
                <a:solidFill>
                  <a:prstClr val="black"/>
                </a:solidFill>
                <a:latin typeface="Palatino Linotype" pitchFamily="18" charset="0"/>
              </a:rPr>
              <a:t>O Lord! kindly bestow on me strength, 	wisdom 	and knowledge, removing all my miseries and blemishes.</a:t>
            </a:r>
            <a:endParaRPr lang="en-US" sz="3200" b="1" dirty="0">
              <a:solidFill>
                <a:prstClr val="black"/>
              </a:solidFill>
              <a:latin typeface="Palatino Linotype" pitchFamily="18" charset="0"/>
            </a:endParaRPr>
          </a:p>
        </p:txBody>
      </p:sp>
    </p:spTree>
    <p:extLst>
      <p:ext uri="{BB962C8B-B14F-4D97-AF65-F5344CB8AC3E}">
        <p14:creationId xmlns:p14="http://schemas.microsoft.com/office/powerpoint/2010/main" val="139861645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Content Placeholder 2"/>
          <p:cNvSpPr>
            <a:spLocks noGrp="1"/>
          </p:cNvSpPr>
          <p:nvPr>
            <p:ph idx="1"/>
          </p:nvPr>
        </p:nvSpPr>
        <p:spPr>
          <a:xfrm>
            <a:off x="1828924" y="2819418"/>
            <a:ext cx="8229362" cy="1371561"/>
          </a:xfrm>
        </p:spPr>
        <p:txBody>
          <a:bodyPr/>
          <a:lstStyle/>
          <a:p>
            <a:pPr algn="ctr" eaLnBrk="1" hangingPunct="1">
              <a:buFont typeface="Arial" charset="0"/>
              <a:buNone/>
            </a:pPr>
            <a:r>
              <a:rPr lang="en-IN" sz="7199" b="1">
                <a:latin typeface="Aparajita" pitchFamily="34" charset="0"/>
                <a:ea typeface="Aparajita" pitchFamily="34" charset="0"/>
                <a:cs typeface="Aparajita" pitchFamily="34" charset="0"/>
              </a:rPr>
              <a:t>॥चौपाई॥ </a:t>
            </a:r>
            <a:r>
              <a:rPr lang="en-IN" sz="6599" b="1"/>
              <a:t>- </a:t>
            </a:r>
            <a:r>
              <a:rPr lang="en-IN" sz="5399" b="1">
                <a:latin typeface="URW Palladio IT" pitchFamily="2" charset="0"/>
              </a:rPr>
              <a:t>CHAUP</a:t>
            </a:r>
            <a:r>
              <a:rPr lang="en-US" sz="5399" b="1">
                <a:latin typeface="URW Palladio IT" pitchFamily="2" charset="0"/>
              </a:rPr>
              <a:t>ÄÉ</a:t>
            </a:r>
          </a:p>
          <a:p>
            <a:pPr eaLnBrk="1" hangingPunct="1"/>
            <a:endParaRPr lang="en-US" smtClean="0"/>
          </a:p>
        </p:txBody>
      </p:sp>
    </p:spTree>
    <p:extLst>
      <p:ext uri="{BB962C8B-B14F-4D97-AF65-F5344CB8AC3E}">
        <p14:creationId xmlns:p14="http://schemas.microsoft.com/office/powerpoint/2010/main" val="376125485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
          <p:cNvSpPr>
            <a:spLocks noChangeArrowheads="1"/>
          </p:cNvSpPr>
          <p:nvPr/>
        </p:nvSpPr>
        <p:spPr bwMode="auto">
          <a:xfrm>
            <a:off x="1524133" y="228693"/>
            <a:ext cx="9143736" cy="6124185"/>
          </a:xfrm>
          <a:prstGeom prst="rect">
            <a:avLst/>
          </a:prstGeom>
          <a:noFill/>
          <a:ln w="9525">
            <a:noFill/>
            <a:miter lim="800000"/>
            <a:headEnd/>
            <a:tailEnd/>
          </a:ln>
        </p:spPr>
        <p:txBody>
          <a:bodyPr wrap="square">
            <a:spAutoFit/>
          </a:bodyPr>
          <a:lstStyle/>
          <a:p>
            <a:pPr algn="ctr" defTabSz="914309"/>
            <a:r>
              <a:rPr lang="en-IN" sz="4000" b="1" dirty="0" err="1">
                <a:solidFill>
                  <a:prstClr val="black"/>
                </a:solidFill>
                <a:latin typeface="Aparajita" pitchFamily="34" charset="0"/>
              </a:rPr>
              <a:t>जय</a:t>
            </a:r>
            <a:r>
              <a:rPr lang="en-IN" sz="4000" b="1" dirty="0">
                <a:solidFill>
                  <a:prstClr val="black"/>
                </a:solidFill>
                <a:latin typeface="Aparajita" pitchFamily="34" charset="0"/>
              </a:rPr>
              <a:t> </a:t>
            </a:r>
            <a:r>
              <a:rPr lang="en-IN" sz="4000" b="1" dirty="0" err="1">
                <a:solidFill>
                  <a:prstClr val="black"/>
                </a:solidFill>
                <a:latin typeface="Aparajita" pitchFamily="34" charset="0"/>
              </a:rPr>
              <a:t>हनुमान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ज्ञान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गुन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सागर</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जय</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कपीस</a:t>
            </a:r>
            <a:r>
              <a:rPr lang="en-IN" sz="4000" b="1" dirty="0">
                <a:solidFill>
                  <a:prstClr val="black"/>
                </a:solidFill>
                <a:latin typeface="Aparajita" pitchFamily="34" charset="0"/>
              </a:rPr>
              <a:t> </a:t>
            </a:r>
            <a:r>
              <a:rPr lang="en-IN" sz="4000" b="1" dirty="0" err="1">
                <a:solidFill>
                  <a:prstClr val="black"/>
                </a:solidFill>
                <a:latin typeface="Aparajita" pitchFamily="34" charset="0"/>
              </a:rPr>
              <a:t>तिहुँ</a:t>
            </a:r>
            <a:r>
              <a:rPr lang="en-IN" sz="4000" b="1" dirty="0">
                <a:solidFill>
                  <a:prstClr val="black"/>
                </a:solidFill>
                <a:latin typeface="Aparajita" pitchFamily="34" charset="0"/>
              </a:rPr>
              <a:t> </a:t>
            </a:r>
            <a:r>
              <a:rPr lang="en-IN" sz="4000" b="1" dirty="0" err="1">
                <a:solidFill>
                  <a:prstClr val="black"/>
                </a:solidFill>
                <a:latin typeface="Aparajita" pitchFamily="34" charset="0"/>
              </a:rPr>
              <a:t>लोक</a:t>
            </a:r>
            <a:r>
              <a:rPr lang="en-IN" sz="4000" b="1" dirty="0">
                <a:solidFill>
                  <a:prstClr val="black"/>
                </a:solidFill>
                <a:latin typeface="Aparajita" pitchFamily="34" charset="0"/>
              </a:rPr>
              <a:t> </a:t>
            </a:r>
            <a:r>
              <a:rPr lang="en-IN" sz="4000" b="1" dirty="0" err="1">
                <a:solidFill>
                  <a:prstClr val="black"/>
                </a:solidFill>
                <a:latin typeface="Aparajita" pitchFamily="34" charset="0"/>
              </a:rPr>
              <a:t>उजागर</a:t>
            </a:r>
            <a:r>
              <a:rPr lang="en-IN" sz="4000" b="1" dirty="0">
                <a:solidFill>
                  <a:prstClr val="black"/>
                </a:solidFill>
                <a:latin typeface="Aparajita" pitchFamily="34" charset="0"/>
              </a:rPr>
              <a:t> ॥१॥</a:t>
            </a:r>
          </a:p>
          <a:p>
            <a:pPr algn="ctr" defTabSz="914309"/>
            <a:endParaRPr lang="en-IN" sz="4000" b="1" dirty="0">
              <a:solidFill>
                <a:prstClr val="black"/>
              </a:solidFill>
              <a:latin typeface="Aparajita" pitchFamily="34" charset="0"/>
            </a:endParaRPr>
          </a:p>
          <a:p>
            <a:pPr algn="ctr" defTabSz="914309"/>
            <a:r>
              <a:rPr lang="en-US" sz="3600" b="1" dirty="0">
                <a:solidFill>
                  <a:prstClr val="black"/>
                </a:solidFill>
                <a:latin typeface="URW Palladio IT" pitchFamily="2" charset="0"/>
              </a:rPr>
              <a:t>Jaya </a:t>
            </a:r>
            <a:r>
              <a:rPr lang="en-US" sz="3600" b="1" dirty="0" err="1">
                <a:solidFill>
                  <a:prstClr val="black"/>
                </a:solidFill>
                <a:latin typeface="URW Palladio IT" pitchFamily="2" charset="0"/>
              </a:rPr>
              <a:t>Hanumäna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Jïäna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Guna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Sägara</a:t>
            </a:r>
            <a:r>
              <a:rPr lang="en-US" sz="3600" b="1" dirty="0">
                <a:solidFill>
                  <a:prstClr val="black"/>
                </a:solidFill>
                <a:latin typeface="URW Palladio IT" pitchFamily="2" charset="0"/>
              </a:rPr>
              <a:t> | </a:t>
            </a:r>
          </a:p>
          <a:p>
            <a:pPr algn="ctr" defTabSz="914309"/>
            <a:r>
              <a:rPr lang="en-US" sz="3600" b="1" dirty="0">
                <a:solidFill>
                  <a:prstClr val="black"/>
                </a:solidFill>
                <a:latin typeface="URW Palladio IT" pitchFamily="2" charset="0"/>
              </a:rPr>
              <a:t>Jaya </a:t>
            </a:r>
            <a:r>
              <a:rPr lang="en-US" sz="3600" b="1" dirty="0" err="1">
                <a:solidFill>
                  <a:prstClr val="black"/>
                </a:solidFill>
                <a:latin typeface="URW Palladio IT" pitchFamily="2" charset="0"/>
              </a:rPr>
              <a:t>Kapésa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Tihuð</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Loka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Ujägara</a:t>
            </a:r>
            <a:r>
              <a:rPr lang="en-US" sz="3600" b="1" dirty="0">
                <a:solidFill>
                  <a:prstClr val="black"/>
                </a:solidFill>
                <a:latin typeface="URW Palladio IT" pitchFamily="2" charset="0"/>
              </a:rPr>
              <a:t> </a:t>
            </a:r>
            <a:r>
              <a:rPr lang="en-US" sz="2399" b="1" dirty="0">
                <a:solidFill>
                  <a:prstClr val="black"/>
                </a:solidFill>
                <a:latin typeface="URW Palladio IT" pitchFamily="2" charset="0"/>
              </a:rPr>
              <a:t>|| - 1</a:t>
            </a:r>
          </a:p>
          <a:p>
            <a:pPr algn="ctr" defTabSz="914309"/>
            <a:endParaRPr lang="en-US" sz="2399"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ಜಯ</a:t>
            </a:r>
            <a:r>
              <a:rPr lang="en-US" sz="3600" b="1" dirty="0">
                <a:solidFill>
                  <a:prstClr val="black"/>
                </a:solidFill>
                <a:latin typeface="Calibri" pitchFamily="34" charset="0"/>
              </a:rPr>
              <a:t> </a:t>
            </a:r>
            <a:r>
              <a:rPr lang="en-US" sz="3600" b="1" dirty="0" err="1">
                <a:solidFill>
                  <a:prstClr val="black"/>
                </a:solidFill>
                <a:latin typeface="Calibri" pitchFamily="34" charset="0"/>
              </a:rPr>
              <a:t>ಹನುಮಾನ</a:t>
            </a:r>
            <a:r>
              <a:rPr lang="en-US" sz="3600" b="1" dirty="0">
                <a:solidFill>
                  <a:prstClr val="black"/>
                </a:solidFill>
                <a:latin typeface="Calibri" pitchFamily="34" charset="0"/>
              </a:rPr>
              <a:t> </a:t>
            </a:r>
            <a:r>
              <a:rPr lang="en-US" sz="3600" b="1" dirty="0" err="1">
                <a:solidFill>
                  <a:prstClr val="black"/>
                </a:solidFill>
                <a:latin typeface="Calibri" pitchFamily="34" charset="0"/>
              </a:rPr>
              <a:t>ಜ್ಞಾನ</a:t>
            </a:r>
            <a:r>
              <a:rPr lang="en-US" sz="3600" b="1" dirty="0">
                <a:solidFill>
                  <a:prstClr val="black"/>
                </a:solidFill>
                <a:latin typeface="Calibri" pitchFamily="34" charset="0"/>
              </a:rPr>
              <a:t> </a:t>
            </a:r>
            <a:r>
              <a:rPr lang="en-US" sz="3600" b="1" dirty="0" err="1">
                <a:solidFill>
                  <a:prstClr val="black"/>
                </a:solidFill>
                <a:latin typeface="Calibri" pitchFamily="34" charset="0"/>
              </a:rPr>
              <a:t>ಗು</a:t>
            </a:r>
            <a:r>
              <a:rPr lang="en-US" sz="3600" b="1" dirty="0" err="1">
                <a:solidFill>
                  <a:srgbClr val="000000"/>
                </a:solidFill>
                <a:latin typeface="Calibri" pitchFamily="34" charset="0"/>
              </a:rPr>
              <a:t>ನ</a:t>
            </a:r>
            <a:r>
              <a:rPr lang="en-US" sz="3600" b="1" dirty="0">
                <a:solidFill>
                  <a:prstClr val="black"/>
                </a:solidFill>
                <a:latin typeface="Calibri" pitchFamily="34" charset="0"/>
              </a:rPr>
              <a:t> </a:t>
            </a:r>
            <a:r>
              <a:rPr lang="en-US" sz="3600" b="1" dirty="0" err="1">
                <a:solidFill>
                  <a:prstClr val="black"/>
                </a:solidFill>
                <a:latin typeface="Calibri" pitchFamily="34" charset="0"/>
              </a:rPr>
              <a:t>ಸಾಗರ</a:t>
            </a:r>
            <a:r>
              <a:rPr lang="en-US" sz="3600" b="1" dirty="0">
                <a:solidFill>
                  <a:prstClr val="black"/>
                </a:solidFill>
                <a:latin typeface="Calibri" pitchFamily="34" charset="0"/>
              </a:rPr>
              <a:t> । </a:t>
            </a:r>
          </a:p>
          <a:p>
            <a:pPr algn="ctr" defTabSz="914309"/>
            <a:r>
              <a:rPr lang="en-US" sz="3600" b="1" dirty="0" err="1">
                <a:solidFill>
                  <a:prstClr val="black"/>
                </a:solidFill>
                <a:latin typeface="Calibri" pitchFamily="34" charset="0"/>
              </a:rPr>
              <a:t>ಜಯ</a:t>
            </a:r>
            <a:r>
              <a:rPr lang="en-US" sz="3600" b="1" dirty="0">
                <a:solidFill>
                  <a:prstClr val="black"/>
                </a:solidFill>
                <a:latin typeface="Calibri" pitchFamily="34" charset="0"/>
              </a:rPr>
              <a:t> </a:t>
            </a:r>
            <a:r>
              <a:rPr lang="en-US" sz="3600" b="1" dirty="0" err="1">
                <a:solidFill>
                  <a:prstClr val="black"/>
                </a:solidFill>
                <a:latin typeface="Calibri" pitchFamily="34" charset="0"/>
              </a:rPr>
              <a:t>ಕಪೀ</a:t>
            </a:r>
            <a:r>
              <a:rPr lang="kn-IN" sz="3600" b="1" dirty="0">
                <a:solidFill>
                  <a:prstClr val="black"/>
                </a:solidFill>
                <a:latin typeface="Calibri" pitchFamily="34" charset="0"/>
                <a:ea typeface="Tunga" pitchFamily="2"/>
                <a:cs typeface="Tunga" pitchFamily="2"/>
              </a:rPr>
              <a:t>ಸ</a:t>
            </a:r>
            <a:r>
              <a:rPr lang="en-US" sz="3600" b="1" dirty="0">
                <a:solidFill>
                  <a:prstClr val="black"/>
                </a:solidFill>
                <a:latin typeface="Calibri" pitchFamily="34" charset="0"/>
              </a:rPr>
              <a:t> </a:t>
            </a:r>
            <a:r>
              <a:rPr lang="en-US" sz="3600" b="1" dirty="0" err="1">
                <a:solidFill>
                  <a:prstClr val="black"/>
                </a:solidFill>
                <a:latin typeface="Calibri" pitchFamily="34" charset="0"/>
              </a:rPr>
              <a:t>ತಿಹು</a:t>
            </a:r>
            <a:r>
              <a:rPr lang="en-US" sz="3600" b="1" dirty="0">
                <a:solidFill>
                  <a:prstClr val="black"/>
                </a:solidFill>
                <a:latin typeface="Calibri" pitchFamily="34" charset="0"/>
              </a:rPr>
              <a:t> </a:t>
            </a:r>
            <a:r>
              <a:rPr lang="en-US" sz="3600" b="1" dirty="0" err="1">
                <a:solidFill>
                  <a:prstClr val="black"/>
                </a:solidFill>
                <a:latin typeface="Calibri" pitchFamily="34" charset="0"/>
              </a:rPr>
              <a:t>ಲೋಕ</a:t>
            </a:r>
            <a:r>
              <a:rPr lang="en-US" sz="3600" b="1" dirty="0">
                <a:solidFill>
                  <a:prstClr val="black"/>
                </a:solidFill>
                <a:latin typeface="Calibri" pitchFamily="34" charset="0"/>
              </a:rPr>
              <a:t> </a:t>
            </a:r>
            <a:r>
              <a:rPr lang="en-US" sz="3600" b="1" dirty="0" err="1">
                <a:solidFill>
                  <a:prstClr val="black"/>
                </a:solidFill>
                <a:latin typeface="Calibri" pitchFamily="34" charset="0"/>
              </a:rPr>
              <a:t>ಉಜಾಗರ</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೧</a:t>
            </a:r>
            <a:r>
              <a:rPr lang="en-US" sz="3600" b="1" dirty="0">
                <a:solidFill>
                  <a:prstClr val="black"/>
                </a:solidFill>
                <a:latin typeface="Calibri" pitchFamily="34" charset="0"/>
              </a:rPr>
              <a:t>॥</a:t>
            </a:r>
            <a:r>
              <a:rPr lang="en-US" sz="3600" b="1" dirty="0">
                <a:solidFill>
                  <a:prstClr val="black"/>
                </a:solidFill>
                <a:latin typeface="URW Palladio IT" pitchFamily="2" charset="0"/>
              </a:rPr>
              <a:t> </a:t>
            </a:r>
          </a:p>
          <a:p>
            <a:pPr algn="ctr" defTabSz="914309"/>
            <a:endParaRPr lang="en-US" sz="3200" b="1" dirty="0">
              <a:solidFill>
                <a:prstClr val="black"/>
              </a:solidFill>
              <a:latin typeface="URW Palladio IT" pitchFamily="2" charset="0"/>
            </a:endParaRPr>
          </a:p>
          <a:p>
            <a:pPr algn="ctr" defTabSz="914309"/>
            <a:r>
              <a:rPr lang="en-US" sz="2399" b="1" dirty="0">
                <a:solidFill>
                  <a:prstClr val="black"/>
                </a:solidFill>
                <a:latin typeface="Palatino Linotype" pitchFamily="18" charset="0"/>
              </a:rPr>
              <a:t>Victory of Thee, O Hanuman, Ocean of wisdom and virtue, victory to the Lord of monkeys who is well known in all the three worlds</a:t>
            </a:r>
            <a:endParaRPr lang="en-IN" sz="1999" b="1" dirty="0">
              <a:solidFill>
                <a:prstClr val="black"/>
              </a:solidFill>
              <a:latin typeface="Palatino Linotype" pitchFamily="18" charset="0"/>
            </a:endParaRPr>
          </a:p>
        </p:txBody>
      </p:sp>
    </p:spTree>
    <p:extLst>
      <p:ext uri="{BB962C8B-B14F-4D97-AF65-F5344CB8AC3E}">
        <p14:creationId xmlns:p14="http://schemas.microsoft.com/office/powerpoint/2010/main" val="193815610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
          <p:cNvSpPr>
            <a:spLocks noChangeArrowheads="1"/>
          </p:cNvSpPr>
          <p:nvPr/>
        </p:nvSpPr>
        <p:spPr bwMode="auto">
          <a:xfrm>
            <a:off x="1524133" y="99"/>
            <a:ext cx="9143736" cy="6585729"/>
          </a:xfrm>
          <a:prstGeom prst="rect">
            <a:avLst/>
          </a:prstGeom>
          <a:noFill/>
          <a:ln w="9525">
            <a:noFill/>
            <a:miter lim="800000"/>
            <a:headEnd/>
            <a:tailEnd/>
          </a:ln>
        </p:spPr>
        <p:txBody>
          <a:bodyPr>
            <a:spAutoFit/>
          </a:bodyPr>
          <a:lstStyle/>
          <a:p>
            <a:pPr algn="ctr" defTabSz="914309"/>
            <a:endParaRPr lang="en-IN" sz="12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राम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दूत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अतुलित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बल</a:t>
            </a:r>
            <a:r>
              <a:rPr lang="en-IN" sz="4000" b="1" dirty="0">
                <a:solidFill>
                  <a:prstClr val="black"/>
                </a:solidFill>
                <a:latin typeface="Aparajita" pitchFamily="34" charset="0"/>
              </a:rPr>
              <a:t> </a:t>
            </a:r>
            <a:r>
              <a:rPr lang="en-IN" sz="4000" b="1" dirty="0" err="1">
                <a:solidFill>
                  <a:prstClr val="black"/>
                </a:solidFill>
                <a:latin typeface="Aparajita" pitchFamily="34" charset="0"/>
              </a:rPr>
              <a:t>धामा</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अञ्जनि-पुत्र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पवनसुत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नामा</a:t>
            </a:r>
            <a:r>
              <a:rPr lang="en-IN" sz="4000" b="1" dirty="0">
                <a:solidFill>
                  <a:prstClr val="black"/>
                </a:solidFill>
                <a:latin typeface="Aparajita" pitchFamily="34" charset="0"/>
              </a:rPr>
              <a:t> ॥२॥</a:t>
            </a:r>
          </a:p>
          <a:p>
            <a:pPr algn="ctr" defTabSz="914309"/>
            <a:endParaRPr lang="en-IN" sz="5399" b="1" dirty="0">
              <a:solidFill>
                <a:prstClr val="black"/>
              </a:solidFill>
              <a:latin typeface="Aparajita" pitchFamily="34" charset="0"/>
            </a:endParaRPr>
          </a:p>
          <a:p>
            <a:pPr algn="ctr" defTabSz="914309"/>
            <a:r>
              <a:rPr lang="en-US" sz="3600" b="1" dirty="0" err="1">
                <a:solidFill>
                  <a:prstClr val="black"/>
                </a:solidFill>
                <a:latin typeface="URW Palladio IT" pitchFamily="2" charset="0"/>
              </a:rPr>
              <a:t>Räma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Düta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Atulita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Bala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Dhämä</a:t>
            </a:r>
            <a:r>
              <a:rPr lang="en-US" sz="3600" b="1" dirty="0">
                <a:solidFill>
                  <a:prstClr val="black"/>
                </a:solidFill>
                <a:latin typeface="URW Palladio IT" pitchFamily="2" charset="0"/>
              </a:rPr>
              <a:t> | </a:t>
            </a:r>
          </a:p>
          <a:p>
            <a:pPr algn="ctr" defTabSz="914309"/>
            <a:r>
              <a:rPr lang="en-US" sz="3600" b="1" dirty="0" err="1">
                <a:solidFill>
                  <a:prstClr val="black"/>
                </a:solidFill>
                <a:latin typeface="URW Palladio IT" pitchFamily="2" charset="0"/>
              </a:rPr>
              <a:t>Aïjaniputra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Pavanasuta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Nämä</a:t>
            </a:r>
            <a:r>
              <a:rPr lang="en-US" sz="3600" b="1" dirty="0">
                <a:solidFill>
                  <a:prstClr val="black"/>
                </a:solidFill>
                <a:latin typeface="URW Palladio IT" pitchFamily="2" charset="0"/>
              </a:rPr>
              <a:t> || - 2</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ರಾಮ</a:t>
            </a:r>
            <a:r>
              <a:rPr lang="en-US" sz="3600" b="1" dirty="0">
                <a:solidFill>
                  <a:prstClr val="black"/>
                </a:solidFill>
                <a:latin typeface="Calibri" pitchFamily="34" charset="0"/>
              </a:rPr>
              <a:t> </a:t>
            </a:r>
            <a:r>
              <a:rPr lang="en-US" sz="3600" b="1" dirty="0" err="1">
                <a:solidFill>
                  <a:prstClr val="black"/>
                </a:solidFill>
                <a:latin typeface="Calibri" pitchFamily="34" charset="0"/>
              </a:rPr>
              <a:t>ದೂತ</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ಅತುಲಿತ </a:t>
            </a:r>
            <a:r>
              <a:rPr lang="en-US" sz="3600" b="1" dirty="0" err="1">
                <a:solidFill>
                  <a:prstClr val="black"/>
                </a:solidFill>
                <a:latin typeface="Calibri" pitchFamily="34" charset="0"/>
              </a:rPr>
              <a:t>ಬಲ</a:t>
            </a:r>
            <a:r>
              <a:rPr lang="en-US" sz="3600" b="1" dirty="0">
                <a:solidFill>
                  <a:prstClr val="black"/>
                </a:solidFill>
                <a:latin typeface="Calibri" pitchFamily="34" charset="0"/>
              </a:rPr>
              <a:t> </a:t>
            </a:r>
            <a:r>
              <a:rPr lang="en-US" sz="3600" b="1" dirty="0" err="1">
                <a:solidFill>
                  <a:prstClr val="black"/>
                </a:solidFill>
                <a:latin typeface="Calibri" pitchFamily="34" charset="0"/>
              </a:rPr>
              <a:t>ಧಾಮಾ</a:t>
            </a:r>
            <a:r>
              <a:rPr lang="en-US" sz="3600" b="1" dirty="0">
                <a:solidFill>
                  <a:prstClr val="black"/>
                </a:solidFill>
                <a:latin typeface="Calibri" pitchFamily="34" charset="0"/>
              </a:rPr>
              <a:t> । </a:t>
            </a:r>
          </a:p>
          <a:p>
            <a:pPr algn="ctr" defTabSz="914309"/>
            <a:r>
              <a:rPr lang="en-US" sz="3600" b="1" dirty="0" err="1">
                <a:solidFill>
                  <a:prstClr val="black"/>
                </a:solidFill>
                <a:latin typeface="Calibri" pitchFamily="34" charset="0"/>
              </a:rPr>
              <a:t>ಅಂಜನಿ</a:t>
            </a:r>
            <a:r>
              <a:rPr lang="en-US" sz="3600" b="1" dirty="0">
                <a:solidFill>
                  <a:prstClr val="black"/>
                </a:solidFill>
                <a:latin typeface="Calibri" pitchFamily="34" charset="0"/>
              </a:rPr>
              <a:t> </a:t>
            </a:r>
            <a:r>
              <a:rPr lang="en-US" sz="3600" b="1" dirty="0" err="1">
                <a:solidFill>
                  <a:prstClr val="black"/>
                </a:solidFill>
                <a:latin typeface="Calibri" pitchFamily="34" charset="0"/>
              </a:rPr>
              <a:t>ಪುತ್ರ</a:t>
            </a:r>
            <a:r>
              <a:rPr lang="en-US" sz="3600" b="1" dirty="0">
                <a:solidFill>
                  <a:prstClr val="black"/>
                </a:solidFill>
                <a:latin typeface="Calibri" pitchFamily="34" charset="0"/>
              </a:rPr>
              <a:t> </a:t>
            </a:r>
            <a:r>
              <a:rPr lang="en-US" sz="3600" b="1" dirty="0" err="1">
                <a:solidFill>
                  <a:prstClr val="black"/>
                </a:solidFill>
                <a:latin typeface="Calibri" pitchFamily="34" charset="0"/>
              </a:rPr>
              <a:t>ಪವನ</a:t>
            </a:r>
            <a:r>
              <a:rPr lang="en-US" sz="3600" b="1" dirty="0">
                <a:solidFill>
                  <a:prstClr val="black"/>
                </a:solidFill>
                <a:latin typeface="Calibri" pitchFamily="34" charset="0"/>
              </a:rPr>
              <a:t> </a:t>
            </a:r>
            <a:r>
              <a:rPr lang="en-US" sz="3600" b="1" dirty="0" err="1">
                <a:solidFill>
                  <a:prstClr val="black"/>
                </a:solidFill>
                <a:latin typeface="Calibri" pitchFamily="34" charset="0"/>
              </a:rPr>
              <a:t>ಸುತ</a:t>
            </a:r>
            <a:r>
              <a:rPr lang="en-US" sz="3600" b="1" dirty="0">
                <a:solidFill>
                  <a:prstClr val="black"/>
                </a:solidFill>
                <a:latin typeface="Calibri" pitchFamily="34" charset="0"/>
              </a:rPr>
              <a:t> </a:t>
            </a:r>
            <a:r>
              <a:rPr lang="en-US" sz="3600" b="1" dirty="0" err="1">
                <a:solidFill>
                  <a:prstClr val="black"/>
                </a:solidFill>
                <a:latin typeface="Calibri" pitchFamily="34" charset="0"/>
              </a:rPr>
              <a:t>ನಾಮಾ</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೨</a:t>
            </a:r>
            <a:r>
              <a:rPr lang="en-US" sz="3600" b="1" dirty="0">
                <a:solidFill>
                  <a:prstClr val="black"/>
                </a:solidFill>
                <a:latin typeface="Calibri" pitchFamily="34" charset="0"/>
              </a:rPr>
              <a:t>॥</a:t>
            </a:r>
          </a:p>
          <a:p>
            <a:pPr algn="ctr" defTabSz="914309"/>
            <a:endParaRPr lang="en-US" sz="2399" b="1" dirty="0">
              <a:solidFill>
                <a:prstClr val="black"/>
              </a:solidFill>
              <a:latin typeface="Palatino Linotype" pitchFamily="18" charset="0"/>
            </a:endParaRPr>
          </a:p>
          <a:p>
            <a:pPr algn="ctr" defTabSz="914309"/>
            <a:r>
              <a:rPr lang="en-US" sz="2399" b="1" dirty="0">
                <a:solidFill>
                  <a:prstClr val="black"/>
                </a:solidFill>
                <a:latin typeface="Palatino Linotype" pitchFamily="18" charset="0"/>
              </a:rPr>
              <a:t>You, the Divine messenger of Ram and </a:t>
            </a:r>
            <a:r>
              <a:rPr lang="en-IN" sz="2399" b="1" dirty="0">
                <a:solidFill>
                  <a:prstClr val="black"/>
                </a:solidFill>
                <a:latin typeface="Palatino Linotype" pitchFamily="18" charset="0"/>
              </a:rPr>
              <a:t>abode of matchless power</a:t>
            </a:r>
            <a:r>
              <a:rPr lang="en-US" sz="2399" b="1" dirty="0">
                <a:solidFill>
                  <a:prstClr val="black"/>
                </a:solidFill>
                <a:latin typeface="Palatino Linotype" pitchFamily="18" charset="0"/>
              </a:rPr>
              <a:t>, are also known as </a:t>
            </a:r>
            <a:r>
              <a:rPr lang="en-US" sz="2399" b="1" dirty="0" err="1">
                <a:solidFill>
                  <a:prstClr val="black"/>
                </a:solidFill>
                <a:latin typeface="Palatino Linotype" pitchFamily="18" charset="0"/>
              </a:rPr>
              <a:t>Anjaniputra</a:t>
            </a:r>
            <a:r>
              <a:rPr lang="en-US" sz="2399" b="1" dirty="0">
                <a:solidFill>
                  <a:prstClr val="black"/>
                </a:solidFill>
                <a:latin typeface="Palatino Linotype" pitchFamily="18" charset="0"/>
              </a:rPr>
              <a:t> (</a:t>
            </a:r>
            <a:r>
              <a:rPr lang="en-IN" sz="2399" b="1" dirty="0" err="1">
                <a:solidFill>
                  <a:prstClr val="black"/>
                </a:solidFill>
                <a:latin typeface="Palatino Linotype" pitchFamily="18" charset="0"/>
              </a:rPr>
              <a:t>Anjani's</a:t>
            </a:r>
            <a:r>
              <a:rPr lang="en-IN" sz="2399" b="1" dirty="0">
                <a:solidFill>
                  <a:prstClr val="black"/>
                </a:solidFill>
                <a:latin typeface="Palatino Linotype" pitchFamily="18" charset="0"/>
              </a:rPr>
              <a:t> son</a:t>
            </a:r>
            <a:r>
              <a:rPr lang="en-US" sz="2399" b="1" dirty="0">
                <a:solidFill>
                  <a:prstClr val="black"/>
                </a:solidFill>
                <a:latin typeface="Palatino Linotype" pitchFamily="18" charset="0"/>
              </a:rPr>
              <a:t>) and known as the son of the wind – </a:t>
            </a:r>
            <a:r>
              <a:rPr lang="en-US" sz="2399" b="1" dirty="0" err="1">
                <a:solidFill>
                  <a:prstClr val="black"/>
                </a:solidFill>
                <a:latin typeface="Palatino Linotype" pitchFamily="18" charset="0"/>
              </a:rPr>
              <a:t>Pavanputra</a:t>
            </a:r>
            <a:r>
              <a:rPr lang="en-US" sz="2399" b="1" dirty="0">
                <a:solidFill>
                  <a:prstClr val="black"/>
                </a:solidFill>
                <a:latin typeface="Palatino Linotype" pitchFamily="18" charset="0"/>
              </a:rPr>
              <a:t> (</a:t>
            </a:r>
            <a:r>
              <a:rPr lang="en-IN" sz="2399" b="1" dirty="0">
                <a:solidFill>
                  <a:prstClr val="black"/>
                </a:solidFill>
                <a:latin typeface="Palatino Linotype" pitchFamily="18" charset="0"/>
              </a:rPr>
              <a:t>Son of the Wind</a:t>
            </a:r>
            <a:r>
              <a:rPr lang="en-US" sz="2399" b="1" dirty="0">
                <a:solidFill>
                  <a:prstClr val="black"/>
                </a:solidFill>
                <a:latin typeface="Palatino Linotype" pitchFamily="18" charset="0"/>
              </a:rPr>
              <a:t>).</a:t>
            </a:r>
            <a:endParaRPr lang="en-IN" sz="2399" b="1" dirty="0">
              <a:solidFill>
                <a:prstClr val="black"/>
              </a:solidFill>
              <a:latin typeface="Palatino Linotype" pitchFamily="18" charset="0"/>
            </a:endParaRPr>
          </a:p>
        </p:txBody>
      </p:sp>
    </p:spTree>
    <p:extLst>
      <p:ext uri="{BB962C8B-B14F-4D97-AF65-F5344CB8AC3E}">
        <p14:creationId xmlns:p14="http://schemas.microsoft.com/office/powerpoint/2010/main" val="71697835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
          <p:cNvSpPr>
            <a:spLocks noChangeArrowheads="1"/>
          </p:cNvSpPr>
          <p:nvPr/>
        </p:nvSpPr>
        <p:spPr bwMode="auto">
          <a:xfrm>
            <a:off x="1524133" y="114"/>
            <a:ext cx="9143736" cy="6555088"/>
          </a:xfrm>
          <a:prstGeom prst="rect">
            <a:avLst/>
          </a:prstGeom>
          <a:noFill/>
          <a:ln w="9525">
            <a:noFill/>
            <a:miter lim="800000"/>
            <a:headEnd/>
            <a:tailEnd/>
          </a:ln>
        </p:spPr>
        <p:txBody>
          <a:bodyPr wrap="square">
            <a:spAutoFit/>
          </a:bodyPr>
          <a:lstStyle/>
          <a:p>
            <a:pPr algn="ctr" defTabSz="914309"/>
            <a:endParaRPr lang="en-IN" sz="1200" dirty="0">
              <a:solidFill>
                <a:prstClr val="black"/>
              </a:solidFill>
              <a:latin typeface="Calibri" pitchFamily="34" charset="0"/>
            </a:endParaRPr>
          </a:p>
          <a:p>
            <a:pPr algn="ctr" defTabSz="914309"/>
            <a:r>
              <a:rPr lang="en-IN" sz="4000" b="1" dirty="0" err="1">
                <a:solidFill>
                  <a:prstClr val="black"/>
                </a:solidFill>
                <a:latin typeface="Aparajita" pitchFamily="34" charset="0"/>
              </a:rPr>
              <a:t>महाबीर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बिक्रम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बजरङ्गी</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कुमति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निवार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सुमति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के</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सङ्गी</a:t>
            </a:r>
            <a:r>
              <a:rPr lang="en-IN" sz="4000" b="1" dirty="0">
                <a:solidFill>
                  <a:prstClr val="black"/>
                </a:solidFill>
                <a:latin typeface="Aparajita" pitchFamily="34" charset="0"/>
              </a:rPr>
              <a:t> ॥३॥</a:t>
            </a:r>
          </a:p>
          <a:p>
            <a:pPr algn="ctr" defTabSz="914309"/>
            <a:endParaRPr lang="en-IN" sz="4000" b="1" dirty="0">
              <a:solidFill>
                <a:prstClr val="black"/>
              </a:solidFill>
              <a:latin typeface="Aparajita" pitchFamily="34" charset="0"/>
            </a:endParaRPr>
          </a:p>
          <a:p>
            <a:pPr algn="ctr" defTabSz="914309"/>
            <a:r>
              <a:rPr lang="en-US" sz="3600" b="1" dirty="0" err="1">
                <a:solidFill>
                  <a:prstClr val="black"/>
                </a:solidFill>
                <a:latin typeface="URW Palladio IT" pitchFamily="2" charset="0"/>
              </a:rPr>
              <a:t>Mahäbéra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Bikrama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Bajaraìgé</a:t>
            </a:r>
            <a:r>
              <a:rPr lang="en-US" sz="3600" b="1" dirty="0">
                <a:solidFill>
                  <a:prstClr val="black"/>
                </a:solidFill>
                <a:latin typeface="URW Palladio IT" pitchFamily="2" charset="0"/>
              </a:rPr>
              <a:t> | </a:t>
            </a:r>
          </a:p>
          <a:p>
            <a:pPr algn="ctr" defTabSz="914309"/>
            <a:r>
              <a:rPr lang="en-US" sz="3600" b="1" dirty="0" err="1">
                <a:solidFill>
                  <a:prstClr val="black"/>
                </a:solidFill>
                <a:latin typeface="URW Palladio IT" pitchFamily="2" charset="0"/>
              </a:rPr>
              <a:t>Kumati</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Nivära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Sumati</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Ke</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Saìgé</a:t>
            </a:r>
            <a:r>
              <a:rPr lang="en-US" sz="3600" b="1" dirty="0">
                <a:solidFill>
                  <a:prstClr val="black"/>
                </a:solidFill>
                <a:latin typeface="URW Palladio IT" pitchFamily="2" charset="0"/>
              </a:rPr>
              <a:t> || - 3</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ಮಹಾಬೀರ</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ಬಿಕ್ರಮ </a:t>
            </a:r>
            <a:r>
              <a:rPr lang="en-US" sz="3600" b="1" dirty="0" err="1">
                <a:solidFill>
                  <a:prstClr val="black"/>
                </a:solidFill>
                <a:latin typeface="Calibri" pitchFamily="34" charset="0"/>
              </a:rPr>
              <a:t>ಬಜರಂಗೀ</a:t>
            </a:r>
            <a:r>
              <a:rPr lang="en-US" sz="3600" b="1" dirty="0">
                <a:solidFill>
                  <a:prstClr val="black"/>
                </a:solidFill>
                <a:latin typeface="Calibri" pitchFamily="34" charset="0"/>
              </a:rPr>
              <a:t> । </a:t>
            </a:r>
          </a:p>
          <a:p>
            <a:pPr algn="ctr" defTabSz="914309"/>
            <a:r>
              <a:rPr lang="en-US" sz="3600" b="1" dirty="0" err="1">
                <a:solidFill>
                  <a:prstClr val="black"/>
                </a:solidFill>
                <a:latin typeface="Calibri" pitchFamily="34" charset="0"/>
              </a:rPr>
              <a:t>ಕುಮತಿ</a:t>
            </a:r>
            <a:r>
              <a:rPr lang="en-US" sz="3600" b="1" dirty="0">
                <a:solidFill>
                  <a:prstClr val="black"/>
                </a:solidFill>
                <a:latin typeface="Calibri" pitchFamily="34" charset="0"/>
              </a:rPr>
              <a:t> </a:t>
            </a:r>
            <a:r>
              <a:rPr lang="en-US" sz="3600" b="1" dirty="0" err="1">
                <a:solidFill>
                  <a:prstClr val="black"/>
                </a:solidFill>
                <a:latin typeface="Calibri" pitchFamily="34" charset="0"/>
              </a:rPr>
              <a:t>ನಿವಾರ</a:t>
            </a:r>
            <a:r>
              <a:rPr lang="en-US" sz="3600" b="1" dirty="0">
                <a:solidFill>
                  <a:prstClr val="black"/>
                </a:solidFill>
                <a:latin typeface="Calibri" pitchFamily="34" charset="0"/>
              </a:rPr>
              <a:t> </a:t>
            </a:r>
            <a:r>
              <a:rPr lang="en-US" sz="3600" b="1" dirty="0" err="1">
                <a:solidFill>
                  <a:prstClr val="black"/>
                </a:solidFill>
                <a:latin typeface="Calibri" pitchFamily="34" charset="0"/>
              </a:rPr>
              <a:t>ಸುಮತಿ</a:t>
            </a:r>
            <a:r>
              <a:rPr lang="en-US" sz="3600" b="1" dirty="0">
                <a:solidFill>
                  <a:prstClr val="black"/>
                </a:solidFill>
                <a:latin typeface="Calibri" pitchFamily="34" charset="0"/>
              </a:rPr>
              <a:t> </a:t>
            </a:r>
            <a:r>
              <a:rPr lang="en-US" sz="3600" b="1" dirty="0" err="1">
                <a:solidFill>
                  <a:prstClr val="black"/>
                </a:solidFill>
                <a:latin typeface="Calibri" pitchFamily="34" charset="0"/>
              </a:rPr>
              <a:t>ಕೇ</a:t>
            </a:r>
            <a:r>
              <a:rPr lang="en-US" sz="3600" b="1" dirty="0">
                <a:solidFill>
                  <a:prstClr val="black"/>
                </a:solidFill>
                <a:latin typeface="Calibri" pitchFamily="34" charset="0"/>
              </a:rPr>
              <a:t> </a:t>
            </a:r>
            <a:r>
              <a:rPr lang="en-US" sz="3600" b="1" dirty="0" err="1">
                <a:solidFill>
                  <a:prstClr val="black"/>
                </a:solidFill>
                <a:latin typeface="Calibri" pitchFamily="34" charset="0"/>
              </a:rPr>
              <a:t>ಸಂಗೀ</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೩</a:t>
            </a:r>
            <a:r>
              <a:rPr lang="en-US" sz="3600" b="1" dirty="0">
                <a:solidFill>
                  <a:prstClr val="black"/>
                </a:solidFill>
                <a:latin typeface="Calibri" pitchFamily="34" charset="0"/>
              </a:rPr>
              <a:t>॥</a:t>
            </a:r>
          </a:p>
          <a:p>
            <a:pPr algn="ctr" defTabSz="914309"/>
            <a:endParaRPr lang="en-US" sz="3600" b="1" dirty="0">
              <a:solidFill>
                <a:prstClr val="black"/>
              </a:solidFill>
              <a:latin typeface="Calibri" pitchFamily="34" charset="0"/>
            </a:endParaRPr>
          </a:p>
          <a:p>
            <a:pPr algn="ctr" defTabSz="914309"/>
            <a:r>
              <a:rPr lang="en-US" sz="2399" b="1" dirty="0">
                <a:solidFill>
                  <a:prstClr val="black"/>
                </a:solidFill>
                <a:latin typeface="Palatino Linotype" pitchFamily="18" charset="0"/>
              </a:rPr>
              <a:t>Oh </a:t>
            </a:r>
            <a:r>
              <a:rPr lang="en-US" sz="2399" b="1" dirty="0" err="1">
                <a:solidFill>
                  <a:prstClr val="black"/>
                </a:solidFill>
                <a:latin typeface="Palatino Linotype" pitchFamily="18" charset="0"/>
              </a:rPr>
              <a:t>Hanumanji</a:t>
            </a:r>
            <a:r>
              <a:rPr lang="en-US" sz="2399" b="1" dirty="0">
                <a:solidFill>
                  <a:prstClr val="black"/>
                </a:solidFill>
                <a:latin typeface="Palatino Linotype" pitchFamily="18" charset="0"/>
              </a:rPr>
              <a:t>! You are valiant and brave, with a 	body like lightening. You are the dispeller of darkness of evil thoughts and companion of 	good sense and wisdom.</a:t>
            </a:r>
            <a:endParaRPr lang="en-IN" sz="1799" dirty="0">
              <a:solidFill>
                <a:prstClr val="black"/>
              </a:solidFill>
              <a:latin typeface="Palatino Linotype" pitchFamily="18" charset="0"/>
            </a:endParaRPr>
          </a:p>
        </p:txBody>
      </p:sp>
    </p:spTree>
    <p:extLst>
      <p:ext uri="{BB962C8B-B14F-4D97-AF65-F5344CB8AC3E}">
        <p14:creationId xmlns:p14="http://schemas.microsoft.com/office/powerpoint/2010/main" val="146818062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
          <p:cNvSpPr>
            <a:spLocks noChangeArrowheads="1"/>
          </p:cNvSpPr>
          <p:nvPr/>
        </p:nvSpPr>
        <p:spPr bwMode="auto">
          <a:xfrm>
            <a:off x="1524133" y="115"/>
            <a:ext cx="9143736" cy="6555088"/>
          </a:xfrm>
          <a:prstGeom prst="rect">
            <a:avLst/>
          </a:prstGeom>
          <a:noFill/>
          <a:ln w="9525">
            <a:noFill/>
            <a:miter lim="800000"/>
            <a:headEnd/>
            <a:tailEnd/>
          </a:ln>
        </p:spPr>
        <p:txBody>
          <a:bodyPr wrap="square">
            <a:spAutoFit/>
          </a:bodyPr>
          <a:lstStyle/>
          <a:p>
            <a:pPr algn="ctr" defTabSz="914309"/>
            <a:endParaRPr lang="en-IN" sz="1200" dirty="0">
              <a:solidFill>
                <a:prstClr val="black"/>
              </a:solidFill>
              <a:latin typeface="Calibri" pitchFamily="34" charset="0"/>
            </a:endParaRPr>
          </a:p>
          <a:p>
            <a:pPr algn="ctr" defTabSz="914309"/>
            <a:r>
              <a:rPr lang="en-IN" sz="4000" b="1" dirty="0" err="1">
                <a:solidFill>
                  <a:prstClr val="black"/>
                </a:solidFill>
                <a:latin typeface="Aparajita" pitchFamily="34" charset="0"/>
              </a:rPr>
              <a:t>कञ्चन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बरन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बिराज</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सुबेसा</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कानन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कुण्डल</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कुञ्चित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केसा</a:t>
            </a:r>
            <a:r>
              <a:rPr lang="en-IN" sz="4000" b="1" dirty="0">
                <a:solidFill>
                  <a:prstClr val="black"/>
                </a:solidFill>
                <a:latin typeface="Aparajita" pitchFamily="34" charset="0"/>
              </a:rPr>
              <a:t> ॥४॥</a:t>
            </a:r>
          </a:p>
          <a:p>
            <a:pPr algn="ctr" defTabSz="914309"/>
            <a:endParaRPr lang="en-IN" sz="4000" b="1" dirty="0">
              <a:solidFill>
                <a:prstClr val="black"/>
              </a:solidFill>
              <a:latin typeface="Aparajita" pitchFamily="34" charset="0"/>
            </a:endParaRPr>
          </a:p>
          <a:p>
            <a:pPr algn="ctr" defTabSz="914309"/>
            <a:r>
              <a:rPr lang="en-US" sz="3600" b="1" dirty="0" err="1">
                <a:solidFill>
                  <a:prstClr val="black"/>
                </a:solidFill>
                <a:latin typeface="URW Palladio IT" pitchFamily="2" charset="0"/>
              </a:rPr>
              <a:t>Kaïcana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Barana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Biräja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Subesä</a:t>
            </a:r>
            <a:r>
              <a:rPr lang="en-US" sz="3600" b="1" dirty="0">
                <a:solidFill>
                  <a:prstClr val="black"/>
                </a:solidFill>
                <a:latin typeface="URW Palladio IT" pitchFamily="2" charset="0"/>
              </a:rPr>
              <a:t> |</a:t>
            </a:r>
          </a:p>
          <a:p>
            <a:pPr algn="ctr" defTabSz="914309"/>
            <a:r>
              <a:rPr lang="en-US" sz="3600" b="1" dirty="0" err="1">
                <a:solidFill>
                  <a:prstClr val="black"/>
                </a:solidFill>
                <a:latin typeface="URW Palladio IT" pitchFamily="2" charset="0"/>
              </a:rPr>
              <a:t>Känana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Kuëòala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Kuïcita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Kesä</a:t>
            </a:r>
            <a:r>
              <a:rPr lang="en-US" sz="3600" b="1" dirty="0">
                <a:solidFill>
                  <a:prstClr val="black"/>
                </a:solidFill>
                <a:latin typeface="URW Palladio IT" pitchFamily="2" charset="0"/>
              </a:rPr>
              <a:t> || - 4</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ಕಂಚನ</a:t>
            </a:r>
            <a:r>
              <a:rPr lang="en-US" sz="3600" b="1" dirty="0">
                <a:solidFill>
                  <a:prstClr val="black"/>
                </a:solidFill>
                <a:latin typeface="Calibri" pitchFamily="34" charset="0"/>
              </a:rPr>
              <a:t> </a:t>
            </a:r>
            <a:r>
              <a:rPr lang="en-US" sz="3600" b="1" dirty="0" err="1">
                <a:solidFill>
                  <a:prstClr val="black"/>
                </a:solidFill>
                <a:latin typeface="Calibri" pitchFamily="34" charset="0"/>
              </a:rPr>
              <a:t>ಬರನ</a:t>
            </a:r>
            <a:r>
              <a:rPr lang="en-US" sz="3600" b="1" dirty="0">
                <a:solidFill>
                  <a:prstClr val="black"/>
                </a:solidFill>
                <a:latin typeface="Calibri" pitchFamily="34" charset="0"/>
              </a:rPr>
              <a:t> </a:t>
            </a:r>
            <a:r>
              <a:rPr lang="en-US" sz="3600" b="1" dirty="0" err="1">
                <a:solidFill>
                  <a:prstClr val="black"/>
                </a:solidFill>
                <a:latin typeface="Calibri" pitchFamily="34" charset="0"/>
              </a:rPr>
              <a:t>ಬಿರಾಜ</a:t>
            </a:r>
            <a:r>
              <a:rPr lang="en-US" sz="3600" b="1" dirty="0">
                <a:solidFill>
                  <a:prstClr val="black"/>
                </a:solidFill>
                <a:latin typeface="Calibri" pitchFamily="34" charset="0"/>
              </a:rPr>
              <a:t> </a:t>
            </a:r>
            <a:r>
              <a:rPr lang="en-US" sz="3600" b="1" dirty="0" err="1">
                <a:solidFill>
                  <a:prstClr val="black"/>
                </a:solidFill>
                <a:latin typeface="Calibri" pitchFamily="34" charset="0"/>
              </a:rPr>
              <a:t>ಸುಬೇಸಾ</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ಕಾನನ</a:t>
            </a:r>
            <a:r>
              <a:rPr lang="en-US" sz="3600" b="1" dirty="0">
                <a:solidFill>
                  <a:prstClr val="black"/>
                </a:solidFill>
                <a:latin typeface="Calibri" pitchFamily="34" charset="0"/>
              </a:rPr>
              <a:t> </a:t>
            </a:r>
            <a:r>
              <a:rPr lang="en-US" sz="3600" b="1" dirty="0" err="1">
                <a:solidFill>
                  <a:prstClr val="black"/>
                </a:solidFill>
                <a:latin typeface="Calibri" pitchFamily="34" charset="0"/>
              </a:rPr>
              <a:t>ಕುಂಡಲ</a:t>
            </a:r>
            <a:r>
              <a:rPr lang="en-US" sz="3600" b="1" dirty="0">
                <a:solidFill>
                  <a:prstClr val="black"/>
                </a:solidFill>
                <a:latin typeface="Calibri" pitchFamily="34" charset="0"/>
              </a:rPr>
              <a:t> </a:t>
            </a:r>
            <a:r>
              <a:rPr lang="en-US" sz="3600" b="1" dirty="0" err="1">
                <a:solidFill>
                  <a:prstClr val="black"/>
                </a:solidFill>
                <a:latin typeface="Calibri" pitchFamily="34" charset="0"/>
              </a:rPr>
              <a:t>ಕುಂಚಿತ</a:t>
            </a:r>
            <a:r>
              <a:rPr lang="en-US" sz="3600" b="1" dirty="0">
                <a:solidFill>
                  <a:prstClr val="black"/>
                </a:solidFill>
                <a:latin typeface="Calibri" pitchFamily="34" charset="0"/>
              </a:rPr>
              <a:t> </a:t>
            </a:r>
            <a:r>
              <a:rPr lang="en-US" sz="3600" b="1" dirty="0" err="1">
                <a:solidFill>
                  <a:prstClr val="black"/>
                </a:solidFill>
                <a:latin typeface="Calibri" pitchFamily="34" charset="0"/>
              </a:rPr>
              <a:t>ಕೇಸಾ</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೪</a:t>
            </a:r>
            <a:r>
              <a:rPr lang="en-US" sz="3600" b="1" dirty="0">
                <a:solidFill>
                  <a:prstClr val="black"/>
                </a:solidFill>
                <a:latin typeface="Calibri" pitchFamily="34" charset="0"/>
              </a:rPr>
              <a:t>॥</a:t>
            </a:r>
          </a:p>
          <a:p>
            <a:pPr algn="ctr" defTabSz="914309"/>
            <a:endParaRPr lang="en-US" sz="3600" dirty="0">
              <a:solidFill>
                <a:prstClr val="black"/>
              </a:solidFill>
              <a:latin typeface="Calibri" pitchFamily="34" charset="0"/>
            </a:endParaRPr>
          </a:p>
          <a:p>
            <a:pPr algn="ctr" defTabSz="914309"/>
            <a:r>
              <a:rPr lang="en-US" sz="2399" b="1" dirty="0" err="1">
                <a:solidFill>
                  <a:prstClr val="black"/>
                </a:solidFill>
                <a:latin typeface="Palatino Linotype" pitchFamily="18" charset="0"/>
              </a:rPr>
              <a:t>Shri</a:t>
            </a:r>
            <a:r>
              <a:rPr lang="en-US" sz="2399" b="1" dirty="0">
                <a:solidFill>
                  <a:prstClr val="black"/>
                </a:solidFill>
                <a:latin typeface="Palatino Linotype" pitchFamily="18" charset="0"/>
              </a:rPr>
              <a:t> </a:t>
            </a:r>
            <a:r>
              <a:rPr lang="en-US" sz="2399" b="1" dirty="0" err="1">
                <a:solidFill>
                  <a:prstClr val="black"/>
                </a:solidFill>
                <a:latin typeface="Palatino Linotype" pitchFamily="18" charset="0"/>
              </a:rPr>
              <a:t>Hanumanji's</a:t>
            </a:r>
            <a:r>
              <a:rPr lang="en-US" sz="2399" b="1" dirty="0">
                <a:solidFill>
                  <a:prstClr val="black"/>
                </a:solidFill>
                <a:latin typeface="Palatino Linotype" pitchFamily="18" charset="0"/>
              </a:rPr>
              <a:t> physique is golden </a:t>
            </a:r>
            <a:r>
              <a:rPr lang="en-US" sz="2399" b="1" dirty="0" err="1">
                <a:solidFill>
                  <a:prstClr val="black"/>
                </a:solidFill>
                <a:latin typeface="Palatino Linotype" pitchFamily="18" charset="0"/>
              </a:rPr>
              <a:t>coloured</a:t>
            </a:r>
            <a:r>
              <a:rPr lang="en-US" sz="2399" b="1" dirty="0">
                <a:solidFill>
                  <a:prstClr val="black"/>
                </a:solidFill>
                <a:latin typeface="Palatino Linotype" pitchFamily="18" charset="0"/>
              </a:rPr>
              <a:t>. His dress is pretty, wearing '</a:t>
            </a:r>
            <a:r>
              <a:rPr lang="en-US" sz="2399" b="1" dirty="0" err="1">
                <a:solidFill>
                  <a:prstClr val="black"/>
                </a:solidFill>
                <a:latin typeface="Palatino Linotype" pitchFamily="18" charset="0"/>
              </a:rPr>
              <a:t>Kundals</a:t>
            </a:r>
            <a:r>
              <a:rPr lang="en-US" sz="2399" b="1" dirty="0">
                <a:solidFill>
                  <a:prstClr val="black"/>
                </a:solidFill>
                <a:latin typeface="Palatino Linotype" pitchFamily="18" charset="0"/>
              </a:rPr>
              <a:t>' ear-rings and his hairs are long and curly.</a:t>
            </a:r>
            <a:endParaRPr lang="en-IN" sz="1799" dirty="0">
              <a:solidFill>
                <a:prstClr val="black"/>
              </a:solidFill>
              <a:latin typeface="Palatino Linotype" pitchFamily="18" charset="0"/>
            </a:endParaRPr>
          </a:p>
        </p:txBody>
      </p:sp>
    </p:spTree>
    <p:extLst>
      <p:ext uri="{BB962C8B-B14F-4D97-AF65-F5344CB8AC3E}">
        <p14:creationId xmlns:p14="http://schemas.microsoft.com/office/powerpoint/2010/main" val="185875754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
          <p:cNvSpPr>
            <a:spLocks noChangeArrowheads="1"/>
          </p:cNvSpPr>
          <p:nvPr/>
        </p:nvSpPr>
        <p:spPr bwMode="auto">
          <a:xfrm>
            <a:off x="1524133" y="99"/>
            <a:ext cx="8991340" cy="6278161"/>
          </a:xfrm>
          <a:prstGeom prst="rect">
            <a:avLst/>
          </a:prstGeom>
          <a:noFill/>
          <a:ln w="9525">
            <a:noFill/>
            <a:miter lim="800000"/>
            <a:headEnd/>
            <a:tailEnd/>
          </a:ln>
        </p:spPr>
        <p:txBody>
          <a:bodyPr wrap="square">
            <a:spAutoFit/>
          </a:bodyPr>
          <a:lstStyle/>
          <a:p>
            <a:pPr algn="ctr" defTabSz="914309"/>
            <a:endParaRPr lang="en-IN" sz="1799" b="1" dirty="0">
              <a:solidFill>
                <a:prstClr val="black"/>
              </a:solidFill>
              <a:latin typeface="Palatino Linotype" pitchFamily="18" charset="0"/>
            </a:endParaRPr>
          </a:p>
          <a:p>
            <a:pPr algn="ctr" defTabSz="914309"/>
            <a:r>
              <a:rPr lang="en-IN" sz="4000" b="1" dirty="0" err="1">
                <a:solidFill>
                  <a:prstClr val="black"/>
                </a:solidFill>
                <a:latin typeface="Aparajita" pitchFamily="34" charset="0"/>
              </a:rPr>
              <a:t>हाथ</a:t>
            </a:r>
            <a:r>
              <a:rPr lang="en-IN" sz="4000" b="1" dirty="0">
                <a:solidFill>
                  <a:prstClr val="black"/>
                </a:solidFill>
                <a:latin typeface="Aparajita" pitchFamily="34" charset="0"/>
              </a:rPr>
              <a:t> </a:t>
            </a:r>
            <a:r>
              <a:rPr lang="en-IN" sz="4000" b="1" dirty="0" err="1">
                <a:solidFill>
                  <a:prstClr val="black"/>
                </a:solidFill>
                <a:latin typeface="Aparajita" pitchFamily="34" charset="0"/>
              </a:rPr>
              <a:t>बज्र</a:t>
            </a:r>
            <a:r>
              <a:rPr lang="en-IN" sz="4000" b="1" dirty="0">
                <a:solidFill>
                  <a:prstClr val="black"/>
                </a:solidFill>
                <a:latin typeface="Aparajita" pitchFamily="34" charset="0"/>
              </a:rPr>
              <a:t> औ </a:t>
            </a:r>
            <a:r>
              <a:rPr lang="en-IN" sz="4000" b="1" dirty="0" err="1">
                <a:solidFill>
                  <a:prstClr val="black"/>
                </a:solidFill>
                <a:latin typeface="Aparajita" pitchFamily="34" charset="0"/>
              </a:rPr>
              <a:t>ध्वजा</a:t>
            </a:r>
            <a:r>
              <a:rPr lang="en-IN" sz="4000" b="1" dirty="0">
                <a:solidFill>
                  <a:prstClr val="black"/>
                </a:solidFill>
                <a:latin typeface="Aparajita" pitchFamily="34" charset="0"/>
              </a:rPr>
              <a:t> </a:t>
            </a:r>
            <a:r>
              <a:rPr lang="en-IN" sz="4000" b="1" dirty="0" err="1">
                <a:solidFill>
                  <a:prstClr val="black"/>
                </a:solidFill>
                <a:latin typeface="Aparajita" pitchFamily="34" charset="0"/>
              </a:rPr>
              <a:t>बिराजै</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काँधे</a:t>
            </a:r>
            <a:r>
              <a:rPr lang="en-IN" sz="4000" b="1" dirty="0">
                <a:solidFill>
                  <a:prstClr val="black"/>
                </a:solidFill>
                <a:latin typeface="Aparajita" pitchFamily="34" charset="0"/>
              </a:rPr>
              <a:t> </a:t>
            </a:r>
            <a:r>
              <a:rPr lang="en-IN" sz="4000" b="1" dirty="0" err="1">
                <a:solidFill>
                  <a:prstClr val="black"/>
                </a:solidFill>
                <a:latin typeface="Aparajita" pitchFamily="34" charset="0"/>
              </a:rPr>
              <a:t>मूँज</a:t>
            </a:r>
            <a:r>
              <a:rPr lang="en-IN" sz="4000" b="1" dirty="0">
                <a:solidFill>
                  <a:prstClr val="black"/>
                </a:solidFill>
                <a:latin typeface="Aparajita" pitchFamily="34" charset="0"/>
              </a:rPr>
              <a:t> </a:t>
            </a:r>
            <a:r>
              <a:rPr lang="en-IN" sz="4000" b="1" dirty="0" err="1">
                <a:solidFill>
                  <a:prstClr val="black"/>
                </a:solidFill>
                <a:latin typeface="Aparajita" pitchFamily="34" charset="0"/>
              </a:rPr>
              <a:t>जनेउ</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साजै</a:t>
            </a:r>
            <a:r>
              <a:rPr lang="en-IN" sz="4000" b="1" dirty="0">
                <a:solidFill>
                  <a:prstClr val="black"/>
                </a:solidFill>
                <a:latin typeface="Aparajita" pitchFamily="34" charset="0"/>
              </a:rPr>
              <a:t> ॥५॥</a:t>
            </a:r>
          </a:p>
          <a:p>
            <a:pPr algn="ctr" defTabSz="914309"/>
            <a:endParaRPr lang="en-IN" sz="4000" b="1" dirty="0">
              <a:solidFill>
                <a:prstClr val="black"/>
              </a:solidFill>
              <a:latin typeface="Aparajita" pitchFamily="34" charset="0"/>
            </a:endParaRPr>
          </a:p>
          <a:p>
            <a:pPr algn="ctr" defTabSz="914309"/>
            <a:r>
              <a:rPr lang="en-US" sz="3600" b="1" dirty="0" err="1">
                <a:solidFill>
                  <a:prstClr val="black"/>
                </a:solidFill>
                <a:latin typeface="URW Palladio IT" pitchFamily="2" charset="0"/>
              </a:rPr>
              <a:t>Hätha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Bajra</a:t>
            </a:r>
            <a:r>
              <a:rPr lang="en-US" sz="3600" b="1" dirty="0">
                <a:solidFill>
                  <a:prstClr val="black"/>
                </a:solidFill>
                <a:latin typeface="URW Palladio IT" pitchFamily="2" charset="0"/>
              </a:rPr>
              <a:t> Au </a:t>
            </a:r>
            <a:r>
              <a:rPr lang="en-US" sz="3600" b="1" dirty="0" err="1">
                <a:solidFill>
                  <a:prstClr val="black"/>
                </a:solidFill>
                <a:latin typeface="URW Palladio IT" pitchFamily="2" charset="0"/>
              </a:rPr>
              <a:t>Dhvajä</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Biräjai</a:t>
            </a:r>
            <a:r>
              <a:rPr lang="en-US" sz="3600" b="1" dirty="0">
                <a:solidFill>
                  <a:prstClr val="black"/>
                </a:solidFill>
                <a:latin typeface="URW Palladio IT" pitchFamily="2" charset="0"/>
              </a:rPr>
              <a:t> | </a:t>
            </a:r>
          </a:p>
          <a:p>
            <a:pPr algn="ctr" defTabSz="914309"/>
            <a:r>
              <a:rPr lang="en-US" sz="3600" b="1" dirty="0" err="1">
                <a:solidFill>
                  <a:prstClr val="black"/>
                </a:solidFill>
                <a:latin typeface="URW Palladio IT" pitchFamily="2" charset="0"/>
              </a:rPr>
              <a:t>Käðdhe</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Müðja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Janeü</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Säjai</a:t>
            </a:r>
            <a:r>
              <a:rPr lang="en-US" sz="3600" b="1" dirty="0">
                <a:solidFill>
                  <a:prstClr val="black"/>
                </a:solidFill>
                <a:latin typeface="URW Palladio IT" pitchFamily="2" charset="0"/>
              </a:rPr>
              <a:t> || - 5 </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ಹಾಥ</a:t>
            </a:r>
            <a:r>
              <a:rPr lang="en-US" sz="3600" b="1" dirty="0">
                <a:solidFill>
                  <a:prstClr val="black"/>
                </a:solidFill>
                <a:latin typeface="Calibri" pitchFamily="34" charset="0"/>
              </a:rPr>
              <a:t> </a:t>
            </a:r>
            <a:r>
              <a:rPr lang="en-US" sz="3600" b="1" dirty="0" err="1">
                <a:solidFill>
                  <a:prstClr val="black"/>
                </a:solidFill>
                <a:latin typeface="Calibri" pitchFamily="34" charset="0"/>
              </a:rPr>
              <a:t>ಬಜ್ರ</a:t>
            </a:r>
            <a:r>
              <a:rPr lang="en-US" sz="3600" b="1" dirty="0">
                <a:solidFill>
                  <a:prstClr val="black"/>
                </a:solidFill>
                <a:latin typeface="Calibri" pitchFamily="34" charset="0"/>
              </a:rPr>
              <a:t> ಔ </a:t>
            </a:r>
            <a:r>
              <a:rPr lang="kn-IN" sz="3600" b="1" dirty="0">
                <a:solidFill>
                  <a:prstClr val="black"/>
                </a:solidFill>
                <a:latin typeface="Calibri" pitchFamily="34" charset="0"/>
                <a:ea typeface="Tunga" pitchFamily="2"/>
                <a:cs typeface="Tunga" pitchFamily="2"/>
              </a:rPr>
              <a:t>ಧ್ವಜಾ </a:t>
            </a:r>
            <a:r>
              <a:rPr lang="en-US" sz="3600" b="1" dirty="0" err="1">
                <a:solidFill>
                  <a:prstClr val="black"/>
                </a:solidFill>
                <a:latin typeface="Calibri" pitchFamily="34" charset="0"/>
              </a:rPr>
              <a:t>ಬಿರಾಜೇ</a:t>
            </a:r>
            <a:r>
              <a:rPr lang="en-US" sz="3600" b="1" dirty="0">
                <a:solidFill>
                  <a:prstClr val="black"/>
                </a:solidFill>
                <a:latin typeface="Calibri" pitchFamily="34" charset="0"/>
              </a:rPr>
              <a:t> । </a:t>
            </a:r>
          </a:p>
          <a:p>
            <a:pPr algn="ctr" defTabSz="914309"/>
            <a:r>
              <a:rPr lang="en-US" sz="3600" b="1" dirty="0" err="1">
                <a:solidFill>
                  <a:prstClr val="black"/>
                </a:solidFill>
                <a:latin typeface="Calibri" pitchFamily="34" charset="0"/>
              </a:rPr>
              <a:t>ಕಾಂಧೇ</a:t>
            </a:r>
            <a:r>
              <a:rPr lang="en-US" sz="3600" b="1" dirty="0">
                <a:solidFill>
                  <a:prstClr val="black"/>
                </a:solidFill>
                <a:latin typeface="Calibri" pitchFamily="34" charset="0"/>
              </a:rPr>
              <a:t> </a:t>
            </a:r>
            <a:r>
              <a:rPr lang="en-US" sz="3600" b="1" dirty="0" err="1">
                <a:solidFill>
                  <a:prstClr val="black"/>
                </a:solidFill>
                <a:latin typeface="Calibri" pitchFamily="34" charset="0"/>
              </a:rPr>
              <a:t>ಮೂಂಜ</a:t>
            </a:r>
            <a:r>
              <a:rPr lang="en-US" sz="3600" b="1" dirty="0">
                <a:solidFill>
                  <a:prstClr val="black"/>
                </a:solidFill>
                <a:latin typeface="Calibri" pitchFamily="34" charset="0"/>
              </a:rPr>
              <a:t> </a:t>
            </a:r>
            <a:r>
              <a:rPr lang="en-US" sz="3600" b="1" dirty="0" err="1">
                <a:solidFill>
                  <a:prstClr val="black"/>
                </a:solidFill>
                <a:latin typeface="Calibri" pitchFamily="34" charset="0"/>
              </a:rPr>
              <a:t>ಜನೇಊ</a:t>
            </a:r>
            <a:r>
              <a:rPr lang="en-US" sz="3600" b="1" dirty="0">
                <a:solidFill>
                  <a:prstClr val="black"/>
                </a:solidFill>
                <a:latin typeface="Calibri" pitchFamily="34" charset="0"/>
              </a:rPr>
              <a:t> </a:t>
            </a:r>
            <a:r>
              <a:rPr lang="en-US" sz="3600" b="1" dirty="0" err="1">
                <a:solidFill>
                  <a:prstClr val="black"/>
                </a:solidFill>
                <a:latin typeface="Calibri" pitchFamily="34" charset="0"/>
              </a:rPr>
              <a:t>ಸಾಜೇ</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೫</a:t>
            </a:r>
            <a:r>
              <a:rPr lang="en-US" sz="3600" b="1" dirty="0">
                <a:solidFill>
                  <a:prstClr val="black"/>
                </a:solidFill>
                <a:latin typeface="Calibri" pitchFamily="34" charset="0"/>
              </a:rPr>
              <a:t>॥</a:t>
            </a:r>
          </a:p>
          <a:p>
            <a:pPr algn="ctr" defTabSz="914309"/>
            <a:endParaRPr lang="en-US" sz="3600" b="1" dirty="0">
              <a:solidFill>
                <a:prstClr val="black"/>
              </a:solidFill>
              <a:latin typeface="Calibri" pitchFamily="34" charset="0"/>
            </a:endParaRPr>
          </a:p>
          <a:p>
            <a:pPr algn="ctr" defTabSz="914309"/>
            <a:r>
              <a:rPr lang="en-US" sz="2399" b="1" dirty="0" err="1">
                <a:solidFill>
                  <a:prstClr val="black"/>
                </a:solidFill>
                <a:latin typeface="Palatino Linotype" pitchFamily="18" charset="0"/>
              </a:rPr>
              <a:t>Shri</a:t>
            </a:r>
            <a:r>
              <a:rPr lang="en-US" sz="2399" b="1" dirty="0">
                <a:solidFill>
                  <a:prstClr val="black"/>
                </a:solidFill>
                <a:latin typeface="Palatino Linotype" pitchFamily="18" charset="0"/>
              </a:rPr>
              <a:t> </a:t>
            </a:r>
            <a:r>
              <a:rPr lang="en-US" sz="2399" b="1" dirty="0" err="1">
                <a:solidFill>
                  <a:prstClr val="black"/>
                </a:solidFill>
                <a:latin typeface="Palatino Linotype" pitchFamily="18" charset="0"/>
              </a:rPr>
              <a:t>Hanumanji</a:t>
            </a:r>
            <a:r>
              <a:rPr lang="en-US" sz="2399" b="1" dirty="0">
                <a:solidFill>
                  <a:prstClr val="black"/>
                </a:solidFill>
                <a:latin typeface="Palatino Linotype" pitchFamily="18" charset="0"/>
              </a:rPr>
              <a:t> is holding in one hand a lighting bolt and in the other a banner with sacred thread across his shoulder.</a:t>
            </a:r>
            <a:endParaRPr lang="en-IN" sz="2800" b="1" dirty="0">
              <a:solidFill>
                <a:prstClr val="black"/>
              </a:solidFill>
              <a:latin typeface="Aparajita" pitchFamily="34" charset="0"/>
            </a:endParaRPr>
          </a:p>
        </p:txBody>
      </p:sp>
    </p:spTree>
    <p:extLst>
      <p:ext uri="{BB962C8B-B14F-4D97-AF65-F5344CB8AC3E}">
        <p14:creationId xmlns:p14="http://schemas.microsoft.com/office/powerpoint/2010/main" val="313580439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
          <p:cNvSpPr>
            <a:spLocks noChangeArrowheads="1"/>
          </p:cNvSpPr>
          <p:nvPr/>
        </p:nvSpPr>
        <p:spPr bwMode="auto">
          <a:xfrm>
            <a:off x="1524133" y="99"/>
            <a:ext cx="9143736" cy="6647397"/>
          </a:xfrm>
          <a:prstGeom prst="rect">
            <a:avLst/>
          </a:prstGeom>
          <a:noFill/>
          <a:ln w="9525">
            <a:noFill/>
            <a:miter lim="800000"/>
            <a:headEnd/>
            <a:tailEnd/>
          </a:ln>
        </p:spPr>
        <p:txBody>
          <a:bodyPr wrap="square">
            <a:spAutoFit/>
          </a:bodyPr>
          <a:lstStyle/>
          <a:p>
            <a:pPr algn="just" defTabSz="914309"/>
            <a:endParaRPr lang="en-IN" sz="1799" b="1" dirty="0">
              <a:solidFill>
                <a:prstClr val="black"/>
              </a:solidFill>
              <a:latin typeface="Palatino Linotype" pitchFamily="18" charset="0"/>
            </a:endParaRPr>
          </a:p>
          <a:p>
            <a:pPr algn="ctr" defTabSz="914309"/>
            <a:r>
              <a:rPr lang="en-IN" sz="4000" b="1" dirty="0" err="1">
                <a:solidFill>
                  <a:prstClr val="black"/>
                </a:solidFill>
                <a:latin typeface="Aparajita" pitchFamily="34" charset="0"/>
              </a:rPr>
              <a:t>सङ्कर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सुवन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केसरीनन्दन</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तेज</a:t>
            </a:r>
            <a:r>
              <a:rPr lang="en-IN" sz="4000" b="1" dirty="0">
                <a:solidFill>
                  <a:prstClr val="black"/>
                </a:solidFill>
                <a:latin typeface="Aparajita" pitchFamily="34" charset="0"/>
              </a:rPr>
              <a:t> </a:t>
            </a:r>
            <a:r>
              <a:rPr lang="en-IN" sz="4000" b="1" dirty="0" err="1">
                <a:solidFill>
                  <a:prstClr val="black"/>
                </a:solidFill>
                <a:latin typeface="Aparajita" pitchFamily="34" charset="0"/>
              </a:rPr>
              <a:t>प्रताप</a:t>
            </a:r>
            <a:r>
              <a:rPr lang="en-IN" sz="4000" b="1" dirty="0">
                <a:solidFill>
                  <a:prstClr val="black"/>
                </a:solidFill>
                <a:latin typeface="Aparajita" pitchFamily="34" charset="0"/>
              </a:rPr>
              <a:t> </a:t>
            </a:r>
            <a:r>
              <a:rPr lang="en-IN" sz="4000" b="1" dirty="0" err="1">
                <a:solidFill>
                  <a:prstClr val="black"/>
                </a:solidFill>
                <a:latin typeface="Aparajita" pitchFamily="34" charset="0"/>
              </a:rPr>
              <a:t>महा</a:t>
            </a:r>
            <a:r>
              <a:rPr lang="en-IN" sz="4000" b="1" dirty="0">
                <a:solidFill>
                  <a:prstClr val="black"/>
                </a:solidFill>
                <a:latin typeface="Aparajita" pitchFamily="34" charset="0"/>
              </a:rPr>
              <a:t> </a:t>
            </a:r>
            <a:r>
              <a:rPr lang="en-IN" sz="4000" b="1" dirty="0" err="1">
                <a:solidFill>
                  <a:prstClr val="black"/>
                </a:solidFill>
                <a:latin typeface="Aparajita" pitchFamily="34" charset="0"/>
              </a:rPr>
              <a:t>जग</a:t>
            </a:r>
            <a:r>
              <a:rPr lang="en-IN" sz="4000" b="1" dirty="0">
                <a:solidFill>
                  <a:prstClr val="black"/>
                </a:solidFill>
                <a:latin typeface="Aparajita" pitchFamily="34" charset="0"/>
              </a:rPr>
              <a:t> </a:t>
            </a:r>
            <a:r>
              <a:rPr lang="en-IN" sz="4000" b="1" dirty="0" err="1">
                <a:solidFill>
                  <a:prstClr val="black"/>
                </a:solidFill>
                <a:latin typeface="Aparajita" pitchFamily="34" charset="0"/>
              </a:rPr>
              <a:t>बन्दन</a:t>
            </a:r>
            <a:r>
              <a:rPr lang="en-IN" sz="4000" b="1" dirty="0">
                <a:solidFill>
                  <a:prstClr val="black"/>
                </a:solidFill>
                <a:latin typeface="Aparajita" pitchFamily="34" charset="0"/>
              </a:rPr>
              <a:t> ॥६॥</a:t>
            </a:r>
          </a:p>
          <a:p>
            <a:pPr algn="ctr" defTabSz="914309"/>
            <a:endParaRPr lang="en-IN" sz="4000" b="1" dirty="0">
              <a:solidFill>
                <a:prstClr val="black"/>
              </a:solidFill>
              <a:latin typeface="Aparajita" pitchFamily="34" charset="0"/>
            </a:endParaRPr>
          </a:p>
          <a:p>
            <a:pPr algn="ctr" defTabSz="914309"/>
            <a:r>
              <a:rPr lang="en-US" sz="3600" b="1" dirty="0" err="1">
                <a:solidFill>
                  <a:prstClr val="black"/>
                </a:solidFill>
                <a:latin typeface="URW Palladio IT" pitchFamily="2" charset="0"/>
              </a:rPr>
              <a:t>Saìkara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Suvana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Kesarénandana</a:t>
            </a:r>
            <a:r>
              <a:rPr lang="en-US" sz="3600" b="1" dirty="0">
                <a:solidFill>
                  <a:prstClr val="black"/>
                </a:solidFill>
                <a:latin typeface="URW Palladio IT" pitchFamily="2" charset="0"/>
              </a:rPr>
              <a:t> | </a:t>
            </a:r>
          </a:p>
          <a:p>
            <a:pPr algn="ctr" defTabSz="914309"/>
            <a:r>
              <a:rPr lang="en-US" sz="3600" b="1" dirty="0" err="1">
                <a:solidFill>
                  <a:prstClr val="black"/>
                </a:solidFill>
                <a:latin typeface="URW Palladio IT" pitchFamily="2" charset="0"/>
              </a:rPr>
              <a:t>Teja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Pratäpa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Mahä</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Jaga</a:t>
            </a:r>
            <a:r>
              <a:rPr lang="en-US" sz="3600" b="1" dirty="0">
                <a:solidFill>
                  <a:prstClr val="black"/>
                </a:solidFill>
                <a:latin typeface="URW Palladio IT" pitchFamily="2" charset="0"/>
              </a:rPr>
              <a:t> Bandana || - 6 </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ಸಂಕರ</a:t>
            </a:r>
            <a:r>
              <a:rPr lang="en-US" sz="3600" b="1" dirty="0">
                <a:solidFill>
                  <a:prstClr val="black"/>
                </a:solidFill>
                <a:latin typeface="Calibri" pitchFamily="34" charset="0"/>
              </a:rPr>
              <a:t> </a:t>
            </a:r>
            <a:r>
              <a:rPr lang="en-US" sz="3600" b="1" dirty="0" err="1">
                <a:solidFill>
                  <a:prstClr val="black"/>
                </a:solidFill>
                <a:latin typeface="Calibri" pitchFamily="34" charset="0"/>
              </a:rPr>
              <a:t>ಸುವನ</a:t>
            </a:r>
            <a:r>
              <a:rPr lang="en-US" sz="3600" b="1" dirty="0">
                <a:solidFill>
                  <a:prstClr val="black"/>
                </a:solidFill>
                <a:latin typeface="Calibri" pitchFamily="34" charset="0"/>
              </a:rPr>
              <a:t> </a:t>
            </a:r>
            <a:r>
              <a:rPr lang="en-US" sz="3600" b="1" dirty="0" err="1">
                <a:solidFill>
                  <a:prstClr val="black"/>
                </a:solidFill>
                <a:latin typeface="Calibri" pitchFamily="34" charset="0"/>
              </a:rPr>
              <a:t>ಕೇಸರೀ</a:t>
            </a:r>
            <a:r>
              <a:rPr lang="en-US" sz="3600" b="1" dirty="0">
                <a:solidFill>
                  <a:prstClr val="black"/>
                </a:solidFill>
                <a:latin typeface="Calibri" pitchFamily="34" charset="0"/>
              </a:rPr>
              <a:t> </a:t>
            </a:r>
            <a:r>
              <a:rPr lang="en-US" sz="3600" b="1" dirty="0" err="1">
                <a:solidFill>
                  <a:prstClr val="black"/>
                </a:solidFill>
                <a:latin typeface="Calibri" pitchFamily="34" charset="0"/>
              </a:rPr>
              <a:t>ನಂದನ</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ತೇಜ</a:t>
            </a:r>
            <a:r>
              <a:rPr lang="en-US" sz="3600" b="1" dirty="0">
                <a:solidFill>
                  <a:prstClr val="black"/>
                </a:solidFill>
                <a:latin typeface="Calibri" pitchFamily="34" charset="0"/>
              </a:rPr>
              <a:t> </a:t>
            </a:r>
            <a:r>
              <a:rPr lang="en-US" sz="3600" b="1" dirty="0" err="1">
                <a:solidFill>
                  <a:prstClr val="black"/>
                </a:solidFill>
                <a:latin typeface="Calibri" pitchFamily="34" charset="0"/>
              </a:rPr>
              <a:t>ಪ್ರತಾಪ</a:t>
            </a:r>
            <a:r>
              <a:rPr lang="en-US" sz="3600" b="1" dirty="0">
                <a:solidFill>
                  <a:prstClr val="black"/>
                </a:solidFill>
                <a:latin typeface="Calibri" pitchFamily="34" charset="0"/>
              </a:rPr>
              <a:t> </a:t>
            </a:r>
            <a:r>
              <a:rPr lang="en-US" sz="3600" b="1" dirty="0" err="1">
                <a:solidFill>
                  <a:prstClr val="black"/>
                </a:solidFill>
                <a:latin typeface="Calibri" pitchFamily="34" charset="0"/>
              </a:rPr>
              <a:t>ಮಹಾ</a:t>
            </a:r>
            <a:r>
              <a:rPr lang="en-US" sz="3600" b="1" dirty="0">
                <a:solidFill>
                  <a:prstClr val="black"/>
                </a:solidFill>
                <a:latin typeface="Calibri" pitchFamily="34" charset="0"/>
              </a:rPr>
              <a:t> </a:t>
            </a:r>
            <a:r>
              <a:rPr lang="en-US" sz="3600" b="1" dirty="0" err="1">
                <a:solidFill>
                  <a:prstClr val="black"/>
                </a:solidFill>
                <a:latin typeface="Calibri" pitchFamily="34" charset="0"/>
              </a:rPr>
              <a:t>ಜಗ</a:t>
            </a:r>
            <a:r>
              <a:rPr lang="en-US" sz="3600" b="1" dirty="0">
                <a:solidFill>
                  <a:prstClr val="black"/>
                </a:solidFill>
                <a:latin typeface="Calibri" pitchFamily="34" charset="0"/>
              </a:rPr>
              <a:t> </a:t>
            </a:r>
            <a:r>
              <a:rPr lang="en-US" sz="3600" b="1" dirty="0" err="1">
                <a:solidFill>
                  <a:prstClr val="black"/>
                </a:solidFill>
                <a:latin typeface="Calibri" pitchFamily="34" charset="0"/>
              </a:rPr>
              <a:t>ಬಂದನ</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೬</a:t>
            </a:r>
            <a:r>
              <a:rPr lang="en-US" sz="3600" b="1" dirty="0">
                <a:solidFill>
                  <a:prstClr val="black"/>
                </a:solidFill>
                <a:latin typeface="Calibri" pitchFamily="34" charset="0"/>
              </a:rPr>
              <a:t>॥</a:t>
            </a:r>
          </a:p>
          <a:p>
            <a:pPr algn="ctr" defTabSz="914309"/>
            <a:endParaRPr lang="en-US" sz="3600" dirty="0">
              <a:solidFill>
                <a:prstClr val="black"/>
              </a:solidFill>
              <a:latin typeface="Calibri" pitchFamily="34" charset="0"/>
            </a:endParaRPr>
          </a:p>
          <a:p>
            <a:pPr algn="ctr" defTabSz="914309"/>
            <a:r>
              <a:rPr lang="en-US" sz="2399" b="1" dirty="0">
                <a:solidFill>
                  <a:prstClr val="black"/>
                </a:solidFill>
                <a:latin typeface="Palatino Linotype" pitchFamily="18" charset="0"/>
              </a:rPr>
              <a:t>Oh </a:t>
            </a:r>
            <a:r>
              <a:rPr lang="en-US" sz="2399" b="1" dirty="0" err="1">
                <a:solidFill>
                  <a:prstClr val="black"/>
                </a:solidFill>
                <a:latin typeface="Palatino Linotype" pitchFamily="18" charset="0"/>
              </a:rPr>
              <a:t>Hanumanji</a:t>
            </a:r>
            <a:r>
              <a:rPr lang="en-US" sz="2399" b="1" dirty="0">
                <a:solidFill>
                  <a:prstClr val="black"/>
                </a:solidFill>
                <a:latin typeface="Palatino Linotype" pitchFamily="18" charset="0"/>
              </a:rPr>
              <a:t>! You are the emanation of 'SHIVA' and you delight </a:t>
            </a:r>
            <a:r>
              <a:rPr lang="en-US" sz="2399" b="1" dirty="0" err="1">
                <a:solidFill>
                  <a:prstClr val="black"/>
                </a:solidFill>
                <a:latin typeface="Palatino Linotype" pitchFamily="18" charset="0"/>
              </a:rPr>
              <a:t>Shri</a:t>
            </a:r>
            <a:r>
              <a:rPr lang="en-US" sz="2399" b="1" dirty="0">
                <a:solidFill>
                  <a:prstClr val="black"/>
                </a:solidFill>
                <a:latin typeface="Palatino Linotype" pitchFamily="18" charset="0"/>
              </a:rPr>
              <a:t> </a:t>
            </a:r>
            <a:r>
              <a:rPr lang="en-IN" sz="2399" b="1" dirty="0" err="1">
                <a:solidFill>
                  <a:prstClr val="black"/>
                </a:solidFill>
                <a:latin typeface="Palatino Linotype" pitchFamily="18" charset="0"/>
              </a:rPr>
              <a:t>Kesari</a:t>
            </a:r>
            <a:r>
              <a:rPr lang="en-US" sz="2399" b="1" dirty="0">
                <a:solidFill>
                  <a:prstClr val="black"/>
                </a:solidFill>
                <a:latin typeface="Palatino Linotype" pitchFamily="18" charset="0"/>
              </a:rPr>
              <a:t>. Being ever effulgent, </a:t>
            </a:r>
            <a:r>
              <a:rPr lang="en-IN" sz="2399" b="1" dirty="0">
                <a:solidFill>
                  <a:prstClr val="black"/>
                </a:solidFill>
                <a:latin typeface="Palatino Linotype" pitchFamily="18" charset="0"/>
              </a:rPr>
              <a:t>your glory is revered throughout  the world. </a:t>
            </a:r>
            <a:endParaRPr lang="en-IN" sz="3200" b="1" dirty="0">
              <a:solidFill>
                <a:prstClr val="black"/>
              </a:solidFill>
              <a:latin typeface="Palatino Linotype" pitchFamily="18" charset="0"/>
            </a:endParaRPr>
          </a:p>
        </p:txBody>
      </p:sp>
    </p:spTree>
    <p:extLst>
      <p:ext uri="{BB962C8B-B14F-4D97-AF65-F5344CB8AC3E}">
        <p14:creationId xmlns:p14="http://schemas.microsoft.com/office/powerpoint/2010/main" val="409269407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
          <p:cNvSpPr>
            <a:spLocks noChangeArrowheads="1"/>
          </p:cNvSpPr>
          <p:nvPr/>
        </p:nvSpPr>
        <p:spPr bwMode="auto">
          <a:xfrm>
            <a:off x="1524133" y="99"/>
            <a:ext cx="9143736" cy="6278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defTabSz="914309"/>
            <a:endParaRPr lang="en-US" sz="1799" dirty="0">
              <a:solidFill>
                <a:prstClr val="black"/>
              </a:solidFill>
              <a:latin typeface="Calibri" pitchFamily="34" charset="0"/>
            </a:endParaRPr>
          </a:p>
          <a:p>
            <a:pPr algn="ctr" defTabSz="914309"/>
            <a:r>
              <a:rPr lang="en-IN" sz="4000" b="1" dirty="0" err="1">
                <a:solidFill>
                  <a:prstClr val="black"/>
                </a:solidFill>
                <a:latin typeface="Aparajita" pitchFamily="34" charset="0"/>
              </a:rPr>
              <a:t>बिद्यावान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गुनी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अति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चातुर</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राम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काज</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करिबे</a:t>
            </a:r>
            <a:r>
              <a:rPr lang="en-IN" sz="4000" b="1" dirty="0">
                <a:solidFill>
                  <a:prstClr val="black"/>
                </a:solidFill>
                <a:latin typeface="Aparajita" pitchFamily="34" charset="0"/>
              </a:rPr>
              <a:t> </a:t>
            </a:r>
            <a:r>
              <a:rPr lang="en-IN" sz="4000" b="1" dirty="0" err="1">
                <a:solidFill>
                  <a:prstClr val="black"/>
                </a:solidFill>
                <a:latin typeface="Aparajita" pitchFamily="34" charset="0"/>
              </a:rPr>
              <a:t>को</a:t>
            </a:r>
            <a:r>
              <a:rPr lang="en-IN" sz="4000" b="1" dirty="0">
                <a:solidFill>
                  <a:prstClr val="black"/>
                </a:solidFill>
                <a:latin typeface="Aparajita" pitchFamily="34" charset="0"/>
              </a:rPr>
              <a:t> </a:t>
            </a:r>
            <a:r>
              <a:rPr lang="en-IN" sz="4000" b="1" dirty="0" err="1">
                <a:solidFill>
                  <a:prstClr val="black"/>
                </a:solidFill>
                <a:latin typeface="Aparajita" pitchFamily="34" charset="0"/>
              </a:rPr>
              <a:t>आतुर</a:t>
            </a:r>
            <a:r>
              <a:rPr lang="en-IN" sz="4000" b="1" dirty="0">
                <a:solidFill>
                  <a:prstClr val="black"/>
                </a:solidFill>
                <a:latin typeface="Aparajita" pitchFamily="34" charset="0"/>
              </a:rPr>
              <a:t> ॥७॥</a:t>
            </a:r>
          </a:p>
          <a:p>
            <a:pPr algn="ctr" defTabSz="914309"/>
            <a:endParaRPr lang="en-IN" sz="4000" b="1" dirty="0">
              <a:solidFill>
                <a:prstClr val="black"/>
              </a:solidFill>
              <a:latin typeface="Aparajita" pitchFamily="34" charset="0"/>
            </a:endParaRPr>
          </a:p>
          <a:p>
            <a:pPr algn="ctr" defTabSz="914309"/>
            <a:r>
              <a:rPr lang="en-US" sz="3600" b="1" dirty="0" err="1">
                <a:solidFill>
                  <a:prstClr val="black"/>
                </a:solidFill>
                <a:latin typeface="URW Palladio IT" pitchFamily="2" charset="0"/>
              </a:rPr>
              <a:t>Vidyäväna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Guné</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Ati</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Cätura</a:t>
            </a:r>
            <a:r>
              <a:rPr lang="en-US" sz="3600" b="1" dirty="0">
                <a:solidFill>
                  <a:prstClr val="black"/>
                </a:solidFill>
                <a:latin typeface="URW Palladio IT" pitchFamily="2" charset="0"/>
              </a:rPr>
              <a:t> | </a:t>
            </a:r>
          </a:p>
          <a:p>
            <a:pPr algn="ctr" defTabSz="914309"/>
            <a:r>
              <a:rPr lang="en-US" sz="3600" b="1" dirty="0" err="1">
                <a:solidFill>
                  <a:prstClr val="black"/>
                </a:solidFill>
                <a:latin typeface="URW Palladio IT" pitchFamily="2" charset="0"/>
              </a:rPr>
              <a:t>Räma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Käja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Karibe</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Ko</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Ätura</a:t>
            </a:r>
            <a:r>
              <a:rPr lang="en-US" sz="3600" b="1" dirty="0">
                <a:solidFill>
                  <a:prstClr val="black"/>
                </a:solidFill>
                <a:latin typeface="URW Palladio IT" pitchFamily="2" charset="0"/>
              </a:rPr>
              <a:t> || - 7</a:t>
            </a:r>
          </a:p>
          <a:p>
            <a:pPr algn="ctr" defTabSz="914309"/>
            <a:endParaRPr lang="en-US" sz="3600" b="1" dirty="0">
              <a:solidFill>
                <a:prstClr val="black"/>
              </a:solidFill>
              <a:latin typeface="URW Palladio IT" pitchFamily="2" charset="0"/>
            </a:endParaRPr>
          </a:p>
          <a:p>
            <a:pPr algn="ctr" defTabSz="914309"/>
            <a:r>
              <a:rPr lang="kn-IN" sz="3600" b="1" dirty="0">
                <a:solidFill>
                  <a:prstClr val="black"/>
                </a:solidFill>
                <a:latin typeface="Calibri" pitchFamily="34" charset="0"/>
                <a:ea typeface="Tunga" pitchFamily="2"/>
                <a:cs typeface="Tunga" pitchFamily="2"/>
              </a:rPr>
              <a:t>ಬಿ</a:t>
            </a:r>
            <a:r>
              <a:rPr lang="en-US" sz="3600" b="1" dirty="0" err="1">
                <a:solidFill>
                  <a:prstClr val="black"/>
                </a:solidFill>
                <a:latin typeface="Calibri" pitchFamily="34" charset="0"/>
              </a:rPr>
              <a:t>ದ್ಯಾವಾನ</a:t>
            </a:r>
            <a:r>
              <a:rPr lang="en-US" sz="3600" b="1" dirty="0">
                <a:solidFill>
                  <a:prstClr val="black"/>
                </a:solidFill>
                <a:latin typeface="Calibri" pitchFamily="34" charset="0"/>
              </a:rPr>
              <a:t> </a:t>
            </a:r>
            <a:r>
              <a:rPr lang="en-US" sz="3600" b="1" dirty="0" err="1">
                <a:solidFill>
                  <a:prstClr val="black"/>
                </a:solidFill>
                <a:latin typeface="Calibri" pitchFamily="34" charset="0"/>
              </a:rPr>
              <a:t>ಗು</a:t>
            </a:r>
            <a:r>
              <a:rPr lang="en-US" sz="3600" b="1" dirty="0" err="1">
                <a:solidFill>
                  <a:srgbClr val="000000"/>
                </a:solidFill>
                <a:latin typeface="BRH Kannada" pitchFamily="2" charset="0"/>
              </a:rPr>
              <a:t>¤Ã</a:t>
            </a:r>
            <a:r>
              <a:rPr lang="en-US" sz="3600" b="1" dirty="0">
                <a:solidFill>
                  <a:prstClr val="black"/>
                </a:solidFill>
                <a:latin typeface="Calibri" pitchFamily="34" charset="0"/>
              </a:rPr>
              <a:t> </a:t>
            </a:r>
            <a:r>
              <a:rPr lang="en-US" sz="3600" b="1" dirty="0" err="1">
                <a:solidFill>
                  <a:prstClr val="black"/>
                </a:solidFill>
                <a:latin typeface="Calibri" pitchFamily="34" charset="0"/>
              </a:rPr>
              <a:t>ಅತಿ</a:t>
            </a:r>
            <a:r>
              <a:rPr lang="en-US" sz="3600" b="1" dirty="0">
                <a:solidFill>
                  <a:prstClr val="black"/>
                </a:solidFill>
                <a:latin typeface="Calibri" pitchFamily="34" charset="0"/>
              </a:rPr>
              <a:t> </a:t>
            </a:r>
            <a:r>
              <a:rPr lang="en-US" sz="3600" b="1" dirty="0" err="1">
                <a:solidFill>
                  <a:prstClr val="black"/>
                </a:solidFill>
                <a:latin typeface="Calibri" pitchFamily="34" charset="0"/>
              </a:rPr>
              <a:t>ಚಾತುರ</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ರಾಮ</a:t>
            </a:r>
            <a:r>
              <a:rPr lang="en-US" sz="3600" b="1" dirty="0">
                <a:solidFill>
                  <a:prstClr val="black"/>
                </a:solidFill>
                <a:latin typeface="Calibri" pitchFamily="34" charset="0"/>
              </a:rPr>
              <a:t> </a:t>
            </a:r>
            <a:r>
              <a:rPr lang="en-US" sz="3600" b="1" dirty="0" err="1">
                <a:solidFill>
                  <a:prstClr val="black"/>
                </a:solidFill>
                <a:latin typeface="Calibri" pitchFamily="34" charset="0"/>
              </a:rPr>
              <a:t>ಕಾಜ</a:t>
            </a:r>
            <a:r>
              <a:rPr lang="en-US" sz="3600" b="1" dirty="0">
                <a:solidFill>
                  <a:prstClr val="black"/>
                </a:solidFill>
                <a:latin typeface="Calibri" pitchFamily="34" charset="0"/>
              </a:rPr>
              <a:t> </a:t>
            </a:r>
            <a:r>
              <a:rPr lang="en-US" sz="3600" b="1" dirty="0" err="1">
                <a:solidFill>
                  <a:prstClr val="black"/>
                </a:solidFill>
                <a:latin typeface="Calibri" pitchFamily="34" charset="0"/>
              </a:rPr>
              <a:t>ಕರಿಬೇ</a:t>
            </a:r>
            <a:r>
              <a:rPr lang="en-US" sz="3600" b="1" dirty="0">
                <a:solidFill>
                  <a:prstClr val="black"/>
                </a:solidFill>
                <a:latin typeface="Calibri" pitchFamily="34" charset="0"/>
              </a:rPr>
              <a:t> </a:t>
            </a:r>
            <a:r>
              <a:rPr lang="en-US" sz="3600" b="1" dirty="0" err="1">
                <a:solidFill>
                  <a:prstClr val="black"/>
                </a:solidFill>
                <a:latin typeface="Calibri" pitchFamily="34" charset="0"/>
              </a:rPr>
              <a:t>ಕೋ</a:t>
            </a:r>
            <a:r>
              <a:rPr lang="en-US" sz="3600" b="1" dirty="0">
                <a:solidFill>
                  <a:prstClr val="black"/>
                </a:solidFill>
                <a:latin typeface="Calibri" pitchFamily="34" charset="0"/>
              </a:rPr>
              <a:t> </a:t>
            </a:r>
            <a:r>
              <a:rPr lang="en-US" sz="3600" b="1" dirty="0" err="1">
                <a:solidFill>
                  <a:prstClr val="black"/>
                </a:solidFill>
                <a:latin typeface="Calibri" pitchFamily="34" charset="0"/>
              </a:rPr>
              <a:t>ಆತುರ</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೭</a:t>
            </a:r>
            <a:r>
              <a:rPr lang="en-US" sz="3600" b="1" dirty="0">
                <a:solidFill>
                  <a:prstClr val="black"/>
                </a:solidFill>
                <a:latin typeface="Calibri" pitchFamily="34" charset="0"/>
              </a:rPr>
              <a:t>॥</a:t>
            </a:r>
          </a:p>
          <a:p>
            <a:pPr algn="ctr" defTabSz="914309"/>
            <a:endParaRPr lang="en-US" sz="3600" b="1" dirty="0">
              <a:solidFill>
                <a:prstClr val="black"/>
              </a:solidFill>
              <a:latin typeface="Calibri" pitchFamily="34" charset="0"/>
            </a:endParaRPr>
          </a:p>
          <a:p>
            <a:pPr algn="ctr" defTabSz="914309"/>
            <a:r>
              <a:rPr lang="en-US" sz="2399" b="1" dirty="0">
                <a:solidFill>
                  <a:prstClr val="black"/>
                </a:solidFill>
                <a:latin typeface="Palatino Linotype" pitchFamily="18" charset="0"/>
              </a:rPr>
              <a:t>Oh! </a:t>
            </a:r>
            <a:r>
              <a:rPr lang="en-US" sz="2399" b="1" dirty="0" err="1">
                <a:solidFill>
                  <a:prstClr val="black"/>
                </a:solidFill>
                <a:latin typeface="Palatino Linotype" pitchFamily="18" charset="0"/>
              </a:rPr>
              <a:t>Shri</a:t>
            </a:r>
            <a:r>
              <a:rPr lang="en-US" sz="2399" b="1" dirty="0">
                <a:solidFill>
                  <a:prstClr val="black"/>
                </a:solidFill>
                <a:latin typeface="Palatino Linotype" pitchFamily="18" charset="0"/>
              </a:rPr>
              <a:t> </a:t>
            </a:r>
            <a:r>
              <a:rPr lang="en-US" sz="2399" b="1" dirty="0" err="1">
                <a:solidFill>
                  <a:prstClr val="black"/>
                </a:solidFill>
                <a:latin typeface="Palatino Linotype" pitchFamily="18" charset="0"/>
              </a:rPr>
              <a:t>Hanumanji</a:t>
            </a:r>
            <a:r>
              <a:rPr lang="en-US" sz="2399" b="1" dirty="0">
                <a:solidFill>
                  <a:prstClr val="black"/>
                </a:solidFill>
                <a:latin typeface="Palatino Linotype" pitchFamily="18" charset="0"/>
              </a:rPr>
              <a:t>! You are the repository learning, virtuous, very wise and highly keen to do the work of </a:t>
            </a:r>
            <a:r>
              <a:rPr lang="en-US" sz="2399" b="1" dirty="0" err="1">
                <a:solidFill>
                  <a:prstClr val="black"/>
                </a:solidFill>
                <a:latin typeface="Palatino Linotype" pitchFamily="18" charset="0"/>
              </a:rPr>
              <a:t>Shri</a:t>
            </a:r>
            <a:r>
              <a:rPr lang="en-US" sz="2399" b="1" dirty="0">
                <a:solidFill>
                  <a:prstClr val="black"/>
                </a:solidFill>
                <a:latin typeface="Palatino Linotype" pitchFamily="18" charset="0"/>
              </a:rPr>
              <a:t> Ram.</a:t>
            </a:r>
            <a:endParaRPr lang="en-US" sz="1799" dirty="0">
              <a:solidFill>
                <a:prstClr val="black"/>
              </a:solidFill>
              <a:latin typeface="Calibri" pitchFamily="34" charset="0"/>
            </a:endParaRPr>
          </a:p>
        </p:txBody>
      </p:sp>
    </p:spTree>
    <p:extLst>
      <p:ext uri="{BB962C8B-B14F-4D97-AF65-F5344CB8AC3E}">
        <p14:creationId xmlns:p14="http://schemas.microsoft.com/office/powerpoint/2010/main" val="331463626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1"/>
          <p:cNvSpPr>
            <a:spLocks noChangeArrowheads="1"/>
          </p:cNvSpPr>
          <p:nvPr/>
        </p:nvSpPr>
        <p:spPr bwMode="auto">
          <a:xfrm>
            <a:off x="1524133" y="114"/>
            <a:ext cx="9143736" cy="6924324"/>
          </a:xfrm>
          <a:prstGeom prst="rect">
            <a:avLst/>
          </a:prstGeom>
          <a:noFill/>
          <a:ln w="9525">
            <a:noFill/>
            <a:miter lim="800000"/>
            <a:headEnd/>
            <a:tailEnd/>
          </a:ln>
        </p:spPr>
        <p:txBody>
          <a:bodyPr wrap="square">
            <a:spAutoFit/>
          </a:bodyPr>
          <a:lstStyle/>
          <a:p>
            <a:pPr algn="ctr" defTabSz="914309"/>
            <a:endParaRPr lang="en-US" sz="1600" dirty="0">
              <a:solidFill>
                <a:prstClr val="black"/>
              </a:solidFill>
              <a:latin typeface="Calibri" pitchFamily="34" charset="0"/>
            </a:endParaRPr>
          </a:p>
          <a:p>
            <a:pPr algn="ctr" defTabSz="914309"/>
            <a:r>
              <a:rPr lang="en-IN" sz="4000" b="1" dirty="0" err="1">
                <a:solidFill>
                  <a:prstClr val="black"/>
                </a:solidFill>
                <a:latin typeface="Aparajita" pitchFamily="34" charset="0"/>
              </a:rPr>
              <a:t>प्रभु</a:t>
            </a:r>
            <a:r>
              <a:rPr lang="en-IN" sz="4000" b="1" dirty="0">
                <a:solidFill>
                  <a:prstClr val="black"/>
                </a:solidFill>
                <a:latin typeface="Aparajita" pitchFamily="34" charset="0"/>
              </a:rPr>
              <a:t> </a:t>
            </a:r>
            <a:r>
              <a:rPr lang="en-IN" sz="4000" b="1" dirty="0" err="1">
                <a:solidFill>
                  <a:prstClr val="black"/>
                </a:solidFill>
                <a:latin typeface="Aparajita" pitchFamily="34" charset="0"/>
              </a:rPr>
              <a:t>चरित्र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सुनिबे</a:t>
            </a:r>
            <a:r>
              <a:rPr lang="en-IN" sz="4000" b="1" dirty="0">
                <a:solidFill>
                  <a:prstClr val="black"/>
                </a:solidFill>
                <a:latin typeface="Aparajita" pitchFamily="34" charset="0"/>
              </a:rPr>
              <a:t> </a:t>
            </a:r>
            <a:r>
              <a:rPr lang="en-IN" sz="4000" b="1" dirty="0" err="1">
                <a:solidFill>
                  <a:prstClr val="black"/>
                </a:solidFill>
                <a:latin typeface="Aparajita" pitchFamily="34" charset="0"/>
              </a:rPr>
              <a:t>को</a:t>
            </a:r>
            <a:r>
              <a:rPr lang="en-IN" sz="4000" b="1" dirty="0">
                <a:solidFill>
                  <a:prstClr val="black"/>
                </a:solidFill>
                <a:latin typeface="Aparajita" pitchFamily="34" charset="0"/>
              </a:rPr>
              <a:t> </a:t>
            </a:r>
            <a:r>
              <a:rPr lang="en-IN" sz="4000" b="1" dirty="0" err="1">
                <a:solidFill>
                  <a:prstClr val="black"/>
                </a:solidFill>
                <a:latin typeface="Aparajita" pitchFamily="34" charset="0"/>
              </a:rPr>
              <a:t>रसिया</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राम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लखन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मन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बसिया</a:t>
            </a:r>
            <a:r>
              <a:rPr lang="en-IN" sz="4000" b="1" dirty="0">
                <a:solidFill>
                  <a:prstClr val="black"/>
                </a:solidFill>
                <a:latin typeface="Aparajita" pitchFamily="34" charset="0"/>
              </a:rPr>
              <a:t> ॥८॥</a:t>
            </a:r>
          </a:p>
          <a:p>
            <a:pPr algn="ctr" defTabSz="914309"/>
            <a:endParaRPr lang="en-IN" sz="4000" b="1" dirty="0">
              <a:solidFill>
                <a:prstClr val="black"/>
              </a:solidFill>
              <a:latin typeface="Aparajita" pitchFamily="34" charset="0"/>
            </a:endParaRPr>
          </a:p>
          <a:p>
            <a:pPr algn="ctr" defTabSz="914309"/>
            <a:r>
              <a:rPr lang="en-US" sz="3600" b="1" dirty="0" err="1">
                <a:solidFill>
                  <a:prstClr val="black"/>
                </a:solidFill>
                <a:latin typeface="URW Palladio IT" pitchFamily="2" charset="0"/>
              </a:rPr>
              <a:t>Prabhu</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Caritra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Sunibe</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Ko</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Rasiyä</a:t>
            </a:r>
            <a:r>
              <a:rPr lang="en-US" sz="3600" b="1" dirty="0">
                <a:solidFill>
                  <a:prstClr val="black"/>
                </a:solidFill>
                <a:latin typeface="URW Palladio IT" pitchFamily="2" charset="0"/>
              </a:rPr>
              <a:t> | </a:t>
            </a:r>
          </a:p>
          <a:p>
            <a:pPr algn="ctr" defTabSz="914309"/>
            <a:r>
              <a:rPr lang="en-US" sz="3600" b="1" dirty="0" err="1">
                <a:solidFill>
                  <a:prstClr val="black"/>
                </a:solidFill>
                <a:latin typeface="URW Palladio IT" pitchFamily="2" charset="0"/>
              </a:rPr>
              <a:t>Räma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Lakhana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Sétä</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Mana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Basiyä</a:t>
            </a:r>
            <a:r>
              <a:rPr lang="en-US" sz="3600" b="1" dirty="0">
                <a:solidFill>
                  <a:prstClr val="black"/>
                </a:solidFill>
                <a:latin typeface="URW Palladio IT" pitchFamily="2" charset="0"/>
              </a:rPr>
              <a:t> || - 8</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ಪ್ರಭು</a:t>
            </a:r>
            <a:r>
              <a:rPr lang="en-US" sz="3600" b="1" dirty="0">
                <a:solidFill>
                  <a:prstClr val="black"/>
                </a:solidFill>
                <a:latin typeface="Calibri" pitchFamily="34" charset="0"/>
              </a:rPr>
              <a:t> </a:t>
            </a:r>
            <a:r>
              <a:rPr lang="en-US" sz="3600" b="1" dirty="0" err="1">
                <a:solidFill>
                  <a:prstClr val="black"/>
                </a:solidFill>
                <a:latin typeface="Calibri" pitchFamily="34" charset="0"/>
              </a:rPr>
              <a:t>ಚರಿತ್ರ</a:t>
            </a:r>
            <a:r>
              <a:rPr lang="en-US" sz="3600" b="1" dirty="0">
                <a:solidFill>
                  <a:prstClr val="black"/>
                </a:solidFill>
                <a:latin typeface="Calibri" pitchFamily="34" charset="0"/>
              </a:rPr>
              <a:t> </a:t>
            </a:r>
            <a:r>
              <a:rPr lang="en-US" sz="3600" b="1" dirty="0" err="1">
                <a:solidFill>
                  <a:prstClr val="black"/>
                </a:solidFill>
                <a:latin typeface="Calibri" pitchFamily="34" charset="0"/>
              </a:rPr>
              <a:t>ಸುನಿಬೇ</a:t>
            </a:r>
            <a:r>
              <a:rPr lang="en-US" sz="3600" b="1" dirty="0">
                <a:solidFill>
                  <a:prstClr val="black"/>
                </a:solidFill>
                <a:latin typeface="Calibri" pitchFamily="34" charset="0"/>
              </a:rPr>
              <a:t> </a:t>
            </a:r>
            <a:r>
              <a:rPr lang="en-US" sz="3600" b="1" dirty="0" err="1">
                <a:solidFill>
                  <a:prstClr val="black"/>
                </a:solidFill>
                <a:latin typeface="Calibri" pitchFamily="34" charset="0"/>
              </a:rPr>
              <a:t>ಕೋ</a:t>
            </a:r>
            <a:r>
              <a:rPr lang="en-US" sz="3600" b="1" dirty="0">
                <a:solidFill>
                  <a:prstClr val="black"/>
                </a:solidFill>
                <a:latin typeface="Calibri" pitchFamily="34" charset="0"/>
              </a:rPr>
              <a:t> </a:t>
            </a:r>
            <a:r>
              <a:rPr lang="en-US" sz="3600" b="1" dirty="0" err="1">
                <a:solidFill>
                  <a:prstClr val="black"/>
                </a:solidFill>
                <a:latin typeface="Calibri" pitchFamily="34" charset="0"/>
              </a:rPr>
              <a:t>ರಸಿಯಾ</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ರಾಮ</a:t>
            </a:r>
            <a:r>
              <a:rPr lang="en-US" sz="3600" b="1" dirty="0">
                <a:solidFill>
                  <a:prstClr val="black"/>
                </a:solidFill>
                <a:latin typeface="Calibri" pitchFamily="34" charset="0"/>
              </a:rPr>
              <a:t> </a:t>
            </a:r>
            <a:r>
              <a:rPr lang="en-US" sz="3600" b="1" dirty="0" err="1">
                <a:solidFill>
                  <a:prstClr val="black"/>
                </a:solidFill>
                <a:latin typeface="Calibri" pitchFamily="34" charset="0"/>
              </a:rPr>
              <a:t>ಲಖ</a:t>
            </a:r>
            <a:r>
              <a:rPr lang="kn-IN" sz="3600" b="1" dirty="0">
                <a:solidFill>
                  <a:prstClr val="black"/>
                </a:solidFill>
                <a:latin typeface="Calibri" pitchFamily="34" charset="0"/>
                <a:ea typeface="Tunga" pitchFamily="2"/>
                <a:cs typeface="Tunga" pitchFamily="2"/>
              </a:rPr>
              <a:t>ನ </a:t>
            </a:r>
            <a:r>
              <a:rPr lang="en-US" sz="3600" b="1" dirty="0" err="1">
                <a:solidFill>
                  <a:prstClr val="black"/>
                </a:solidFill>
                <a:latin typeface="Calibri" pitchFamily="34" charset="0"/>
              </a:rPr>
              <a:t>ಸೀತಾ</a:t>
            </a:r>
            <a:r>
              <a:rPr lang="en-US" sz="3600" b="1" dirty="0">
                <a:solidFill>
                  <a:prstClr val="black"/>
                </a:solidFill>
                <a:latin typeface="Calibri" pitchFamily="34" charset="0"/>
              </a:rPr>
              <a:t> </a:t>
            </a:r>
            <a:r>
              <a:rPr lang="en-US" sz="3600" b="1" dirty="0" err="1">
                <a:solidFill>
                  <a:prstClr val="black"/>
                </a:solidFill>
                <a:latin typeface="Calibri" pitchFamily="34" charset="0"/>
              </a:rPr>
              <a:t>ಮನ</a:t>
            </a:r>
            <a:r>
              <a:rPr lang="en-US" sz="3600" b="1" dirty="0">
                <a:solidFill>
                  <a:prstClr val="black"/>
                </a:solidFill>
                <a:latin typeface="Calibri" pitchFamily="34" charset="0"/>
              </a:rPr>
              <a:t> </a:t>
            </a:r>
            <a:r>
              <a:rPr lang="en-US" sz="3600" b="1" dirty="0" err="1">
                <a:solidFill>
                  <a:prstClr val="black"/>
                </a:solidFill>
                <a:latin typeface="Calibri" pitchFamily="34" charset="0"/>
              </a:rPr>
              <a:t>ಬಸಿಯಾ</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೮</a:t>
            </a:r>
            <a:r>
              <a:rPr lang="en-US" sz="3600" b="1" dirty="0">
                <a:solidFill>
                  <a:prstClr val="black"/>
                </a:solidFill>
                <a:latin typeface="Calibri" pitchFamily="34" charset="0"/>
              </a:rPr>
              <a:t>॥</a:t>
            </a:r>
          </a:p>
          <a:p>
            <a:pPr algn="ctr" defTabSz="914309"/>
            <a:endParaRPr lang="en-US" sz="3600" b="1" dirty="0">
              <a:solidFill>
                <a:prstClr val="black"/>
              </a:solidFill>
              <a:latin typeface="Calibri" pitchFamily="34" charset="0"/>
            </a:endParaRPr>
          </a:p>
          <a:p>
            <a:pPr algn="ctr" defTabSz="914309"/>
            <a:r>
              <a:rPr lang="en-US" sz="2399" b="1" dirty="0">
                <a:solidFill>
                  <a:prstClr val="black"/>
                </a:solidFill>
                <a:latin typeface="Palatino Linotype" pitchFamily="18" charset="0"/>
              </a:rPr>
              <a:t>You are intensely greedy for listening to the 	narration of Lord Ram's life-story and revel on its 	enjoyment. You ever dwell in the hearts of </a:t>
            </a:r>
            <a:r>
              <a:rPr lang="en-US" sz="2399" b="1" dirty="0" err="1">
                <a:solidFill>
                  <a:prstClr val="black"/>
                </a:solidFill>
                <a:latin typeface="Palatino Linotype" pitchFamily="18" charset="0"/>
              </a:rPr>
              <a:t>Shri</a:t>
            </a:r>
            <a:r>
              <a:rPr lang="en-US" sz="2399" b="1" dirty="0">
                <a:solidFill>
                  <a:prstClr val="black"/>
                </a:solidFill>
                <a:latin typeface="Palatino Linotype" pitchFamily="18" charset="0"/>
              </a:rPr>
              <a:t> Ram-</a:t>
            </a:r>
            <a:r>
              <a:rPr lang="en-US" sz="2399" b="1" dirty="0" err="1">
                <a:solidFill>
                  <a:prstClr val="black"/>
                </a:solidFill>
                <a:latin typeface="Palatino Linotype" pitchFamily="18" charset="0"/>
              </a:rPr>
              <a:t>Sita</a:t>
            </a:r>
            <a:r>
              <a:rPr lang="en-US" sz="2399" b="1" dirty="0">
                <a:solidFill>
                  <a:prstClr val="black"/>
                </a:solidFill>
                <a:latin typeface="Palatino Linotype" pitchFamily="18" charset="0"/>
              </a:rPr>
              <a:t> and </a:t>
            </a:r>
            <a:r>
              <a:rPr lang="en-US" sz="2399" b="1" dirty="0" err="1">
                <a:solidFill>
                  <a:prstClr val="black"/>
                </a:solidFill>
                <a:latin typeface="Palatino Linotype" pitchFamily="18" charset="0"/>
              </a:rPr>
              <a:t>Shri</a:t>
            </a:r>
            <a:r>
              <a:rPr lang="en-US" sz="2399" b="1" dirty="0">
                <a:solidFill>
                  <a:prstClr val="black"/>
                </a:solidFill>
                <a:latin typeface="Palatino Linotype" pitchFamily="18" charset="0"/>
              </a:rPr>
              <a:t> </a:t>
            </a:r>
            <a:r>
              <a:rPr lang="en-US" sz="2399" b="1" dirty="0" err="1">
                <a:solidFill>
                  <a:prstClr val="black"/>
                </a:solidFill>
                <a:latin typeface="Palatino Linotype" pitchFamily="18" charset="0"/>
              </a:rPr>
              <a:t>Lakshman</a:t>
            </a:r>
            <a:r>
              <a:rPr lang="en-US" sz="2399" b="1" dirty="0">
                <a:solidFill>
                  <a:prstClr val="black"/>
                </a:solidFill>
                <a:latin typeface="Palatino Linotype" pitchFamily="18" charset="0"/>
              </a:rPr>
              <a:t>.</a:t>
            </a:r>
            <a:r>
              <a:rPr lang="en-US" sz="1999" b="1" dirty="0">
                <a:solidFill>
                  <a:prstClr val="black"/>
                </a:solidFill>
                <a:latin typeface="Calibri" pitchFamily="34" charset="0"/>
              </a:rPr>
              <a:t/>
            </a:r>
            <a:br>
              <a:rPr lang="en-US" sz="1999" b="1" dirty="0">
                <a:solidFill>
                  <a:prstClr val="black"/>
                </a:solidFill>
                <a:latin typeface="Calibri" pitchFamily="34" charset="0"/>
              </a:rPr>
            </a:br>
            <a:endParaRPr lang="en-US" sz="1999" b="1" dirty="0">
              <a:solidFill>
                <a:prstClr val="black"/>
              </a:solidFill>
              <a:latin typeface="Calibri" pitchFamily="34" charset="0"/>
            </a:endParaRPr>
          </a:p>
        </p:txBody>
      </p:sp>
    </p:spTree>
    <p:extLst>
      <p:ext uri="{BB962C8B-B14F-4D97-AF65-F5344CB8AC3E}">
        <p14:creationId xmlns:p14="http://schemas.microsoft.com/office/powerpoint/2010/main" val="255171010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ChangeArrowheads="1"/>
          </p:cNvSpPr>
          <p:nvPr/>
        </p:nvSpPr>
        <p:spPr bwMode="auto">
          <a:xfrm>
            <a:off x="1524133" y="100"/>
            <a:ext cx="9143736" cy="861807"/>
          </a:xfrm>
          <a:prstGeom prst="rect">
            <a:avLst/>
          </a:prstGeom>
          <a:noFill/>
          <a:ln w="9525">
            <a:noFill/>
            <a:miter lim="800000"/>
            <a:headEnd/>
            <a:tailEnd/>
          </a:ln>
        </p:spPr>
        <p:txBody>
          <a:bodyPr>
            <a:spAutoFit/>
          </a:bodyPr>
          <a:lstStyle/>
          <a:p>
            <a:pPr algn="ctr" defTabSz="914309"/>
            <a:r>
              <a:rPr lang="en-IN" sz="2500" b="1">
                <a:solidFill>
                  <a:srgbClr val="FFFFFF"/>
                </a:solidFill>
                <a:latin typeface="Aparajita" pitchFamily="34" charset="0"/>
              </a:rPr>
              <a:t>॥ इति श्रीमद्गोस्वामीतुलसीदासजी अवधी भाषायां विरचितं श्रीहनुमान चालीसा ॥</a:t>
            </a:r>
            <a:endParaRPr lang="en-US" sz="2500" b="1">
              <a:solidFill>
                <a:srgbClr val="FFFFFF"/>
              </a:solidFill>
              <a:latin typeface="Aparajita" pitchFamily="34" charset="0"/>
            </a:endParaRPr>
          </a:p>
        </p:txBody>
      </p:sp>
      <p:sp>
        <p:nvSpPr>
          <p:cNvPr id="34819" name="Rectangle 1"/>
          <p:cNvSpPr>
            <a:spLocks noChangeArrowheads="1"/>
          </p:cNvSpPr>
          <p:nvPr/>
        </p:nvSpPr>
        <p:spPr bwMode="auto">
          <a:xfrm>
            <a:off x="1576519" y="4740253"/>
            <a:ext cx="9143736" cy="2246825"/>
          </a:xfrm>
          <a:prstGeom prst="rect">
            <a:avLst/>
          </a:prstGeom>
          <a:noFill/>
          <a:ln w="9525">
            <a:noFill/>
            <a:miter lim="800000"/>
            <a:headEnd/>
            <a:tailEnd/>
          </a:ln>
        </p:spPr>
        <p:txBody>
          <a:bodyPr>
            <a:spAutoFit/>
          </a:bodyPr>
          <a:lstStyle/>
          <a:p>
            <a:pPr defTabSz="914309"/>
            <a:r>
              <a:rPr lang="en-US" sz="2800" b="1" dirty="0">
                <a:solidFill>
                  <a:srgbClr val="000000"/>
                </a:solidFill>
                <a:latin typeface="Calibri"/>
              </a:rPr>
              <a:t>	</a:t>
            </a:r>
          </a:p>
          <a:p>
            <a:pPr algn="ctr" defTabSz="914309"/>
            <a:r>
              <a:rPr lang="hi-IN" sz="2800" b="1" dirty="0">
                <a:solidFill>
                  <a:srgbClr val="000000"/>
                </a:solidFill>
                <a:latin typeface="Calibri"/>
              </a:rPr>
              <a:t>राम लक्ष्मण जानकी</a:t>
            </a:r>
            <a:r>
              <a:rPr lang="en-US" sz="2800" b="1" dirty="0">
                <a:solidFill>
                  <a:srgbClr val="000000"/>
                </a:solidFill>
                <a:latin typeface="Calibri"/>
              </a:rPr>
              <a:t>		</a:t>
            </a:r>
            <a:r>
              <a:rPr lang="en-US" sz="2800" dirty="0" err="1">
                <a:solidFill>
                  <a:srgbClr val="000000"/>
                </a:solidFill>
                <a:latin typeface="URW Palladio IT" pitchFamily="2" charset="0"/>
              </a:rPr>
              <a:t>Räma</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La</a:t>
            </a:r>
            <a:r>
              <a:rPr lang="en-US" altLang="zh-CN" sz="2800" dirty="0" err="1">
                <a:solidFill>
                  <a:srgbClr val="000000"/>
                </a:solidFill>
                <a:latin typeface="URW Palladio IT" pitchFamily="2" charset="0"/>
                <a:ea typeface="宋体" panose="02010600030101010101" pitchFamily="2" charset="-122"/>
                <a:sym typeface="URW Palladio IT" pitchFamily="2" charset="0"/>
              </a:rPr>
              <a:t>kñ</a:t>
            </a:r>
            <a:r>
              <a:rPr lang="en-US" sz="2800" dirty="0" err="1">
                <a:solidFill>
                  <a:srgbClr val="000000"/>
                </a:solidFill>
                <a:latin typeface="URW Palladio IT" pitchFamily="2" charset="0"/>
              </a:rPr>
              <a:t>hmaëa</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Jänaké</a:t>
            </a:r>
            <a:endParaRPr lang="en-US" sz="2800" dirty="0">
              <a:solidFill>
                <a:srgbClr val="000000"/>
              </a:solidFill>
              <a:latin typeface="URW Palladio IT" pitchFamily="2" charset="0"/>
            </a:endParaRPr>
          </a:p>
          <a:p>
            <a:pPr algn="ctr" defTabSz="914309"/>
            <a:r>
              <a:rPr lang="hi-IN" sz="2800" b="1" dirty="0">
                <a:solidFill>
                  <a:srgbClr val="000000"/>
                </a:solidFill>
                <a:latin typeface="Calibri"/>
              </a:rPr>
              <a:t>जय बोलो हनुमान की</a:t>
            </a:r>
            <a:r>
              <a:rPr lang="en-US" sz="2800" b="1" dirty="0">
                <a:solidFill>
                  <a:srgbClr val="000000"/>
                </a:solidFill>
                <a:latin typeface="Calibri"/>
              </a:rPr>
              <a:t>	</a:t>
            </a:r>
            <a:r>
              <a:rPr lang="en-US" sz="2800" dirty="0">
                <a:solidFill>
                  <a:srgbClr val="000000"/>
                </a:solidFill>
                <a:latin typeface="URW Palladio IT" pitchFamily="2" charset="0"/>
              </a:rPr>
              <a:t> Jaya Bolo </a:t>
            </a:r>
            <a:r>
              <a:rPr lang="en-US" sz="2800" dirty="0" err="1">
                <a:solidFill>
                  <a:srgbClr val="000000"/>
                </a:solidFill>
                <a:latin typeface="URW Palladio IT" pitchFamily="2" charset="0"/>
              </a:rPr>
              <a:t>Hanumäna</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Ké</a:t>
            </a:r>
            <a:endParaRPr lang="en-CA" sz="2800" b="1" dirty="0">
              <a:solidFill>
                <a:srgbClr val="000000"/>
              </a:solidFill>
              <a:latin typeface="Calibri"/>
            </a:endParaRPr>
          </a:p>
          <a:p>
            <a:pPr algn="ctr" defTabSz="914309"/>
            <a:r>
              <a:rPr lang="kn-IN" sz="2800" b="1" dirty="0">
                <a:solidFill>
                  <a:srgbClr val="000000"/>
                </a:solidFill>
                <a:latin typeface="Calibri"/>
              </a:rPr>
              <a:t>ರಾಮ ಲಕ್ಷ್ಮಣ ಜಾನಕೀ</a:t>
            </a:r>
          </a:p>
          <a:p>
            <a:pPr algn="ctr" defTabSz="914309"/>
            <a:r>
              <a:rPr lang="kn-IN" sz="2800" b="1" dirty="0">
                <a:solidFill>
                  <a:srgbClr val="000000"/>
                </a:solidFill>
                <a:latin typeface="Calibri"/>
              </a:rPr>
              <a:t>ಜೈ ಬೋಲೋ ಹನುಮಾನ್ ಕೀ</a:t>
            </a:r>
            <a:endParaRPr lang="en-IN" sz="2800" b="1" dirty="0">
              <a:solidFill>
                <a:srgbClr val="000000"/>
              </a:solidFill>
              <a:latin typeface="Calibri"/>
            </a:endParaRPr>
          </a:p>
        </p:txBody>
      </p:sp>
      <p:pic>
        <p:nvPicPr>
          <p:cNvPr id="34820" name="Picture 2" descr="G:\Rama\1136sitaramlakshmanhanuman.jpg"/>
          <p:cNvPicPr>
            <a:picLocks noChangeAspect="1" noChangeArrowheads="1"/>
          </p:cNvPicPr>
          <p:nvPr/>
        </p:nvPicPr>
        <p:blipFill>
          <a:blip r:embed="rId2"/>
          <a:srcRect/>
          <a:stretch>
            <a:fillRect/>
          </a:stretch>
        </p:blipFill>
        <p:spPr bwMode="auto">
          <a:xfrm>
            <a:off x="3162385" y="9626"/>
            <a:ext cx="5867230" cy="5171925"/>
          </a:xfrm>
          <a:prstGeom prst="rect">
            <a:avLst/>
          </a:prstGeom>
          <a:noFill/>
          <a:ln w="9525">
            <a:noFill/>
            <a:miter lim="800000"/>
            <a:headEnd/>
            <a:tailEnd/>
          </a:ln>
        </p:spPr>
      </p:pic>
    </p:spTree>
    <p:extLst>
      <p:ext uri="{BB962C8B-B14F-4D97-AF65-F5344CB8AC3E}">
        <p14:creationId xmlns:p14="http://schemas.microsoft.com/office/powerpoint/2010/main" val="82589609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
          <p:cNvSpPr>
            <a:spLocks noChangeArrowheads="1"/>
          </p:cNvSpPr>
          <p:nvPr/>
        </p:nvSpPr>
        <p:spPr bwMode="auto">
          <a:xfrm>
            <a:off x="1524133" y="152517"/>
            <a:ext cx="9143736" cy="6370470"/>
          </a:xfrm>
          <a:prstGeom prst="rect">
            <a:avLst/>
          </a:prstGeom>
          <a:noFill/>
          <a:ln w="9525">
            <a:noFill/>
            <a:miter lim="800000"/>
            <a:headEnd/>
            <a:tailEnd/>
          </a:ln>
        </p:spPr>
        <p:txBody>
          <a:bodyPr wrap="square">
            <a:spAutoFit/>
          </a:bodyPr>
          <a:lstStyle/>
          <a:p>
            <a:pPr algn="ctr" defTabSz="914309"/>
            <a:r>
              <a:rPr lang="en-IN" sz="4000" b="1" dirty="0" err="1">
                <a:solidFill>
                  <a:prstClr val="black"/>
                </a:solidFill>
                <a:latin typeface="Aparajita" pitchFamily="34" charset="0"/>
              </a:rPr>
              <a:t>सूक्ष्म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रूप</a:t>
            </a:r>
            <a:r>
              <a:rPr lang="en-IN" sz="4000" b="1" dirty="0">
                <a:solidFill>
                  <a:prstClr val="black"/>
                </a:solidFill>
                <a:latin typeface="Aparajita" pitchFamily="34" charset="0"/>
              </a:rPr>
              <a:t> </a:t>
            </a:r>
            <a:r>
              <a:rPr lang="en-IN" sz="4000" b="1" dirty="0" err="1">
                <a:solidFill>
                  <a:prstClr val="black"/>
                </a:solidFill>
                <a:latin typeface="Aparajita" pitchFamily="34" charset="0"/>
              </a:rPr>
              <a:t>धरि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सियहिं</a:t>
            </a:r>
            <a:r>
              <a:rPr lang="en-IN" sz="4000" b="1" dirty="0">
                <a:solidFill>
                  <a:prstClr val="black"/>
                </a:solidFill>
                <a:latin typeface="Aparajita" pitchFamily="34" charset="0"/>
              </a:rPr>
              <a:t> </a:t>
            </a:r>
            <a:r>
              <a:rPr lang="en-IN" sz="4000" b="1" dirty="0" err="1">
                <a:solidFill>
                  <a:prstClr val="black"/>
                </a:solidFill>
                <a:latin typeface="Aparajita" pitchFamily="34" charset="0"/>
              </a:rPr>
              <a:t>दिखावा</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बिकट</a:t>
            </a:r>
            <a:r>
              <a:rPr lang="en-IN" sz="4000" b="1" dirty="0">
                <a:solidFill>
                  <a:prstClr val="black"/>
                </a:solidFill>
                <a:latin typeface="Aparajita" pitchFamily="34" charset="0"/>
              </a:rPr>
              <a:t> </a:t>
            </a:r>
            <a:r>
              <a:rPr lang="en-IN" sz="4000" b="1" dirty="0" err="1">
                <a:solidFill>
                  <a:prstClr val="black"/>
                </a:solidFill>
                <a:latin typeface="Aparajita" pitchFamily="34" charset="0"/>
              </a:rPr>
              <a:t>रूप</a:t>
            </a:r>
            <a:r>
              <a:rPr lang="en-IN" sz="4000" b="1" dirty="0">
                <a:solidFill>
                  <a:prstClr val="black"/>
                </a:solidFill>
                <a:latin typeface="Aparajita" pitchFamily="34" charset="0"/>
              </a:rPr>
              <a:t> </a:t>
            </a:r>
            <a:r>
              <a:rPr lang="en-IN" sz="4000" b="1" dirty="0" err="1">
                <a:solidFill>
                  <a:prstClr val="black"/>
                </a:solidFill>
                <a:latin typeface="Aparajita" pitchFamily="34" charset="0"/>
              </a:rPr>
              <a:t>धरि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लङ्क</a:t>
            </a:r>
            <a:r>
              <a:rPr lang="en-IN" sz="4000" b="1" dirty="0">
                <a:solidFill>
                  <a:prstClr val="black"/>
                </a:solidFill>
                <a:latin typeface="Aparajita" pitchFamily="34" charset="0"/>
              </a:rPr>
              <a:t> </a:t>
            </a:r>
            <a:r>
              <a:rPr lang="en-IN" sz="4000" b="1" dirty="0" err="1">
                <a:solidFill>
                  <a:prstClr val="black"/>
                </a:solidFill>
                <a:latin typeface="Aparajita" pitchFamily="34" charset="0"/>
              </a:rPr>
              <a:t>जरावा</a:t>
            </a:r>
            <a:r>
              <a:rPr lang="en-IN" sz="4000" b="1" dirty="0">
                <a:solidFill>
                  <a:prstClr val="black"/>
                </a:solidFill>
                <a:latin typeface="Aparajita" pitchFamily="34" charset="0"/>
              </a:rPr>
              <a:t> ॥९॥</a:t>
            </a:r>
          </a:p>
          <a:p>
            <a:pPr algn="ctr" defTabSz="914309"/>
            <a:endParaRPr lang="en-IN" sz="4000" b="1" dirty="0">
              <a:solidFill>
                <a:prstClr val="black"/>
              </a:solidFill>
              <a:latin typeface="Aparajita" pitchFamily="34" charset="0"/>
            </a:endParaRPr>
          </a:p>
          <a:p>
            <a:pPr algn="ctr" defTabSz="914309"/>
            <a:r>
              <a:rPr lang="en-US" sz="3600" b="1" dirty="0" err="1">
                <a:solidFill>
                  <a:prstClr val="black"/>
                </a:solidFill>
                <a:latin typeface="URW Palladio IT" pitchFamily="2" charset="0"/>
              </a:rPr>
              <a:t>Sükñma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Rüpa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Dhari</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Siyahià</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Dikhävä</a:t>
            </a:r>
            <a:r>
              <a:rPr lang="en-US" sz="3600" b="1" dirty="0">
                <a:solidFill>
                  <a:prstClr val="black"/>
                </a:solidFill>
                <a:latin typeface="URW Palladio IT" pitchFamily="2" charset="0"/>
              </a:rPr>
              <a:t>| </a:t>
            </a:r>
          </a:p>
          <a:p>
            <a:pPr algn="ctr" defTabSz="914309"/>
            <a:r>
              <a:rPr lang="en-US" sz="3600" b="1" dirty="0" err="1">
                <a:solidFill>
                  <a:prstClr val="black"/>
                </a:solidFill>
                <a:latin typeface="URW Palladio IT" pitchFamily="2" charset="0"/>
              </a:rPr>
              <a:t>Bikaöa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Rüpa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Dhari</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Laìka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Jarävä</a:t>
            </a:r>
            <a:r>
              <a:rPr lang="en-US" sz="3600" b="1" dirty="0">
                <a:solidFill>
                  <a:prstClr val="black"/>
                </a:solidFill>
                <a:latin typeface="URW Palladio IT" pitchFamily="2" charset="0"/>
              </a:rPr>
              <a:t> || - 9</a:t>
            </a:r>
          </a:p>
          <a:p>
            <a:pPr algn="ctr" defTabSz="914309"/>
            <a:endParaRPr lang="en-US" sz="3600" b="1" dirty="0">
              <a:solidFill>
                <a:prstClr val="black"/>
              </a:solidFill>
              <a:latin typeface="URW Palladio IT" pitchFamily="2" charset="0"/>
            </a:endParaRPr>
          </a:p>
          <a:p>
            <a:pPr algn="ctr" defTabSz="914309"/>
            <a:r>
              <a:rPr lang="kn-IN" sz="3600" b="1" dirty="0">
                <a:solidFill>
                  <a:prstClr val="black"/>
                </a:solidFill>
                <a:latin typeface="Calibri" pitchFamily="34" charset="0"/>
                <a:ea typeface="Tunga" pitchFamily="2"/>
                <a:cs typeface="Tunga" pitchFamily="2"/>
              </a:rPr>
              <a:t>ಸೂಕ್ಷ್ಮ ರೂಪ </a:t>
            </a:r>
            <a:r>
              <a:rPr lang="en-US" sz="3600" b="1" dirty="0" err="1">
                <a:solidFill>
                  <a:prstClr val="black"/>
                </a:solidFill>
                <a:latin typeface="Calibri" pitchFamily="34" charset="0"/>
              </a:rPr>
              <a:t>ಧರಿ</a:t>
            </a:r>
            <a:r>
              <a:rPr lang="en-US" sz="3600" b="1" dirty="0">
                <a:solidFill>
                  <a:prstClr val="black"/>
                </a:solidFill>
                <a:latin typeface="Calibri" pitchFamily="34" charset="0"/>
              </a:rPr>
              <a:t> </a:t>
            </a:r>
            <a:r>
              <a:rPr lang="en-US" sz="3600" b="1" dirty="0" err="1">
                <a:solidFill>
                  <a:prstClr val="black"/>
                </a:solidFill>
                <a:latin typeface="Calibri" pitchFamily="34" charset="0"/>
              </a:rPr>
              <a:t>ಸಿಯ</a:t>
            </a:r>
            <a:r>
              <a:rPr lang="kn-IN" sz="3600" b="1" dirty="0">
                <a:solidFill>
                  <a:prstClr val="black"/>
                </a:solidFill>
                <a:latin typeface="Calibri" pitchFamily="34" charset="0"/>
                <a:ea typeface="Tunga" pitchFamily="2"/>
                <a:cs typeface="Tunga" pitchFamily="2"/>
              </a:rPr>
              <a:t>ಹಿಂ </a:t>
            </a:r>
            <a:r>
              <a:rPr lang="en-US" sz="3600" b="1" dirty="0" err="1">
                <a:solidFill>
                  <a:prstClr val="black"/>
                </a:solidFill>
                <a:latin typeface="Calibri" pitchFamily="34" charset="0"/>
              </a:rPr>
              <a:t>ದಿಖಾವಾ</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ಬಿಕಟ</a:t>
            </a:r>
            <a:r>
              <a:rPr lang="en-US" sz="3600" b="1" dirty="0">
                <a:solidFill>
                  <a:prstClr val="black"/>
                </a:solidFill>
                <a:latin typeface="Calibri" pitchFamily="34" charset="0"/>
              </a:rPr>
              <a:t> </a:t>
            </a:r>
            <a:r>
              <a:rPr lang="en-US" sz="3600" b="1" dirty="0" err="1">
                <a:solidFill>
                  <a:prstClr val="black"/>
                </a:solidFill>
                <a:latin typeface="Calibri" pitchFamily="34" charset="0"/>
              </a:rPr>
              <a:t>ರೂಪ</a:t>
            </a:r>
            <a:r>
              <a:rPr lang="en-US" sz="3600" b="1" dirty="0">
                <a:solidFill>
                  <a:prstClr val="black"/>
                </a:solidFill>
                <a:latin typeface="Calibri" pitchFamily="34" charset="0"/>
              </a:rPr>
              <a:t> </a:t>
            </a:r>
            <a:r>
              <a:rPr lang="en-US" sz="3600" b="1" dirty="0" err="1">
                <a:solidFill>
                  <a:prstClr val="black"/>
                </a:solidFill>
                <a:latin typeface="Calibri" pitchFamily="34" charset="0"/>
              </a:rPr>
              <a:t>ಧರಿ</a:t>
            </a:r>
            <a:r>
              <a:rPr lang="en-US" sz="3600" b="1" dirty="0">
                <a:solidFill>
                  <a:prstClr val="black"/>
                </a:solidFill>
                <a:latin typeface="Calibri" pitchFamily="34" charset="0"/>
              </a:rPr>
              <a:t> </a:t>
            </a:r>
            <a:r>
              <a:rPr lang="en-US" sz="3600" b="1" dirty="0" err="1">
                <a:solidFill>
                  <a:prstClr val="black"/>
                </a:solidFill>
                <a:latin typeface="Calibri" pitchFamily="34" charset="0"/>
              </a:rPr>
              <a:t>ಲಂಕ</a:t>
            </a:r>
            <a:r>
              <a:rPr lang="en-US" sz="3600" b="1" dirty="0">
                <a:solidFill>
                  <a:prstClr val="black"/>
                </a:solidFill>
                <a:latin typeface="Calibri" pitchFamily="34" charset="0"/>
              </a:rPr>
              <a:t> </a:t>
            </a:r>
            <a:r>
              <a:rPr lang="en-US" sz="3600" b="1" dirty="0" err="1">
                <a:solidFill>
                  <a:prstClr val="black"/>
                </a:solidFill>
                <a:latin typeface="Calibri" pitchFamily="34" charset="0"/>
              </a:rPr>
              <a:t>ಜರಾವಾ</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೯</a:t>
            </a:r>
            <a:r>
              <a:rPr lang="en-US" sz="3600" b="1" dirty="0">
                <a:solidFill>
                  <a:prstClr val="black"/>
                </a:solidFill>
                <a:latin typeface="Calibri" pitchFamily="34" charset="0"/>
              </a:rPr>
              <a:t>॥</a:t>
            </a:r>
          </a:p>
          <a:p>
            <a:pPr algn="ctr" defTabSz="914309"/>
            <a:endParaRPr lang="en-US" sz="3600" b="1" dirty="0">
              <a:solidFill>
                <a:prstClr val="black"/>
              </a:solidFill>
              <a:latin typeface="Calibri" pitchFamily="34" charset="0"/>
            </a:endParaRPr>
          </a:p>
          <a:p>
            <a:pPr algn="ctr" defTabSz="914309"/>
            <a:r>
              <a:rPr lang="en-US" sz="2399" b="1" dirty="0">
                <a:solidFill>
                  <a:prstClr val="black"/>
                </a:solidFill>
                <a:latin typeface="Palatino Linotype" pitchFamily="18" charset="0"/>
              </a:rPr>
              <a:t>You appeared before </a:t>
            </a:r>
            <a:r>
              <a:rPr lang="en-US" sz="2399" b="1" dirty="0" err="1">
                <a:solidFill>
                  <a:prstClr val="black"/>
                </a:solidFill>
                <a:latin typeface="Palatino Linotype" pitchFamily="18" charset="0"/>
              </a:rPr>
              <a:t>Sita</a:t>
            </a:r>
            <a:r>
              <a:rPr lang="en-US" sz="2399" b="1" dirty="0">
                <a:solidFill>
                  <a:prstClr val="black"/>
                </a:solidFill>
                <a:latin typeface="Palatino Linotype" pitchFamily="18" charset="0"/>
              </a:rPr>
              <a:t> in a diminutive form and spoke to her, while you assumed an awesome form and struck terror by setting Lanka on fire.</a:t>
            </a:r>
            <a:endParaRPr lang="en-US" sz="3200" b="1" dirty="0">
              <a:solidFill>
                <a:prstClr val="black"/>
              </a:solidFill>
              <a:latin typeface="Palatino Linotype" pitchFamily="18" charset="0"/>
            </a:endParaRPr>
          </a:p>
        </p:txBody>
      </p:sp>
    </p:spTree>
    <p:extLst>
      <p:ext uri="{BB962C8B-B14F-4D97-AF65-F5344CB8AC3E}">
        <p14:creationId xmlns:p14="http://schemas.microsoft.com/office/powerpoint/2010/main" val="323857924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
          <p:cNvSpPr>
            <a:spLocks noChangeArrowheads="1"/>
          </p:cNvSpPr>
          <p:nvPr/>
        </p:nvSpPr>
        <p:spPr bwMode="auto">
          <a:xfrm>
            <a:off x="1524133" y="228715"/>
            <a:ext cx="9143736" cy="6216622"/>
          </a:xfrm>
          <a:prstGeom prst="rect">
            <a:avLst/>
          </a:prstGeom>
          <a:noFill/>
          <a:ln w="9525">
            <a:noFill/>
            <a:miter lim="800000"/>
            <a:headEnd/>
            <a:tailEnd/>
          </a:ln>
        </p:spPr>
        <p:txBody>
          <a:bodyPr>
            <a:spAutoFit/>
          </a:bodyPr>
          <a:lstStyle/>
          <a:p>
            <a:pPr algn="ctr" defTabSz="914309"/>
            <a:endParaRPr lang="en-IN" sz="14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भीम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रूप</a:t>
            </a:r>
            <a:r>
              <a:rPr lang="en-IN" sz="4000" b="1" dirty="0">
                <a:solidFill>
                  <a:prstClr val="black"/>
                </a:solidFill>
                <a:latin typeface="Aparajita" pitchFamily="34" charset="0"/>
              </a:rPr>
              <a:t> </a:t>
            </a:r>
            <a:r>
              <a:rPr lang="en-IN" sz="4000" b="1" dirty="0" err="1">
                <a:solidFill>
                  <a:prstClr val="black"/>
                </a:solidFill>
                <a:latin typeface="Aparajita" pitchFamily="34" charset="0"/>
              </a:rPr>
              <a:t>धरि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असुर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सँहारे</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रामचन्द्र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के</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काज</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सँवारे</a:t>
            </a:r>
            <a:r>
              <a:rPr lang="en-IN" sz="4000" b="1" dirty="0">
                <a:solidFill>
                  <a:prstClr val="black"/>
                </a:solidFill>
                <a:latin typeface="Aparajita" pitchFamily="34" charset="0"/>
              </a:rPr>
              <a:t> ॥१०॥</a:t>
            </a:r>
          </a:p>
          <a:p>
            <a:pPr algn="ctr" defTabSz="914309"/>
            <a:endParaRPr lang="en-IN" sz="4000" b="1" dirty="0">
              <a:solidFill>
                <a:prstClr val="black"/>
              </a:solidFill>
              <a:latin typeface="Aparajita" pitchFamily="34" charset="0"/>
            </a:endParaRPr>
          </a:p>
          <a:p>
            <a:pPr algn="ctr" defTabSz="914309"/>
            <a:r>
              <a:rPr lang="en-US" sz="3600" b="1" dirty="0" err="1">
                <a:solidFill>
                  <a:prstClr val="black"/>
                </a:solidFill>
                <a:latin typeface="URW Palladio IT" pitchFamily="2" charset="0"/>
              </a:rPr>
              <a:t>Bhéma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Rüpa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Dhari</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Asura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Saðhäre</a:t>
            </a:r>
            <a:r>
              <a:rPr lang="en-US" sz="3600" b="1" dirty="0">
                <a:solidFill>
                  <a:prstClr val="black"/>
                </a:solidFill>
                <a:latin typeface="URW Palladio IT" pitchFamily="2" charset="0"/>
              </a:rPr>
              <a:t> | </a:t>
            </a:r>
          </a:p>
          <a:p>
            <a:pPr algn="ctr" defTabSz="914309"/>
            <a:r>
              <a:rPr lang="en-US" sz="3600" b="1" dirty="0" err="1">
                <a:solidFill>
                  <a:prstClr val="black"/>
                </a:solidFill>
                <a:latin typeface="URW Palladio IT" pitchFamily="2" charset="0"/>
              </a:rPr>
              <a:t>Rämacandra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Ke</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Käja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Saðväre</a:t>
            </a:r>
            <a:r>
              <a:rPr lang="en-US" sz="3600" b="1" dirty="0">
                <a:solidFill>
                  <a:prstClr val="black"/>
                </a:solidFill>
                <a:latin typeface="URW Palladio IT" pitchFamily="2" charset="0"/>
              </a:rPr>
              <a:t> || - 10</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ಭೀಮ</a:t>
            </a:r>
            <a:r>
              <a:rPr lang="en-US" sz="3600" b="1" dirty="0">
                <a:solidFill>
                  <a:prstClr val="black"/>
                </a:solidFill>
                <a:latin typeface="Calibri" pitchFamily="34" charset="0"/>
              </a:rPr>
              <a:t> </a:t>
            </a:r>
            <a:r>
              <a:rPr lang="en-US" sz="3600" b="1" dirty="0" err="1">
                <a:solidFill>
                  <a:prstClr val="black"/>
                </a:solidFill>
                <a:latin typeface="Calibri" pitchFamily="34" charset="0"/>
              </a:rPr>
              <a:t>ರೂಪ</a:t>
            </a:r>
            <a:r>
              <a:rPr lang="en-US" sz="3600" b="1" dirty="0">
                <a:solidFill>
                  <a:prstClr val="black"/>
                </a:solidFill>
                <a:latin typeface="Calibri" pitchFamily="34" charset="0"/>
              </a:rPr>
              <a:t> </a:t>
            </a:r>
            <a:r>
              <a:rPr lang="en-US" sz="3600" b="1" dirty="0" err="1">
                <a:solidFill>
                  <a:prstClr val="black"/>
                </a:solidFill>
                <a:latin typeface="Calibri" pitchFamily="34" charset="0"/>
              </a:rPr>
              <a:t>ಧರಿ</a:t>
            </a:r>
            <a:r>
              <a:rPr lang="en-US" sz="3600" b="1" dirty="0">
                <a:solidFill>
                  <a:prstClr val="black"/>
                </a:solidFill>
                <a:latin typeface="Calibri" pitchFamily="34" charset="0"/>
              </a:rPr>
              <a:t> </a:t>
            </a:r>
            <a:r>
              <a:rPr lang="en-US" sz="3600" b="1" dirty="0" err="1">
                <a:solidFill>
                  <a:prstClr val="black"/>
                </a:solidFill>
                <a:latin typeface="Calibri" pitchFamily="34" charset="0"/>
              </a:rPr>
              <a:t>ಅಸುರ</a:t>
            </a:r>
            <a:r>
              <a:rPr lang="en-US" sz="3600" b="1" dirty="0">
                <a:solidFill>
                  <a:prstClr val="black"/>
                </a:solidFill>
                <a:latin typeface="Calibri" pitchFamily="34" charset="0"/>
              </a:rPr>
              <a:t> </a:t>
            </a:r>
            <a:r>
              <a:rPr lang="en-US" sz="3600" b="1" dirty="0" err="1">
                <a:solidFill>
                  <a:prstClr val="black"/>
                </a:solidFill>
                <a:latin typeface="Calibri" pitchFamily="34" charset="0"/>
              </a:rPr>
              <a:t>ಸಂಹಾರೇ</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ರಾಮಚಂದ್ರ</a:t>
            </a:r>
            <a:r>
              <a:rPr lang="en-US" sz="3600" b="1" dirty="0">
                <a:solidFill>
                  <a:prstClr val="black"/>
                </a:solidFill>
                <a:latin typeface="Calibri" pitchFamily="34" charset="0"/>
              </a:rPr>
              <a:t> </a:t>
            </a:r>
            <a:r>
              <a:rPr lang="en-US" sz="3600" b="1" dirty="0" err="1">
                <a:solidFill>
                  <a:prstClr val="black"/>
                </a:solidFill>
                <a:latin typeface="Calibri" pitchFamily="34" charset="0"/>
              </a:rPr>
              <a:t>ಕೇ</a:t>
            </a:r>
            <a:r>
              <a:rPr lang="en-US" sz="3600" b="1" dirty="0">
                <a:solidFill>
                  <a:prstClr val="black"/>
                </a:solidFill>
                <a:latin typeface="Calibri" pitchFamily="34" charset="0"/>
              </a:rPr>
              <a:t> </a:t>
            </a:r>
            <a:r>
              <a:rPr lang="en-US" sz="3600" b="1" dirty="0" err="1">
                <a:solidFill>
                  <a:prstClr val="black"/>
                </a:solidFill>
                <a:latin typeface="Calibri" pitchFamily="34" charset="0"/>
              </a:rPr>
              <a:t>ಕಾಜ</a:t>
            </a:r>
            <a:r>
              <a:rPr lang="en-US" sz="3600" b="1" dirty="0">
                <a:solidFill>
                  <a:prstClr val="black"/>
                </a:solidFill>
                <a:latin typeface="Calibri" pitchFamily="34" charset="0"/>
              </a:rPr>
              <a:t> </a:t>
            </a:r>
            <a:r>
              <a:rPr lang="en-US" sz="3600" b="1" dirty="0" err="1">
                <a:solidFill>
                  <a:prstClr val="black"/>
                </a:solidFill>
                <a:latin typeface="Calibri" pitchFamily="34" charset="0"/>
              </a:rPr>
              <a:t>ಸಂವಾರೇ</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೧೦</a:t>
            </a:r>
            <a:r>
              <a:rPr lang="en-US" sz="3600" b="1" dirty="0">
                <a:solidFill>
                  <a:prstClr val="black"/>
                </a:solidFill>
                <a:latin typeface="Calibri" pitchFamily="34" charset="0"/>
              </a:rPr>
              <a:t>॥</a:t>
            </a:r>
          </a:p>
          <a:p>
            <a:pPr algn="ctr" defTabSz="914309"/>
            <a:endParaRPr lang="en-US" sz="3600" b="1" dirty="0">
              <a:solidFill>
                <a:prstClr val="black"/>
              </a:solidFill>
              <a:latin typeface="Calibri" pitchFamily="34" charset="0"/>
            </a:endParaRPr>
          </a:p>
          <a:p>
            <a:pPr algn="ctr" defTabSz="914309"/>
            <a:r>
              <a:rPr lang="en-US" sz="2399" b="1" dirty="0">
                <a:solidFill>
                  <a:prstClr val="black"/>
                </a:solidFill>
                <a:latin typeface="Palatino Linotype" pitchFamily="18" charset="0"/>
              </a:rPr>
              <a:t>He, with his terrible form, killed demons in Lanka and performed all acts of </a:t>
            </a:r>
            <a:r>
              <a:rPr lang="en-US" sz="2399" b="1" dirty="0" err="1">
                <a:solidFill>
                  <a:prstClr val="black"/>
                </a:solidFill>
                <a:latin typeface="Palatino Linotype" pitchFamily="18" charset="0"/>
              </a:rPr>
              <a:t>Shri</a:t>
            </a:r>
            <a:r>
              <a:rPr lang="en-US" sz="2399" b="1" dirty="0">
                <a:solidFill>
                  <a:prstClr val="black"/>
                </a:solidFill>
                <a:latin typeface="Palatino Linotype" pitchFamily="18" charset="0"/>
              </a:rPr>
              <a:t> 	Ram.</a:t>
            </a:r>
          </a:p>
        </p:txBody>
      </p:sp>
    </p:spTree>
    <p:extLst>
      <p:ext uri="{BB962C8B-B14F-4D97-AF65-F5344CB8AC3E}">
        <p14:creationId xmlns:p14="http://schemas.microsoft.com/office/powerpoint/2010/main" val="357498906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1"/>
          <p:cNvSpPr>
            <a:spLocks noChangeArrowheads="1"/>
          </p:cNvSpPr>
          <p:nvPr/>
        </p:nvSpPr>
        <p:spPr bwMode="auto">
          <a:xfrm>
            <a:off x="1524133" y="152496"/>
            <a:ext cx="9143736" cy="6585858"/>
          </a:xfrm>
          <a:prstGeom prst="rect">
            <a:avLst/>
          </a:prstGeom>
          <a:noFill/>
          <a:ln w="9525">
            <a:noFill/>
            <a:miter lim="800000"/>
            <a:headEnd/>
            <a:tailEnd/>
          </a:ln>
        </p:spPr>
        <p:txBody>
          <a:bodyPr>
            <a:spAutoFit/>
          </a:bodyPr>
          <a:lstStyle/>
          <a:p>
            <a:pPr algn="ctr" defTabSz="914309"/>
            <a:endParaRPr lang="en-IN" sz="14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लाय</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सञ्जीवन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लखन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जियाये</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श्रीरघुबीर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हरषि</a:t>
            </a:r>
            <a:r>
              <a:rPr lang="en-IN" sz="4000" b="1" dirty="0">
                <a:solidFill>
                  <a:prstClr val="black"/>
                </a:solidFill>
                <a:latin typeface="Aparajita" pitchFamily="34" charset="0"/>
              </a:rPr>
              <a:t> </a:t>
            </a:r>
            <a:r>
              <a:rPr lang="en-IN" sz="4000" b="1" dirty="0" err="1">
                <a:solidFill>
                  <a:prstClr val="black"/>
                </a:solidFill>
                <a:latin typeface="Aparajita" pitchFamily="34" charset="0"/>
              </a:rPr>
              <a:t>उर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लाये</a:t>
            </a:r>
            <a:r>
              <a:rPr lang="en-IN" sz="4000" b="1" dirty="0">
                <a:solidFill>
                  <a:prstClr val="black"/>
                </a:solidFill>
                <a:latin typeface="Aparajita" pitchFamily="34" charset="0"/>
              </a:rPr>
              <a:t> ॥११॥</a:t>
            </a:r>
          </a:p>
          <a:p>
            <a:pPr algn="ctr" defTabSz="914309"/>
            <a:endParaRPr lang="en-IN" sz="4000" b="1" dirty="0">
              <a:solidFill>
                <a:prstClr val="black"/>
              </a:solidFill>
              <a:latin typeface="Aparajita" pitchFamily="34" charset="0"/>
            </a:endParaRPr>
          </a:p>
          <a:p>
            <a:pPr algn="ctr" defTabSz="914309"/>
            <a:r>
              <a:rPr lang="en-US" sz="3600" b="1" dirty="0" err="1">
                <a:solidFill>
                  <a:prstClr val="black"/>
                </a:solidFill>
                <a:latin typeface="URW Palladio IT" pitchFamily="2" charset="0"/>
              </a:rPr>
              <a:t>Läya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Sajévana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Lakhana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Jiyäye</a:t>
            </a:r>
            <a:r>
              <a:rPr lang="en-US" sz="3600" b="1" dirty="0">
                <a:solidFill>
                  <a:prstClr val="black"/>
                </a:solidFill>
                <a:latin typeface="URW Palladio IT" pitchFamily="2" charset="0"/>
              </a:rPr>
              <a:t> | </a:t>
            </a:r>
          </a:p>
          <a:p>
            <a:pPr algn="ctr" defTabSz="914309"/>
            <a:r>
              <a:rPr lang="en-US" sz="3600" b="1" dirty="0" err="1">
                <a:solidFill>
                  <a:prstClr val="black"/>
                </a:solidFill>
                <a:latin typeface="URW Palladio IT" pitchFamily="2" charset="0"/>
              </a:rPr>
              <a:t>Çréraghubéra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Harañi</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Ura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Läye</a:t>
            </a:r>
            <a:r>
              <a:rPr lang="en-US" sz="3600" b="1" dirty="0">
                <a:solidFill>
                  <a:prstClr val="black"/>
                </a:solidFill>
                <a:latin typeface="URW Palladio IT" pitchFamily="2" charset="0"/>
              </a:rPr>
              <a:t> || - 11</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ಲಾಯ</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ಸಂಜೀವನ </a:t>
            </a:r>
            <a:r>
              <a:rPr lang="en-US" sz="3600" b="1" dirty="0" err="1">
                <a:solidFill>
                  <a:prstClr val="black"/>
                </a:solidFill>
                <a:latin typeface="Calibri" pitchFamily="34" charset="0"/>
              </a:rPr>
              <a:t>ಲಖ</a:t>
            </a:r>
            <a:r>
              <a:rPr lang="kn-IN" sz="3600" b="1" dirty="0">
                <a:solidFill>
                  <a:prstClr val="black"/>
                </a:solidFill>
                <a:latin typeface="Calibri" pitchFamily="34" charset="0"/>
                <a:ea typeface="Tunga" pitchFamily="2"/>
                <a:cs typeface="Tunga" pitchFamily="2"/>
              </a:rPr>
              <a:t>ನ </a:t>
            </a:r>
            <a:r>
              <a:rPr lang="en-US" sz="3600" b="1" dirty="0" err="1">
                <a:solidFill>
                  <a:prstClr val="black"/>
                </a:solidFill>
                <a:latin typeface="Calibri" pitchFamily="34" charset="0"/>
              </a:rPr>
              <a:t>ಜಿಯಾಯೇ</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ಶ್ರೀ</a:t>
            </a:r>
            <a:r>
              <a:rPr lang="en-US" sz="3600" b="1" dirty="0">
                <a:solidFill>
                  <a:prstClr val="black"/>
                </a:solidFill>
                <a:latin typeface="Calibri" pitchFamily="34" charset="0"/>
              </a:rPr>
              <a:t> </a:t>
            </a:r>
            <a:r>
              <a:rPr lang="en-US" sz="3600" b="1" dirty="0" err="1">
                <a:solidFill>
                  <a:prstClr val="black"/>
                </a:solidFill>
                <a:latin typeface="Calibri" pitchFamily="34" charset="0"/>
              </a:rPr>
              <a:t>ರಘುಬೀರ</a:t>
            </a:r>
            <a:r>
              <a:rPr lang="en-US" sz="3600" b="1" dirty="0">
                <a:solidFill>
                  <a:prstClr val="black"/>
                </a:solidFill>
                <a:latin typeface="Calibri" pitchFamily="34" charset="0"/>
              </a:rPr>
              <a:t> </a:t>
            </a:r>
            <a:r>
              <a:rPr lang="en-US" sz="3600" b="1" dirty="0" err="1">
                <a:solidFill>
                  <a:prstClr val="black"/>
                </a:solidFill>
                <a:latin typeface="Calibri" pitchFamily="34" charset="0"/>
              </a:rPr>
              <a:t>ಹರ</a:t>
            </a:r>
            <a:r>
              <a:rPr lang="kn-IN" sz="3600" b="1" dirty="0">
                <a:solidFill>
                  <a:prstClr val="black"/>
                </a:solidFill>
                <a:latin typeface="Calibri" pitchFamily="34" charset="0"/>
                <a:ea typeface="Tunga" pitchFamily="2"/>
                <a:cs typeface="Tunga" pitchFamily="2"/>
              </a:rPr>
              <a:t>ಷಿ</a:t>
            </a:r>
            <a:r>
              <a:rPr lang="en-US" sz="3600" b="1" dirty="0">
                <a:solidFill>
                  <a:prstClr val="black"/>
                </a:solidFill>
                <a:latin typeface="Calibri" pitchFamily="34" charset="0"/>
              </a:rPr>
              <a:t> </a:t>
            </a:r>
            <a:r>
              <a:rPr lang="en-US" sz="3600" b="1" dirty="0" err="1">
                <a:solidFill>
                  <a:prstClr val="black"/>
                </a:solidFill>
                <a:latin typeface="Calibri" pitchFamily="34" charset="0"/>
              </a:rPr>
              <a:t>ಉರ</a:t>
            </a:r>
            <a:r>
              <a:rPr lang="en-US" sz="3600" b="1" dirty="0">
                <a:solidFill>
                  <a:prstClr val="black"/>
                </a:solidFill>
                <a:latin typeface="Calibri" pitchFamily="34" charset="0"/>
              </a:rPr>
              <a:t> </a:t>
            </a:r>
            <a:r>
              <a:rPr lang="en-US" sz="3600" b="1" dirty="0" err="1">
                <a:solidFill>
                  <a:prstClr val="black"/>
                </a:solidFill>
                <a:latin typeface="Calibri" pitchFamily="34" charset="0"/>
              </a:rPr>
              <a:t>ಲಾಯೇ</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೧೧</a:t>
            </a:r>
            <a:r>
              <a:rPr lang="en-US" sz="3600" b="1" dirty="0">
                <a:solidFill>
                  <a:prstClr val="black"/>
                </a:solidFill>
                <a:latin typeface="Calibri" pitchFamily="34" charset="0"/>
              </a:rPr>
              <a:t>॥</a:t>
            </a:r>
          </a:p>
          <a:p>
            <a:pPr algn="ctr" defTabSz="914309"/>
            <a:endParaRPr lang="en-US" sz="3600" b="1" dirty="0">
              <a:solidFill>
                <a:prstClr val="black"/>
              </a:solidFill>
              <a:latin typeface="Calibri" pitchFamily="34" charset="0"/>
            </a:endParaRPr>
          </a:p>
          <a:p>
            <a:pPr algn="ctr" defTabSz="914309"/>
            <a:r>
              <a:rPr lang="en-US" sz="2399" b="1" dirty="0">
                <a:solidFill>
                  <a:prstClr val="black"/>
                </a:solidFill>
                <a:latin typeface="Palatino Linotype" pitchFamily="18" charset="0"/>
              </a:rPr>
              <a:t>When </a:t>
            </a:r>
            <a:r>
              <a:rPr lang="en-US" sz="2399" b="1" dirty="0" err="1">
                <a:solidFill>
                  <a:prstClr val="black"/>
                </a:solidFill>
                <a:latin typeface="Palatino Linotype" pitchFamily="18" charset="0"/>
              </a:rPr>
              <a:t>Hanumanji</a:t>
            </a:r>
            <a:r>
              <a:rPr lang="en-US" sz="2399" b="1" dirty="0">
                <a:solidFill>
                  <a:prstClr val="black"/>
                </a:solidFill>
                <a:latin typeface="Palatino Linotype" pitchFamily="18" charset="0"/>
              </a:rPr>
              <a:t> made </a:t>
            </a:r>
            <a:r>
              <a:rPr lang="en-US" sz="2399" b="1" dirty="0" err="1">
                <a:solidFill>
                  <a:prstClr val="black"/>
                </a:solidFill>
                <a:latin typeface="Palatino Linotype" pitchFamily="18" charset="0"/>
              </a:rPr>
              <a:t>Lakshman</a:t>
            </a:r>
            <a:r>
              <a:rPr lang="en-US" sz="2399" b="1" dirty="0">
                <a:solidFill>
                  <a:prstClr val="black"/>
                </a:solidFill>
                <a:latin typeface="Palatino Linotype" pitchFamily="18" charset="0"/>
              </a:rPr>
              <a:t> alive after bringing '</a:t>
            </a:r>
            <a:r>
              <a:rPr lang="en-US" sz="2399" b="1" dirty="0" err="1">
                <a:solidFill>
                  <a:prstClr val="black"/>
                </a:solidFill>
                <a:latin typeface="Palatino Linotype" pitchFamily="18" charset="0"/>
              </a:rPr>
              <a:t>Sanjivni</a:t>
            </a:r>
            <a:r>
              <a:rPr lang="en-US" sz="2399" b="1" dirty="0">
                <a:solidFill>
                  <a:prstClr val="black"/>
                </a:solidFill>
                <a:latin typeface="Palatino Linotype" pitchFamily="18" charset="0"/>
              </a:rPr>
              <a:t> herb' </a:t>
            </a:r>
            <a:r>
              <a:rPr lang="en-US" sz="2399" b="1" dirty="0" err="1">
                <a:solidFill>
                  <a:prstClr val="black"/>
                </a:solidFill>
                <a:latin typeface="Palatino Linotype" pitchFamily="18" charset="0"/>
              </a:rPr>
              <a:t>Shri</a:t>
            </a:r>
            <a:r>
              <a:rPr lang="en-US" sz="2399" b="1" dirty="0">
                <a:solidFill>
                  <a:prstClr val="black"/>
                </a:solidFill>
                <a:latin typeface="Palatino Linotype" pitchFamily="18" charset="0"/>
              </a:rPr>
              <a:t> Ram took him in 	his deep embrace, his heart full of joy.</a:t>
            </a:r>
          </a:p>
        </p:txBody>
      </p:sp>
    </p:spTree>
    <p:extLst>
      <p:ext uri="{BB962C8B-B14F-4D97-AF65-F5344CB8AC3E}">
        <p14:creationId xmlns:p14="http://schemas.microsoft.com/office/powerpoint/2010/main" val="302570185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1"/>
          <p:cNvSpPr>
            <a:spLocks noChangeArrowheads="1"/>
          </p:cNvSpPr>
          <p:nvPr/>
        </p:nvSpPr>
        <p:spPr bwMode="auto">
          <a:xfrm>
            <a:off x="1600330" y="112"/>
            <a:ext cx="9067538" cy="7478306"/>
          </a:xfrm>
          <a:prstGeom prst="rect">
            <a:avLst/>
          </a:prstGeom>
          <a:noFill/>
          <a:ln w="9525">
            <a:noFill/>
            <a:miter lim="800000"/>
            <a:headEnd/>
            <a:tailEnd/>
          </a:ln>
        </p:spPr>
        <p:txBody>
          <a:bodyPr wrap="square">
            <a:spAutoFit/>
          </a:bodyPr>
          <a:lstStyle/>
          <a:p>
            <a:pPr algn="ctr" defTabSz="914309"/>
            <a:endParaRPr lang="en-IN" sz="40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रघुपति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कीह्नी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बहुत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बड़ाई</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तुम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मम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प्रिय</a:t>
            </a:r>
            <a:r>
              <a:rPr lang="en-IN" sz="4000" b="1" dirty="0">
                <a:solidFill>
                  <a:prstClr val="black"/>
                </a:solidFill>
                <a:latin typeface="Aparajita" pitchFamily="34" charset="0"/>
              </a:rPr>
              <a:t> </a:t>
            </a:r>
            <a:r>
              <a:rPr lang="en-IN" sz="4000" b="1" dirty="0" err="1">
                <a:solidFill>
                  <a:prstClr val="black"/>
                </a:solidFill>
                <a:latin typeface="Aparajita" pitchFamily="34" charset="0"/>
              </a:rPr>
              <a:t>भरतहि</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भाई</a:t>
            </a:r>
            <a:r>
              <a:rPr lang="en-IN" sz="4000" b="1" dirty="0">
                <a:solidFill>
                  <a:prstClr val="black"/>
                </a:solidFill>
                <a:latin typeface="Aparajita" pitchFamily="34" charset="0"/>
              </a:rPr>
              <a:t> ॥१२॥</a:t>
            </a:r>
          </a:p>
          <a:p>
            <a:pPr algn="ctr" defTabSz="914309"/>
            <a:endParaRPr lang="en-IN" sz="4000" b="1" dirty="0">
              <a:solidFill>
                <a:prstClr val="black"/>
              </a:solidFill>
              <a:latin typeface="Aparajita" pitchFamily="34" charset="0"/>
            </a:endParaRPr>
          </a:p>
          <a:p>
            <a:pPr algn="ctr" defTabSz="914309"/>
            <a:r>
              <a:rPr lang="en-US" sz="3200" b="1" dirty="0" err="1">
                <a:solidFill>
                  <a:prstClr val="black"/>
                </a:solidFill>
                <a:latin typeface="Aparajita" pitchFamily="34" charset="0"/>
              </a:rPr>
              <a:t>Raghupati</a:t>
            </a:r>
            <a:r>
              <a:rPr lang="en-US" sz="3200" b="1" dirty="0">
                <a:solidFill>
                  <a:prstClr val="black"/>
                </a:solidFill>
                <a:latin typeface="Aparajita" pitchFamily="34" charset="0"/>
              </a:rPr>
              <a:t> </a:t>
            </a:r>
            <a:r>
              <a:rPr lang="en-US" sz="3200" b="1" dirty="0" err="1">
                <a:solidFill>
                  <a:prstClr val="black"/>
                </a:solidFill>
                <a:latin typeface="Aparajita" pitchFamily="34" charset="0"/>
              </a:rPr>
              <a:t>Kénhé</a:t>
            </a:r>
            <a:r>
              <a:rPr lang="en-US" sz="3200" b="1" dirty="0">
                <a:solidFill>
                  <a:prstClr val="black"/>
                </a:solidFill>
                <a:latin typeface="Aparajita" pitchFamily="34" charset="0"/>
              </a:rPr>
              <a:t> </a:t>
            </a:r>
            <a:r>
              <a:rPr lang="en-US" sz="3200" b="1" dirty="0" err="1">
                <a:solidFill>
                  <a:prstClr val="black"/>
                </a:solidFill>
                <a:latin typeface="Aparajita" pitchFamily="34" charset="0"/>
              </a:rPr>
              <a:t>Bahuta</a:t>
            </a:r>
            <a:r>
              <a:rPr lang="en-US" sz="3200" b="1" dirty="0">
                <a:solidFill>
                  <a:prstClr val="black"/>
                </a:solidFill>
                <a:latin typeface="Aparajita" pitchFamily="34" charset="0"/>
              </a:rPr>
              <a:t> </a:t>
            </a:r>
            <a:r>
              <a:rPr lang="en-US" sz="3200" b="1" dirty="0" err="1">
                <a:solidFill>
                  <a:prstClr val="black"/>
                </a:solidFill>
                <a:latin typeface="Aparajita" pitchFamily="34" charset="0"/>
              </a:rPr>
              <a:t>Baòäé</a:t>
            </a:r>
            <a:r>
              <a:rPr lang="en-US" sz="3200" b="1" dirty="0">
                <a:solidFill>
                  <a:prstClr val="black"/>
                </a:solidFill>
                <a:latin typeface="Aparajita" pitchFamily="34" charset="0"/>
              </a:rPr>
              <a:t> | </a:t>
            </a:r>
          </a:p>
          <a:p>
            <a:pPr algn="ctr" defTabSz="914309"/>
            <a:r>
              <a:rPr lang="en-US" sz="3200" b="1" dirty="0" err="1">
                <a:solidFill>
                  <a:prstClr val="black"/>
                </a:solidFill>
                <a:latin typeface="Aparajita" pitchFamily="34" charset="0"/>
              </a:rPr>
              <a:t>Tum</a:t>
            </a:r>
            <a:r>
              <a:rPr lang="en-US" sz="3200" b="1" dirty="0">
                <a:solidFill>
                  <a:prstClr val="black"/>
                </a:solidFill>
                <a:latin typeface="Aparajita" pitchFamily="34" charset="0"/>
              </a:rPr>
              <a:t> Mama Priya </a:t>
            </a:r>
            <a:r>
              <a:rPr lang="en-US" sz="3200" b="1" dirty="0" err="1">
                <a:solidFill>
                  <a:prstClr val="black"/>
                </a:solidFill>
                <a:latin typeface="Aparajita" pitchFamily="34" charset="0"/>
              </a:rPr>
              <a:t>Bharatahi</a:t>
            </a:r>
            <a:r>
              <a:rPr lang="en-US" sz="3200" b="1" dirty="0">
                <a:solidFill>
                  <a:prstClr val="black"/>
                </a:solidFill>
                <a:latin typeface="Aparajita" pitchFamily="34" charset="0"/>
              </a:rPr>
              <a:t> Sama </a:t>
            </a:r>
            <a:r>
              <a:rPr lang="en-US" sz="3200" b="1" dirty="0" err="1">
                <a:solidFill>
                  <a:prstClr val="black"/>
                </a:solidFill>
                <a:latin typeface="Aparajita" pitchFamily="34" charset="0"/>
              </a:rPr>
              <a:t>Bhäé</a:t>
            </a:r>
            <a:r>
              <a:rPr lang="en-US" sz="3200" b="1" dirty="0">
                <a:solidFill>
                  <a:prstClr val="black"/>
                </a:solidFill>
                <a:latin typeface="Aparajita" pitchFamily="34" charset="0"/>
              </a:rPr>
              <a:t>||-12</a:t>
            </a:r>
          </a:p>
          <a:p>
            <a:pPr algn="ctr" defTabSz="914309"/>
            <a:r>
              <a:rPr lang="en-US" sz="3200" b="1" dirty="0">
                <a:solidFill>
                  <a:prstClr val="black"/>
                </a:solidFill>
                <a:latin typeface="Aparajita" pitchFamily="34" charset="0"/>
              </a:rPr>
              <a:t>	</a:t>
            </a:r>
          </a:p>
          <a:p>
            <a:pPr algn="ctr" defTabSz="914309"/>
            <a:r>
              <a:rPr lang="en-US" sz="3200" b="1" dirty="0" err="1">
                <a:solidFill>
                  <a:prstClr val="black"/>
                </a:solidFill>
                <a:latin typeface="Aparajita" pitchFamily="34" charset="0"/>
              </a:rPr>
              <a:t>ರಘುಪತಿ</a:t>
            </a:r>
            <a:r>
              <a:rPr lang="en-US" sz="3200" b="1" dirty="0">
                <a:solidFill>
                  <a:prstClr val="black"/>
                </a:solidFill>
                <a:latin typeface="Aparajita" pitchFamily="34" charset="0"/>
              </a:rPr>
              <a:t> </a:t>
            </a:r>
            <a:r>
              <a:rPr lang="en-US" sz="3200" b="1" dirty="0" err="1">
                <a:solidFill>
                  <a:prstClr val="black"/>
                </a:solidFill>
                <a:latin typeface="Aparajita" pitchFamily="34" charset="0"/>
              </a:rPr>
              <a:t>ಕೀಂಹೀ</a:t>
            </a:r>
            <a:r>
              <a:rPr lang="en-US" sz="3200" b="1" dirty="0">
                <a:solidFill>
                  <a:prstClr val="black"/>
                </a:solidFill>
                <a:latin typeface="Aparajita" pitchFamily="34" charset="0"/>
              </a:rPr>
              <a:t> </a:t>
            </a:r>
            <a:r>
              <a:rPr lang="en-US" sz="3200" b="1" dirty="0" err="1">
                <a:solidFill>
                  <a:prstClr val="black"/>
                </a:solidFill>
                <a:latin typeface="Aparajita" pitchFamily="34" charset="0"/>
              </a:rPr>
              <a:t>ಬಹುತ</a:t>
            </a:r>
            <a:r>
              <a:rPr lang="en-US" sz="3200" b="1" dirty="0">
                <a:solidFill>
                  <a:prstClr val="black"/>
                </a:solidFill>
                <a:latin typeface="Aparajita" pitchFamily="34" charset="0"/>
              </a:rPr>
              <a:t> </a:t>
            </a:r>
            <a:r>
              <a:rPr lang="en-US" sz="3200" b="1" dirty="0" err="1">
                <a:solidFill>
                  <a:prstClr val="black"/>
                </a:solidFill>
                <a:latin typeface="Aparajita" pitchFamily="34" charset="0"/>
              </a:rPr>
              <a:t>ಬಡಾಈ</a:t>
            </a:r>
            <a:r>
              <a:rPr lang="en-US" sz="3200" b="1" dirty="0">
                <a:solidFill>
                  <a:prstClr val="black"/>
                </a:solidFill>
                <a:latin typeface="Aparajita" pitchFamily="34" charset="0"/>
              </a:rPr>
              <a:t> ।</a:t>
            </a:r>
          </a:p>
          <a:p>
            <a:pPr algn="ctr" defTabSz="914309"/>
            <a:r>
              <a:rPr lang="en-US" sz="3200" b="1" dirty="0" err="1">
                <a:solidFill>
                  <a:prstClr val="black"/>
                </a:solidFill>
                <a:latin typeface="Aparajita" pitchFamily="34" charset="0"/>
              </a:rPr>
              <a:t>ತುಮ</a:t>
            </a:r>
            <a:r>
              <a:rPr lang="en-US" sz="3200" b="1" dirty="0">
                <a:solidFill>
                  <a:prstClr val="black"/>
                </a:solidFill>
                <a:latin typeface="Aparajita" pitchFamily="34" charset="0"/>
              </a:rPr>
              <a:t> </a:t>
            </a:r>
            <a:r>
              <a:rPr lang="en-US" sz="3200" b="1" dirty="0" err="1">
                <a:solidFill>
                  <a:prstClr val="black"/>
                </a:solidFill>
                <a:latin typeface="Aparajita" pitchFamily="34" charset="0"/>
              </a:rPr>
              <a:t>ಮಮ</a:t>
            </a:r>
            <a:r>
              <a:rPr lang="en-US" sz="3200" b="1" dirty="0">
                <a:solidFill>
                  <a:prstClr val="black"/>
                </a:solidFill>
                <a:latin typeface="Aparajita" pitchFamily="34" charset="0"/>
              </a:rPr>
              <a:t> </a:t>
            </a:r>
            <a:r>
              <a:rPr lang="en-US" sz="3200" b="1" dirty="0" err="1">
                <a:solidFill>
                  <a:prstClr val="black"/>
                </a:solidFill>
                <a:latin typeface="Aparajita" pitchFamily="34" charset="0"/>
              </a:rPr>
              <a:t>ಪ್ರಿಯ</a:t>
            </a:r>
            <a:r>
              <a:rPr lang="en-US" sz="3200" b="1" dirty="0">
                <a:solidFill>
                  <a:prstClr val="black"/>
                </a:solidFill>
                <a:latin typeface="Aparajita" pitchFamily="34" charset="0"/>
              </a:rPr>
              <a:t> </a:t>
            </a:r>
            <a:r>
              <a:rPr lang="en-US" sz="3200" b="1" dirty="0" err="1">
                <a:solidFill>
                  <a:prstClr val="black"/>
                </a:solidFill>
                <a:latin typeface="Aparajita" pitchFamily="34" charset="0"/>
              </a:rPr>
              <a:t>ಭರತಹಿ</a:t>
            </a:r>
            <a:r>
              <a:rPr lang="en-US" sz="3200" b="1" dirty="0">
                <a:solidFill>
                  <a:prstClr val="black"/>
                </a:solidFill>
                <a:latin typeface="Aparajita" pitchFamily="34" charset="0"/>
              </a:rPr>
              <a:t> </a:t>
            </a:r>
            <a:r>
              <a:rPr lang="en-US" sz="3200" b="1" dirty="0" err="1">
                <a:solidFill>
                  <a:prstClr val="black"/>
                </a:solidFill>
                <a:latin typeface="Aparajita" pitchFamily="34" charset="0"/>
              </a:rPr>
              <a:t>ಸಮ</a:t>
            </a:r>
            <a:r>
              <a:rPr lang="en-US" sz="3200" b="1" dirty="0">
                <a:solidFill>
                  <a:prstClr val="black"/>
                </a:solidFill>
                <a:latin typeface="Aparajita" pitchFamily="34" charset="0"/>
              </a:rPr>
              <a:t> </a:t>
            </a:r>
            <a:r>
              <a:rPr lang="en-US" sz="3200" b="1" dirty="0" err="1">
                <a:solidFill>
                  <a:prstClr val="black"/>
                </a:solidFill>
                <a:latin typeface="Aparajita" pitchFamily="34" charset="0"/>
              </a:rPr>
              <a:t>ಭಾಈ</a:t>
            </a:r>
            <a:r>
              <a:rPr lang="en-US" sz="3200" b="1" dirty="0">
                <a:solidFill>
                  <a:prstClr val="black"/>
                </a:solidFill>
                <a:latin typeface="Aparajita" pitchFamily="34" charset="0"/>
              </a:rPr>
              <a:t> ॥</a:t>
            </a:r>
            <a:r>
              <a:rPr lang="kn-IN" sz="3200" b="1" dirty="0">
                <a:solidFill>
                  <a:prstClr val="black"/>
                </a:solidFill>
                <a:latin typeface="Aparajita" pitchFamily="34" charset="0"/>
              </a:rPr>
              <a:t>೧೨</a:t>
            </a:r>
            <a:r>
              <a:rPr lang="en-US" sz="3200" b="1" dirty="0">
                <a:solidFill>
                  <a:prstClr val="black"/>
                </a:solidFill>
                <a:latin typeface="Aparajita" pitchFamily="34" charset="0"/>
              </a:rPr>
              <a:t>॥</a:t>
            </a:r>
          </a:p>
          <a:p>
            <a:pPr algn="ctr" defTabSz="914309"/>
            <a:r>
              <a:rPr lang="en-US" sz="4000" b="1" dirty="0">
                <a:solidFill>
                  <a:prstClr val="black"/>
                </a:solidFill>
                <a:latin typeface="Aparajita" pitchFamily="34" charset="0"/>
              </a:rPr>
              <a:t>	</a:t>
            </a:r>
          </a:p>
          <a:p>
            <a:pPr algn="ctr" defTabSz="914309"/>
            <a:r>
              <a:rPr lang="en-US" sz="2399" b="1" dirty="0">
                <a:solidFill>
                  <a:prstClr val="black"/>
                </a:solidFill>
                <a:latin typeface="Aparajita" pitchFamily="34" charset="0"/>
              </a:rPr>
              <a:t>Shri Ram enthusiastically extolled </a:t>
            </a:r>
            <a:r>
              <a:rPr lang="en-US" sz="2399" b="1" dirty="0" err="1">
                <a:solidFill>
                  <a:prstClr val="black"/>
                </a:solidFill>
                <a:latin typeface="Aparajita" pitchFamily="34" charset="0"/>
              </a:rPr>
              <a:t>Hanumanji's</a:t>
            </a:r>
            <a:r>
              <a:rPr lang="en-US" sz="2399" b="1" dirty="0">
                <a:solidFill>
                  <a:prstClr val="black"/>
                </a:solidFill>
                <a:latin typeface="Aparajita" pitchFamily="34" charset="0"/>
              </a:rPr>
              <a:t> excellence and remarked, "you are as dear to me as 	my own brother Bharat”</a:t>
            </a:r>
          </a:p>
          <a:p>
            <a:pPr algn="ctr" defTabSz="914309"/>
            <a:r>
              <a:rPr lang="en-US" sz="2399" b="1" dirty="0">
                <a:solidFill>
                  <a:prstClr val="black"/>
                </a:solidFill>
                <a:latin typeface="Palatino Linotype" pitchFamily="18" charset="0"/>
              </a:rPr>
              <a:t>		</a:t>
            </a:r>
            <a:r>
              <a:rPr lang="en-US" sz="2399" b="1" dirty="0">
                <a:solidFill>
                  <a:prstClr val="black"/>
                </a:solidFill>
                <a:latin typeface="Calibri" pitchFamily="34" charset="0"/>
              </a:rPr>
              <a:t/>
            </a:r>
            <a:br>
              <a:rPr lang="en-US" sz="2399" b="1" dirty="0">
                <a:solidFill>
                  <a:prstClr val="black"/>
                </a:solidFill>
                <a:latin typeface="Calibri" pitchFamily="34" charset="0"/>
              </a:rPr>
            </a:br>
            <a:endParaRPr lang="en-US" sz="2399" b="1" dirty="0">
              <a:solidFill>
                <a:prstClr val="black"/>
              </a:solidFill>
              <a:latin typeface="Calibri" pitchFamily="34" charset="0"/>
            </a:endParaRPr>
          </a:p>
        </p:txBody>
      </p:sp>
    </p:spTree>
    <p:extLst>
      <p:ext uri="{BB962C8B-B14F-4D97-AF65-F5344CB8AC3E}">
        <p14:creationId xmlns:p14="http://schemas.microsoft.com/office/powerpoint/2010/main" val="79042717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
          <p:cNvSpPr>
            <a:spLocks noChangeArrowheads="1"/>
          </p:cNvSpPr>
          <p:nvPr/>
        </p:nvSpPr>
        <p:spPr bwMode="auto">
          <a:xfrm>
            <a:off x="1524133" y="113"/>
            <a:ext cx="9143736" cy="6555216"/>
          </a:xfrm>
          <a:prstGeom prst="rect">
            <a:avLst/>
          </a:prstGeom>
          <a:noFill/>
          <a:ln w="9525">
            <a:noFill/>
            <a:miter lim="800000"/>
            <a:headEnd/>
            <a:tailEnd/>
          </a:ln>
        </p:spPr>
        <p:txBody>
          <a:bodyPr wrap="square">
            <a:spAutoFit/>
          </a:bodyPr>
          <a:lstStyle/>
          <a:p>
            <a:pPr algn="ctr" defTabSz="914309"/>
            <a:r>
              <a:rPr lang="en-IN" sz="4000" b="1" dirty="0" err="1">
                <a:solidFill>
                  <a:prstClr val="black"/>
                </a:solidFill>
                <a:latin typeface="Aparajita" pitchFamily="34" charset="0"/>
              </a:rPr>
              <a:t>सहस</a:t>
            </a:r>
            <a:r>
              <a:rPr lang="en-IN" sz="4000" b="1" dirty="0">
                <a:solidFill>
                  <a:prstClr val="black"/>
                </a:solidFill>
                <a:latin typeface="Aparajita" pitchFamily="34" charset="0"/>
              </a:rPr>
              <a:t> </a:t>
            </a:r>
            <a:r>
              <a:rPr lang="en-IN" sz="4000" b="1" dirty="0" err="1">
                <a:solidFill>
                  <a:prstClr val="black"/>
                </a:solidFill>
                <a:latin typeface="Aparajita" pitchFamily="34" charset="0"/>
              </a:rPr>
              <a:t>बदन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तुह्मरो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जस</a:t>
            </a:r>
            <a:r>
              <a:rPr lang="en-IN" sz="4000" b="1" dirty="0">
                <a:solidFill>
                  <a:prstClr val="black"/>
                </a:solidFill>
                <a:latin typeface="Aparajita" pitchFamily="34" charset="0"/>
              </a:rPr>
              <a:t> </a:t>
            </a:r>
            <a:r>
              <a:rPr lang="en-IN" sz="4000" b="1" dirty="0" err="1">
                <a:solidFill>
                  <a:prstClr val="black"/>
                </a:solidFill>
                <a:latin typeface="Aparajita" pitchFamily="34" charset="0"/>
              </a:rPr>
              <a:t>गावैं</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अस</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कहि</a:t>
            </a:r>
            <a:r>
              <a:rPr lang="en-IN" sz="4000" b="1" dirty="0">
                <a:solidFill>
                  <a:prstClr val="black"/>
                </a:solidFill>
                <a:latin typeface="Aparajita" pitchFamily="34" charset="0"/>
              </a:rPr>
              <a:t> </a:t>
            </a:r>
            <a:r>
              <a:rPr lang="en-IN" sz="4000" b="1" dirty="0" err="1">
                <a:solidFill>
                  <a:prstClr val="black"/>
                </a:solidFill>
                <a:latin typeface="Aparajita" pitchFamily="34" charset="0"/>
              </a:rPr>
              <a:t>श्रीपति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कण्ठ</a:t>
            </a:r>
            <a:r>
              <a:rPr lang="en-IN" sz="4000" b="1" dirty="0">
                <a:solidFill>
                  <a:prstClr val="black"/>
                </a:solidFill>
                <a:latin typeface="Aparajita" pitchFamily="34" charset="0"/>
              </a:rPr>
              <a:t> </a:t>
            </a:r>
            <a:r>
              <a:rPr lang="en-IN" sz="4000" b="1" dirty="0" err="1">
                <a:solidFill>
                  <a:prstClr val="black"/>
                </a:solidFill>
                <a:latin typeface="Aparajita" pitchFamily="34" charset="0"/>
              </a:rPr>
              <a:t>लगावैं</a:t>
            </a:r>
            <a:r>
              <a:rPr lang="en-IN" sz="4000" b="1" dirty="0">
                <a:solidFill>
                  <a:prstClr val="black"/>
                </a:solidFill>
                <a:latin typeface="Aparajita" pitchFamily="34" charset="0"/>
              </a:rPr>
              <a:t> ॥१३॥</a:t>
            </a:r>
          </a:p>
          <a:p>
            <a:pPr algn="ctr" defTabSz="914309"/>
            <a:endParaRPr lang="en-IN" sz="4000" b="1" dirty="0">
              <a:solidFill>
                <a:prstClr val="black"/>
              </a:solidFill>
              <a:latin typeface="Aparajita" pitchFamily="34" charset="0"/>
            </a:endParaRPr>
          </a:p>
          <a:p>
            <a:pPr algn="ctr" defTabSz="914309"/>
            <a:r>
              <a:rPr lang="en-US" sz="3600" b="1" dirty="0" err="1">
                <a:solidFill>
                  <a:prstClr val="black"/>
                </a:solidFill>
                <a:latin typeface="URW Palladio IT" pitchFamily="2" charset="0"/>
              </a:rPr>
              <a:t>Sahasa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Badana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Tumharo</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Jasa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Gävaià</a:t>
            </a:r>
            <a:r>
              <a:rPr lang="en-US" sz="3600" b="1" dirty="0">
                <a:solidFill>
                  <a:prstClr val="black"/>
                </a:solidFill>
                <a:latin typeface="URW Palladio IT" pitchFamily="2" charset="0"/>
              </a:rPr>
              <a:t> | </a:t>
            </a:r>
          </a:p>
          <a:p>
            <a:pPr algn="ctr" defTabSz="914309"/>
            <a:r>
              <a:rPr lang="en-US" sz="3600" b="1" dirty="0">
                <a:solidFill>
                  <a:prstClr val="black"/>
                </a:solidFill>
                <a:latin typeface="URW Palladio IT" pitchFamily="2" charset="0"/>
              </a:rPr>
              <a:t>Asa </a:t>
            </a:r>
            <a:r>
              <a:rPr lang="en-US" sz="3600" b="1" dirty="0" err="1">
                <a:solidFill>
                  <a:prstClr val="black"/>
                </a:solidFill>
                <a:latin typeface="URW Palladio IT" pitchFamily="2" charset="0"/>
              </a:rPr>
              <a:t>Kahi</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Çrépati</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Kaëöha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Lagävaià</a:t>
            </a:r>
            <a:r>
              <a:rPr lang="en-US" sz="3600" b="1" dirty="0">
                <a:solidFill>
                  <a:prstClr val="black"/>
                </a:solidFill>
                <a:latin typeface="URW Palladio IT" pitchFamily="2" charset="0"/>
              </a:rPr>
              <a:t> || - 13</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ಸಹಸ</a:t>
            </a:r>
            <a:r>
              <a:rPr lang="en-US" sz="3600" b="1" dirty="0">
                <a:solidFill>
                  <a:prstClr val="black"/>
                </a:solidFill>
                <a:latin typeface="Calibri" pitchFamily="34" charset="0"/>
              </a:rPr>
              <a:t> </a:t>
            </a:r>
            <a:r>
              <a:rPr lang="en-US" sz="3600" b="1" dirty="0" err="1">
                <a:solidFill>
                  <a:prstClr val="black"/>
                </a:solidFill>
                <a:latin typeface="Calibri" pitchFamily="34" charset="0"/>
              </a:rPr>
              <a:t>ಬದನ</a:t>
            </a:r>
            <a:r>
              <a:rPr lang="en-US" sz="3600" b="1" dirty="0">
                <a:solidFill>
                  <a:prstClr val="black"/>
                </a:solidFill>
                <a:latin typeface="Calibri" pitchFamily="34" charset="0"/>
              </a:rPr>
              <a:t> </a:t>
            </a:r>
            <a:r>
              <a:rPr lang="en-US" sz="3600" b="1" dirty="0" err="1">
                <a:solidFill>
                  <a:prstClr val="black"/>
                </a:solidFill>
                <a:latin typeface="Calibri" pitchFamily="34" charset="0"/>
              </a:rPr>
              <a:t>ತುಮ್ಹರೋ</a:t>
            </a:r>
            <a:r>
              <a:rPr lang="en-US" sz="3600" b="1" dirty="0">
                <a:solidFill>
                  <a:prstClr val="black"/>
                </a:solidFill>
                <a:latin typeface="Calibri" pitchFamily="34" charset="0"/>
              </a:rPr>
              <a:t> </a:t>
            </a:r>
            <a:r>
              <a:rPr lang="en-US" sz="3600" b="1" dirty="0" err="1">
                <a:solidFill>
                  <a:prstClr val="black"/>
                </a:solidFill>
                <a:latin typeface="Calibri" pitchFamily="34" charset="0"/>
              </a:rPr>
              <a:t>ಜಸ</a:t>
            </a:r>
            <a:r>
              <a:rPr lang="en-US" sz="3600" b="1" dirty="0">
                <a:solidFill>
                  <a:prstClr val="black"/>
                </a:solidFill>
                <a:latin typeface="Calibri" pitchFamily="34" charset="0"/>
              </a:rPr>
              <a:t> </a:t>
            </a:r>
            <a:r>
              <a:rPr lang="en-US" sz="3600" b="1" dirty="0" err="1">
                <a:solidFill>
                  <a:prstClr val="black"/>
                </a:solidFill>
                <a:latin typeface="Calibri" pitchFamily="34" charset="0"/>
              </a:rPr>
              <a:t>ಗಾವೈ</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ಅಸ</a:t>
            </a:r>
            <a:r>
              <a:rPr lang="en-US" sz="3600" b="1" dirty="0">
                <a:solidFill>
                  <a:prstClr val="black"/>
                </a:solidFill>
                <a:latin typeface="Calibri" pitchFamily="34" charset="0"/>
              </a:rPr>
              <a:t> </a:t>
            </a:r>
            <a:r>
              <a:rPr lang="en-US" sz="3600" b="1" dirty="0" err="1">
                <a:solidFill>
                  <a:prstClr val="black"/>
                </a:solidFill>
                <a:latin typeface="Calibri" pitchFamily="34" charset="0"/>
              </a:rPr>
              <a:t>ಕಹಿ</a:t>
            </a:r>
            <a:r>
              <a:rPr lang="en-US" sz="3600" b="1" dirty="0">
                <a:solidFill>
                  <a:prstClr val="black"/>
                </a:solidFill>
                <a:latin typeface="Calibri" pitchFamily="34" charset="0"/>
              </a:rPr>
              <a:t> </a:t>
            </a:r>
            <a:r>
              <a:rPr lang="en-US" sz="3600" b="1" dirty="0" err="1">
                <a:solidFill>
                  <a:prstClr val="black"/>
                </a:solidFill>
                <a:latin typeface="Calibri" pitchFamily="34" charset="0"/>
              </a:rPr>
              <a:t>ಶ್ರೀಪತಿ</a:t>
            </a:r>
            <a:r>
              <a:rPr lang="en-US" sz="3600" b="1" dirty="0">
                <a:solidFill>
                  <a:prstClr val="black"/>
                </a:solidFill>
                <a:latin typeface="Calibri" pitchFamily="34" charset="0"/>
              </a:rPr>
              <a:t> </a:t>
            </a:r>
            <a:r>
              <a:rPr lang="en-US" sz="3600" b="1" dirty="0" err="1">
                <a:solidFill>
                  <a:prstClr val="black"/>
                </a:solidFill>
                <a:latin typeface="Calibri" pitchFamily="34" charset="0"/>
              </a:rPr>
              <a:t>ಕಂಠ</a:t>
            </a:r>
            <a:r>
              <a:rPr lang="en-US" sz="3600" b="1" dirty="0">
                <a:solidFill>
                  <a:prstClr val="black"/>
                </a:solidFill>
                <a:latin typeface="Calibri" pitchFamily="34" charset="0"/>
              </a:rPr>
              <a:t> </a:t>
            </a:r>
            <a:r>
              <a:rPr lang="en-US" sz="3600" b="1" dirty="0" err="1">
                <a:solidFill>
                  <a:prstClr val="black"/>
                </a:solidFill>
                <a:latin typeface="Calibri" pitchFamily="34" charset="0"/>
              </a:rPr>
              <a:t>ಲಗಾವೈ</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೧೩</a:t>
            </a:r>
            <a:r>
              <a:rPr lang="en-US" sz="3600" b="1" dirty="0">
                <a:solidFill>
                  <a:prstClr val="black"/>
                </a:solidFill>
                <a:latin typeface="Calibri" pitchFamily="34" charset="0"/>
              </a:rPr>
              <a:t>॥</a:t>
            </a:r>
          </a:p>
          <a:p>
            <a:pPr algn="ctr" defTabSz="914309"/>
            <a:endParaRPr lang="en-US" sz="3600" b="1" dirty="0">
              <a:solidFill>
                <a:prstClr val="black"/>
              </a:solidFill>
              <a:latin typeface="Palatino Linotype" pitchFamily="18" charset="0"/>
            </a:endParaRPr>
          </a:p>
          <a:p>
            <a:pPr algn="ctr" defTabSz="914309"/>
            <a:r>
              <a:rPr lang="en-US" sz="2399" b="1" dirty="0">
                <a:solidFill>
                  <a:prstClr val="black"/>
                </a:solidFill>
                <a:latin typeface="Palatino Linotype" pitchFamily="18" charset="0"/>
              </a:rPr>
              <a:t>Shri Ram embraced </a:t>
            </a:r>
            <a:r>
              <a:rPr lang="en-US" sz="2399" b="1" dirty="0" err="1">
                <a:solidFill>
                  <a:prstClr val="black"/>
                </a:solidFill>
                <a:latin typeface="Palatino Linotype" pitchFamily="18" charset="0"/>
              </a:rPr>
              <a:t>Hanumanji</a:t>
            </a:r>
            <a:r>
              <a:rPr lang="en-US" sz="2399" b="1" dirty="0">
                <a:solidFill>
                  <a:prstClr val="black"/>
                </a:solidFill>
                <a:latin typeface="Palatino Linotype" pitchFamily="18" charset="0"/>
              </a:rPr>
              <a:t> saying: "Let the thousand - tongued </a:t>
            </a:r>
            <a:r>
              <a:rPr lang="en-US" sz="2399" b="1" dirty="0" err="1">
                <a:solidFill>
                  <a:prstClr val="black"/>
                </a:solidFill>
                <a:latin typeface="Palatino Linotype" pitchFamily="18" charset="0"/>
              </a:rPr>
              <a:t>sheshnaag</a:t>
            </a:r>
            <a:r>
              <a:rPr lang="en-US" sz="2399" b="1" dirty="0">
                <a:solidFill>
                  <a:prstClr val="black"/>
                </a:solidFill>
                <a:latin typeface="Palatino Linotype" pitchFamily="18" charset="0"/>
              </a:rPr>
              <a:t> sing your glories”</a:t>
            </a:r>
          </a:p>
          <a:p>
            <a:pPr algn="ctr" defTabSz="914309"/>
            <a:r>
              <a:rPr lang="en-US" sz="3600" b="1" dirty="0">
                <a:solidFill>
                  <a:prstClr val="black"/>
                </a:solidFill>
                <a:latin typeface="Palatino Linotype" pitchFamily="18" charset="0"/>
              </a:rPr>
              <a:t>	</a:t>
            </a:r>
          </a:p>
        </p:txBody>
      </p:sp>
    </p:spTree>
    <p:extLst>
      <p:ext uri="{BB962C8B-B14F-4D97-AF65-F5344CB8AC3E}">
        <p14:creationId xmlns:p14="http://schemas.microsoft.com/office/powerpoint/2010/main" val="186099623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
          <p:cNvSpPr>
            <a:spLocks noChangeArrowheads="1"/>
          </p:cNvSpPr>
          <p:nvPr/>
        </p:nvSpPr>
        <p:spPr bwMode="auto">
          <a:xfrm>
            <a:off x="1752726" y="114"/>
            <a:ext cx="8610351" cy="7047531"/>
          </a:xfrm>
          <a:prstGeom prst="rect">
            <a:avLst/>
          </a:prstGeom>
          <a:noFill/>
          <a:ln w="9525">
            <a:noFill/>
            <a:miter lim="800000"/>
            <a:headEnd/>
            <a:tailEnd/>
          </a:ln>
        </p:spPr>
        <p:txBody>
          <a:bodyPr>
            <a:spAutoFit/>
          </a:bodyPr>
          <a:lstStyle/>
          <a:p>
            <a:pPr algn="ctr" defTabSz="914309"/>
            <a:endParaRPr lang="en-IN" sz="16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सनकादिक</a:t>
            </a:r>
            <a:r>
              <a:rPr lang="en-IN" sz="4000" b="1" dirty="0">
                <a:solidFill>
                  <a:prstClr val="black"/>
                </a:solidFill>
                <a:latin typeface="Aparajita" pitchFamily="34" charset="0"/>
              </a:rPr>
              <a:t> </a:t>
            </a:r>
            <a:r>
              <a:rPr lang="en-IN" sz="4000" b="1" dirty="0" err="1">
                <a:solidFill>
                  <a:prstClr val="black"/>
                </a:solidFill>
                <a:latin typeface="Aparajita" pitchFamily="34" charset="0"/>
              </a:rPr>
              <a:t>ब्रह्मादि</a:t>
            </a:r>
            <a:r>
              <a:rPr lang="en-IN" sz="4000" b="1" dirty="0">
                <a:solidFill>
                  <a:prstClr val="black"/>
                </a:solidFill>
                <a:latin typeface="Aparajita" pitchFamily="34" charset="0"/>
              </a:rPr>
              <a:t> </a:t>
            </a:r>
            <a:r>
              <a:rPr lang="en-IN" sz="4000" b="1" dirty="0" err="1">
                <a:solidFill>
                  <a:prstClr val="black"/>
                </a:solidFill>
                <a:latin typeface="Aparajita" pitchFamily="34" charset="0"/>
              </a:rPr>
              <a:t>मुनीसा</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नारद</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सारद</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सहित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अहीसा</a:t>
            </a:r>
            <a:r>
              <a:rPr lang="en-IN" sz="4000" b="1" dirty="0">
                <a:solidFill>
                  <a:prstClr val="black"/>
                </a:solidFill>
                <a:latin typeface="Aparajita" pitchFamily="34" charset="0"/>
              </a:rPr>
              <a:t> ॥१४॥</a:t>
            </a:r>
          </a:p>
          <a:p>
            <a:pPr algn="ctr" defTabSz="914309"/>
            <a:endParaRPr lang="en-IN" sz="4000" b="1" dirty="0">
              <a:solidFill>
                <a:prstClr val="black"/>
              </a:solidFill>
              <a:latin typeface="Aparajita" pitchFamily="34" charset="0"/>
            </a:endParaRPr>
          </a:p>
          <a:p>
            <a:pPr algn="ctr" defTabSz="914309"/>
            <a:r>
              <a:rPr lang="en-US" sz="3600" b="1" dirty="0" err="1">
                <a:solidFill>
                  <a:prstClr val="black"/>
                </a:solidFill>
                <a:latin typeface="URW Palladio IT" pitchFamily="2" charset="0"/>
              </a:rPr>
              <a:t>Sanakädika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Brahmädi</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Munésä</a:t>
            </a:r>
            <a:r>
              <a:rPr lang="en-US" sz="3600" b="1" dirty="0">
                <a:solidFill>
                  <a:prstClr val="black"/>
                </a:solidFill>
                <a:latin typeface="URW Palladio IT" pitchFamily="2" charset="0"/>
              </a:rPr>
              <a:t> | </a:t>
            </a:r>
          </a:p>
          <a:p>
            <a:pPr algn="ctr" defTabSz="914309"/>
            <a:r>
              <a:rPr lang="en-US" sz="3600" b="1" dirty="0" err="1">
                <a:solidFill>
                  <a:prstClr val="black"/>
                </a:solidFill>
                <a:latin typeface="URW Palladio IT" pitchFamily="2" charset="0"/>
              </a:rPr>
              <a:t>Närada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Särada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Sahita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Ahésä</a:t>
            </a:r>
            <a:r>
              <a:rPr lang="en-US" sz="3600" b="1" dirty="0">
                <a:solidFill>
                  <a:prstClr val="black"/>
                </a:solidFill>
                <a:latin typeface="URW Palladio IT" pitchFamily="2" charset="0"/>
              </a:rPr>
              <a:t> || - 14</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ಸನ</a:t>
            </a:r>
            <a:r>
              <a:rPr lang="kn-IN" sz="3600" b="1" dirty="0">
                <a:solidFill>
                  <a:prstClr val="black"/>
                </a:solidFill>
                <a:latin typeface="Calibri" pitchFamily="34" charset="0"/>
                <a:ea typeface="Tunga" pitchFamily="2"/>
                <a:cs typeface="Tunga" pitchFamily="2"/>
              </a:rPr>
              <a:t>ಕಾ</a:t>
            </a:r>
            <a:r>
              <a:rPr lang="en-US" sz="3600" b="1" dirty="0" err="1">
                <a:solidFill>
                  <a:prstClr val="black"/>
                </a:solidFill>
                <a:latin typeface="Calibri" pitchFamily="34" charset="0"/>
              </a:rPr>
              <a:t>ದಿಕ</a:t>
            </a:r>
            <a:r>
              <a:rPr lang="en-US" sz="3600" b="1" dirty="0">
                <a:solidFill>
                  <a:prstClr val="black"/>
                </a:solidFill>
                <a:latin typeface="Calibri" pitchFamily="34" charset="0"/>
              </a:rPr>
              <a:t> </a:t>
            </a:r>
            <a:r>
              <a:rPr lang="en-US" sz="3600" b="1" dirty="0" err="1">
                <a:solidFill>
                  <a:prstClr val="black"/>
                </a:solidFill>
                <a:latin typeface="Calibri" pitchFamily="34" charset="0"/>
              </a:rPr>
              <a:t>ಬ್ರಹ್ಮಾದಿ</a:t>
            </a:r>
            <a:r>
              <a:rPr lang="en-US" sz="3600" b="1" dirty="0">
                <a:solidFill>
                  <a:prstClr val="black"/>
                </a:solidFill>
                <a:latin typeface="Calibri" pitchFamily="34" charset="0"/>
              </a:rPr>
              <a:t> </a:t>
            </a:r>
            <a:r>
              <a:rPr lang="en-US" sz="3600" b="1" dirty="0" err="1">
                <a:solidFill>
                  <a:prstClr val="black"/>
                </a:solidFill>
                <a:latin typeface="Calibri" pitchFamily="34" charset="0"/>
              </a:rPr>
              <a:t>ಮು</a:t>
            </a:r>
            <a:r>
              <a:rPr lang="kn-IN" sz="3600" b="1" dirty="0">
                <a:solidFill>
                  <a:prstClr val="black"/>
                </a:solidFill>
                <a:latin typeface="Calibri" pitchFamily="34" charset="0"/>
                <a:ea typeface="Tunga" pitchFamily="2"/>
                <a:cs typeface="Tunga" pitchFamily="2"/>
              </a:rPr>
              <a:t>ನೀ</a:t>
            </a:r>
            <a:r>
              <a:rPr lang="en-US" sz="3600" b="1" dirty="0" err="1">
                <a:solidFill>
                  <a:prstClr val="black"/>
                </a:solidFill>
                <a:latin typeface="Calibri" pitchFamily="34" charset="0"/>
              </a:rPr>
              <a:t>ಸಾ</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ನಾರದ</a:t>
            </a:r>
            <a:r>
              <a:rPr lang="en-US" sz="3600" b="1" dirty="0">
                <a:solidFill>
                  <a:prstClr val="black"/>
                </a:solidFill>
                <a:latin typeface="Calibri" pitchFamily="34" charset="0"/>
              </a:rPr>
              <a:t> </a:t>
            </a:r>
            <a:r>
              <a:rPr lang="en-US" sz="3600" b="1" dirty="0" err="1">
                <a:solidFill>
                  <a:prstClr val="black"/>
                </a:solidFill>
                <a:latin typeface="Calibri" pitchFamily="34" charset="0"/>
              </a:rPr>
              <a:t>ಸಾರದ</a:t>
            </a:r>
            <a:r>
              <a:rPr lang="en-US" sz="3600" b="1" dirty="0">
                <a:solidFill>
                  <a:prstClr val="black"/>
                </a:solidFill>
                <a:latin typeface="Calibri" pitchFamily="34" charset="0"/>
              </a:rPr>
              <a:t> </a:t>
            </a:r>
            <a:r>
              <a:rPr lang="en-US" sz="3600" b="1" dirty="0" err="1">
                <a:solidFill>
                  <a:prstClr val="black"/>
                </a:solidFill>
                <a:latin typeface="Calibri" pitchFamily="34" charset="0"/>
              </a:rPr>
              <a:t>ಸಹಿತ</a:t>
            </a:r>
            <a:r>
              <a:rPr lang="en-US" sz="3600" b="1" dirty="0">
                <a:solidFill>
                  <a:prstClr val="black"/>
                </a:solidFill>
                <a:latin typeface="Calibri" pitchFamily="34" charset="0"/>
              </a:rPr>
              <a:t> </a:t>
            </a:r>
            <a:r>
              <a:rPr lang="en-US" sz="3600" b="1" dirty="0" err="1">
                <a:solidFill>
                  <a:prstClr val="black"/>
                </a:solidFill>
                <a:latin typeface="Calibri" pitchFamily="34" charset="0"/>
              </a:rPr>
              <a:t>ಅಹೀಸಾ</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೧೪</a:t>
            </a:r>
            <a:r>
              <a:rPr lang="en-US" sz="3600" b="1" dirty="0">
                <a:solidFill>
                  <a:prstClr val="black"/>
                </a:solidFill>
                <a:latin typeface="Calibri" pitchFamily="34" charset="0"/>
              </a:rPr>
              <a:t>॥</a:t>
            </a:r>
          </a:p>
          <a:p>
            <a:pPr algn="ctr" defTabSz="914309"/>
            <a:endParaRPr lang="en-US" sz="3600" b="1" dirty="0">
              <a:solidFill>
                <a:prstClr val="black"/>
              </a:solidFill>
              <a:latin typeface="Calibri" pitchFamily="34" charset="0"/>
            </a:endParaRPr>
          </a:p>
          <a:p>
            <a:pPr algn="ctr" defTabSz="914309"/>
            <a:r>
              <a:rPr lang="en-US" sz="2399" b="1" dirty="0" err="1">
                <a:solidFill>
                  <a:prstClr val="black"/>
                </a:solidFill>
                <a:latin typeface="Palatino Linotype" pitchFamily="18" charset="0"/>
              </a:rPr>
              <a:t>Sanak</a:t>
            </a:r>
            <a:r>
              <a:rPr lang="en-US" sz="2399" b="1" dirty="0">
                <a:solidFill>
                  <a:prstClr val="black"/>
                </a:solidFill>
                <a:latin typeface="Palatino Linotype" pitchFamily="18" charset="0"/>
              </a:rPr>
              <a:t> and the sages, saints. Lord Brahma, the great hermits </a:t>
            </a:r>
            <a:r>
              <a:rPr lang="en-US" sz="2399" b="1" dirty="0" err="1">
                <a:solidFill>
                  <a:prstClr val="black"/>
                </a:solidFill>
                <a:latin typeface="Palatino Linotype" pitchFamily="18" charset="0"/>
              </a:rPr>
              <a:t>Narad</a:t>
            </a:r>
            <a:r>
              <a:rPr lang="en-US" sz="2399" b="1" dirty="0">
                <a:solidFill>
                  <a:prstClr val="black"/>
                </a:solidFill>
                <a:latin typeface="Palatino Linotype" pitchFamily="18" charset="0"/>
              </a:rPr>
              <a:t> and Goddess </a:t>
            </a:r>
            <a:r>
              <a:rPr lang="en-US" sz="2399" b="1" dirty="0" err="1">
                <a:solidFill>
                  <a:prstClr val="black"/>
                </a:solidFill>
                <a:latin typeface="Palatino Linotype" pitchFamily="18" charset="0"/>
              </a:rPr>
              <a:t>Saraswati</a:t>
            </a:r>
            <a:r>
              <a:rPr lang="en-US" sz="2399" b="1" dirty="0">
                <a:solidFill>
                  <a:prstClr val="black"/>
                </a:solidFill>
                <a:latin typeface="Palatino Linotype" pitchFamily="18" charset="0"/>
              </a:rPr>
              <a:t> along with </a:t>
            </a:r>
            <a:r>
              <a:rPr lang="en-US" sz="2399" b="1" dirty="0" err="1">
                <a:solidFill>
                  <a:prstClr val="black"/>
                </a:solidFill>
                <a:latin typeface="Palatino Linotype" pitchFamily="18" charset="0"/>
              </a:rPr>
              <a:t>Sheshnag</a:t>
            </a:r>
            <a:r>
              <a:rPr lang="en-US" sz="2399" b="1" dirty="0">
                <a:solidFill>
                  <a:prstClr val="black"/>
                </a:solidFill>
                <a:latin typeface="Palatino Linotype" pitchFamily="18" charset="0"/>
              </a:rPr>
              <a:t> the cosmic serpent, fail to sing the glories of </a:t>
            </a:r>
            <a:r>
              <a:rPr lang="en-US" sz="2399" b="1" dirty="0" err="1">
                <a:solidFill>
                  <a:prstClr val="black"/>
                </a:solidFill>
                <a:latin typeface="Palatino Linotype" pitchFamily="18" charset="0"/>
              </a:rPr>
              <a:t>Hanumanji</a:t>
            </a:r>
            <a:r>
              <a:rPr lang="en-US" sz="2399" b="1" dirty="0">
                <a:solidFill>
                  <a:prstClr val="black"/>
                </a:solidFill>
                <a:latin typeface="Palatino Linotype" pitchFamily="18" charset="0"/>
              </a:rPr>
              <a:t> exactly</a:t>
            </a:r>
          </a:p>
          <a:p>
            <a:pPr algn="ctr" defTabSz="914309"/>
            <a:r>
              <a:rPr lang="en-US" sz="2800" b="1" dirty="0">
                <a:solidFill>
                  <a:prstClr val="black"/>
                </a:solidFill>
                <a:latin typeface="Palatino Linotype" pitchFamily="18" charset="0"/>
              </a:rPr>
              <a:t>		</a:t>
            </a:r>
            <a:endParaRPr lang="en-US" sz="2399" b="1" dirty="0">
              <a:solidFill>
                <a:prstClr val="black"/>
              </a:solidFill>
              <a:latin typeface="Palatino Linotype" pitchFamily="18" charset="0"/>
            </a:endParaRPr>
          </a:p>
        </p:txBody>
      </p:sp>
    </p:spTree>
    <p:extLst>
      <p:ext uri="{BB962C8B-B14F-4D97-AF65-F5344CB8AC3E}">
        <p14:creationId xmlns:p14="http://schemas.microsoft.com/office/powerpoint/2010/main" val="54218237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
          <p:cNvSpPr>
            <a:spLocks noChangeArrowheads="1"/>
          </p:cNvSpPr>
          <p:nvPr/>
        </p:nvSpPr>
        <p:spPr bwMode="auto">
          <a:xfrm>
            <a:off x="1524133" y="-152294"/>
            <a:ext cx="9143736" cy="7293688"/>
          </a:xfrm>
          <a:prstGeom prst="rect">
            <a:avLst/>
          </a:prstGeom>
          <a:noFill/>
          <a:ln w="9525">
            <a:noFill/>
            <a:miter lim="800000"/>
            <a:headEnd/>
            <a:tailEnd/>
          </a:ln>
        </p:spPr>
        <p:txBody>
          <a:bodyPr wrap="square">
            <a:spAutoFit/>
          </a:bodyPr>
          <a:lstStyle/>
          <a:p>
            <a:pPr algn="ctr" defTabSz="914309"/>
            <a:endParaRPr lang="en-IN" sz="40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जम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कुबेर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दिगपाल</a:t>
            </a:r>
            <a:r>
              <a:rPr lang="en-IN" sz="4000" b="1" dirty="0">
                <a:solidFill>
                  <a:prstClr val="black"/>
                </a:solidFill>
                <a:latin typeface="Aparajita" pitchFamily="34" charset="0"/>
              </a:rPr>
              <a:t> </a:t>
            </a:r>
            <a:r>
              <a:rPr lang="en-IN" sz="4000" b="1" dirty="0" err="1">
                <a:solidFill>
                  <a:prstClr val="black"/>
                </a:solidFill>
                <a:latin typeface="Aparajita" pitchFamily="34" charset="0"/>
              </a:rPr>
              <a:t>जहाँ</a:t>
            </a:r>
            <a:r>
              <a:rPr lang="en-IN" sz="4000" b="1" dirty="0">
                <a:solidFill>
                  <a:prstClr val="black"/>
                </a:solidFill>
                <a:latin typeface="Aparajita" pitchFamily="34" charset="0"/>
              </a:rPr>
              <a:t> </a:t>
            </a:r>
            <a:r>
              <a:rPr lang="en-IN" sz="4000" b="1" dirty="0" err="1">
                <a:solidFill>
                  <a:prstClr val="black"/>
                </a:solidFill>
                <a:latin typeface="Aparajita" pitchFamily="34" charset="0"/>
              </a:rPr>
              <a:t>ते</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कबि</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कोबिद</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कहि</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सके</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कहाँ</a:t>
            </a:r>
            <a:r>
              <a:rPr lang="en-IN" sz="4000" b="1" dirty="0">
                <a:solidFill>
                  <a:prstClr val="black"/>
                </a:solidFill>
                <a:latin typeface="Aparajita" pitchFamily="34" charset="0"/>
              </a:rPr>
              <a:t> </a:t>
            </a:r>
            <a:r>
              <a:rPr lang="en-IN" sz="4000" b="1" dirty="0" err="1">
                <a:solidFill>
                  <a:prstClr val="black"/>
                </a:solidFill>
                <a:latin typeface="Aparajita" pitchFamily="34" charset="0"/>
              </a:rPr>
              <a:t>ते</a:t>
            </a:r>
            <a:r>
              <a:rPr lang="en-IN" sz="4000" b="1" dirty="0">
                <a:solidFill>
                  <a:prstClr val="black"/>
                </a:solidFill>
                <a:latin typeface="Aparajita" pitchFamily="34" charset="0"/>
              </a:rPr>
              <a:t> ॥१५॥</a:t>
            </a:r>
          </a:p>
          <a:p>
            <a:pPr algn="ctr" defTabSz="914309"/>
            <a:endParaRPr lang="en-IN" sz="4000" b="1" dirty="0">
              <a:solidFill>
                <a:prstClr val="black"/>
              </a:solidFill>
              <a:latin typeface="Aparajita" pitchFamily="34" charset="0"/>
            </a:endParaRPr>
          </a:p>
          <a:p>
            <a:pPr algn="ctr" defTabSz="914309"/>
            <a:r>
              <a:rPr lang="en-US" sz="3600" b="1" dirty="0">
                <a:solidFill>
                  <a:prstClr val="black"/>
                </a:solidFill>
                <a:latin typeface="URW Palladio IT" pitchFamily="2" charset="0"/>
              </a:rPr>
              <a:t>Jama </a:t>
            </a:r>
            <a:r>
              <a:rPr lang="en-US" sz="3600" b="1" dirty="0" err="1">
                <a:solidFill>
                  <a:prstClr val="black"/>
                </a:solidFill>
                <a:latin typeface="URW Palladio IT" pitchFamily="2" charset="0"/>
              </a:rPr>
              <a:t>Kubera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Digapäla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Jahäð</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Te</a:t>
            </a:r>
            <a:r>
              <a:rPr lang="en-US" sz="3600" b="1" dirty="0">
                <a:solidFill>
                  <a:prstClr val="black"/>
                </a:solidFill>
                <a:latin typeface="URW Palladio IT" pitchFamily="2" charset="0"/>
              </a:rPr>
              <a:t> | </a:t>
            </a:r>
          </a:p>
          <a:p>
            <a:pPr algn="ctr" defTabSz="914309"/>
            <a:r>
              <a:rPr lang="en-US" sz="3600" b="1" dirty="0" err="1">
                <a:solidFill>
                  <a:prstClr val="black"/>
                </a:solidFill>
                <a:latin typeface="URW Palladio IT" pitchFamily="2" charset="0"/>
              </a:rPr>
              <a:t>Kabi</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Kobida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Kahi</a:t>
            </a:r>
            <a:r>
              <a:rPr lang="en-US" sz="3600" b="1" dirty="0">
                <a:solidFill>
                  <a:prstClr val="black"/>
                </a:solidFill>
                <a:latin typeface="URW Palladio IT" pitchFamily="2" charset="0"/>
              </a:rPr>
              <a:t> Sake </a:t>
            </a:r>
            <a:r>
              <a:rPr lang="en-US" sz="3600" b="1" dirty="0" err="1">
                <a:solidFill>
                  <a:prstClr val="black"/>
                </a:solidFill>
                <a:latin typeface="URW Palladio IT" pitchFamily="2" charset="0"/>
              </a:rPr>
              <a:t>Kahäð</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Te</a:t>
            </a:r>
            <a:r>
              <a:rPr lang="en-US" sz="3600" b="1" dirty="0">
                <a:solidFill>
                  <a:prstClr val="black"/>
                </a:solidFill>
                <a:latin typeface="URW Palladio IT" pitchFamily="2" charset="0"/>
              </a:rPr>
              <a:t> || - 15</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ಜಮ</a:t>
            </a:r>
            <a:r>
              <a:rPr lang="en-US" sz="3600" b="1" dirty="0">
                <a:solidFill>
                  <a:prstClr val="black"/>
                </a:solidFill>
                <a:latin typeface="Calibri" pitchFamily="34" charset="0"/>
              </a:rPr>
              <a:t> </a:t>
            </a:r>
            <a:r>
              <a:rPr lang="en-US" sz="3600" b="1" dirty="0" err="1">
                <a:solidFill>
                  <a:prstClr val="black"/>
                </a:solidFill>
                <a:latin typeface="Calibri" pitchFamily="34" charset="0"/>
              </a:rPr>
              <a:t>ಕುಬೇರ</a:t>
            </a:r>
            <a:r>
              <a:rPr lang="en-US" sz="3600" b="1" dirty="0">
                <a:solidFill>
                  <a:prstClr val="black"/>
                </a:solidFill>
                <a:latin typeface="Calibri" pitchFamily="34" charset="0"/>
              </a:rPr>
              <a:t> </a:t>
            </a:r>
            <a:r>
              <a:rPr lang="en-US" sz="3600" b="1" dirty="0" err="1">
                <a:solidFill>
                  <a:prstClr val="black"/>
                </a:solidFill>
                <a:latin typeface="Calibri" pitchFamily="34" charset="0"/>
              </a:rPr>
              <a:t>ದಿಗಪಾಲ</a:t>
            </a:r>
            <a:r>
              <a:rPr lang="en-US" sz="3600" b="1" dirty="0">
                <a:solidFill>
                  <a:prstClr val="black"/>
                </a:solidFill>
                <a:latin typeface="Calibri" pitchFamily="34" charset="0"/>
              </a:rPr>
              <a:t> </a:t>
            </a:r>
            <a:r>
              <a:rPr lang="en-US" sz="3600" b="1" dirty="0" err="1">
                <a:solidFill>
                  <a:prstClr val="black"/>
                </a:solidFill>
                <a:latin typeface="Calibri" pitchFamily="34" charset="0"/>
              </a:rPr>
              <a:t>ಜಹಾ</a:t>
            </a:r>
            <a:r>
              <a:rPr lang="en-US" sz="3600" b="1" dirty="0">
                <a:solidFill>
                  <a:prstClr val="black"/>
                </a:solidFill>
                <a:latin typeface="Calibri" pitchFamily="34" charset="0"/>
              </a:rPr>
              <a:t> </a:t>
            </a:r>
            <a:r>
              <a:rPr lang="en-US" sz="3600" b="1" dirty="0" err="1">
                <a:solidFill>
                  <a:prstClr val="black"/>
                </a:solidFill>
                <a:latin typeface="Calibri" pitchFamily="34" charset="0"/>
              </a:rPr>
              <a:t>ತೇ</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ಕಬಿ</a:t>
            </a:r>
            <a:r>
              <a:rPr lang="en-US" sz="3600" b="1" dirty="0">
                <a:solidFill>
                  <a:prstClr val="black"/>
                </a:solidFill>
                <a:latin typeface="Calibri" pitchFamily="34" charset="0"/>
              </a:rPr>
              <a:t> </a:t>
            </a:r>
            <a:r>
              <a:rPr lang="en-US" sz="3600" b="1" dirty="0" err="1">
                <a:solidFill>
                  <a:prstClr val="black"/>
                </a:solidFill>
                <a:latin typeface="Calibri" pitchFamily="34" charset="0"/>
              </a:rPr>
              <a:t>ಕೋಬಿದ</a:t>
            </a:r>
            <a:r>
              <a:rPr lang="en-US" sz="3600" b="1" dirty="0">
                <a:solidFill>
                  <a:prstClr val="black"/>
                </a:solidFill>
                <a:latin typeface="Calibri" pitchFamily="34" charset="0"/>
              </a:rPr>
              <a:t> </a:t>
            </a:r>
            <a:r>
              <a:rPr lang="en-US" sz="3600" b="1" dirty="0" err="1">
                <a:solidFill>
                  <a:prstClr val="black"/>
                </a:solidFill>
                <a:latin typeface="Calibri" pitchFamily="34" charset="0"/>
              </a:rPr>
              <a:t>ಕಹಿ</a:t>
            </a:r>
            <a:r>
              <a:rPr lang="en-US" sz="3600" b="1" dirty="0">
                <a:solidFill>
                  <a:prstClr val="black"/>
                </a:solidFill>
                <a:latin typeface="Calibri" pitchFamily="34" charset="0"/>
              </a:rPr>
              <a:t> </a:t>
            </a:r>
            <a:r>
              <a:rPr lang="en-US" sz="3600" b="1" dirty="0" err="1">
                <a:solidFill>
                  <a:prstClr val="black"/>
                </a:solidFill>
                <a:latin typeface="Calibri" pitchFamily="34" charset="0"/>
              </a:rPr>
              <a:t>ಸಕೇ</a:t>
            </a:r>
            <a:r>
              <a:rPr lang="en-US" sz="3600" b="1" dirty="0">
                <a:solidFill>
                  <a:prstClr val="black"/>
                </a:solidFill>
                <a:latin typeface="Calibri" pitchFamily="34" charset="0"/>
              </a:rPr>
              <a:t> </a:t>
            </a:r>
            <a:r>
              <a:rPr lang="en-US" sz="3600" b="1" dirty="0" err="1">
                <a:solidFill>
                  <a:prstClr val="black"/>
                </a:solidFill>
                <a:latin typeface="Calibri" pitchFamily="34" charset="0"/>
              </a:rPr>
              <a:t>ಕಹಾ</a:t>
            </a:r>
            <a:r>
              <a:rPr lang="en-US" sz="3600" b="1" dirty="0">
                <a:solidFill>
                  <a:prstClr val="black"/>
                </a:solidFill>
                <a:latin typeface="Calibri" pitchFamily="34" charset="0"/>
              </a:rPr>
              <a:t> </a:t>
            </a:r>
            <a:r>
              <a:rPr lang="en-US" sz="3600" b="1" dirty="0" err="1">
                <a:solidFill>
                  <a:prstClr val="black"/>
                </a:solidFill>
                <a:latin typeface="Calibri" pitchFamily="34" charset="0"/>
              </a:rPr>
              <a:t>ತೇ</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೧೫</a:t>
            </a:r>
            <a:r>
              <a:rPr lang="en-US" sz="3600" b="1" dirty="0">
                <a:solidFill>
                  <a:prstClr val="black"/>
                </a:solidFill>
                <a:latin typeface="Calibri" pitchFamily="34" charset="0"/>
              </a:rPr>
              <a:t>॥</a:t>
            </a:r>
          </a:p>
          <a:p>
            <a:pPr algn="ctr" defTabSz="914309"/>
            <a:endParaRPr lang="en-US" sz="2399" b="1" dirty="0">
              <a:solidFill>
                <a:prstClr val="black"/>
              </a:solidFill>
              <a:latin typeface="Calibri" pitchFamily="34" charset="0"/>
            </a:endParaRPr>
          </a:p>
          <a:p>
            <a:pPr algn="ctr" defTabSz="914309"/>
            <a:r>
              <a:rPr lang="en-US" sz="2399" b="1" dirty="0">
                <a:solidFill>
                  <a:prstClr val="black"/>
                </a:solidFill>
                <a:latin typeface="Palatino Linotype" pitchFamily="18" charset="0"/>
              </a:rPr>
              <a:t>What to talk of denizens of the poets and scholars </a:t>
            </a:r>
            <a:r>
              <a:rPr lang="en-US" sz="2399" b="1" dirty="0" err="1">
                <a:solidFill>
                  <a:prstClr val="black"/>
                </a:solidFill>
                <a:latin typeface="Palatino Linotype" pitchFamily="18" charset="0"/>
              </a:rPr>
              <a:t>etc</a:t>
            </a:r>
            <a:r>
              <a:rPr lang="en-US" sz="2399" b="1" dirty="0">
                <a:solidFill>
                  <a:prstClr val="black"/>
                </a:solidFill>
                <a:latin typeface="Palatino Linotype" pitchFamily="18" charset="0"/>
              </a:rPr>
              <a:t>, even Gods like </a:t>
            </a:r>
            <a:r>
              <a:rPr lang="en-US" sz="2399" b="1" dirty="0" err="1">
                <a:solidFill>
                  <a:prstClr val="black"/>
                </a:solidFill>
                <a:latin typeface="Palatino Linotype" pitchFamily="18" charset="0"/>
              </a:rPr>
              <a:t>Yamraj</a:t>
            </a:r>
            <a:r>
              <a:rPr lang="en-US" sz="2399" b="1" dirty="0">
                <a:solidFill>
                  <a:prstClr val="black"/>
                </a:solidFill>
                <a:latin typeface="Palatino Linotype" pitchFamily="18" charset="0"/>
              </a:rPr>
              <a:t>, </a:t>
            </a:r>
            <a:r>
              <a:rPr lang="en-US" sz="2399" b="1" dirty="0" err="1">
                <a:solidFill>
                  <a:prstClr val="black"/>
                </a:solidFill>
                <a:latin typeface="Palatino Linotype" pitchFamily="18" charset="0"/>
              </a:rPr>
              <a:t>Kuber</a:t>
            </a:r>
            <a:r>
              <a:rPr lang="en-US" sz="2399" b="1" dirty="0">
                <a:solidFill>
                  <a:prstClr val="black"/>
                </a:solidFill>
                <a:latin typeface="Palatino Linotype" pitchFamily="18" charset="0"/>
              </a:rPr>
              <a:t>, and </a:t>
            </a:r>
            <a:r>
              <a:rPr lang="en-US" sz="2399" b="1" dirty="0" err="1">
                <a:solidFill>
                  <a:prstClr val="black"/>
                </a:solidFill>
                <a:latin typeface="Palatino Linotype" pitchFamily="18" charset="0"/>
              </a:rPr>
              <a:t>Digpal</a:t>
            </a:r>
            <a:r>
              <a:rPr lang="en-US" sz="2399" b="1" dirty="0">
                <a:solidFill>
                  <a:prstClr val="black"/>
                </a:solidFill>
                <a:latin typeface="Palatino Linotype" pitchFamily="18" charset="0"/>
              </a:rPr>
              <a:t> fail to narrate Hanuman's greatness in total.</a:t>
            </a:r>
          </a:p>
          <a:p>
            <a:pPr algn="ctr" defTabSz="914309"/>
            <a:r>
              <a:rPr lang="en-US" sz="3200" b="1" dirty="0">
                <a:solidFill>
                  <a:prstClr val="black"/>
                </a:solidFill>
                <a:latin typeface="Palatino Linotype" pitchFamily="18" charset="0"/>
              </a:rPr>
              <a:t>		</a:t>
            </a:r>
          </a:p>
        </p:txBody>
      </p:sp>
    </p:spTree>
    <p:extLst>
      <p:ext uri="{BB962C8B-B14F-4D97-AF65-F5344CB8AC3E}">
        <p14:creationId xmlns:p14="http://schemas.microsoft.com/office/powerpoint/2010/main" val="176567978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1"/>
          <p:cNvSpPr>
            <a:spLocks noChangeArrowheads="1"/>
          </p:cNvSpPr>
          <p:nvPr/>
        </p:nvSpPr>
        <p:spPr bwMode="auto">
          <a:xfrm>
            <a:off x="1676528" y="100"/>
            <a:ext cx="8762746" cy="6770604"/>
          </a:xfrm>
          <a:prstGeom prst="rect">
            <a:avLst/>
          </a:prstGeom>
          <a:noFill/>
          <a:ln w="9525">
            <a:noFill/>
            <a:miter lim="800000"/>
            <a:headEnd/>
            <a:tailEnd/>
          </a:ln>
        </p:spPr>
        <p:txBody>
          <a:bodyPr>
            <a:spAutoFit/>
          </a:bodyPr>
          <a:lstStyle/>
          <a:p>
            <a:pPr algn="ctr" defTabSz="914309"/>
            <a:endParaRPr lang="en-IN" sz="14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तुम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उपकार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सुग्रीवहिं</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कीह्ना</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राम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मिलाय</a:t>
            </a:r>
            <a:r>
              <a:rPr lang="en-IN" sz="4000" b="1" dirty="0">
                <a:solidFill>
                  <a:prstClr val="black"/>
                </a:solidFill>
                <a:latin typeface="Aparajita" pitchFamily="34" charset="0"/>
              </a:rPr>
              <a:t> </a:t>
            </a:r>
            <a:r>
              <a:rPr lang="en-IN" sz="4000" b="1" dirty="0" err="1">
                <a:solidFill>
                  <a:prstClr val="black"/>
                </a:solidFill>
                <a:latin typeface="Aparajita" pitchFamily="34" charset="0"/>
              </a:rPr>
              <a:t>राज</a:t>
            </a:r>
            <a:r>
              <a:rPr lang="en-IN" sz="4000" b="1" dirty="0">
                <a:solidFill>
                  <a:prstClr val="black"/>
                </a:solidFill>
                <a:latin typeface="Aparajita" pitchFamily="34" charset="0"/>
              </a:rPr>
              <a:t> </a:t>
            </a:r>
            <a:r>
              <a:rPr lang="en-IN" sz="4000" b="1" dirty="0" err="1">
                <a:solidFill>
                  <a:prstClr val="black"/>
                </a:solidFill>
                <a:latin typeface="Aparajita" pitchFamily="34" charset="0"/>
              </a:rPr>
              <a:t>पद</a:t>
            </a:r>
            <a:r>
              <a:rPr lang="en-IN" sz="4000" b="1" dirty="0">
                <a:solidFill>
                  <a:prstClr val="black"/>
                </a:solidFill>
                <a:latin typeface="Aparajita" pitchFamily="34" charset="0"/>
              </a:rPr>
              <a:t> </a:t>
            </a:r>
            <a:r>
              <a:rPr lang="en-IN" sz="4000" b="1" dirty="0" err="1">
                <a:solidFill>
                  <a:prstClr val="black"/>
                </a:solidFill>
                <a:latin typeface="Aparajita" pitchFamily="34" charset="0"/>
              </a:rPr>
              <a:t>दीह्ना</a:t>
            </a:r>
            <a:r>
              <a:rPr lang="en-IN" sz="4000" b="1" dirty="0">
                <a:solidFill>
                  <a:prstClr val="black"/>
                </a:solidFill>
                <a:latin typeface="Aparajita" pitchFamily="34" charset="0"/>
              </a:rPr>
              <a:t> ॥१६॥</a:t>
            </a:r>
          </a:p>
          <a:p>
            <a:pPr algn="ctr" defTabSz="914309"/>
            <a:endParaRPr lang="en-IN" sz="3600" b="1" dirty="0">
              <a:solidFill>
                <a:prstClr val="black"/>
              </a:solidFill>
              <a:latin typeface="Aparajita" pitchFamily="34" charset="0"/>
            </a:endParaRPr>
          </a:p>
          <a:p>
            <a:pPr algn="ctr" defTabSz="914309"/>
            <a:r>
              <a:rPr lang="en-US" sz="3200" b="1" dirty="0" err="1">
                <a:solidFill>
                  <a:prstClr val="black"/>
                </a:solidFill>
                <a:latin typeface="URW Palladio IT" pitchFamily="2" charset="0"/>
              </a:rPr>
              <a:t>Tuma</a:t>
            </a:r>
            <a:r>
              <a:rPr lang="en-US" sz="3200" b="1" dirty="0">
                <a:solidFill>
                  <a:prstClr val="black"/>
                </a:solidFill>
                <a:latin typeface="URW Palladio IT" pitchFamily="2" charset="0"/>
              </a:rPr>
              <a:t> </a:t>
            </a:r>
            <a:r>
              <a:rPr lang="en-US" sz="3200" b="1" dirty="0" err="1">
                <a:solidFill>
                  <a:prstClr val="black"/>
                </a:solidFill>
                <a:latin typeface="URW Palladio IT" pitchFamily="2" charset="0"/>
              </a:rPr>
              <a:t>Upakära</a:t>
            </a:r>
            <a:r>
              <a:rPr lang="en-US" sz="3200" b="1" dirty="0">
                <a:solidFill>
                  <a:prstClr val="black"/>
                </a:solidFill>
                <a:latin typeface="URW Palladio IT" pitchFamily="2" charset="0"/>
              </a:rPr>
              <a:t> </a:t>
            </a:r>
            <a:r>
              <a:rPr lang="en-US" sz="3200" b="1" dirty="0" err="1">
                <a:solidFill>
                  <a:prstClr val="black"/>
                </a:solidFill>
                <a:latin typeface="URW Palladio IT" pitchFamily="2" charset="0"/>
              </a:rPr>
              <a:t>Sugrévahià</a:t>
            </a:r>
            <a:r>
              <a:rPr lang="en-US" sz="3200" b="1" dirty="0">
                <a:solidFill>
                  <a:prstClr val="black"/>
                </a:solidFill>
                <a:latin typeface="URW Palladio IT" pitchFamily="2" charset="0"/>
              </a:rPr>
              <a:t> </a:t>
            </a:r>
            <a:r>
              <a:rPr lang="en-US" sz="3200" b="1" dirty="0" err="1">
                <a:solidFill>
                  <a:prstClr val="black"/>
                </a:solidFill>
                <a:latin typeface="URW Palladio IT" pitchFamily="2" charset="0"/>
              </a:rPr>
              <a:t>Kénhä</a:t>
            </a:r>
            <a:r>
              <a:rPr lang="en-US" sz="3200" b="1" dirty="0">
                <a:solidFill>
                  <a:prstClr val="black"/>
                </a:solidFill>
                <a:latin typeface="URW Palladio IT" pitchFamily="2" charset="0"/>
              </a:rPr>
              <a:t> | </a:t>
            </a:r>
          </a:p>
          <a:p>
            <a:pPr algn="ctr" defTabSz="914309"/>
            <a:r>
              <a:rPr lang="en-US" sz="3200" b="1" dirty="0" err="1">
                <a:solidFill>
                  <a:prstClr val="black"/>
                </a:solidFill>
                <a:latin typeface="URW Palladio IT" pitchFamily="2" charset="0"/>
              </a:rPr>
              <a:t>Räma</a:t>
            </a:r>
            <a:r>
              <a:rPr lang="en-US" sz="3200" b="1" dirty="0">
                <a:solidFill>
                  <a:prstClr val="black"/>
                </a:solidFill>
                <a:latin typeface="URW Palladio IT" pitchFamily="2" charset="0"/>
              </a:rPr>
              <a:t> </a:t>
            </a:r>
            <a:r>
              <a:rPr lang="en-US" sz="3200" b="1" dirty="0" err="1">
                <a:solidFill>
                  <a:prstClr val="black"/>
                </a:solidFill>
                <a:latin typeface="URW Palladio IT" pitchFamily="2" charset="0"/>
              </a:rPr>
              <a:t>Miläya</a:t>
            </a:r>
            <a:r>
              <a:rPr lang="en-US" sz="3200" b="1" dirty="0">
                <a:solidFill>
                  <a:prstClr val="black"/>
                </a:solidFill>
                <a:latin typeface="URW Palladio IT" pitchFamily="2" charset="0"/>
              </a:rPr>
              <a:t> </a:t>
            </a:r>
            <a:r>
              <a:rPr lang="en-US" sz="3200" b="1" dirty="0" err="1">
                <a:solidFill>
                  <a:prstClr val="black"/>
                </a:solidFill>
                <a:latin typeface="URW Palladio IT" pitchFamily="2" charset="0"/>
              </a:rPr>
              <a:t>Räja</a:t>
            </a:r>
            <a:r>
              <a:rPr lang="en-US" sz="3200" b="1" dirty="0">
                <a:solidFill>
                  <a:prstClr val="black"/>
                </a:solidFill>
                <a:latin typeface="URW Palladio IT" pitchFamily="2" charset="0"/>
              </a:rPr>
              <a:t> Pada </a:t>
            </a:r>
            <a:r>
              <a:rPr lang="en-US" sz="3200" b="1" dirty="0" err="1">
                <a:solidFill>
                  <a:prstClr val="black"/>
                </a:solidFill>
                <a:latin typeface="URW Palladio IT" pitchFamily="2" charset="0"/>
              </a:rPr>
              <a:t>Dénhä</a:t>
            </a:r>
            <a:r>
              <a:rPr lang="en-US" sz="3200" b="1" dirty="0">
                <a:solidFill>
                  <a:prstClr val="black"/>
                </a:solidFill>
                <a:latin typeface="URW Palladio IT" pitchFamily="2" charset="0"/>
              </a:rPr>
              <a:t> || - 16</a:t>
            </a:r>
          </a:p>
          <a:p>
            <a:pPr algn="ctr" defTabSz="914309"/>
            <a:endParaRPr lang="en-US" sz="3200" b="1" dirty="0">
              <a:solidFill>
                <a:prstClr val="black"/>
              </a:solidFill>
              <a:latin typeface="URW Palladio IT" pitchFamily="2" charset="0"/>
            </a:endParaRPr>
          </a:p>
          <a:p>
            <a:pPr algn="ctr" defTabSz="914309"/>
            <a:r>
              <a:rPr lang="en-US" sz="3200" b="1" dirty="0" err="1">
                <a:solidFill>
                  <a:prstClr val="black"/>
                </a:solidFill>
                <a:latin typeface="Calibri" pitchFamily="34" charset="0"/>
              </a:rPr>
              <a:t>ತುಮ</a:t>
            </a:r>
            <a:r>
              <a:rPr lang="en-US" sz="3200" b="1" dirty="0">
                <a:solidFill>
                  <a:prstClr val="black"/>
                </a:solidFill>
                <a:latin typeface="Calibri" pitchFamily="34" charset="0"/>
              </a:rPr>
              <a:t> </a:t>
            </a:r>
            <a:r>
              <a:rPr lang="en-US" sz="3200" b="1" dirty="0" err="1">
                <a:solidFill>
                  <a:prstClr val="black"/>
                </a:solidFill>
                <a:latin typeface="Calibri" pitchFamily="34" charset="0"/>
              </a:rPr>
              <a:t>ಉಪಕಾರ</a:t>
            </a:r>
            <a:r>
              <a:rPr lang="en-US" sz="3200" b="1" dirty="0">
                <a:solidFill>
                  <a:prstClr val="black"/>
                </a:solidFill>
                <a:latin typeface="Calibri" pitchFamily="34" charset="0"/>
              </a:rPr>
              <a:t> </a:t>
            </a:r>
            <a:r>
              <a:rPr lang="en-US" sz="3200" b="1" dirty="0" err="1">
                <a:solidFill>
                  <a:prstClr val="black"/>
                </a:solidFill>
                <a:latin typeface="Calibri" pitchFamily="34" charset="0"/>
              </a:rPr>
              <a:t>ಸುಗ್ರೀವಹಿ</a:t>
            </a:r>
            <a:r>
              <a:rPr lang="en-US" sz="3200" b="1" dirty="0">
                <a:solidFill>
                  <a:prstClr val="black"/>
                </a:solidFill>
                <a:latin typeface="Calibri" pitchFamily="34" charset="0"/>
              </a:rPr>
              <a:t> </a:t>
            </a:r>
            <a:r>
              <a:rPr lang="en-US" sz="3200" b="1" dirty="0" err="1">
                <a:solidFill>
                  <a:prstClr val="black"/>
                </a:solidFill>
                <a:latin typeface="Calibri" pitchFamily="34" charset="0"/>
              </a:rPr>
              <a:t>ಕೀಂಹಾ</a:t>
            </a:r>
            <a:r>
              <a:rPr lang="en-US" sz="3200" b="1" dirty="0">
                <a:solidFill>
                  <a:prstClr val="black"/>
                </a:solidFill>
                <a:latin typeface="Calibri" pitchFamily="34" charset="0"/>
              </a:rPr>
              <a:t> ।</a:t>
            </a:r>
          </a:p>
          <a:p>
            <a:pPr algn="ctr" defTabSz="914309"/>
            <a:r>
              <a:rPr lang="en-US" sz="3200" b="1" dirty="0" err="1">
                <a:solidFill>
                  <a:prstClr val="black"/>
                </a:solidFill>
                <a:latin typeface="Calibri" pitchFamily="34" charset="0"/>
              </a:rPr>
              <a:t>ರಾಮ</a:t>
            </a:r>
            <a:r>
              <a:rPr lang="en-US" sz="3200" b="1" dirty="0">
                <a:solidFill>
                  <a:prstClr val="black"/>
                </a:solidFill>
                <a:latin typeface="Calibri" pitchFamily="34" charset="0"/>
              </a:rPr>
              <a:t> </a:t>
            </a:r>
            <a:r>
              <a:rPr lang="en-US" sz="3200" b="1" dirty="0" err="1">
                <a:solidFill>
                  <a:prstClr val="black"/>
                </a:solidFill>
                <a:latin typeface="Calibri" pitchFamily="34" charset="0"/>
              </a:rPr>
              <a:t>ಮಿಲಾಯ</a:t>
            </a:r>
            <a:r>
              <a:rPr lang="en-US" sz="3200" b="1" dirty="0">
                <a:solidFill>
                  <a:prstClr val="black"/>
                </a:solidFill>
                <a:latin typeface="Calibri" pitchFamily="34" charset="0"/>
              </a:rPr>
              <a:t> </a:t>
            </a:r>
            <a:r>
              <a:rPr lang="en-US" sz="3200" b="1" dirty="0" err="1">
                <a:solidFill>
                  <a:prstClr val="black"/>
                </a:solidFill>
                <a:latin typeface="Calibri" pitchFamily="34" charset="0"/>
              </a:rPr>
              <a:t>ರಾಜ</a:t>
            </a:r>
            <a:r>
              <a:rPr lang="en-US" sz="3200" b="1" dirty="0">
                <a:solidFill>
                  <a:prstClr val="black"/>
                </a:solidFill>
                <a:latin typeface="Calibri" pitchFamily="34" charset="0"/>
              </a:rPr>
              <a:t> </a:t>
            </a:r>
            <a:r>
              <a:rPr lang="en-US" sz="3200" b="1" dirty="0" err="1">
                <a:solidFill>
                  <a:prstClr val="black"/>
                </a:solidFill>
                <a:latin typeface="Calibri" pitchFamily="34" charset="0"/>
              </a:rPr>
              <a:t>ಪದ</a:t>
            </a:r>
            <a:r>
              <a:rPr lang="en-US" sz="3200" b="1" dirty="0">
                <a:solidFill>
                  <a:prstClr val="black"/>
                </a:solidFill>
                <a:latin typeface="Calibri" pitchFamily="34" charset="0"/>
              </a:rPr>
              <a:t> </a:t>
            </a:r>
            <a:r>
              <a:rPr lang="en-US" sz="3200" b="1" dirty="0" err="1">
                <a:solidFill>
                  <a:prstClr val="black"/>
                </a:solidFill>
                <a:latin typeface="Calibri" pitchFamily="34" charset="0"/>
              </a:rPr>
              <a:t>ದೀಂಹಾ</a:t>
            </a:r>
            <a:r>
              <a:rPr lang="en-US" sz="3200" b="1" dirty="0">
                <a:solidFill>
                  <a:prstClr val="black"/>
                </a:solidFill>
                <a:latin typeface="Calibri" pitchFamily="34" charset="0"/>
              </a:rPr>
              <a:t> ॥</a:t>
            </a:r>
            <a:r>
              <a:rPr lang="kn-IN" sz="3200" b="1" dirty="0">
                <a:solidFill>
                  <a:prstClr val="black"/>
                </a:solidFill>
                <a:latin typeface="Calibri" pitchFamily="34" charset="0"/>
                <a:ea typeface="Tunga" pitchFamily="2"/>
                <a:cs typeface="Tunga" pitchFamily="2"/>
              </a:rPr>
              <a:t>೧೬</a:t>
            </a:r>
            <a:r>
              <a:rPr lang="en-US" sz="3200" b="1" dirty="0">
                <a:solidFill>
                  <a:prstClr val="black"/>
                </a:solidFill>
                <a:latin typeface="Calibri" pitchFamily="34" charset="0"/>
              </a:rPr>
              <a:t>॥</a:t>
            </a:r>
          </a:p>
          <a:p>
            <a:pPr algn="ctr" defTabSz="914309"/>
            <a:endParaRPr lang="en-US" sz="4000" b="1" dirty="0">
              <a:solidFill>
                <a:prstClr val="black"/>
              </a:solidFill>
              <a:latin typeface="Calibri" pitchFamily="34" charset="0"/>
            </a:endParaRPr>
          </a:p>
          <a:p>
            <a:pPr algn="ctr" defTabSz="914309"/>
            <a:r>
              <a:rPr lang="en-US" sz="2399" b="1" dirty="0" err="1">
                <a:solidFill>
                  <a:prstClr val="black"/>
                </a:solidFill>
                <a:latin typeface="Palatino Linotype" pitchFamily="18" charset="0"/>
              </a:rPr>
              <a:t>Hanumanji</a:t>
            </a:r>
            <a:r>
              <a:rPr lang="en-US" sz="2399" b="1" dirty="0">
                <a:solidFill>
                  <a:prstClr val="black"/>
                </a:solidFill>
                <a:latin typeface="Palatino Linotype" pitchFamily="18" charset="0"/>
              </a:rPr>
              <a:t>! You rendered a great service for Sugriva, It were you who united him with SHRI RAM and installed him on the Royal Throne.</a:t>
            </a:r>
          </a:p>
          <a:p>
            <a:pPr algn="ctr" defTabSz="914309"/>
            <a:r>
              <a:rPr lang="en-US" sz="3200" b="1" dirty="0">
                <a:solidFill>
                  <a:prstClr val="black"/>
                </a:solidFill>
                <a:latin typeface="Palatino Linotype" pitchFamily="18" charset="0"/>
              </a:rPr>
              <a:t>		</a:t>
            </a:r>
            <a:endParaRPr lang="en-US" sz="3200" dirty="0">
              <a:solidFill>
                <a:prstClr val="black"/>
              </a:solidFill>
              <a:latin typeface="Calibri" pitchFamily="34" charset="0"/>
            </a:endParaRPr>
          </a:p>
        </p:txBody>
      </p:sp>
    </p:spTree>
    <p:extLst>
      <p:ext uri="{BB962C8B-B14F-4D97-AF65-F5344CB8AC3E}">
        <p14:creationId xmlns:p14="http://schemas.microsoft.com/office/powerpoint/2010/main" val="43845799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ChangeArrowheads="1"/>
          </p:cNvSpPr>
          <p:nvPr/>
        </p:nvSpPr>
        <p:spPr bwMode="auto">
          <a:xfrm>
            <a:off x="1524133" y="100"/>
            <a:ext cx="9143736" cy="861807"/>
          </a:xfrm>
          <a:prstGeom prst="rect">
            <a:avLst/>
          </a:prstGeom>
          <a:noFill/>
          <a:ln w="9525">
            <a:noFill/>
            <a:miter lim="800000"/>
            <a:headEnd/>
            <a:tailEnd/>
          </a:ln>
        </p:spPr>
        <p:txBody>
          <a:bodyPr>
            <a:spAutoFit/>
          </a:bodyPr>
          <a:lstStyle/>
          <a:p>
            <a:pPr algn="ctr" defTabSz="914309"/>
            <a:r>
              <a:rPr lang="en-IN" sz="2500" b="1">
                <a:solidFill>
                  <a:srgbClr val="FFFFFF"/>
                </a:solidFill>
                <a:latin typeface="Aparajita" pitchFamily="34" charset="0"/>
              </a:rPr>
              <a:t>॥ इति श्रीमद्गोस्वामीतुलसीदासजी अवधी भाषायां विरचितं श्रीहनुमान चालीसा ॥</a:t>
            </a:r>
            <a:endParaRPr lang="en-US" sz="2500" b="1">
              <a:solidFill>
                <a:srgbClr val="FFFFFF"/>
              </a:solidFill>
              <a:latin typeface="Aparajita" pitchFamily="34" charset="0"/>
            </a:endParaRPr>
          </a:p>
        </p:txBody>
      </p:sp>
      <p:sp>
        <p:nvSpPr>
          <p:cNvPr id="44035" name="Rectangle 1"/>
          <p:cNvSpPr>
            <a:spLocks noChangeArrowheads="1"/>
          </p:cNvSpPr>
          <p:nvPr/>
        </p:nvSpPr>
        <p:spPr bwMode="auto">
          <a:xfrm>
            <a:off x="1524133" y="4648164"/>
            <a:ext cx="9143736" cy="2677729"/>
          </a:xfrm>
          <a:prstGeom prst="rect">
            <a:avLst/>
          </a:prstGeom>
          <a:noFill/>
          <a:ln w="9525">
            <a:noFill/>
            <a:miter lim="800000"/>
            <a:headEnd/>
            <a:tailEnd/>
          </a:ln>
        </p:spPr>
        <p:txBody>
          <a:bodyPr>
            <a:spAutoFit/>
          </a:bodyPr>
          <a:lstStyle/>
          <a:p>
            <a:pPr defTabSz="914309"/>
            <a:r>
              <a:rPr lang="en-US" sz="2800" b="1" dirty="0">
                <a:solidFill>
                  <a:srgbClr val="000000"/>
                </a:solidFill>
                <a:latin typeface="Calibri"/>
              </a:rPr>
              <a:t>	</a:t>
            </a:r>
          </a:p>
          <a:p>
            <a:pPr defTabSz="914309"/>
            <a:r>
              <a:rPr lang="en-US" sz="2800" b="1" dirty="0">
                <a:solidFill>
                  <a:srgbClr val="000000"/>
                </a:solidFill>
                <a:latin typeface="Calibri"/>
              </a:rPr>
              <a:t>	</a:t>
            </a:r>
            <a:r>
              <a:rPr lang="hi-IN" sz="2800" b="1" dirty="0">
                <a:solidFill>
                  <a:srgbClr val="000000"/>
                </a:solidFill>
                <a:latin typeface="Calibri"/>
              </a:rPr>
              <a:t>राम लक्ष्मण जानकी</a:t>
            </a:r>
            <a:r>
              <a:rPr lang="en-US" sz="2800" b="1" dirty="0">
                <a:solidFill>
                  <a:srgbClr val="000000"/>
                </a:solidFill>
                <a:latin typeface="Calibri"/>
              </a:rPr>
              <a:t>	</a:t>
            </a:r>
            <a:r>
              <a:rPr lang="en-US" sz="2800" dirty="0" err="1">
                <a:solidFill>
                  <a:srgbClr val="000000"/>
                </a:solidFill>
                <a:latin typeface="URW Palladio IT" pitchFamily="2" charset="0"/>
              </a:rPr>
              <a:t>Räma</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La</a:t>
            </a:r>
            <a:r>
              <a:rPr lang="en-US" altLang="zh-CN" sz="2800" dirty="0" err="1">
                <a:solidFill>
                  <a:srgbClr val="000000"/>
                </a:solidFill>
                <a:latin typeface="URW Palladio IT" pitchFamily="2" charset="0"/>
                <a:ea typeface="宋体" panose="02010600030101010101" pitchFamily="2" charset="-122"/>
                <a:sym typeface="URW Palladio IT" pitchFamily="2" charset="0"/>
              </a:rPr>
              <a:t>kñ</a:t>
            </a:r>
            <a:r>
              <a:rPr lang="en-US" sz="2800" dirty="0" err="1">
                <a:solidFill>
                  <a:srgbClr val="000000"/>
                </a:solidFill>
                <a:latin typeface="URW Palladio IT" pitchFamily="2" charset="0"/>
              </a:rPr>
              <a:t>hmaëa</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Jänaké</a:t>
            </a:r>
            <a:endParaRPr lang="en-US" sz="2800" dirty="0">
              <a:solidFill>
                <a:srgbClr val="000000"/>
              </a:solidFill>
              <a:latin typeface="URW Palladio IT" pitchFamily="2" charset="0"/>
            </a:endParaRPr>
          </a:p>
          <a:p>
            <a:pPr defTabSz="914309"/>
            <a:r>
              <a:rPr lang="en-US" sz="2800" b="1" dirty="0">
                <a:solidFill>
                  <a:srgbClr val="000000"/>
                </a:solidFill>
                <a:latin typeface="Calibri"/>
              </a:rPr>
              <a:t>	</a:t>
            </a:r>
            <a:r>
              <a:rPr lang="hi-IN" sz="2800" b="1" dirty="0">
                <a:solidFill>
                  <a:srgbClr val="000000"/>
                </a:solidFill>
                <a:latin typeface="Calibri"/>
              </a:rPr>
              <a:t>जय बोलो हनुमान की</a:t>
            </a:r>
            <a:r>
              <a:rPr lang="en-US" sz="2800" b="1" dirty="0">
                <a:solidFill>
                  <a:srgbClr val="000000"/>
                </a:solidFill>
                <a:latin typeface="Calibri"/>
              </a:rPr>
              <a:t>	</a:t>
            </a:r>
            <a:r>
              <a:rPr lang="en-US" sz="2800" dirty="0">
                <a:solidFill>
                  <a:srgbClr val="000000"/>
                </a:solidFill>
                <a:latin typeface="URW Palladio IT" pitchFamily="2" charset="0"/>
              </a:rPr>
              <a:t> Jaya Bolo </a:t>
            </a:r>
            <a:r>
              <a:rPr lang="en-US" sz="2800" dirty="0" err="1">
                <a:solidFill>
                  <a:srgbClr val="000000"/>
                </a:solidFill>
                <a:latin typeface="URW Palladio IT" pitchFamily="2" charset="0"/>
              </a:rPr>
              <a:t>Hanumäna</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Ké</a:t>
            </a:r>
            <a:endParaRPr lang="en-CA" sz="2800" b="1" dirty="0">
              <a:solidFill>
                <a:srgbClr val="000000"/>
              </a:solidFill>
              <a:latin typeface="Calibri"/>
            </a:endParaRPr>
          </a:p>
          <a:p>
            <a:pPr defTabSz="914309"/>
            <a:r>
              <a:rPr lang="en-CA" sz="2800" b="1" dirty="0">
                <a:solidFill>
                  <a:srgbClr val="000000"/>
                </a:solidFill>
                <a:latin typeface="Calibri"/>
              </a:rPr>
              <a:t>			  </a:t>
            </a:r>
            <a:r>
              <a:rPr lang="kn-IN" sz="2800" b="1" dirty="0">
                <a:solidFill>
                  <a:srgbClr val="000000"/>
                </a:solidFill>
                <a:latin typeface="Calibri"/>
              </a:rPr>
              <a:t>ರಾಮ ಲಕ್ಷ್ಮಣ </a:t>
            </a:r>
            <a:r>
              <a:rPr lang="kn-IN" sz="2800" b="1" dirty="0" err="1">
                <a:solidFill>
                  <a:srgbClr val="000000"/>
                </a:solidFill>
                <a:latin typeface="Calibri"/>
              </a:rPr>
              <a:t>ಜಾನಕೀ</a:t>
            </a:r>
            <a:endParaRPr lang="kn-IN" sz="2800" b="1" dirty="0">
              <a:solidFill>
                <a:srgbClr val="000000"/>
              </a:solidFill>
              <a:latin typeface="Calibri"/>
            </a:endParaRPr>
          </a:p>
          <a:p>
            <a:pPr algn="ctr" defTabSz="914309"/>
            <a:r>
              <a:rPr lang="kn-IN" sz="2800" b="1" dirty="0">
                <a:solidFill>
                  <a:srgbClr val="000000"/>
                </a:solidFill>
                <a:latin typeface="Calibri"/>
              </a:rPr>
              <a:t>ಜೈ </a:t>
            </a:r>
            <a:r>
              <a:rPr lang="kn-IN" sz="2800" b="1" dirty="0" err="1">
                <a:solidFill>
                  <a:srgbClr val="000000"/>
                </a:solidFill>
                <a:latin typeface="Calibri"/>
              </a:rPr>
              <a:t>ಬೋಲೋ</a:t>
            </a:r>
            <a:r>
              <a:rPr lang="kn-IN" sz="2800" b="1" dirty="0">
                <a:solidFill>
                  <a:srgbClr val="000000"/>
                </a:solidFill>
                <a:latin typeface="Calibri"/>
              </a:rPr>
              <a:t> </a:t>
            </a:r>
            <a:r>
              <a:rPr lang="kn-IN" sz="2800" b="1" dirty="0" err="1">
                <a:solidFill>
                  <a:srgbClr val="000000"/>
                </a:solidFill>
                <a:latin typeface="Calibri"/>
              </a:rPr>
              <a:t>ಹನುಮಾನ್</a:t>
            </a:r>
            <a:r>
              <a:rPr lang="kn-IN" sz="2800" b="1" dirty="0">
                <a:solidFill>
                  <a:srgbClr val="000000"/>
                </a:solidFill>
                <a:latin typeface="Calibri"/>
              </a:rPr>
              <a:t> ಕೀ</a:t>
            </a:r>
            <a:endParaRPr lang="en-CA" sz="2800" b="1" dirty="0">
              <a:solidFill>
                <a:srgbClr val="000000"/>
              </a:solidFill>
              <a:latin typeface="Calibri"/>
            </a:endParaRPr>
          </a:p>
          <a:p>
            <a:pPr defTabSz="914309"/>
            <a:endParaRPr lang="en-IN" sz="2800" b="1" dirty="0">
              <a:solidFill>
                <a:srgbClr val="000000"/>
              </a:solidFill>
              <a:latin typeface="Calibri"/>
            </a:endParaRPr>
          </a:p>
        </p:txBody>
      </p:sp>
      <p:pic>
        <p:nvPicPr>
          <p:cNvPr id="44036" name="Picture 2" descr="G:\Rama\Lord-RamaLord-Shiva-And-Lord-Hanuman.jpg"/>
          <p:cNvPicPr>
            <a:picLocks noChangeAspect="1" noChangeArrowheads="1"/>
          </p:cNvPicPr>
          <p:nvPr/>
        </p:nvPicPr>
        <p:blipFill>
          <a:blip r:embed="rId2"/>
          <a:srcRect/>
          <a:stretch>
            <a:fillRect/>
          </a:stretch>
        </p:blipFill>
        <p:spPr bwMode="auto">
          <a:xfrm>
            <a:off x="1524133" y="-228493"/>
            <a:ext cx="9143736" cy="5410043"/>
          </a:xfrm>
          <a:prstGeom prst="rect">
            <a:avLst/>
          </a:prstGeom>
          <a:noFill/>
          <a:ln w="9525">
            <a:noFill/>
            <a:miter lim="800000"/>
            <a:headEnd/>
            <a:tailEnd/>
          </a:ln>
        </p:spPr>
      </p:pic>
    </p:spTree>
    <p:extLst>
      <p:ext uri="{BB962C8B-B14F-4D97-AF65-F5344CB8AC3E}">
        <p14:creationId xmlns:p14="http://schemas.microsoft.com/office/powerpoint/2010/main" val="194740725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
          <p:cNvSpPr>
            <a:spLocks noChangeArrowheads="1"/>
          </p:cNvSpPr>
          <p:nvPr/>
        </p:nvSpPr>
        <p:spPr bwMode="auto">
          <a:xfrm>
            <a:off x="1600330" y="100"/>
            <a:ext cx="9143736" cy="6093543"/>
          </a:xfrm>
          <a:prstGeom prst="rect">
            <a:avLst/>
          </a:prstGeom>
          <a:noFill/>
          <a:ln w="9525">
            <a:noFill/>
            <a:miter lim="800000"/>
            <a:headEnd/>
            <a:tailEnd/>
          </a:ln>
        </p:spPr>
        <p:txBody>
          <a:bodyPr>
            <a:spAutoFit/>
          </a:bodyPr>
          <a:lstStyle/>
          <a:p>
            <a:pPr algn="ctr" defTabSz="914309"/>
            <a:endParaRPr lang="en-IN" sz="1400" b="1" dirty="0">
              <a:solidFill>
                <a:prstClr val="black"/>
              </a:solidFill>
              <a:latin typeface="Aparajita" pitchFamily="34" charset="0"/>
            </a:endParaRPr>
          </a:p>
          <a:p>
            <a:pPr algn="ctr" defTabSz="914309"/>
            <a:r>
              <a:rPr lang="en-IN" sz="4400" b="1" dirty="0">
                <a:solidFill>
                  <a:srgbClr val="00B050"/>
                </a:solidFill>
                <a:latin typeface="Sanskrit 99" pitchFamily="2" charset="0"/>
              </a:rPr>
              <a:t>	</a:t>
            </a:r>
            <a:r>
              <a:rPr lang="en-IN" sz="4000" b="1" dirty="0" err="1">
                <a:solidFill>
                  <a:prstClr val="black"/>
                </a:solidFill>
                <a:latin typeface="Aparajita" pitchFamily="34" charset="0"/>
              </a:rPr>
              <a:t>तुह्मरो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मन्त्र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बिभीषन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माना</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लङ्केस्वर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भए</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सब</a:t>
            </a:r>
            <a:r>
              <a:rPr lang="en-IN" sz="4000" b="1" dirty="0">
                <a:solidFill>
                  <a:prstClr val="black"/>
                </a:solidFill>
                <a:latin typeface="Aparajita" pitchFamily="34" charset="0"/>
              </a:rPr>
              <a:t> </a:t>
            </a:r>
            <a:r>
              <a:rPr lang="en-IN" sz="4000" b="1" dirty="0" err="1">
                <a:solidFill>
                  <a:prstClr val="black"/>
                </a:solidFill>
                <a:latin typeface="Aparajita" pitchFamily="34" charset="0"/>
              </a:rPr>
              <a:t>जग</a:t>
            </a:r>
            <a:r>
              <a:rPr lang="en-IN" sz="4000" b="1" dirty="0">
                <a:solidFill>
                  <a:prstClr val="black"/>
                </a:solidFill>
                <a:latin typeface="Aparajita" pitchFamily="34" charset="0"/>
              </a:rPr>
              <a:t> </a:t>
            </a:r>
            <a:r>
              <a:rPr lang="en-IN" sz="4000" b="1" dirty="0" err="1">
                <a:solidFill>
                  <a:prstClr val="black"/>
                </a:solidFill>
                <a:latin typeface="Aparajita" pitchFamily="34" charset="0"/>
              </a:rPr>
              <a:t>जाना</a:t>
            </a:r>
            <a:r>
              <a:rPr lang="en-IN" sz="4000" b="1" dirty="0">
                <a:solidFill>
                  <a:prstClr val="black"/>
                </a:solidFill>
                <a:latin typeface="Aparajita" pitchFamily="34" charset="0"/>
              </a:rPr>
              <a:t> ॥१७॥</a:t>
            </a:r>
          </a:p>
          <a:p>
            <a:pPr algn="ctr" defTabSz="914309"/>
            <a:endParaRPr lang="en-IN" sz="4000" b="1" dirty="0">
              <a:solidFill>
                <a:prstClr val="black"/>
              </a:solidFill>
              <a:latin typeface="Aparajita" pitchFamily="34" charset="0"/>
            </a:endParaRPr>
          </a:p>
          <a:p>
            <a:pPr algn="ctr" defTabSz="914309"/>
            <a:r>
              <a:rPr lang="en-US" sz="3600" b="1" dirty="0" err="1">
                <a:solidFill>
                  <a:prstClr val="black"/>
                </a:solidFill>
                <a:latin typeface="URW Palladio IT" pitchFamily="2" charset="0"/>
              </a:rPr>
              <a:t>Tumharo</a:t>
            </a:r>
            <a:r>
              <a:rPr lang="en-US" sz="3600" b="1" dirty="0">
                <a:solidFill>
                  <a:prstClr val="black"/>
                </a:solidFill>
                <a:latin typeface="URW Palladio IT" pitchFamily="2" charset="0"/>
              </a:rPr>
              <a:t> Mantra </a:t>
            </a:r>
            <a:r>
              <a:rPr lang="en-US" sz="3600" b="1" dirty="0" err="1">
                <a:solidFill>
                  <a:prstClr val="black"/>
                </a:solidFill>
                <a:latin typeface="URW Palladio IT" pitchFamily="2" charset="0"/>
              </a:rPr>
              <a:t>Bibhéñana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Mänä</a:t>
            </a:r>
            <a:r>
              <a:rPr lang="en-US" sz="3600" b="1" dirty="0">
                <a:solidFill>
                  <a:prstClr val="black"/>
                </a:solidFill>
                <a:latin typeface="URW Palladio IT" pitchFamily="2" charset="0"/>
              </a:rPr>
              <a:t> | </a:t>
            </a:r>
          </a:p>
          <a:p>
            <a:pPr algn="ctr" defTabSz="914309"/>
            <a:r>
              <a:rPr lang="en-US" sz="3600" b="1" dirty="0" err="1">
                <a:solidFill>
                  <a:prstClr val="black"/>
                </a:solidFill>
                <a:latin typeface="URW Palladio IT" pitchFamily="2" charset="0"/>
              </a:rPr>
              <a:t>Laìkesvara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Bhae</a:t>
            </a:r>
            <a:r>
              <a:rPr lang="en-US" sz="3600" b="1" dirty="0">
                <a:solidFill>
                  <a:prstClr val="black"/>
                </a:solidFill>
                <a:latin typeface="URW Palladio IT" pitchFamily="2" charset="0"/>
              </a:rPr>
              <a:t> Saba Jaga </a:t>
            </a:r>
            <a:r>
              <a:rPr lang="en-US" sz="3600" b="1" dirty="0" err="1">
                <a:solidFill>
                  <a:prstClr val="black"/>
                </a:solidFill>
                <a:latin typeface="URW Palladio IT" pitchFamily="2" charset="0"/>
              </a:rPr>
              <a:t>Jänä</a:t>
            </a:r>
            <a:r>
              <a:rPr lang="en-US" sz="3600" b="1" dirty="0">
                <a:solidFill>
                  <a:prstClr val="black"/>
                </a:solidFill>
                <a:latin typeface="URW Palladio IT" pitchFamily="2" charset="0"/>
              </a:rPr>
              <a:t> || - 17</a:t>
            </a:r>
          </a:p>
          <a:p>
            <a:pPr algn="ctr" defTabSz="914309"/>
            <a:endParaRPr lang="en-US" sz="3600" b="1" dirty="0">
              <a:solidFill>
                <a:prstClr val="black"/>
              </a:solidFill>
              <a:latin typeface="URW Palladio IT" pitchFamily="2" charset="0"/>
            </a:endParaRPr>
          </a:p>
          <a:p>
            <a:pPr algn="ctr" defTabSz="914309"/>
            <a:r>
              <a:rPr lang="en-US" sz="3200" b="1" dirty="0" err="1">
                <a:solidFill>
                  <a:prstClr val="black"/>
                </a:solidFill>
                <a:latin typeface="Calibri" pitchFamily="34" charset="0"/>
              </a:rPr>
              <a:t>ತುಮ್ಹ</a:t>
            </a:r>
            <a:r>
              <a:rPr lang="kn-IN" sz="3200" b="1" dirty="0" err="1">
                <a:solidFill>
                  <a:prstClr val="black"/>
                </a:solidFill>
                <a:latin typeface="Calibri" pitchFamily="34" charset="0"/>
                <a:ea typeface="Tunga" pitchFamily="2"/>
                <a:cs typeface="Tunga" pitchFamily="2"/>
              </a:rPr>
              <a:t>ರೋ</a:t>
            </a:r>
            <a:r>
              <a:rPr lang="en-US" sz="3200" b="1" dirty="0">
                <a:solidFill>
                  <a:prstClr val="black"/>
                </a:solidFill>
                <a:latin typeface="Calibri" pitchFamily="34" charset="0"/>
              </a:rPr>
              <a:t> </a:t>
            </a:r>
            <a:r>
              <a:rPr lang="en-US" sz="3200" b="1" dirty="0" err="1">
                <a:solidFill>
                  <a:prstClr val="black"/>
                </a:solidFill>
                <a:latin typeface="Calibri" pitchFamily="34" charset="0"/>
              </a:rPr>
              <a:t>ಮಂತ್ರ</a:t>
            </a:r>
            <a:r>
              <a:rPr lang="en-US" sz="3200" b="1" dirty="0">
                <a:solidFill>
                  <a:prstClr val="black"/>
                </a:solidFill>
                <a:latin typeface="Calibri" pitchFamily="34" charset="0"/>
              </a:rPr>
              <a:t> </a:t>
            </a:r>
            <a:r>
              <a:rPr lang="en-US" sz="3200" b="1" dirty="0" err="1">
                <a:solidFill>
                  <a:prstClr val="black"/>
                </a:solidFill>
                <a:latin typeface="Calibri" pitchFamily="34" charset="0"/>
              </a:rPr>
              <a:t>ಬಿಭೀಷಣ</a:t>
            </a:r>
            <a:r>
              <a:rPr lang="en-US" sz="3200" b="1" dirty="0">
                <a:solidFill>
                  <a:prstClr val="black"/>
                </a:solidFill>
                <a:latin typeface="Calibri" pitchFamily="34" charset="0"/>
              </a:rPr>
              <a:t> </a:t>
            </a:r>
            <a:r>
              <a:rPr lang="en-US" sz="3200" b="1" dirty="0" err="1">
                <a:solidFill>
                  <a:prstClr val="black"/>
                </a:solidFill>
                <a:latin typeface="Calibri" pitchFamily="34" charset="0"/>
              </a:rPr>
              <a:t>ಮಾನಾ</a:t>
            </a:r>
            <a:r>
              <a:rPr lang="en-US" sz="3200" b="1" dirty="0">
                <a:solidFill>
                  <a:prstClr val="black"/>
                </a:solidFill>
                <a:latin typeface="Calibri" pitchFamily="34" charset="0"/>
              </a:rPr>
              <a:t> ।</a:t>
            </a:r>
          </a:p>
          <a:p>
            <a:pPr algn="ctr" defTabSz="914309"/>
            <a:r>
              <a:rPr lang="en-US" sz="3200" b="1" dirty="0" err="1">
                <a:solidFill>
                  <a:prstClr val="black"/>
                </a:solidFill>
                <a:latin typeface="Calibri" pitchFamily="34" charset="0"/>
              </a:rPr>
              <a:t>ಲಂಕೇಶ್ವರ</a:t>
            </a:r>
            <a:r>
              <a:rPr lang="en-US" sz="3200" b="1" dirty="0">
                <a:solidFill>
                  <a:prstClr val="black"/>
                </a:solidFill>
                <a:latin typeface="Calibri" pitchFamily="34" charset="0"/>
              </a:rPr>
              <a:t> </a:t>
            </a:r>
            <a:r>
              <a:rPr lang="en-US" sz="3200" b="1" dirty="0" err="1">
                <a:solidFill>
                  <a:prstClr val="black"/>
                </a:solidFill>
                <a:latin typeface="Calibri" pitchFamily="34" charset="0"/>
              </a:rPr>
              <a:t>ಭಯೇ</a:t>
            </a:r>
            <a:r>
              <a:rPr lang="en-US" sz="3200" b="1" dirty="0">
                <a:solidFill>
                  <a:prstClr val="black"/>
                </a:solidFill>
                <a:latin typeface="Calibri" pitchFamily="34" charset="0"/>
              </a:rPr>
              <a:t> </a:t>
            </a:r>
            <a:r>
              <a:rPr lang="en-US" sz="3200" b="1" dirty="0" err="1">
                <a:solidFill>
                  <a:prstClr val="black"/>
                </a:solidFill>
                <a:latin typeface="Calibri" pitchFamily="34" charset="0"/>
              </a:rPr>
              <a:t>ಸಬ</a:t>
            </a:r>
            <a:r>
              <a:rPr lang="en-US" sz="3200" b="1" dirty="0">
                <a:solidFill>
                  <a:prstClr val="black"/>
                </a:solidFill>
                <a:latin typeface="Calibri" pitchFamily="34" charset="0"/>
              </a:rPr>
              <a:t> </a:t>
            </a:r>
            <a:r>
              <a:rPr lang="en-US" sz="3200" b="1" dirty="0" err="1">
                <a:solidFill>
                  <a:prstClr val="black"/>
                </a:solidFill>
                <a:latin typeface="Calibri" pitchFamily="34" charset="0"/>
              </a:rPr>
              <a:t>ಜಗ</a:t>
            </a:r>
            <a:r>
              <a:rPr lang="en-US" sz="3200" b="1" dirty="0">
                <a:solidFill>
                  <a:prstClr val="black"/>
                </a:solidFill>
                <a:latin typeface="Calibri" pitchFamily="34" charset="0"/>
              </a:rPr>
              <a:t> </a:t>
            </a:r>
            <a:r>
              <a:rPr lang="en-US" sz="3200" b="1" dirty="0" err="1">
                <a:solidFill>
                  <a:prstClr val="black"/>
                </a:solidFill>
                <a:latin typeface="Calibri" pitchFamily="34" charset="0"/>
              </a:rPr>
              <a:t>ಜಾನಾ</a:t>
            </a:r>
            <a:r>
              <a:rPr lang="en-US" sz="3200" b="1" dirty="0">
                <a:solidFill>
                  <a:prstClr val="black"/>
                </a:solidFill>
                <a:latin typeface="Calibri" pitchFamily="34" charset="0"/>
              </a:rPr>
              <a:t> ॥</a:t>
            </a:r>
            <a:r>
              <a:rPr lang="kn-IN" sz="3200" b="1" dirty="0">
                <a:solidFill>
                  <a:prstClr val="black"/>
                </a:solidFill>
                <a:latin typeface="Calibri" pitchFamily="34" charset="0"/>
                <a:ea typeface="Tunga" pitchFamily="2"/>
                <a:cs typeface="Tunga" pitchFamily="2"/>
              </a:rPr>
              <a:t>೧೭</a:t>
            </a:r>
            <a:r>
              <a:rPr lang="en-US" sz="3200" b="1" dirty="0">
                <a:solidFill>
                  <a:prstClr val="black"/>
                </a:solidFill>
                <a:latin typeface="Calibri" pitchFamily="34" charset="0"/>
              </a:rPr>
              <a:t>॥</a:t>
            </a:r>
          </a:p>
          <a:p>
            <a:pPr algn="ctr" defTabSz="914309"/>
            <a:endParaRPr lang="en-US" sz="3200" b="1" dirty="0">
              <a:solidFill>
                <a:prstClr val="black"/>
              </a:solidFill>
              <a:latin typeface="Calibri" pitchFamily="34" charset="0"/>
            </a:endParaRPr>
          </a:p>
          <a:p>
            <a:pPr algn="ctr" defTabSz="914309"/>
            <a:r>
              <a:rPr lang="en-US" sz="2399" b="1" dirty="0">
                <a:solidFill>
                  <a:prstClr val="black"/>
                </a:solidFill>
                <a:latin typeface="Palatino Linotype" pitchFamily="18" charset="0"/>
              </a:rPr>
              <a:t>By heeding your advice. </a:t>
            </a:r>
            <a:r>
              <a:rPr lang="en-US" sz="2399" b="1" dirty="0" err="1">
                <a:solidFill>
                  <a:prstClr val="black"/>
                </a:solidFill>
                <a:latin typeface="Palatino Linotype" pitchFamily="18" charset="0"/>
              </a:rPr>
              <a:t>Vibhishan</a:t>
            </a:r>
            <a:r>
              <a:rPr lang="en-US" sz="2399" b="1" dirty="0">
                <a:solidFill>
                  <a:prstClr val="black"/>
                </a:solidFill>
                <a:latin typeface="Palatino Linotype" pitchFamily="18" charset="0"/>
              </a:rPr>
              <a:t> became Lord of Lanka, which is known all over the universe.</a:t>
            </a:r>
          </a:p>
        </p:txBody>
      </p:sp>
    </p:spTree>
    <p:extLst>
      <p:ext uri="{BB962C8B-B14F-4D97-AF65-F5344CB8AC3E}">
        <p14:creationId xmlns:p14="http://schemas.microsoft.com/office/powerpoint/2010/main" val="348322043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1"/>
          <p:cNvSpPr>
            <a:spLocks noChangeArrowheads="1"/>
          </p:cNvSpPr>
          <p:nvPr/>
        </p:nvSpPr>
        <p:spPr bwMode="auto">
          <a:xfrm>
            <a:off x="1676528" y="115"/>
            <a:ext cx="8762746" cy="7663051"/>
          </a:xfrm>
          <a:prstGeom prst="rect">
            <a:avLst/>
          </a:prstGeom>
          <a:noFill/>
          <a:ln w="9525">
            <a:noFill/>
            <a:miter lim="800000"/>
            <a:headEnd/>
            <a:tailEnd/>
          </a:ln>
        </p:spPr>
        <p:txBody>
          <a:bodyPr>
            <a:spAutoFit/>
          </a:bodyPr>
          <a:lstStyle/>
          <a:p>
            <a:pPr algn="ctr" defTabSz="914309"/>
            <a:endParaRPr lang="en-IN" sz="16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जुग</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सहस्र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जोजन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पर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भानु</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लील्यो</a:t>
            </a:r>
            <a:r>
              <a:rPr lang="en-IN" sz="4000" b="1" dirty="0">
                <a:solidFill>
                  <a:prstClr val="black"/>
                </a:solidFill>
                <a:latin typeface="Aparajita" pitchFamily="34" charset="0"/>
              </a:rPr>
              <a:t> </a:t>
            </a:r>
            <a:r>
              <a:rPr lang="en-IN" sz="4000" b="1" dirty="0" err="1">
                <a:solidFill>
                  <a:prstClr val="black"/>
                </a:solidFill>
                <a:latin typeface="Aparajita" pitchFamily="34" charset="0"/>
              </a:rPr>
              <a:t>ताहि</a:t>
            </a:r>
            <a:r>
              <a:rPr lang="en-IN" sz="4000" b="1" dirty="0">
                <a:solidFill>
                  <a:prstClr val="black"/>
                </a:solidFill>
                <a:latin typeface="Aparajita" pitchFamily="34" charset="0"/>
              </a:rPr>
              <a:t> </a:t>
            </a:r>
            <a:r>
              <a:rPr lang="en-IN" sz="4000" b="1" dirty="0" err="1">
                <a:solidFill>
                  <a:prstClr val="black"/>
                </a:solidFill>
                <a:latin typeface="Aparajita" pitchFamily="34" charset="0"/>
              </a:rPr>
              <a:t>मधुर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फल</a:t>
            </a:r>
            <a:r>
              <a:rPr lang="en-IN" sz="4000" b="1" dirty="0">
                <a:solidFill>
                  <a:prstClr val="black"/>
                </a:solidFill>
                <a:latin typeface="Aparajita" pitchFamily="34" charset="0"/>
              </a:rPr>
              <a:t> </a:t>
            </a:r>
            <a:r>
              <a:rPr lang="en-IN" sz="4000" b="1" dirty="0" err="1">
                <a:solidFill>
                  <a:prstClr val="black"/>
                </a:solidFill>
                <a:latin typeface="Aparajita" pitchFamily="34" charset="0"/>
              </a:rPr>
              <a:t>जानू</a:t>
            </a:r>
            <a:r>
              <a:rPr lang="en-IN" sz="4000" b="1" dirty="0">
                <a:solidFill>
                  <a:prstClr val="black"/>
                </a:solidFill>
                <a:latin typeface="Aparajita" pitchFamily="34" charset="0"/>
              </a:rPr>
              <a:t> ॥१८॥</a:t>
            </a:r>
          </a:p>
          <a:p>
            <a:pPr algn="ctr" defTabSz="914309"/>
            <a:endParaRPr lang="en-IN" sz="3600" b="1" dirty="0">
              <a:solidFill>
                <a:prstClr val="black"/>
              </a:solidFill>
              <a:latin typeface="Aparajita" pitchFamily="34" charset="0"/>
            </a:endParaRPr>
          </a:p>
          <a:p>
            <a:pPr algn="ctr" defTabSz="914309"/>
            <a:r>
              <a:rPr lang="en-US" sz="3600" b="1" dirty="0">
                <a:solidFill>
                  <a:prstClr val="black"/>
                </a:solidFill>
                <a:latin typeface="URW Palladio IT" pitchFamily="2" charset="0"/>
              </a:rPr>
              <a:t>Juga </a:t>
            </a:r>
            <a:r>
              <a:rPr lang="en-US" sz="3600" b="1" dirty="0" err="1">
                <a:solidFill>
                  <a:prstClr val="black"/>
                </a:solidFill>
                <a:latin typeface="URW Palladio IT" pitchFamily="2" charset="0"/>
              </a:rPr>
              <a:t>Sahasra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Jojana</a:t>
            </a:r>
            <a:r>
              <a:rPr lang="en-US" sz="3600" b="1" dirty="0">
                <a:solidFill>
                  <a:prstClr val="black"/>
                </a:solidFill>
                <a:latin typeface="URW Palladio IT" pitchFamily="2" charset="0"/>
              </a:rPr>
              <a:t> Para </a:t>
            </a:r>
            <a:r>
              <a:rPr lang="en-US" sz="3600" b="1" dirty="0" err="1">
                <a:solidFill>
                  <a:prstClr val="black"/>
                </a:solidFill>
                <a:latin typeface="URW Palladio IT" pitchFamily="2" charset="0"/>
              </a:rPr>
              <a:t>Bhänü</a:t>
            </a:r>
            <a:r>
              <a:rPr lang="en-US" sz="3600" b="1" dirty="0">
                <a:solidFill>
                  <a:prstClr val="black"/>
                </a:solidFill>
                <a:latin typeface="URW Palladio IT" pitchFamily="2" charset="0"/>
              </a:rPr>
              <a:t> | </a:t>
            </a:r>
          </a:p>
          <a:p>
            <a:pPr algn="ctr" defTabSz="914309"/>
            <a:r>
              <a:rPr lang="en-US" sz="3600" b="1" dirty="0" err="1">
                <a:solidFill>
                  <a:prstClr val="black"/>
                </a:solidFill>
                <a:latin typeface="URW Palladio IT" pitchFamily="2" charset="0"/>
              </a:rPr>
              <a:t>Lélyo</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Tähi</a:t>
            </a:r>
            <a:r>
              <a:rPr lang="en-US" sz="3600" b="1" dirty="0">
                <a:solidFill>
                  <a:prstClr val="black"/>
                </a:solidFill>
                <a:latin typeface="URW Palladio IT" pitchFamily="2" charset="0"/>
              </a:rPr>
              <a:t> Madhura </a:t>
            </a:r>
            <a:r>
              <a:rPr lang="en-US" sz="3600" b="1" dirty="0" err="1">
                <a:solidFill>
                  <a:prstClr val="black"/>
                </a:solidFill>
                <a:latin typeface="URW Palladio IT" pitchFamily="2" charset="0"/>
              </a:rPr>
              <a:t>Phala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Jänü</a:t>
            </a:r>
            <a:r>
              <a:rPr lang="en-US" sz="3600" b="1" dirty="0">
                <a:solidFill>
                  <a:prstClr val="black"/>
                </a:solidFill>
                <a:latin typeface="URW Palladio IT" pitchFamily="2" charset="0"/>
              </a:rPr>
              <a:t> || - 18</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ಜುಗ</a:t>
            </a:r>
            <a:r>
              <a:rPr lang="en-US" sz="3600" b="1" dirty="0">
                <a:solidFill>
                  <a:prstClr val="black"/>
                </a:solidFill>
                <a:latin typeface="Calibri" pitchFamily="34" charset="0"/>
              </a:rPr>
              <a:t> </a:t>
            </a:r>
            <a:r>
              <a:rPr lang="en-US" sz="3600" b="1" dirty="0" err="1">
                <a:solidFill>
                  <a:prstClr val="black"/>
                </a:solidFill>
                <a:latin typeface="Calibri" pitchFamily="34" charset="0"/>
              </a:rPr>
              <a:t>ಸಹ</a:t>
            </a:r>
            <a:r>
              <a:rPr lang="kn-IN" sz="3600" b="1" dirty="0" err="1">
                <a:solidFill>
                  <a:prstClr val="black"/>
                </a:solidFill>
                <a:latin typeface="Calibri" pitchFamily="34" charset="0"/>
                <a:ea typeface="Tunga" pitchFamily="2"/>
                <a:cs typeface="Tunga" pitchFamily="2"/>
              </a:rPr>
              <a:t>ಸ್ರ</a:t>
            </a:r>
            <a:r>
              <a:rPr lang="en-US" sz="3600" b="1" dirty="0">
                <a:solidFill>
                  <a:prstClr val="black"/>
                </a:solidFill>
                <a:latin typeface="Calibri" pitchFamily="34" charset="0"/>
              </a:rPr>
              <a:t> </a:t>
            </a:r>
            <a:r>
              <a:rPr lang="kn-IN" sz="3600" b="1" dirty="0" err="1">
                <a:solidFill>
                  <a:prstClr val="black"/>
                </a:solidFill>
                <a:latin typeface="Calibri" pitchFamily="34" charset="0"/>
                <a:ea typeface="Tunga" pitchFamily="2"/>
                <a:cs typeface="Tunga" pitchFamily="2"/>
              </a:rPr>
              <a:t>ಜೋಜನ</a:t>
            </a:r>
            <a:r>
              <a:rPr lang="kn-IN" sz="3600" b="1" dirty="0">
                <a:solidFill>
                  <a:prstClr val="black"/>
                </a:solidFill>
                <a:latin typeface="Calibri" pitchFamily="34" charset="0"/>
                <a:ea typeface="Tunga" pitchFamily="2"/>
                <a:cs typeface="Tunga" pitchFamily="2"/>
              </a:rPr>
              <a:t> </a:t>
            </a:r>
            <a:r>
              <a:rPr lang="en-US" sz="3600" b="1" dirty="0" err="1">
                <a:solidFill>
                  <a:prstClr val="black"/>
                </a:solidFill>
                <a:latin typeface="Calibri" pitchFamily="34" charset="0"/>
              </a:rPr>
              <a:t>ಪರ</a:t>
            </a:r>
            <a:r>
              <a:rPr lang="en-US" sz="3600" b="1" dirty="0">
                <a:solidFill>
                  <a:prstClr val="black"/>
                </a:solidFill>
                <a:latin typeface="Calibri" pitchFamily="34" charset="0"/>
              </a:rPr>
              <a:t> </a:t>
            </a:r>
            <a:r>
              <a:rPr lang="en-US" sz="3600" b="1" dirty="0" err="1">
                <a:solidFill>
                  <a:prstClr val="black"/>
                </a:solidFill>
                <a:latin typeface="Calibri" pitchFamily="34" charset="0"/>
              </a:rPr>
              <a:t>ಭಾನು</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ಲೀಲ್ಯೋ</a:t>
            </a:r>
            <a:r>
              <a:rPr lang="en-US" sz="3600" b="1" dirty="0">
                <a:solidFill>
                  <a:prstClr val="black"/>
                </a:solidFill>
                <a:latin typeface="Calibri" pitchFamily="34" charset="0"/>
              </a:rPr>
              <a:t> </a:t>
            </a:r>
            <a:r>
              <a:rPr lang="kn-IN" sz="3600" b="1" dirty="0" err="1">
                <a:solidFill>
                  <a:prstClr val="black"/>
                </a:solidFill>
                <a:latin typeface="Calibri" pitchFamily="34" charset="0"/>
                <a:ea typeface="Tunga" pitchFamily="2"/>
                <a:cs typeface="Tunga" pitchFamily="2"/>
              </a:rPr>
              <a:t>ತಾಹಿ</a:t>
            </a:r>
            <a:r>
              <a:rPr lang="kn-IN" sz="3600" b="1" dirty="0">
                <a:solidFill>
                  <a:prstClr val="black"/>
                </a:solidFill>
                <a:latin typeface="Calibri" pitchFamily="34" charset="0"/>
                <a:ea typeface="Tunga" pitchFamily="2"/>
                <a:cs typeface="Tunga" pitchFamily="2"/>
              </a:rPr>
              <a:t> </a:t>
            </a:r>
            <a:r>
              <a:rPr lang="en-US" sz="3600" b="1" dirty="0" err="1">
                <a:solidFill>
                  <a:prstClr val="black"/>
                </a:solidFill>
                <a:latin typeface="Calibri" pitchFamily="34" charset="0"/>
              </a:rPr>
              <a:t>ಮಧುರ</a:t>
            </a:r>
            <a:r>
              <a:rPr lang="en-US" sz="3600" b="1" dirty="0">
                <a:solidFill>
                  <a:prstClr val="black"/>
                </a:solidFill>
                <a:latin typeface="Calibri" pitchFamily="34" charset="0"/>
              </a:rPr>
              <a:t> </a:t>
            </a:r>
            <a:r>
              <a:rPr lang="en-US" sz="3600" b="1" dirty="0" err="1">
                <a:solidFill>
                  <a:prstClr val="black"/>
                </a:solidFill>
                <a:latin typeface="Calibri" pitchFamily="34" charset="0"/>
              </a:rPr>
              <a:t>ಫಲ</a:t>
            </a:r>
            <a:r>
              <a:rPr lang="en-US" sz="3600" b="1" dirty="0">
                <a:solidFill>
                  <a:prstClr val="black"/>
                </a:solidFill>
                <a:latin typeface="Calibri" pitchFamily="34" charset="0"/>
              </a:rPr>
              <a:t> </a:t>
            </a:r>
            <a:r>
              <a:rPr lang="en-US" sz="3600" b="1" dirty="0" err="1">
                <a:solidFill>
                  <a:prstClr val="black"/>
                </a:solidFill>
                <a:latin typeface="Calibri" pitchFamily="34" charset="0"/>
              </a:rPr>
              <a:t>ಜಾನು</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೧೮</a:t>
            </a:r>
            <a:r>
              <a:rPr lang="en-US" sz="3600" b="1" dirty="0">
                <a:solidFill>
                  <a:prstClr val="black"/>
                </a:solidFill>
                <a:latin typeface="Calibri" pitchFamily="34" charset="0"/>
              </a:rPr>
              <a:t>॥</a:t>
            </a:r>
          </a:p>
          <a:p>
            <a:pPr algn="ctr" defTabSz="914309"/>
            <a:endParaRPr lang="en-US" sz="3600" b="1" dirty="0">
              <a:solidFill>
                <a:prstClr val="black"/>
              </a:solidFill>
              <a:latin typeface="Calibri" pitchFamily="34" charset="0"/>
            </a:endParaRPr>
          </a:p>
          <a:p>
            <a:pPr algn="ctr" defTabSz="914309"/>
            <a:r>
              <a:rPr lang="en-US" sz="2399" b="1" dirty="0" err="1">
                <a:solidFill>
                  <a:prstClr val="black"/>
                </a:solidFill>
                <a:latin typeface="Palatino Linotype" pitchFamily="18" charset="0"/>
              </a:rPr>
              <a:t>Hanumanji</a:t>
            </a:r>
            <a:r>
              <a:rPr lang="en-US" sz="2399" b="1" dirty="0">
                <a:solidFill>
                  <a:prstClr val="black"/>
                </a:solidFill>
                <a:latin typeface="Palatino Linotype" pitchFamily="18" charset="0"/>
              </a:rPr>
              <a:t> gulped, the SUN at distance of sixteen thousand miles considering it to be a sweet fruit.</a:t>
            </a:r>
          </a:p>
          <a:p>
            <a:pPr algn="ctr" defTabSz="914309"/>
            <a:r>
              <a:rPr lang="en-US" sz="2399" b="1" dirty="0">
                <a:solidFill>
                  <a:prstClr val="black"/>
                </a:solidFill>
                <a:latin typeface="Palatino Linotype" pitchFamily="18" charset="0"/>
              </a:rPr>
              <a:t>		</a:t>
            </a:r>
            <a:r>
              <a:rPr lang="en-US" sz="3600" b="1" dirty="0">
                <a:solidFill>
                  <a:prstClr val="black"/>
                </a:solidFill>
                <a:latin typeface="Calibri" pitchFamily="34" charset="0"/>
              </a:rPr>
              <a:t/>
            </a:r>
            <a:br>
              <a:rPr lang="en-US" sz="3600" b="1" dirty="0">
                <a:solidFill>
                  <a:prstClr val="black"/>
                </a:solidFill>
                <a:latin typeface="Calibri" pitchFamily="34" charset="0"/>
              </a:rPr>
            </a:br>
            <a:endParaRPr lang="en-US" sz="3600" b="1" dirty="0">
              <a:solidFill>
                <a:prstClr val="black"/>
              </a:solidFill>
              <a:latin typeface="Calibri" pitchFamily="34" charset="0"/>
            </a:endParaRPr>
          </a:p>
        </p:txBody>
      </p:sp>
    </p:spTree>
    <p:extLst>
      <p:ext uri="{BB962C8B-B14F-4D97-AF65-F5344CB8AC3E}">
        <p14:creationId xmlns:p14="http://schemas.microsoft.com/office/powerpoint/2010/main" val="211410932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
          <p:cNvSpPr>
            <a:spLocks noChangeArrowheads="1"/>
          </p:cNvSpPr>
          <p:nvPr/>
        </p:nvSpPr>
        <p:spPr bwMode="auto">
          <a:xfrm>
            <a:off x="1600330" y="100"/>
            <a:ext cx="9067538" cy="6585986"/>
          </a:xfrm>
          <a:prstGeom prst="rect">
            <a:avLst/>
          </a:prstGeom>
          <a:noFill/>
          <a:ln w="9525">
            <a:noFill/>
            <a:miter lim="800000"/>
            <a:headEnd/>
            <a:tailEnd/>
          </a:ln>
        </p:spPr>
        <p:txBody>
          <a:bodyPr>
            <a:spAutoFit/>
          </a:bodyPr>
          <a:lstStyle/>
          <a:p>
            <a:pPr algn="ctr" defTabSz="914309"/>
            <a:endParaRPr lang="en-IN" sz="14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प्रभु</a:t>
            </a:r>
            <a:r>
              <a:rPr lang="en-IN" sz="4000" b="1" dirty="0">
                <a:solidFill>
                  <a:prstClr val="black"/>
                </a:solidFill>
                <a:latin typeface="Aparajita" pitchFamily="34" charset="0"/>
              </a:rPr>
              <a:t> </a:t>
            </a:r>
            <a:r>
              <a:rPr lang="en-IN" sz="4000" b="1" dirty="0" err="1">
                <a:solidFill>
                  <a:prstClr val="black"/>
                </a:solidFill>
                <a:latin typeface="Aparajita" pitchFamily="34" charset="0"/>
              </a:rPr>
              <a:t>मुद्रिका</a:t>
            </a:r>
            <a:r>
              <a:rPr lang="en-IN" sz="4000" b="1" dirty="0">
                <a:solidFill>
                  <a:prstClr val="black"/>
                </a:solidFill>
                <a:latin typeface="Aparajita" pitchFamily="34" charset="0"/>
              </a:rPr>
              <a:t> </a:t>
            </a:r>
            <a:r>
              <a:rPr lang="en-IN" sz="4000" b="1" dirty="0" err="1">
                <a:solidFill>
                  <a:prstClr val="black"/>
                </a:solidFill>
                <a:latin typeface="Aparajita" pitchFamily="34" charset="0"/>
              </a:rPr>
              <a:t>मेलि</a:t>
            </a:r>
            <a:r>
              <a:rPr lang="en-IN" sz="4000" b="1" dirty="0">
                <a:solidFill>
                  <a:prstClr val="black"/>
                </a:solidFill>
                <a:latin typeface="Aparajita" pitchFamily="34" charset="0"/>
              </a:rPr>
              <a:t> </a:t>
            </a:r>
            <a:r>
              <a:rPr lang="en-IN" sz="4000" b="1" dirty="0" err="1">
                <a:solidFill>
                  <a:prstClr val="black"/>
                </a:solidFill>
                <a:latin typeface="Aparajita" pitchFamily="34" charset="0"/>
              </a:rPr>
              <a:t>मुख</a:t>
            </a:r>
            <a:r>
              <a:rPr lang="en-IN" sz="4000" b="1" dirty="0">
                <a:solidFill>
                  <a:prstClr val="black"/>
                </a:solidFill>
                <a:latin typeface="Aparajita" pitchFamily="34" charset="0"/>
              </a:rPr>
              <a:t> </a:t>
            </a:r>
            <a:r>
              <a:rPr lang="en-IN" sz="4000" b="1" dirty="0" err="1">
                <a:solidFill>
                  <a:prstClr val="black"/>
                </a:solidFill>
                <a:latin typeface="Aparajita" pitchFamily="34" charset="0"/>
              </a:rPr>
              <a:t>माहीं</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जलधि</a:t>
            </a:r>
            <a:r>
              <a:rPr lang="en-IN" sz="4000" b="1" dirty="0">
                <a:solidFill>
                  <a:prstClr val="black"/>
                </a:solidFill>
                <a:latin typeface="Aparajita" pitchFamily="34" charset="0"/>
              </a:rPr>
              <a:t> </a:t>
            </a:r>
            <a:r>
              <a:rPr lang="en-IN" sz="4000" b="1" dirty="0" err="1">
                <a:solidFill>
                  <a:prstClr val="black"/>
                </a:solidFill>
                <a:latin typeface="Aparajita" pitchFamily="34" charset="0"/>
              </a:rPr>
              <a:t>लाँघि</a:t>
            </a:r>
            <a:r>
              <a:rPr lang="en-IN" sz="4000" b="1" dirty="0">
                <a:solidFill>
                  <a:prstClr val="black"/>
                </a:solidFill>
                <a:latin typeface="Aparajita" pitchFamily="34" charset="0"/>
              </a:rPr>
              <a:t> </a:t>
            </a:r>
            <a:r>
              <a:rPr lang="en-IN" sz="4000" b="1" dirty="0" err="1">
                <a:solidFill>
                  <a:prstClr val="black"/>
                </a:solidFill>
                <a:latin typeface="Aparajita" pitchFamily="34" charset="0"/>
              </a:rPr>
              <a:t>गये</a:t>
            </a:r>
            <a:r>
              <a:rPr lang="en-IN" sz="4000" b="1" dirty="0">
                <a:solidFill>
                  <a:prstClr val="black"/>
                </a:solidFill>
                <a:latin typeface="Aparajita" pitchFamily="34" charset="0"/>
              </a:rPr>
              <a:t> </a:t>
            </a:r>
            <a:r>
              <a:rPr lang="en-IN" sz="4000" b="1" dirty="0" err="1">
                <a:solidFill>
                  <a:prstClr val="black"/>
                </a:solidFill>
                <a:latin typeface="Aparajita" pitchFamily="34" charset="0"/>
              </a:rPr>
              <a:t>अचरज</a:t>
            </a:r>
            <a:r>
              <a:rPr lang="en-IN" sz="4000" b="1" dirty="0">
                <a:solidFill>
                  <a:prstClr val="black"/>
                </a:solidFill>
                <a:latin typeface="Aparajita" pitchFamily="34" charset="0"/>
              </a:rPr>
              <a:t> </a:t>
            </a:r>
            <a:r>
              <a:rPr lang="en-IN" sz="4000" b="1" dirty="0" err="1">
                <a:solidFill>
                  <a:prstClr val="black"/>
                </a:solidFill>
                <a:latin typeface="Aparajita" pitchFamily="34" charset="0"/>
              </a:rPr>
              <a:t>नाहीं</a:t>
            </a:r>
            <a:r>
              <a:rPr lang="en-IN" sz="4000" b="1" dirty="0">
                <a:solidFill>
                  <a:prstClr val="black"/>
                </a:solidFill>
                <a:latin typeface="Aparajita" pitchFamily="34" charset="0"/>
              </a:rPr>
              <a:t> ॥१९॥</a:t>
            </a:r>
          </a:p>
          <a:p>
            <a:pPr algn="ctr" defTabSz="914309"/>
            <a:endParaRPr lang="en-IN" sz="4000" b="1" dirty="0">
              <a:solidFill>
                <a:prstClr val="black"/>
              </a:solidFill>
              <a:latin typeface="Aparajita" pitchFamily="34" charset="0"/>
            </a:endParaRPr>
          </a:p>
          <a:p>
            <a:pPr algn="ctr" defTabSz="914309"/>
            <a:r>
              <a:rPr lang="en-US" sz="3200" b="1" dirty="0">
                <a:solidFill>
                  <a:prstClr val="black"/>
                </a:solidFill>
                <a:latin typeface="URW Palladio IT" pitchFamily="2" charset="0"/>
              </a:rPr>
              <a:t>Prabhu </a:t>
            </a:r>
            <a:r>
              <a:rPr lang="en-US" sz="3200" b="1" dirty="0" err="1">
                <a:solidFill>
                  <a:prstClr val="black"/>
                </a:solidFill>
                <a:latin typeface="URW Palladio IT" pitchFamily="2" charset="0"/>
              </a:rPr>
              <a:t>Mudrikä</a:t>
            </a:r>
            <a:r>
              <a:rPr lang="en-US" sz="3200" b="1" dirty="0">
                <a:solidFill>
                  <a:prstClr val="black"/>
                </a:solidFill>
                <a:latin typeface="URW Palladio IT" pitchFamily="2" charset="0"/>
              </a:rPr>
              <a:t> </a:t>
            </a:r>
            <a:r>
              <a:rPr lang="en-US" sz="3200" b="1" dirty="0" err="1">
                <a:solidFill>
                  <a:prstClr val="black"/>
                </a:solidFill>
                <a:latin typeface="URW Palladio IT" pitchFamily="2" charset="0"/>
              </a:rPr>
              <a:t>Meli</a:t>
            </a:r>
            <a:r>
              <a:rPr lang="en-US" sz="3200" b="1" dirty="0">
                <a:solidFill>
                  <a:prstClr val="black"/>
                </a:solidFill>
                <a:latin typeface="URW Palladio IT" pitchFamily="2" charset="0"/>
              </a:rPr>
              <a:t> </a:t>
            </a:r>
            <a:r>
              <a:rPr lang="en-US" sz="3200" b="1" dirty="0" err="1">
                <a:solidFill>
                  <a:prstClr val="black"/>
                </a:solidFill>
                <a:latin typeface="URW Palladio IT" pitchFamily="2" charset="0"/>
              </a:rPr>
              <a:t>Mukha</a:t>
            </a:r>
            <a:r>
              <a:rPr lang="en-US" sz="3200" b="1" dirty="0">
                <a:solidFill>
                  <a:prstClr val="black"/>
                </a:solidFill>
                <a:latin typeface="URW Palladio IT" pitchFamily="2" charset="0"/>
              </a:rPr>
              <a:t> </a:t>
            </a:r>
            <a:r>
              <a:rPr lang="en-US" sz="3200" b="1" dirty="0" err="1">
                <a:solidFill>
                  <a:prstClr val="black"/>
                </a:solidFill>
                <a:latin typeface="URW Palladio IT" pitchFamily="2" charset="0"/>
              </a:rPr>
              <a:t>Mähéà</a:t>
            </a:r>
            <a:r>
              <a:rPr lang="en-US" sz="3200" b="1" dirty="0">
                <a:solidFill>
                  <a:prstClr val="black"/>
                </a:solidFill>
                <a:latin typeface="URW Palladio IT" pitchFamily="2" charset="0"/>
              </a:rPr>
              <a:t> | </a:t>
            </a:r>
          </a:p>
          <a:p>
            <a:pPr algn="ctr" defTabSz="914309"/>
            <a:r>
              <a:rPr lang="en-US" sz="3200" b="1" dirty="0" err="1">
                <a:solidFill>
                  <a:prstClr val="black"/>
                </a:solidFill>
                <a:latin typeface="URW Palladio IT" pitchFamily="2" charset="0"/>
              </a:rPr>
              <a:t>Jaladhi</a:t>
            </a:r>
            <a:r>
              <a:rPr lang="en-US" sz="3200" b="1" dirty="0">
                <a:solidFill>
                  <a:prstClr val="black"/>
                </a:solidFill>
                <a:latin typeface="URW Palladio IT" pitchFamily="2" charset="0"/>
              </a:rPr>
              <a:t> </a:t>
            </a:r>
            <a:r>
              <a:rPr lang="en-US" sz="3200" b="1" dirty="0" err="1">
                <a:solidFill>
                  <a:prstClr val="black"/>
                </a:solidFill>
                <a:latin typeface="URW Palladio IT" pitchFamily="2" charset="0"/>
              </a:rPr>
              <a:t>Läðghi</a:t>
            </a:r>
            <a:r>
              <a:rPr lang="en-US" sz="3200" b="1" dirty="0">
                <a:solidFill>
                  <a:prstClr val="black"/>
                </a:solidFill>
                <a:latin typeface="URW Palladio IT" pitchFamily="2" charset="0"/>
              </a:rPr>
              <a:t> Gaye </a:t>
            </a:r>
            <a:r>
              <a:rPr lang="en-US" sz="3200" b="1" dirty="0" err="1">
                <a:solidFill>
                  <a:prstClr val="black"/>
                </a:solidFill>
                <a:latin typeface="URW Palladio IT" pitchFamily="2" charset="0"/>
              </a:rPr>
              <a:t>Acaraja</a:t>
            </a:r>
            <a:r>
              <a:rPr lang="en-US" sz="3200" b="1" dirty="0">
                <a:solidFill>
                  <a:prstClr val="black"/>
                </a:solidFill>
                <a:latin typeface="URW Palladio IT" pitchFamily="2" charset="0"/>
              </a:rPr>
              <a:t> </a:t>
            </a:r>
            <a:r>
              <a:rPr lang="en-US" sz="3200" b="1" dirty="0" err="1">
                <a:solidFill>
                  <a:prstClr val="black"/>
                </a:solidFill>
                <a:latin typeface="URW Palladio IT" pitchFamily="2" charset="0"/>
              </a:rPr>
              <a:t>Nähéà</a:t>
            </a:r>
            <a:r>
              <a:rPr lang="en-US" sz="3200" b="1" dirty="0">
                <a:solidFill>
                  <a:prstClr val="black"/>
                </a:solidFill>
                <a:latin typeface="URW Palladio IT" pitchFamily="2" charset="0"/>
              </a:rPr>
              <a:t> || - 19</a:t>
            </a:r>
          </a:p>
          <a:p>
            <a:pPr algn="ctr" defTabSz="914309"/>
            <a:endParaRPr lang="en-US" sz="3200" b="1" dirty="0">
              <a:solidFill>
                <a:prstClr val="black"/>
              </a:solidFill>
              <a:latin typeface="URW Palladio IT" pitchFamily="2" charset="0"/>
            </a:endParaRPr>
          </a:p>
          <a:p>
            <a:pPr algn="ctr" defTabSz="914309"/>
            <a:r>
              <a:rPr lang="en-US" sz="3200" b="1" dirty="0" err="1">
                <a:solidFill>
                  <a:prstClr val="black"/>
                </a:solidFill>
                <a:latin typeface="Calibri" pitchFamily="34" charset="0"/>
              </a:rPr>
              <a:t>ಪ್ರಭು</a:t>
            </a:r>
            <a:r>
              <a:rPr lang="en-US" sz="3200" b="1" dirty="0">
                <a:solidFill>
                  <a:prstClr val="black"/>
                </a:solidFill>
                <a:latin typeface="Calibri" pitchFamily="34" charset="0"/>
              </a:rPr>
              <a:t> </a:t>
            </a:r>
            <a:r>
              <a:rPr lang="en-US" sz="3200" b="1" dirty="0" err="1">
                <a:solidFill>
                  <a:prstClr val="black"/>
                </a:solidFill>
                <a:latin typeface="Calibri" pitchFamily="34" charset="0"/>
              </a:rPr>
              <a:t>ಮುದ್ರಿಕಾ</a:t>
            </a:r>
            <a:r>
              <a:rPr lang="en-US" sz="3200" b="1" dirty="0">
                <a:solidFill>
                  <a:prstClr val="black"/>
                </a:solidFill>
                <a:latin typeface="Calibri" pitchFamily="34" charset="0"/>
              </a:rPr>
              <a:t> </a:t>
            </a:r>
            <a:r>
              <a:rPr lang="en-US" sz="3200" b="1" dirty="0" err="1">
                <a:solidFill>
                  <a:prstClr val="black"/>
                </a:solidFill>
                <a:latin typeface="Calibri" pitchFamily="34" charset="0"/>
              </a:rPr>
              <a:t>ಮೇಲಿ</a:t>
            </a:r>
            <a:r>
              <a:rPr lang="en-US" sz="3200" b="1" dirty="0">
                <a:solidFill>
                  <a:prstClr val="black"/>
                </a:solidFill>
                <a:latin typeface="Calibri" pitchFamily="34" charset="0"/>
              </a:rPr>
              <a:t> </a:t>
            </a:r>
            <a:r>
              <a:rPr lang="en-US" sz="3200" b="1" dirty="0" err="1">
                <a:solidFill>
                  <a:prstClr val="black"/>
                </a:solidFill>
                <a:latin typeface="Calibri" pitchFamily="34" charset="0"/>
              </a:rPr>
              <a:t>ಮುಖ</a:t>
            </a:r>
            <a:r>
              <a:rPr lang="en-US" sz="3200" b="1" dirty="0">
                <a:solidFill>
                  <a:prstClr val="black"/>
                </a:solidFill>
                <a:latin typeface="Calibri" pitchFamily="34" charset="0"/>
              </a:rPr>
              <a:t> </a:t>
            </a:r>
            <a:r>
              <a:rPr lang="en-US" sz="3200" b="1" dirty="0" err="1">
                <a:solidFill>
                  <a:prstClr val="black"/>
                </a:solidFill>
                <a:latin typeface="Calibri" pitchFamily="34" charset="0"/>
              </a:rPr>
              <a:t>ಮಾಹೀಂ</a:t>
            </a:r>
            <a:r>
              <a:rPr lang="en-US" sz="3200" b="1" dirty="0">
                <a:solidFill>
                  <a:prstClr val="black"/>
                </a:solidFill>
                <a:latin typeface="Calibri" pitchFamily="34" charset="0"/>
              </a:rPr>
              <a:t> ।</a:t>
            </a:r>
          </a:p>
          <a:p>
            <a:pPr algn="ctr" defTabSz="914309"/>
            <a:r>
              <a:rPr lang="en-US" sz="3200" b="1" dirty="0" err="1">
                <a:solidFill>
                  <a:prstClr val="black"/>
                </a:solidFill>
                <a:latin typeface="Calibri" pitchFamily="34" charset="0"/>
              </a:rPr>
              <a:t>ಜಲಧಿಲಾಂಘಿ</a:t>
            </a:r>
            <a:r>
              <a:rPr lang="en-US" sz="3200" b="1" dirty="0">
                <a:solidFill>
                  <a:prstClr val="black"/>
                </a:solidFill>
                <a:latin typeface="Calibri" pitchFamily="34" charset="0"/>
              </a:rPr>
              <a:t> </a:t>
            </a:r>
            <a:r>
              <a:rPr lang="en-US" sz="3200" b="1" dirty="0" err="1">
                <a:solidFill>
                  <a:prstClr val="black"/>
                </a:solidFill>
                <a:latin typeface="Calibri" pitchFamily="34" charset="0"/>
              </a:rPr>
              <a:t>ಗಯೇ</a:t>
            </a:r>
            <a:r>
              <a:rPr lang="en-US" sz="3200" b="1" dirty="0">
                <a:solidFill>
                  <a:prstClr val="black"/>
                </a:solidFill>
                <a:latin typeface="Calibri" pitchFamily="34" charset="0"/>
              </a:rPr>
              <a:t> </a:t>
            </a:r>
            <a:r>
              <a:rPr lang="en-US" sz="3200" b="1" dirty="0" err="1">
                <a:solidFill>
                  <a:prstClr val="black"/>
                </a:solidFill>
                <a:latin typeface="Calibri" pitchFamily="34" charset="0"/>
              </a:rPr>
              <a:t>ಅಚರಜ</a:t>
            </a:r>
            <a:r>
              <a:rPr lang="en-US" sz="3200" b="1" dirty="0">
                <a:solidFill>
                  <a:prstClr val="black"/>
                </a:solidFill>
                <a:latin typeface="Calibri" pitchFamily="34" charset="0"/>
              </a:rPr>
              <a:t> </a:t>
            </a:r>
            <a:r>
              <a:rPr lang="en-US" sz="3200" b="1" dirty="0" err="1">
                <a:solidFill>
                  <a:prstClr val="black"/>
                </a:solidFill>
                <a:latin typeface="Calibri" pitchFamily="34" charset="0"/>
              </a:rPr>
              <a:t>ನಾಹೀಂ</a:t>
            </a:r>
            <a:r>
              <a:rPr lang="en-US" sz="3200" b="1" dirty="0">
                <a:solidFill>
                  <a:prstClr val="black"/>
                </a:solidFill>
                <a:latin typeface="Calibri" pitchFamily="34" charset="0"/>
              </a:rPr>
              <a:t> ॥</a:t>
            </a:r>
            <a:r>
              <a:rPr lang="kn-IN" sz="3200" b="1" dirty="0">
                <a:solidFill>
                  <a:prstClr val="black"/>
                </a:solidFill>
                <a:latin typeface="Calibri" pitchFamily="34" charset="0"/>
                <a:ea typeface="Tunga" pitchFamily="2"/>
                <a:cs typeface="Tunga" pitchFamily="2"/>
              </a:rPr>
              <a:t>೧೯</a:t>
            </a:r>
            <a:r>
              <a:rPr lang="en-US" sz="3200" b="1" dirty="0">
                <a:solidFill>
                  <a:prstClr val="black"/>
                </a:solidFill>
                <a:latin typeface="Calibri" pitchFamily="34" charset="0"/>
              </a:rPr>
              <a:t>॥</a:t>
            </a:r>
          </a:p>
          <a:p>
            <a:pPr algn="ctr" defTabSz="914309"/>
            <a:endParaRPr lang="en-US" sz="4000" b="1" dirty="0">
              <a:solidFill>
                <a:prstClr val="black"/>
              </a:solidFill>
              <a:latin typeface="Calibri" pitchFamily="34" charset="0"/>
            </a:endParaRPr>
          </a:p>
          <a:p>
            <a:pPr algn="ctr" defTabSz="914309"/>
            <a:r>
              <a:rPr lang="en-US" sz="2399" b="1" dirty="0">
                <a:solidFill>
                  <a:prstClr val="black"/>
                </a:solidFill>
                <a:latin typeface="Palatino Linotype" pitchFamily="18" charset="0"/>
              </a:rPr>
              <a:t>Carrying the Lord's ring in his mouth, he went across the ocean. There is no wonder in that.</a:t>
            </a:r>
          </a:p>
          <a:p>
            <a:pPr algn="ctr" defTabSz="914309"/>
            <a:r>
              <a:rPr lang="en-US" sz="4000" b="1" dirty="0">
                <a:solidFill>
                  <a:prstClr val="black"/>
                </a:solidFill>
                <a:latin typeface="Palatino Linotype" pitchFamily="18" charset="0"/>
              </a:rPr>
              <a:t>		</a:t>
            </a:r>
            <a:endParaRPr lang="en-US" sz="4000" dirty="0">
              <a:solidFill>
                <a:prstClr val="black"/>
              </a:solidFill>
              <a:latin typeface="Calibri" pitchFamily="34" charset="0"/>
            </a:endParaRPr>
          </a:p>
        </p:txBody>
      </p:sp>
    </p:spTree>
    <p:extLst>
      <p:ext uri="{BB962C8B-B14F-4D97-AF65-F5344CB8AC3E}">
        <p14:creationId xmlns:p14="http://schemas.microsoft.com/office/powerpoint/2010/main" val="4098673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
          <p:cNvSpPr>
            <a:spLocks noChangeArrowheads="1"/>
          </p:cNvSpPr>
          <p:nvPr/>
        </p:nvSpPr>
        <p:spPr bwMode="auto">
          <a:xfrm>
            <a:off x="1676528" y="113"/>
            <a:ext cx="9143736" cy="6554960"/>
          </a:xfrm>
          <a:prstGeom prst="rect">
            <a:avLst/>
          </a:prstGeom>
          <a:noFill/>
          <a:ln w="9525">
            <a:noFill/>
            <a:miter lim="800000"/>
            <a:headEnd/>
            <a:tailEnd/>
          </a:ln>
        </p:spPr>
        <p:txBody>
          <a:bodyPr wrap="square">
            <a:spAutoFit/>
          </a:bodyPr>
          <a:lstStyle/>
          <a:p>
            <a:pPr algn="ctr" defTabSz="914309"/>
            <a:endParaRPr lang="en-IN" sz="1400" b="1" dirty="0">
              <a:solidFill>
                <a:prstClr val="black"/>
              </a:solidFill>
              <a:latin typeface="Aparajita" pitchFamily="34" charset="0"/>
            </a:endParaRPr>
          </a:p>
          <a:p>
            <a:pPr algn="ctr" defTabSz="914309"/>
            <a:r>
              <a:rPr lang="en-IN" sz="5399" b="1" dirty="0">
                <a:solidFill>
                  <a:prstClr val="black"/>
                </a:solidFill>
                <a:latin typeface="Aparajita" pitchFamily="34" charset="0"/>
              </a:rPr>
              <a:t> </a:t>
            </a:r>
            <a:r>
              <a:rPr lang="en-IN" sz="4000" b="1" dirty="0" err="1">
                <a:solidFill>
                  <a:prstClr val="black"/>
                </a:solidFill>
                <a:latin typeface="Aparajita" pitchFamily="34" charset="0"/>
              </a:rPr>
              <a:t>दुर्गम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काज</a:t>
            </a:r>
            <a:r>
              <a:rPr lang="en-IN" sz="4000" b="1" dirty="0">
                <a:solidFill>
                  <a:prstClr val="black"/>
                </a:solidFill>
                <a:latin typeface="Aparajita" pitchFamily="34" charset="0"/>
              </a:rPr>
              <a:t> </a:t>
            </a:r>
            <a:r>
              <a:rPr lang="en-IN" sz="4000" b="1" dirty="0" err="1">
                <a:solidFill>
                  <a:prstClr val="black"/>
                </a:solidFill>
                <a:latin typeface="Aparajita" pitchFamily="34" charset="0"/>
              </a:rPr>
              <a:t>जगत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के</a:t>
            </a:r>
            <a:r>
              <a:rPr lang="en-IN" sz="4000" b="1" dirty="0">
                <a:solidFill>
                  <a:prstClr val="black"/>
                </a:solidFill>
                <a:latin typeface="Aparajita" pitchFamily="34" charset="0"/>
              </a:rPr>
              <a:t> </a:t>
            </a:r>
            <a:r>
              <a:rPr lang="en-IN" sz="4000" b="1" dirty="0" err="1">
                <a:solidFill>
                  <a:prstClr val="black"/>
                </a:solidFill>
                <a:latin typeface="Aparajita" pitchFamily="34" charset="0"/>
              </a:rPr>
              <a:t>जेते</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a:solidFill>
                  <a:prstClr val="black"/>
                </a:solidFill>
                <a:latin typeface="Aparajita" pitchFamily="34" charset="0"/>
              </a:rPr>
              <a:t> </a:t>
            </a:r>
            <a:r>
              <a:rPr lang="en-IN" sz="4000" b="1" dirty="0" err="1">
                <a:solidFill>
                  <a:prstClr val="black"/>
                </a:solidFill>
                <a:latin typeface="Aparajita" pitchFamily="34" charset="0"/>
              </a:rPr>
              <a:t>सुगम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अनुग्रह</a:t>
            </a:r>
            <a:r>
              <a:rPr lang="en-IN" sz="4000" b="1" dirty="0">
                <a:solidFill>
                  <a:prstClr val="black"/>
                </a:solidFill>
                <a:latin typeface="Aparajita" pitchFamily="34" charset="0"/>
              </a:rPr>
              <a:t> </a:t>
            </a:r>
            <a:r>
              <a:rPr lang="en-IN" sz="4000" b="1" dirty="0" err="1">
                <a:solidFill>
                  <a:prstClr val="black"/>
                </a:solidFill>
                <a:latin typeface="Aparajita" pitchFamily="34" charset="0"/>
              </a:rPr>
              <a:t>तुह्मरे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तेते</a:t>
            </a:r>
            <a:r>
              <a:rPr lang="en-IN" sz="4000" b="1" dirty="0">
                <a:solidFill>
                  <a:prstClr val="black"/>
                </a:solidFill>
                <a:latin typeface="Aparajita" pitchFamily="34" charset="0"/>
              </a:rPr>
              <a:t> ॥२०॥</a:t>
            </a:r>
          </a:p>
          <a:p>
            <a:pPr algn="ctr" defTabSz="914309"/>
            <a:endParaRPr lang="en-IN" sz="3600" b="1" dirty="0">
              <a:solidFill>
                <a:prstClr val="black"/>
              </a:solidFill>
              <a:latin typeface="Aparajita" pitchFamily="34" charset="0"/>
            </a:endParaRPr>
          </a:p>
          <a:p>
            <a:pPr algn="ctr" defTabSz="914309"/>
            <a:r>
              <a:rPr lang="en-US" sz="3600" b="1" dirty="0">
                <a:solidFill>
                  <a:prstClr val="black"/>
                </a:solidFill>
                <a:latin typeface="Aparajita" pitchFamily="34" charset="0"/>
              </a:rPr>
              <a:t>    </a:t>
            </a:r>
            <a:r>
              <a:rPr lang="en-US" sz="3600" b="1" dirty="0" err="1">
                <a:solidFill>
                  <a:prstClr val="black"/>
                </a:solidFill>
                <a:latin typeface="URW Palladio IT" pitchFamily="2" charset="0"/>
              </a:rPr>
              <a:t>Durgama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Käja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Jagata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Ke</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Jete</a:t>
            </a:r>
            <a:r>
              <a:rPr lang="en-US" sz="3600" b="1" dirty="0">
                <a:solidFill>
                  <a:prstClr val="black"/>
                </a:solidFill>
                <a:latin typeface="URW Palladio IT" pitchFamily="2" charset="0"/>
              </a:rPr>
              <a:t> | </a:t>
            </a:r>
          </a:p>
          <a:p>
            <a:pPr algn="ctr" defTabSz="914309"/>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Sugama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Anugraha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Tumhare</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Tete</a:t>
            </a:r>
            <a:r>
              <a:rPr lang="en-US" sz="3600" b="1" dirty="0">
                <a:solidFill>
                  <a:prstClr val="black"/>
                </a:solidFill>
                <a:latin typeface="URW Palladio IT" pitchFamily="2" charset="0"/>
              </a:rPr>
              <a:t> || - 20</a:t>
            </a:r>
          </a:p>
          <a:p>
            <a:pPr algn="ctr" defTabSz="914309"/>
            <a:endParaRPr lang="en-US" sz="3600" b="1" dirty="0">
              <a:solidFill>
                <a:prstClr val="black"/>
              </a:solidFill>
              <a:latin typeface="URW Palladio IT" pitchFamily="2" charset="0"/>
            </a:endParaRPr>
          </a:p>
          <a:p>
            <a:pPr algn="ctr" defTabSz="914309"/>
            <a:r>
              <a:rPr lang="en-US" sz="3600" b="1" dirty="0">
                <a:solidFill>
                  <a:prstClr val="black"/>
                </a:solidFill>
                <a:latin typeface="URW Palladio IT" pitchFamily="2" charset="0"/>
              </a:rPr>
              <a:t>    </a:t>
            </a:r>
            <a:r>
              <a:rPr lang="en-US" sz="3600" b="1" dirty="0" err="1">
                <a:solidFill>
                  <a:prstClr val="black"/>
                </a:solidFill>
                <a:latin typeface="Calibri" pitchFamily="34" charset="0"/>
              </a:rPr>
              <a:t>ದುರ್ಗಮ</a:t>
            </a:r>
            <a:r>
              <a:rPr lang="en-US" sz="3600" b="1" dirty="0">
                <a:solidFill>
                  <a:prstClr val="black"/>
                </a:solidFill>
                <a:latin typeface="Calibri" pitchFamily="34" charset="0"/>
              </a:rPr>
              <a:t> </a:t>
            </a:r>
            <a:r>
              <a:rPr lang="en-US" sz="3600" b="1" dirty="0" err="1">
                <a:solidFill>
                  <a:prstClr val="black"/>
                </a:solidFill>
                <a:latin typeface="Calibri" pitchFamily="34" charset="0"/>
              </a:rPr>
              <a:t>ಕಾಜ</a:t>
            </a:r>
            <a:r>
              <a:rPr lang="en-US" sz="3600" b="1" dirty="0">
                <a:solidFill>
                  <a:prstClr val="black"/>
                </a:solidFill>
                <a:latin typeface="Calibri" pitchFamily="34" charset="0"/>
              </a:rPr>
              <a:t> </a:t>
            </a:r>
            <a:r>
              <a:rPr lang="en-US" sz="3600" b="1" dirty="0" err="1">
                <a:solidFill>
                  <a:prstClr val="black"/>
                </a:solidFill>
                <a:latin typeface="Calibri" pitchFamily="34" charset="0"/>
              </a:rPr>
              <a:t>ಜಗತ</a:t>
            </a:r>
            <a:r>
              <a:rPr lang="en-US" sz="3600" b="1" dirty="0">
                <a:solidFill>
                  <a:prstClr val="black"/>
                </a:solidFill>
                <a:latin typeface="Calibri" pitchFamily="34" charset="0"/>
              </a:rPr>
              <a:t> </a:t>
            </a:r>
            <a:r>
              <a:rPr lang="en-US" sz="3600" b="1" dirty="0" err="1">
                <a:solidFill>
                  <a:prstClr val="black"/>
                </a:solidFill>
                <a:latin typeface="Calibri" pitchFamily="34" charset="0"/>
              </a:rPr>
              <a:t>ಕೇ</a:t>
            </a:r>
            <a:r>
              <a:rPr lang="en-US" sz="3600" b="1" dirty="0">
                <a:solidFill>
                  <a:prstClr val="black"/>
                </a:solidFill>
                <a:latin typeface="Calibri" pitchFamily="34" charset="0"/>
              </a:rPr>
              <a:t> </a:t>
            </a:r>
            <a:r>
              <a:rPr lang="en-US" sz="3600" b="1" dirty="0" err="1">
                <a:solidFill>
                  <a:prstClr val="black"/>
                </a:solidFill>
                <a:latin typeface="Calibri" pitchFamily="34" charset="0"/>
              </a:rPr>
              <a:t>ಜೇತೇ</a:t>
            </a:r>
            <a:r>
              <a:rPr lang="en-US" sz="3600" b="1" dirty="0">
                <a:solidFill>
                  <a:prstClr val="black"/>
                </a:solidFill>
                <a:latin typeface="Calibri" pitchFamily="34" charset="0"/>
              </a:rPr>
              <a:t> ।</a:t>
            </a:r>
          </a:p>
          <a:p>
            <a:pPr algn="ctr" defTabSz="914309"/>
            <a:r>
              <a:rPr lang="en-US" sz="3600" b="1" dirty="0">
                <a:solidFill>
                  <a:prstClr val="black"/>
                </a:solidFill>
                <a:latin typeface="Calibri" pitchFamily="34" charset="0"/>
              </a:rPr>
              <a:t>  </a:t>
            </a:r>
            <a:r>
              <a:rPr lang="en-US" sz="3600" b="1" dirty="0" err="1">
                <a:solidFill>
                  <a:prstClr val="black"/>
                </a:solidFill>
                <a:latin typeface="Calibri" pitchFamily="34" charset="0"/>
              </a:rPr>
              <a:t>ಸುಗಮ</a:t>
            </a:r>
            <a:r>
              <a:rPr lang="en-US" sz="3600" b="1" dirty="0">
                <a:solidFill>
                  <a:prstClr val="black"/>
                </a:solidFill>
                <a:latin typeface="Calibri" pitchFamily="34" charset="0"/>
              </a:rPr>
              <a:t> </a:t>
            </a:r>
            <a:r>
              <a:rPr lang="en-US" sz="3600" b="1" dirty="0" err="1">
                <a:solidFill>
                  <a:prstClr val="black"/>
                </a:solidFill>
                <a:latin typeface="Calibri" pitchFamily="34" charset="0"/>
              </a:rPr>
              <a:t>ಅನುಗ್ರಹ</a:t>
            </a:r>
            <a:r>
              <a:rPr lang="en-US" sz="3600" b="1" dirty="0">
                <a:solidFill>
                  <a:prstClr val="black"/>
                </a:solidFill>
                <a:latin typeface="Calibri" pitchFamily="34" charset="0"/>
              </a:rPr>
              <a:t> </a:t>
            </a:r>
            <a:r>
              <a:rPr lang="en-US" sz="3600" b="1" dirty="0" err="1">
                <a:solidFill>
                  <a:prstClr val="black"/>
                </a:solidFill>
                <a:latin typeface="Calibri" pitchFamily="34" charset="0"/>
              </a:rPr>
              <a:t>ತುಮ್ಹರೇ</a:t>
            </a:r>
            <a:r>
              <a:rPr lang="en-US" sz="3600" b="1" dirty="0">
                <a:solidFill>
                  <a:prstClr val="black"/>
                </a:solidFill>
                <a:latin typeface="Calibri" pitchFamily="34" charset="0"/>
              </a:rPr>
              <a:t> </a:t>
            </a:r>
            <a:r>
              <a:rPr lang="en-US" sz="3600" b="1" dirty="0" err="1">
                <a:solidFill>
                  <a:prstClr val="black"/>
                </a:solidFill>
                <a:latin typeface="Calibri" pitchFamily="34" charset="0"/>
              </a:rPr>
              <a:t>ತೇತೇ</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೨೦</a:t>
            </a:r>
            <a:r>
              <a:rPr lang="en-US" sz="3600" b="1" dirty="0">
                <a:solidFill>
                  <a:prstClr val="black"/>
                </a:solidFill>
                <a:latin typeface="Calibri" pitchFamily="34" charset="0"/>
              </a:rPr>
              <a:t>॥</a:t>
            </a:r>
          </a:p>
          <a:p>
            <a:pPr algn="ctr" defTabSz="914309"/>
            <a:endParaRPr lang="en-US" sz="2399" b="1" dirty="0">
              <a:solidFill>
                <a:prstClr val="black"/>
              </a:solidFill>
              <a:latin typeface="Calibri" pitchFamily="34" charset="0"/>
            </a:endParaRPr>
          </a:p>
          <a:p>
            <a:pPr algn="ctr" defTabSz="914309"/>
            <a:r>
              <a:rPr lang="en-US" sz="2399" b="1" dirty="0">
                <a:solidFill>
                  <a:prstClr val="black"/>
                </a:solidFill>
                <a:latin typeface="URW Palladio IT" pitchFamily="2" charset="0"/>
              </a:rPr>
              <a:t>   </a:t>
            </a:r>
            <a:r>
              <a:rPr lang="en-US" sz="2399" b="1" dirty="0">
                <a:solidFill>
                  <a:prstClr val="black"/>
                </a:solidFill>
                <a:latin typeface="Palatino Linotype" pitchFamily="18" charset="0"/>
              </a:rPr>
              <a:t>Oh </a:t>
            </a:r>
            <a:r>
              <a:rPr lang="en-US" sz="2399" b="1" dirty="0" err="1">
                <a:solidFill>
                  <a:prstClr val="black"/>
                </a:solidFill>
                <a:latin typeface="Palatino Linotype" pitchFamily="18" charset="0"/>
              </a:rPr>
              <a:t>Hanumanji</a:t>
            </a:r>
            <a:r>
              <a:rPr lang="en-US" sz="2399" b="1" dirty="0">
                <a:solidFill>
                  <a:prstClr val="black"/>
                </a:solidFill>
                <a:latin typeface="Palatino Linotype" pitchFamily="18" charset="0"/>
              </a:rPr>
              <a:t>! all the difficult tasks in the world are rendered easiest by your grace.</a:t>
            </a:r>
          </a:p>
          <a:p>
            <a:pPr algn="ctr" defTabSz="914309"/>
            <a:r>
              <a:rPr lang="en-US" sz="2399" b="1" dirty="0">
                <a:solidFill>
                  <a:prstClr val="black"/>
                </a:solidFill>
                <a:latin typeface="Palatino Linotype" pitchFamily="18" charset="0"/>
              </a:rPr>
              <a:t>		</a:t>
            </a:r>
            <a:endParaRPr lang="en-US" sz="4000" dirty="0">
              <a:solidFill>
                <a:prstClr val="black"/>
              </a:solidFill>
              <a:latin typeface="Calibri" pitchFamily="34" charset="0"/>
            </a:endParaRPr>
          </a:p>
        </p:txBody>
      </p:sp>
    </p:spTree>
    <p:extLst>
      <p:ext uri="{BB962C8B-B14F-4D97-AF65-F5344CB8AC3E}">
        <p14:creationId xmlns:p14="http://schemas.microsoft.com/office/powerpoint/2010/main" val="27672205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1"/>
          <p:cNvSpPr>
            <a:spLocks noChangeArrowheads="1"/>
          </p:cNvSpPr>
          <p:nvPr/>
        </p:nvSpPr>
        <p:spPr bwMode="auto">
          <a:xfrm>
            <a:off x="1828924" y="258857"/>
            <a:ext cx="8610351" cy="6955222"/>
          </a:xfrm>
          <a:prstGeom prst="rect">
            <a:avLst/>
          </a:prstGeom>
          <a:noFill/>
          <a:ln w="9525">
            <a:noFill/>
            <a:miter lim="800000"/>
            <a:headEnd/>
            <a:tailEnd/>
          </a:ln>
        </p:spPr>
        <p:txBody>
          <a:bodyPr>
            <a:spAutoFit/>
          </a:bodyPr>
          <a:lstStyle/>
          <a:p>
            <a:pPr algn="ctr" defTabSz="914309"/>
            <a:endParaRPr lang="en-IN" sz="14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राम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दुआरे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तुम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रखवारे</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होत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आज्ञा</a:t>
            </a:r>
            <a:r>
              <a:rPr lang="en-IN" sz="4000" b="1" dirty="0">
                <a:solidFill>
                  <a:prstClr val="black"/>
                </a:solidFill>
                <a:latin typeface="Aparajita" pitchFamily="34" charset="0"/>
              </a:rPr>
              <a:t> </a:t>
            </a:r>
            <a:r>
              <a:rPr lang="en-IN" sz="4000" b="1" dirty="0" err="1">
                <a:solidFill>
                  <a:prstClr val="black"/>
                </a:solidFill>
                <a:latin typeface="Aparajita" pitchFamily="34" charset="0"/>
              </a:rPr>
              <a:t>बिनु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पैसारे</a:t>
            </a:r>
            <a:r>
              <a:rPr lang="en-IN" sz="4000" b="1" dirty="0">
                <a:solidFill>
                  <a:prstClr val="black"/>
                </a:solidFill>
                <a:latin typeface="Aparajita" pitchFamily="34" charset="0"/>
              </a:rPr>
              <a:t> ॥२१॥</a:t>
            </a:r>
          </a:p>
          <a:p>
            <a:pPr algn="ctr" defTabSz="914309"/>
            <a:endParaRPr lang="en-IN" sz="3600" b="1" dirty="0">
              <a:solidFill>
                <a:prstClr val="black"/>
              </a:solidFill>
              <a:latin typeface="Aparajita" pitchFamily="34" charset="0"/>
            </a:endParaRPr>
          </a:p>
          <a:p>
            <a:pPr algn="ctr" defTabSz="914309"/>
            <a:r>
              <a:rPr lang="en-US" sz="3600" b="1" dirty="0" err="1">
                <a:solidFill>
                  <a:prstClr val="black"/>
                </a:solidFill>
                <a:latin typeface="URW Palladio IT" pitchFamily="2" charset="0"/>
              </a:rPr>
              <a:t>Räma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Duäre</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Tuma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Rakhaväre</a:t>
            </a:r>
            <a:r>
              <a:rPr lang="en-US" sz="3600" b="1" dirty="0">
                <a:solidFill>
                  <a:prstClr val="black"/>
                </a:solidFill>
                <a:latin typeface="URW Palladio IT" pitchFamily="2" charset="0"/>
              </a:rPr>
              <a:t> | </a:t>
            </a:r>
          </a:p>
          <a:p>
            <a:pPr algn="ctr" defTabSz="914309"/>
            <a:r>
              <a:rPr lang="en-US" sz="3600" b="1" dirty="0" err="1">
                <a:solidFill>
                  <a:prstClr val="black"/>
                </a:solidFill>
                <a:latin typeface="URW Palladio IT" pitchFamily="2" charset="0"/>
              </a:rPr>
              <a:t>Hota</a:t>
            </a:r>
            <a:r>
              <a:rPr lang="en-US" sz="3600" b="1" dirty="0">
                <a:solidFill>
                  <a:prstClr val="black"/>
                </a:solidFill>
                <a:latin typeface="URW Palladio IT" pitchFamily="2" charset="0"/>
              </a:rPr>
              <a:t> Na </a:t>
            </a:r>
            <a:r>
              <a:rPr lang="en-US" sz="3600" b="1" dirty="0" err="1">
                <a:solidFill>
                  <a:prstClr val="black"/>
                </a:solidFill>
                <a:latin typeface="URW Palladio IT" pitchFamily="2" charset="0"/>
              </a:rPr>
              <a:t>Äjïä</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Binu</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Paisäre</a:t>
            </a:r>
            <a:r>
              <a:rPr lang="en-US" sz="3600" b="1" dirty="0">
                <a:solidFill>
                  <a:prstClr val="black"/>
                </a:solidFill>
                <a:latin typeface="URW Palladio IT" pitchFamily="2" charset="0"/>
              </a:rPr>
              <a:t> || - 21</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ರಾಮ</a:t>
            </a:r>
            <a:r>
              <a:rPr lang="en-US" sz="3600" b="1" dirty="0">
                <a:solidFill>
                  <a:prstClr val="black"/>
                </a:solidFill>
                <a:latin typeface="Calibri" pitchFamily="34" charset="0"/>
              </a:rPr>
              <a:t> </a:t>
            </a:r>
            <a:r>
              <a:rPr lang="en-US" sz="3600" b="1" dirty="0" err="1">
                <a:solidFill>
                  <a:prstClr val="black"/>
                </a:solidFill>
                <a:latin typeface="Calibri" pitchFamily="34" charset="0"/>
              </a:rPr>
              <a:t>ದುವಾರೇ</a:t>
            </a:r>
            <a:r>
              <a:rPr lang="en-US" sz="3600" b="1" dirty="0">
                <a:solidFill>
                  <a:prstClr val="black"/>
                </a:solidFill>
                <a:latin typeface="Calibri" pitchFamily="34" charset="0"/>
              </a:rPr>
              <a:t> </a:t>
            </a:r>
            <a:r>
              <a:rPr lang="en-US" sz="3600" b="1" dirty="0" err="1">
                <a:solidFill>
                  <a:prstClr val="black"/>
                </a:solidFill>
                <a:latin typeface="Calibri" pitchFamily="34" charset="0"/>
              </a:rPr>
              <a:t>ತುಮ</a:t>
            </a:r>
            <a:r>
              <a:rPr lang="en-US" sz="3600" b="1" dirty="0">
                <a:solidFill>
                  <a:prstClr val="black"/>
                </a:solidFill>
                <a:latin typeface="Calibri" pitchFamily="34" charset="0"/>
              </a:rPr>
              <a:t> </a:t>
            </a:r>
            <a:r>
              <a:rPr lang="en-US" sz="3600" b="1" dirty="0" err="1">
                <a:solidFill>
                  <a:prstClr val="black"/>
                </a:solidFill>
                <a:latin typeface="Calibri" pitchFamily="34" charset="0"/>
              </a:rPr>
              <a:t>ರಖವಾರೇ</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ಹೋತ</a:t>
            </a:r>
            <a:r>
              <a:rPr lang="en-US" sz="3600" b="1" dirty="0">
                <a:solidFill>
                  <a:prstClr val="black"/>
                </a:solidFill>
                <a:latin typeface="Calibri" pitchFamily="34" charset="0"/>
              </a:rPr>
              <a:t> </a:t>
            </a:r>
            <a:r>
              <a:rPr lang="en-US" sz="3600" b="1" dirty="0" err="1">
                <a:solidFill>
                  <a:prstClr val="black"/>
                </a:solidFill>
                <a:latin typeface="Calibri" pitchFamily="34" charset="0"/>
              </a:rPr>
              <a:t>ನ</a:t>
            </a:r>
            <a:r>
              <a:rPr lang="en-US" sz="3600" b="1" dirty="0">
                <a:solidFill>
                  <a:prstClr val="black"/>
                </a:solidFill>
                <a:latin typeface="Calibri" pitchFamily="34" charset="0"/>
              </a:rPr>
              <a:t> </a:t>
            </a:r>
            <a:r>
              <a:rPr lang="en-US" sz="3600" b="1" dirty="0" err="1">
                <a:solidFill>
                  <a:prstClr val="black"/>
                </a:solidFill>
                <a:latin typeface="Calibri" pitchFamily="34" charset="0"/>
              </a:rPr>
              <a:t>ಆಜ್ಞಾ</a:t>
            </a:r>
            <a:r>
              <a:rPr lang="en-US" sz="3600" b="1" dirty="0">
                <a:solidFill>
                  <a:prstClr val="black"/>
                </a:solidFill>
                <a:latin typeface="Calibri" pitchFamily="34" charset="0"/>
              </a:rPr>
              <a:t> </a:t>
            </a:r>
            <a:r>
              <a:rPr lang="en-US" sz="3600" b="1" dirty="0" err="1">
                <a:solidFill>
                  <a:prstClr val="black"/>
                </a:solidFill>
                <a:latin typeface="Calibri" pitchFamily="34" charset="0"/>
              </a:rPr>
              <a:t>ಬಿನು</a:t>
            </a:r>
            <a:r>
              <a:rPr lang="en-US" sz="3600" b="1" dirty="0">
                <a:solidFill>
                  <a:prstClr val="black"/>
                </a:solidFill>
                <a:latin typeface="Calibri" pitchFamily="34" charset="0"/>
              </a:rPr>
              <a:t> </a:t>
            </a:r>
            <a:r>
              <a:rPr lang="en-US" sz="3600" b="1" dirty="0" err="1">
                <a:solidFill>
                  <a:prstClr val="black"/>
                </a:solidFill>
                <a:latin typeface="Calibri" pitchFamily="34" charset="0"/>
              </a:rPr>
              <a:t>ಪೈಸಾರೇ</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೨೧</a:t>
            </a:r>
            <a:r>
              <a:rPr lang="en-US" sz="3600" b="1" dirty="0">
                <a:solidFill>
                  <a:prstClr val="black"/>
                </a:solidFill>
                <a:latin typeface="Calibri" pitchFamily="34" charset="0"/>
              </a:rPr>
              <a:t>॥</a:t>
            </a:r>
          </a:p>
          <a:p>
            <a:pPr algn="ctr" defTabSz="914309"/>
            <a:endParaRPr lang="en-US" sz="3600" b="1" dirty="0">
              <a:solidFill>
                <a:prstClr val="black"/>
              </a:solidFill>
              <a:latin typeface="Calibri" pitchFamily="34" charset="0"/>
            </a:endParaRPr>
          </a:p>
          <a:p>
            <a:pPr algn="ctr" defTabSz="914309"/>
            <a:r>
              <a:rPr lang="en-US" sz="2399" b="1" dirty="0">
                <a:solidFill>
                  <a:prstClr val="black"/>
                </a:solidFill>
                <a:latin typeface="Palatino Linotype" pitchFamily="18" charset="0"/>
              </a:rPr>
              <a:t>Oh </a:t>
            </a:r>
            <a:r>
              <a:rPr lang="en-US" sz="2399" b="1" dirty="0" err="1">
                <a:solidFill>
                  <a:prstClr val="black"/>
                </a:solidFill>
                <a:latin typeface="Palatino Linotype" pitchFamily="18" charset="0"/>
              </a:rPr>
              <a:t>Hanumanji</a:t>
            </a:r>
            <a:r>
              <a:rPr lang="en-US" sz="2399" b="1" dirty="0">
                <a:solidFill>
                  <a:prstClr val="black"/>
                </a:solidFill>
                <a:latin typeface="Palatino Linotype" pitchFamily="18" charset="0"/>
              </a:rPr>
              <a:t>! You are the sentinel at the door of Ram's mercy mansion or His divine abode. No one may enter without your permission.</a:t>
            </a:r>
          </a:p>
          <a:p>
            <a:pPr algn="ctr" defTabSz="914309"/>
            <a:r>
              <a:rPr lang="en-US" sz="2800" b="1" dirty="0">
                <a:solidFill>
                  <a:prstClr val="black"/>
                </a:solidFill>
                <a:latin typeface="Palatino Linotype" pitchFamily="18" charset="0"/>
              </a:rPr>
              <a:t>		</a:t>
            </a:r>
            <a:endParaRPr lang="en-US" sz="2800" b="1" dirty="0">
              <a:solidFill>
                <a:prstClr val="black"/>
              </a:solidFill>
              <a:latin typeface="Calibri" pitchFamily="34" charset="0"/>
            </a:endParaRPr>
          </a:p>
        </p:txBody>
      </p:sp>
    </p:spTree>
    <p:extLst>
      <p:ext uri="{BB962C8B-B14F-4D97-AF65-F5344CB8AC3E}">
        <p14:creationId xmlns:p14="http://schemas.microsoft.com/office/powerpoint/2010/main" val="316463349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1"/>
          <p:cNvSpPr>
            <a:spLocks noChangeArrowheads="1"/>
          </p:cNvSpPr>
          <p:nvPr/>
        </p:nvSpPr>
        <p:spPr bwMode="auto">
          <a:xfrm>
            <a:off x="1752725" y="117804"/>
            <a:ext cx="8915142" cy="6739706"/>
          </a:xfrm>
          <a:prstGeom prst="rect">
            <a:avLst/>
          </a:prstGeom>
          <a:noFill/>
          <a:ln w="9525">
            <a:noFill/>
            <a:miter lim="800000"/>
            <a:headEnd/>
            <a:tailEnd/>
          </a:ln>
        </p:spPr>
        <p:txBody>
          <a:bodyPr wrap="square">
            <a:spAutoFit/>
          </a:bodyPr>
          <a:lstStyle/>
          <a:p>
            <a:pPr algn="ctr" defTabSz="914309"/>
            <a:endParaRPr lang="en-IN" sz="14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सब</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सुख</a:t>
            </a:r>
            <a:r>
              <a:rPr lang="en-IN" sz="4000" b="1" dirty="0">
                <a:solidFill>
                  <a:prstClr val="black"/>
                </a:solidFill>
                <a:latin typeface="Aparajita" pitchFamily="34" charset="0"/>
              </a:rPr>
              <a:t> </a:t>
            </a:r>
            <a:r>
              <a:rPr lang="en-IN" sz="4000" b="1" dirty="0" err="1">
                <a:solidFill>
                  <a:prstClr val="black"/>
                </a:solidFill>
                <a:latin typeface="Aparajita" pitchFamily="34" charset="0"/>
              </a:rPr>
              <a:t>लहै</a:t>
            </a:r>
            <a:r>
              <a:rPr lang="en-IN" sz="4000" b="1" dirty="0">
                <a:solidFill>
                  <a:prstClr val="black"/>
                </a:solidFill>
                <a:latin typeface="Aparajita" pitchFamily="34" charset="0"/>
              </a:rPr>
              <a:t> </a:t>
            </a:r>
            <a:r>
              <a:rPr lang="en-IN" sz="4000" b="1" dirty="0" err="1">
                <a:solidFill>
                  <a:prstClr val="black"/>
                </a:solidFill>
                <a:latin typeface="Aparajita" pitchFamily="34" charset="0"/>
              </a:rPr>
              <a:t>तुह्मारी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सरना</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तुम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रच्छक</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काहू</a:t>
            </a:r>
            <a:r>
              <a:rPr lang="en-IN" sz="4000" b="1" dirty="0">
                <a:solidFill>
                  <a:prstClr val="black"/>
                </a:solidFill>
                <a:latin typeface="Aparajita" pitchFamily="34" charset="0"/>
              </a:rPr>
              <a:t> </a:t>
            </a:r>
            <a:r>
              <a:rPr lang="en-IN" sz="4000" b="1" dirty="0" err="1">
                <a:solidFill>
                  <a:prstClr val="black"/>
                </a:solidFill>
                <a:latin typeface="Aparajita" pitchFamily="34" charset="0"/>
              </a:rPr>
              <a:t>को</a:t>
            </a:r>
            <a:r>
              <a:rPr lang="en-IN" sz="4000" b="1" dirty="0">
                <a:solidFill>
                  <a:prstClr val="black"/>
                </a:solidFill>
                <a:latin typeface="Aparajita" pitchFamily="34" charset="0"/>
              </a:rPr>
              <a:t> </a:t>
            </a:r>
            <a:r>
              <a:rPr lang="en-IN" sz="4000" b="1" dirty="0" err="1">
                <a:solidFill>
                  <a:prstClr val="black"/>
                </a:solidFill>
                <a:latin typeface="Aparajita" pitchFamily="34" charset="0"/>
              </a:rPr>
              <a:t>डर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ना</a:t>
            </a:r>
            <a:r>
              <a:rPr lang="en-IN" sz="4000" b="1" dirty="0">
                <a:solidFill>
                  <a:prstClr val="black"/>
                </a:solidFill>
                <a:latin typeface="Aparajita" pitchFamily="34" charset="0"/>
              </a:rPr>
              <a:t> ॥२२॥</a:t>
            </a:r>
          </a:p>
          <a:p>
            <a:pPr algn="ctr" defTabSz="914309"/>
            <a:endParaRPr lang="en-IN" sz="4000" b="1" dirty="0">
              <a:solidFill>
                <a:prstClr val="black"/>
              </a:solidFill>
              <a:latin typeface="Aparajita" pitchFamily="34" charset="0"/>
            </a:endParaRPr>
          </a:p>
          <a:p>
            <a:pPr algn="ctr" defTabSz="914309"/>
            <a:r>
              <a:rPr lang="en-US" sz="3600" b="1" dirty="0">
                <a:solidFill>
                  <a:prstClr val="black"/>
                </a:solidFill>
                <a:latin typeface="URW Palladio IT" pitchFamily="2" charset="0"/>
              </a:rPr>
              <a:t>Saba </a:t>
            </a:r>
            <a:r>
              <a:rPr lang="en-US" sz="3600" b="1" dirty="0" err="1">
                <a:solidFill>
                  <a:prstClr val="black"/>
                </a:solidFill>
                <a:latin typeface="URW Palladio IT" pitchFamily="2" charset="0"/>
              </a:rPr>
              <a:t>Sukha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Lahai</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Tumhäré</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Saranä</a:t>
            </a:r>
            <a:r>
              <a:rPr lang="en-US" sz="3600" b="1" dirty="0">
                <a:solidFill>
                  <a:prstClr val="black"/>
                </a:solidFill>
                <a:latin typeface="URW Palladio IT" pitchFamily="2" charset="0"/>
              </a:rPr>
              <a:t> | </a:t>
            </a:r>
          </a:p>
          <a:p>
            <a:pPr algn="ctr" defTabSz="914309"/>
            <a:r>
              <a:rPr lang="en-US" sz="3600" b="1" dirty="0" err="1">
                <a:solidFill>
                  <a:prstClr val="black"/>
                </a:solidFill>
                <a:latin typeface="URW Palladio IT" pitchFamily="2" charset="0"/>
              </a:rPr>
              <a:t>Tuma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Racchaka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Kähü</a:t>
            </a:r>
            <a:r>
              <a:rPr lang="en-US" sz="3600" b="1" dirty="0">
                <a:solidFill>
                  <a:prstClr val="black"/>
                </a:solidFill>
                <a:latin typeface="URW Palladio IT" pitchFamily="2" charset="0"/>
              </a:rPr>
              <a:t> Ko </a:t>
            </a:r>
            <a:r>
              <a:rPr lang="en-US" sz="3600" b="1" dirty="0" err="1">
                <a:solidFill>
                  <a:prstClr val="black"/>
                </a:solidFill>
                <a:latin typeface="URW Palladio IT" pitchFamily="2" charset="0"/>
              </a:rPr>
              <a:t>Òara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Nä</a:t>
            </a:r>
            <a:r>
              <a:rPr lang="en-US" sz="3600" b="1" dirty="0">
                <a:solidFill>
                  <a:prstClr val="black"/>
                </a:solidFill>
                <a:latin typeface="URW Palladio IT" pitchFamily="2" charset="0"/>
              </a:rPr>
              <a:t> || - 22</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ಸಬ</a:t>
            </a:r>
            <a:r>
              <a:rPr lang="en-US" sz="3600" b="1" dirty="0">
                <a:solidFill>
                  <a:prstClr val="black"/>
                </a:solidFill>
                <a:latin typeface="Calibri" pitchFamily="34" charset="0"/>
              </a:rPr>
              <a:t> </a:t>
            </a:r>
            <a:r>
              <a:rPr lang="en-US" sz="3600" b="1" dirty="0" err="1">
                <a:solidFill>
                  <a:prstClr val="black"/>
                </a:solidFill>
                <a:latin typeface="Calibri" pitchFamily="34" charset="0"/>
              </a:rPr>
              <a:t>ಸುಖ</a:t>
            </a:r>
            <a:r>
              <a:rPr lang="en-US" sz="3600" b="1" dirty="0">
                <a:solidFill>
                  <a:prstClr val="black"/>
                </a:solidFill>
                <a:latin typeface="Calibri" pitchFamily="34" charset="0"/>
              </a:rPr>
              <a:t> </a:t>
            </a:r>
            <a:r>
              <a:rPr lang="en-US" sz="3600" b="1" dirty="0" err="1">
                <a:solidFill>
                  <a:prstClr val="black"/>
                </a:solidFill>
                <a:latin typeface="Calibri" pitchFamily="34" charset="0"/>
              </a:rPr>
              <a:t>ಲಹೈ</a:t>
            </a:r>
            <a:r>
              <a:rPr lang="en-US" sz="3600" b="1" dirty="0">
                <a:solidFill>
                  <a:prstClr val="black"/>
                </a:solidFill>
                <a:latin typeface="Calibri" pitchFamily="34" charset="0"/>
              </a:rPr>
              <a:t> </a:t>
            </a:r>
            <a:r>
              <a:rPr lang="en-US" sz="3600" b="1" dirty="0" err="1">
                <a:solidFill>
                  <a:prstClr val="black"/>
                </a:solidFill>
                <a:latin typeface="Calibri" pitchFamily="34" charset="0"/>
              </a:rPr>
              <a:t>ತುಮ್ಹಾರೀ</a:t>
            </a:r>
            <a:r>
              <a:rPr lang="en-US" sz="3600" b="1" dirty="0">
                <a:solidFill>
                  <a:prstClr val="black"/>
                </a:solidFill>
                <a:latin typeface="Calibri" pitchFamily="34" charset="0"/>
              </a:rPr>
              <a:t> </a:t>
            </a:r>
            <a:r>
              <a:rPr lang="en-US" sz="3600" b="1" dirty="0" err="1">
                <a:solidFill>
                  <a:prstClr val="black"/>
                </a:solidFill>
                <a:latin typeface="Calibri" pitchFamily="34" charset="0"/>
              </a:rPr>
              <a:t>ಸರನಾ</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ತುಮ</a:t>
            </a:r>
            <a:r>
              <a:rPr lang="en-US" sz="3600" b="1" dirty="0">
                <a:solidFill>
                  <a:prstClr val="black"/>
                </a:solidFill>
                <a:latin typeface="Calibri" pitchFamily="34" charset="0"/>
              </a:rPr>
              <a:t> </a:t>
            </a:r>
            <a:r>
              <a:rPr lang="en-US" sz="3600" b="1" dirty="0" err="1">
                <a:solidFill>
                  <a:prstClr val="black"/>
                </a:solidFill>
                <a:latin typeface="Calibri" pitchFamily="34" charset="0"/>
              </a:rPr>
              <a:t>ರ</a:t>
            </a:r>
            <a:r>
              <a:rPr lang="kn-IN" sz="3600" b="1" dirty="0" err="1">
                <a:solidFill>
                  <a:prstClr val="black"/>
                </a:solidFill>
                <a:latin typeface="Calibri" pitchFamily="34" charset="0"/>
                <a:ea typeface="Tunga" pitchFamily="2"/>
                <a:cs typeface="Tunga" pitchFamily="2"/>
              </a:rPr>
              <a:t>ಚ್ಛ</a:t>
            </a:r>
            <a:r>
              <a:rPr lang="en-US" sz="3600" b="1" dirty="0" err="1">
                <a:solidFill>
                  <a:prstClr val="black"/>
                </a:solidFill>
                <a:latin typeface="Calibri" pitchFamily="34" charset="0"/>
              </a:rPr>
              <a:t>ಕ</a:t>
            </a:r>
            <a:r>
              <a:rPr lang="en-US" sz="3600" b="1" dirty="0">
                <a:solidFill>
                  <a:prstClr val="black"/>
                </a:solidFill>
                <a:latin typeface="Calibri" pitchFamily="34" charset="0"/>
              </a:rPr>
              <a:t> </a:t>
            </a:r>
            <a:r>
              <a:rPr lang="en-US" sz="3600" b="1" dirty="0" err="1">
                <a:solidFill>
                  <a:prstClr val="black"/>
                </a:solidFill>
                <a:latin typeface="Calibri" pitchFamily="34" charset="0"/>
              </a:rPr>
              <a:t>ಕಾಹೂ</a:t>
            </a:r>
            <a:r>
              <a:rPr lang="en-US" sz="3600" b="1" dirty="0">
                <a:solidFill>
                  <a:prstClr val="black"/>
                </a:solidFill>
                <a:latin typeface="Calibri" pitchFamily="34" charset="0"/>
              </a:rPr>
              <a:t> </a:t>
            </a:r>
            <a:r>
              <a:rPr lang="en-US" sz="3600" b="1" dirty="0" err="1">
                <a:solidFill>
                  <a:prstClr val="black"/>
                </a:solidFill>
                <a:latin typeface="Calibri" pitchFamily="34" charset="0"/>
              </a:rPr>
              <a:t>ಕೋ</a:t>
            </a:r>
            <a:r>
              <a:rPr lang="en-US" sz="3600" b="1" dirty="0">
                <a:solidFill>
                  <a:prstClr val="black"/>
                </a:solidFill>
                <a:latin typeface="Calibri" pitchFamily="34" charset="0"/>
              </a:rPr>
              <a:t> </a:t>
            </a:r>
            <a:r>
              <a:rPr lang="en-US" sz="3600" b="1" dirty="0" err="1">
                <a:solidFill>
                  <a:prstClr val="black"/>
                </a:solidFill>
                <a:latin typeface="Calibri" pitchFamily="34" charset="0"/>
              </a:rPr>
              <a:t>ಡರನಾ</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೨೨</a:t>
            </a:r>
            <a:r>
              <a:rPr lang="en-US" sz="3600" b="1" dirty="0">
                <a:solidFill>
                  <a:prstClr val="black"/>
                </a:solidFill>
                <a:latin typeface="Calibri" pitchFamily="34" charset="0"/>
              </a:rPr>
              <a:t>॥</a:t>
            </a:r>
          </a:p>
          <a:p>
            <a:pPr algn="ctr" defTabSz="914309"/>
            <a:endParaRPr lang="en-US" sz="2399" b="1" dirty="0">
              <a:solidFill>
                <a:prstClr val="black"/>
              </a:solidFill>
              <a:latin typeface="Calibri" pitchFamily="34" charset="0"/>
            </a:endParaRPr>
          </a:p>
          <a:p>
            <a:pPr algn="ctr" defTabSz="914309"/>
            <a:r>
              <a:rPr lang="en-US" sz="2399" b="1" dirty="0">
                <a:solidFill>
                  <a:prstClr val="black"/>
                </a:solidFill>
                <a:latin typeface="Palatino Linotype" pitchFamily="18" charset="0"/>
              </a:rPr>
              <a:t>By your grace one can enjoy all happiness and one need not have any fear under your protection</a:t>
            </a:r>
            <a:r>
              <a:rPr lang="en-US" sz="2399" b="1" dirty="0">
                <a:solidFill>
                  <a:prstClr val="black"/>
                </a:solidFill>
                <a:latin typeface="Calibri" pitchFamily="34" charset="0"/>
              </a:rPr>
              <a:t>.</a:t>
            </a:r>
          </a:p>
          <a:p>
            <a:pPr algn="ctr" defTabSz="914309"/>
            <a:r>
              <a:rPr lang="en-IN" sz="2800" b="1" dirty="0">
                <a:solidFill>
                  <a:srgbClr val="00B050"/>
                </a:solidFill>
                <a:latin typeface="Sanskrit 99" pitchFamily="2" charset="0"/>
              </a:rPr>
              <a:t>		</a:t>
            </a:r>
            <a:r>
              <a:rPr lang="en-US" sz="1799" b="1" dirty="0">
                <a:solidFill>
                  <a:prstClr val="black"/>
                </a:solidFill>
                <a:latin typeface="Calibri" pitchFamily="34" charset="0"/>
              </a:rPr>
              <a:t/>
            </a:r>
            <a:br>
              <a:rPr lang="en-US" sz="1799" b="1" dirty="0">
                <a:solidFill>
                  <a:prstClr val="black"/>
                </a:solidFill>
                <a:latin typeface="Calibri" pitchFamily="34" charset="0"/>
              </a:rPr>
            </a:br>
            <a:endParaRPr lang="en-US" sz="1799" b="1" dirty="0">
              <a:solidFill>
                <a:prstClr val="black"/>
              </a:solidFill>
              <a:latin typeface="Calibri" pitchFamily="34" charset="0"/>
            </a:endParaRPr>
          </a:p>
        </p:txBody>
      </p:sp>
    </p:spTree>
    <p:extLst>
      <p:ext uri="{BB962C8B-B14F-4D97-AF65-F5344CB8AC3E}">
        <p14:creationId xmlns:p14="http://schemas.microsoft.com/office/powerpoint/2010/main" val="114703102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1"/>
          <p:cNvSpPr>
            <a:spLocks noChangeArrowheads="1"/>
          </p:cNvSpPr>
          <p:nvPr/>
        </p:nvSpPr>
        <p:spPr bwMode="auto">
          <a:xfrm>
            <a:off x="1524133" y="118"/>
            <a:ext cx="9143736" cy="6678295"/>
          </a:xfrm>
          <a:prstGeom prst="rect">
            <a:avLst/>
          </a:prstGeom>
          <a:noFill/>
          <a:ln w="9525">
            <a:noFill/>
            <a:miter lim="800000"/>
            <a:headEnd/>
            <a:tailEnd/>
          </a:ln>
        </p:spPr>
        <p:txBody>
          <a:bodyPr wrap="square">
            <a:spAutoFit/>
          </a:bodyPr>
          <a:lstStyle/>
          <a:p>
            <a:pPr algn="ctr" defTabSz="914309"/>
            <a:endParaRPr lang="en-IN" sz="12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आपन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तेज</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सह्मारो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आपै</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तीनों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लोक</a:t>
            </a:r>
            <a:r>
              <a:rPr lang="en-IN" sz="4000" b="1" dirty="0">
                <a:solidFill>
                  <a:prstClr val="black"/>
                </a:solidFill>
                <a:latin typeface="Aparajita" pitchFamily="34" charset="0"/>
              </a:rPr>
              <a:t> </a:t>
            </a:r>
            <a:r>
              <a:rPr lang="en-IN" sz="4000" b="1" dirty="0" err="1">
                <a:solidFill>
                  <a:prstClr val="black"/>
                </a:solidFill>
                <a:latin typeface="Aparajita" pitchFamily="34" charset="0"/>
              </a:rPr>
              <a:t>हाँक</a:t>
            </a:r>
            <a:r>
              <a:rPr lang="en-IN" sz="4000" b="1" dirty="0">
                <a:solidFill>
                  <a:prstClr val="black"/>
                </a:solidFill>
                <a:latin typeface="Aparajita" pitchFamily="34" charset="0"/>
              </a:rPr>
              <a:t> </a:t>
            </a:r>
            <a:r>
              <a:rPr lang="en-IN" sz="4000" b="1" dirty="0" err="1">
                <a:solidFill>
                  <a:prstClr val="black"/>
                </a:solidFill>
                <a:latin typeface="Aparajita" pitchFamily="34" charset="0"/>
              </a:rPr>
              <a:t>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काँपै</a:t>
            </a:r>
            <a:r>
              <a:rPr lang="en-IN" sz="4000" b="1" dirty="0">
                <a:solidFill>
                  <a:prstClr val="black"/>
                </a:solidFill>
                <a:latin typeface="Aparajita" pitchFamily="34" charset="0"/>
              </a:rPr>
              <a:t> ॥२३॥</a:t>
            </a:r>
          </a:p>
          <a:p>
            <a:pPr algn="ctr" defTabSz="914309"/>
            <a:endParaRPr lang="en-IN" sz="4000" b="1" dirty="0">
              <a:solidFill>
                <a:prstClr val="black"/>
              </a:solidFill>
              <a:latin typeface="Aparajita" pitchFamily="34" charset="0"/>
            </a:endParaRPr>
          </a:p>
          <a:p>
            <a:pPr algn="ctr" defTabSz="914309"/>
            <a:r>
              <a:rPr lang="en-US" sz="3600" b="1" dirty="0" err="1">
                <a:solidFill>
                  <a:prstClr val="black"/>
                </a:solidFill>
                <a:latin typeface="URW Palladio IT" pitchFamily="2" charset="0"/>
              </a:rPr>
              <a:t>Äpana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Teja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Samhäro</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Äpai</a:t>
            </a:r>
            <a:r>
              <a:rPr lang="en-US" sz="3600" b="1" dirty="0">
                <a:solidFill>
                  <a:prstClr val="black"/>
                </a:solidFill>
                <a:latin typeface="URW Palladio IT" pitchFamily="2" charset="0"/>
              </a:rPr>
              <a:t> | </a:t>
            </a:r>
          </a:p>
          <a:p>
            <a:pPr algn="ctr" defTabSz="914309"/>
            <a:r>
              <a:rPr lang="en-US" sz="3600" b="1" dirty="0" err="1">
                <a:solidFill>
                  <a:prstClr val="black"/>
                </a:solidFill>
                <a:latin typeface="URW Palladio IT" pitchFamily="2" charset="0"/>
              </a:rPr>
              <a:t>Ténoà</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Loka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Häðka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Teà</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Käðpai</a:t>
            </a:r>
            <a:r>
              <a:rPr lang="en-US" sz="3600" b="1" dirty="0">
                <a:solidFill>
                  <a:prstClr val="black"/>
                </a:solidFill>
                <a:latin typeface="URW Palladio IT" pitchFamily="2" charset="0"/>
              </a:rPr>
              <a:t> || - 23</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ಆಪನ</a:t>
            </a:r>
            <a:r>
              <a:rPr lang="en-US" sz="3600" b="1" dirty="0">
                <a:solidFill>
                  <a:prstClr val="black"/>
                </a:solidFill>
                <a:latin typeface="Calibri" pitchFamily="34" charset="0"/>
              </a:rPr>
              <a:t> </a:t>
            </a:r>
            <a:r>
              <a:rPr lang="en-US" sz="3600" b="1" dirty="0" err="1">
                <a:solidFill>
                  <a:prstClr val="black"/>
                </a:solidFill>
                <a:latin typeface="Calibri" pitchFamily="34" charset="0"/>
              </a:rPr>
              <a:t>ತೇಜ</a:t>
            </a:r>
            <a:r>
              <a:rPr lang="en-US" sz="3600" b="1" dirty="0">
                <a:solidFill>
                  <a:prstClr val="black"/>
                </a:solidFill>
                <a:latin typeface="Calibri" pitchFamily="34" charset="0"/>
              </a:rPr>
              <a:t> </a:t>
            </a:r>
            <a:r>
              <a:rPr lang="en-US" sz="3600" b="1" dirty="0" err="1">
                <a:solidFill>
                  <a:prstClr val="black"/>
                </a:solidFill>
                <a:latin typeface="Calibri" pitchFamily="34" charset="0"/>
              </a:rPr>
              <a:t>ಸಮ್ಹಾರೌ</a:t>
            </a:r>
            <a:r>
              <a:rPr lang="en-US" sz="3600" b="1" dirty="0">
                <a:solidFill>
                  <a:prstClr val="black"/>
                </a:solidFill>
                <a:latin typeface="Calibri" pitchFamily="34" charset="0"/>
              </a:rPr>
              <a:t> </a:t>
            </a:r>
            <a:r>
              <a:rPr lang="en-US" sz="3600" b="1" dirty="0" err="1">
                <a:solidFill>
                  <a:prstClr val="black"/>
                </a:solidFill>
                <a:latin typeface="Calibri" pitchFamily="34" charset="0"/>
              </a:rPr>
              <a:t>ಆಪೈ</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ತೀನೋ</a:t>
            </a:r>
            <a:r>
              <a:rPr lang="en-US" sz="3600" b="1" dirty="0">
                <a:solidFill>
                  <a:prstClr val="black"/>
                </a:solidFill>
                <a:latin typeface="Calibri" pitchFamily="34" charset="0"/>
              </a:rPr>
              <a:t> </a:t>
            </a:r>
            <a:r>
              <a:rPr lang="en-US" sz="3600" b="1" dirty="0" err="1">
                <a:solidFill>
                  <a:prstClr val="black"/>
                </a:solidFill>
                <a:latin typeface="Calibri" pitchFamily="34" charset="0"/>
              </a:rPr>
              <a:t>ಲೋಕ</a:t>
            </a:r>
            <a:r>
              <a:rPr lang="en-US" sz="3600" b="1" dirty="0">
                <a:solidFill>
                  <a:prstClr val="black"/>
                </a:solidFill>
                <a:latin typeface="Calibri" pitchFamily="34" charset="0"/>
              </a:rPr>
              <a:t> </a:t>
            </a:r>
            <a:r>
              <a:rPr lang="en-US" sz="3600" b="1" dirty="0" err="1">
                <a:solidFill>
                  <a:prstClr val="black"/>
                </a:solidFill>
                <a:latin typeface="Calibri" pitchFamily="34" charset="0"/>
              </a:rPr>
              <a:t>ಹಾಂಕ</a:t>
            </a:r>
            <a:r>
              <a:rPr lang="en-US" sz="3600" b="1" dirty="0">
                <a:solidFill>
                  <a:prstClr val="black"/>
                </a:solidFill>
                <a:latin typeface="Calibri" pitchFamily="34" charset="0"/>
              </a:rPr>
              <a:t> </a:t>
            </a:r>
            <a:r>
              <a:rPr lang="en-US" sz="3600" b="1" dirty="0" err="1">
                <a:solidFill>
                  <a:prstClr val="black"/>
                </a:solidFill>
                <a:latin typeface="Calibri" pitchFamily="34" charset="0"/>
              </a:rPr>
              <a:t>ತೇ</a:t>
            </a:r>
            <a:r>
              <a:rPr lang="en-US" sz="3600" b="1" dirty="0">
                <a:solidFill>
                  <a:prstClr val="black"/>
                </a:solidFill>
                <a:latin typeface="Calibri" pitchFamily="34" charset="0"/>
              </a:rPr>
              <a:t> </a:t>
            </a:r>
            <a:r>
              <a:rPr lang="en-US" sz="3600" b="1" dirty="0" err="1">
                <a:solidFill>
                  <a:prstClr val="black"/>
                </a:solidFill>
                <a:latin typeface="Calibri" pitchFamily="34" charset="0"/>
              </a:rPr>
              <a:t>ಕಾಂಪೈ</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೨೩</a:t>
            </a:r>
            <a:r>
              <a:rPr lang="en-US" sz="3600" b="1" dirty="0">
                <a:solidFill>
                  <a:prstClr val="black"/>
                </a:solidFill>
                <a:latin typeface="Calibri" pitchFamily="34" charset="0"/>
              </a:rPr>
              <a:t>॥</a:t>
            </a:r>
          </a:p>
          <a:p>
            <a:pPr algn="ctr" defTabSz="914309"/>
            <a:endParaRPr lang="en-US" sz="3600" b="1" dirty="0">
              <a:solidFill>
                <a:prstClr val="black"/>
              </a:solidFill>
              <a:latin typeface="Calibri" pitchFamily="34" charset="0"/>
            </a:endParaRPr>
          </a:p>
          <a:p>
            <a:pPr algn="ctr" defTabSz="914309"/>
            <a:r>
              <a:rPr lang="en-US" sz="2399" b="1" dirty="0">
                <a:solidFill>
                  <a:prstClr val="black"/>
                </a:solidFill>
                <a:latin typeface="Palatino Linotype" pitchFamily="18" charset="0"/>
              </a:rPr>
              <a:t>When you roar all the three worlds tremble and only you can control your might.</a:t>
            </a:r>
          </a:p>
          <a:p>
            <a:pPr algn="ctr" defTabSz="914309"/>
            <a:r>
              <a:rPr lang="en-US" sz="3200" b="1" dirty="0">
                <a:solidFill>
                  <a:prstClr val="black"/>
                </a:solidFill>
                <a:latin typeface="Palatino Linotype" pitchFamily="18" charset="0"/>
              </a:rPr>
              <a:t>		</a:t>
            </a:r>
          </a:p>
        </p:txBody>
      </p:sp>
    </p:spTree>
    <p:extLst>
      <p:ext uri="{BB962C8B-B14F-4D97-AF65-F5344CB8AC3E}">
        <p14:creationId xmlns:p14="http://schemas.microsoft.com/office/powerpoint/2010/main" val="275348014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1"/>
          <p:cNvSpPr>
            <a:spLocks noChangeArrowheads="1"/>
          </p:cNvSpPr>
          <p:nvPr/>
        </p:nvSpPr>
        <p:spPr bwMode="auto">
          <a:xfrm>
            <a:off x="1828923" y="114"/>
            <a:ext cx="8838944" cy="7263047"/>
          </a:xfrm>
          <a:prstGeom prst="rect">
            <a:avLst/>
          </a:prstGeom>
          <a:noFill/>
          <a:ln w="9525">
            <a:noFill/>
            <a:miter lim="800000"/>
            <a:headEnd/>
            <a:tailEnd/>
          </a:ln>
        </p:spPr>
        <p:txBody>
          <a:bodyPr>
            <a:spAutoFit/>
          </a:bodyPr>
          <a:lstStyle/>
          <a:p>
            <a:pPr algn="ctr" defTabSz="914309"/>
            <a:endParaRPr lang="en-IN" sz="14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भूत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पिसाच</a:t>
            </a:r>
            <a:r>
              <a:rPr lang="en-IN" sz="4000" b="1" dirty="0">
                <a:solidFill>
                  <a:prstClr val="black"/>
                </a:solidFill>
                <a:latin typeface="Aparajita" pitchFamily="34" charset="0"/>
              </a:rPr>
              <a:t> </a:t>
            </a:r>
            <a:r>
              <a:rPr lang="en-IN" sz="4000" b="1" dirty="0" err="1">
                <a:solidFill>
                  <a:prstClr val="black"/>
                </a:solidFill>
                <a:latin typeface="Aparajita" pitchFamily="34" charset="0"/>
              </a:rPr>
              <a:t>निकट</a:t>
            </a:r>
            <a:r>
              <a:rPr lang="en-IN" sz="4000" b="1" dirty="0">
                <a:solidFill>
                  <a:prstClr val="black"/>
                </a:solidFill>
                <a:latin typeface="Aparajita" pitchFamily="34" charset="0"/>
              </a:rPr>
              <a:t> </a:t>
            </a:r>
            <a:r>
              <a:rPr lang="en-IN" sz="4000" b="1" dirty="0" err="1">
                <a:solidFill>
                  <a:prstClr val="black"/>
                </a:solidFill>
                <a:latin typeface="Aparajita" pitchFamily="34" charset="0"/>
              </a:rPr>
              <a:t>नहिं</a:t>
            </a:r>
            <a:r>
              <a:rPr lang="en-IN" sz="4000" b="1" dirty="0">
                <a:solidFill>
                  <a:prstClr val="black"/>
                </a:solidFill>
                <a:latin typeface="Aparajita" pitchFamily="34" charset="0"/>
              </a:rPr>
              <a:t> </a:t>
            </a:r>
            <a:r>
              <a:rPr lang="en-IN" sz="4000" b="1" dirty="0" err="1">
                <a:solidFill>
                  <a:prstClr val="black"/>
                </a:solidFill>
                <a:latin typeface="Aparajita" pitchFamily="34" charset="0"/>
              </a:rPr>
              <a:t>आवै</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महाबीर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जब</a:t>
            </a:r>
            <a:r>
              <a:rPr lang="en-IN" sz="4000" b="1" dirty="0">
                <a:solidFill>
                  <a:prstClr val="black"/>
                </a:solidFill>
                <a:latin typeface="Aparajita" pitchFamily="34" charset="0"/>
              </a:rPr>
              <a:t> </a:t>
            </a:r>
            <a:r>
              <a:rPr lang="en-IN" sz="4000" b="1" dirty="0" err="1">
                <a:solidFill>
                  <a:prstClr val="black"/>
                </a:solidFill>
                <a:latin typeface="Aparajita" pitchFamily="34" charset="0"/>
              </a:rPr>
              <a:t>नाम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सुनावै</a:t>
            </a:r>
            <a:r>
              <a:rPr lang="en-IN" sz="4000" b="1" dirty="0">
                <a:solidFill>
                  <a:prstClr val="black"/>
                </a:solidFill>
                <a:latin typeface="Aparajita" pitchFamily="34" charset="0"/>
              </a:rPr>
              <a:t> ॥२४॥</a:t>
            </a:r>
          </a:p>
          <a:p>
            <a:pPr algn="ctr" defTabSz="914309"/>
            <a:endParaRPr lang="en-IN" sz="4000" b="1" dirty="0">
              <a:solidFill>
                <a:prstClr val="black"/>
              </a:solidFill>
              <a:latin typeface="Aparajita" pitchFamily="34" charset="0"/>
            </a:endParaRPr>
          </a:p>
          <a:p>
            <a:pPr algn="ctr" defTabSz="914309"/>
            <a:r>
              <a:rPr lang="en-US" sz="3600" b="1" dirty="0" err="1">
                <a:solidFill>
                  <a:prstClr val="black"/>
                </a:solidFill>
                <a:latin typeface="URW Palladio IT" pitchFamily="2" charset="0"/>
              </a:rPr>
              <a:t>Bhüta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Pisäca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Nikaöa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Nahim</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Ävai</a:t>
            </a:r>
            <a:r>
              <a:rPr lang="en-US" sz="3600" b="1" dirty="0">
                <a:solidFill>
                  <a:prstClr val="black"/>
                </a:solidFill>
                <a:latin typeface="URW Palladio IT" pitchFamily="2" charset="0"/>
              </a:rPr>
              <a:t> | </a:t>
            </a:r>
          </a:p>
          <a:p>
            <a:pPr algn="ctr" defTabSz="914309"/>
            <a:r>
              <a:rPr lang="en-US" sz="3600" b="1" dirty="0" err="1">
                <a:solidFill>
                  <a:prstClr val="black"/>
                </a:solidFill>
                <a:latin typeface="URW Palladio IT" pitchFamily="2" charset="0"/>
              </a:rPr>
              <a:t>Mahäbéra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Jaba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Näma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Sunävai</a:t>
            </a:r>
            <a:r>
              <a:rPr lang="en-US" sz="3600" b="1" dirty="0">
                <a:solidFill>
                  <a:prstClr val="black"/>
                </a:solidFill>
                <a:latin typeface="URW Palladio IT" pitchFamily="2" charset="0"/>
              </a:rPr>
              <a:t> || - 24</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ಭೂತ</a:t>
            </a:r>
            <a:r>
              <a:rPr lang="en-US" sz="3600" b="1" dirty="0">
                <a:solidFill>
                  <a:prstClr val="black"/>
                </a:solidFill>
                <a:latin typeface="Calibri" pitchFamily="34" charset="0"/>
              </a:rPr>
              <a:t> </a:t>
            </a:r>
            <a:r>
              <a:rPr lang="en-US" sz="3600" b="1" dirty="0" err="1">
                <a:solidFill>
                  <a:prstClr val="black"/>
                </a:solidFill>
                <a:latin typeface="Calibri" pitchFamily="34" charset="0"/>
              </a:rPr>
              <a:t>ಪಿಸಾಚ</a:t>
            </a:r>
            <a:r>
              <a:rPr lang="en-US" sz="3600" b="1" dirty="0">
                <a:solidFill>
                  <a:prstClr val="black"/>
                </a:solidFill>
                <a:latin typeface="Calibri" pitchFamily="34" charset="0"/>
              </a:rPr>
              <a:t> </a:t>
            </a:r>
            <a:r>
              <a:rPr lang="en-US" sz="3600" b="1" dirty="0" err="1">
                <a:solidFill>
                  <a:prstClr val="black"/>
                </a:solidFill>
                <a:latin typeface="Calibri" pitchFamily="34" charset="0"/>
              </a:rPr>
              <a:t>ನಿಕಟ</a:t>
            </a:r>
            <a:r>
              <a:rPr lang="en-US" sz="3600" b="1" dirty="0">
                <a:solidFill>
                  <a:prstClr val="black"/>
                </a:solidFill>
                <a:latin typeface="Calibri" pitchFamily="34" charset="0"/>
              </a:rPr>
              <a:t> </a:t>
            </a:r>
            <a:r>
              <a:rPr lang="en-US" sz="3600" b="1" dirty="0" err="1">
                <a:solidFill>
                  <a:prstClr val="black"/>
                </a:solidFill>
                <a:latin typeface="Calibri" pitchFamily="34" charset="0"/>
              </a:rPr>
              <a:t>ನಹಿ</a:t>
            </a:r>
            <a:r>
              <a:rPr lang="en-US" sz="3600" b="1" dirty="0">
                <a:solidFill>
                  <a:prstClr val="black"/>
                </a:solidFill>
                <a:latin typeface="Calibri" pitchFamily="34" charset="0"/>
              </a:rPr>
              <a:t> </a:t>
            </a:r>
            <a:r>
              <a:rPr lang="en-US" sz="3600" b="1" dirty="0" err="1">
                <a:solidFill>
                  <a:prstClr val="black"/>
                </a:solidFill>
                <a:latin typeface="Calibri" pitchFamily="34" charset="0"/>
              </a:rPr>
              <a:t>ಆವೈ</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ಮಹಾ</a:t>
            </a:r>
            <a:r>
              <a:rPr lang="kn-IN" sz="3600" b="1" dirty="0">
                <a:solidFill>
                  <a:prstClr val="black"/>
                </a:solidFill>
                <a:latin typeface="Calibri" pitchFamily="34" charset="0"/>
                <a:ea typeface="Tunga" pitchFamily="2"/>
                <a:cs typeface="Tunga" pitchFamily="2"/>
              </a:rPr>
              <a:t>ಬೀ</a:t>
            </a:r>
            <a:r>
              <a:rPr lang="en-US" sz="3600" b="1" dirty="0" err="1">
                <a:solidFill>
                  <a:prstClr val="black"/>
                </a:solidFill>
                <a:latin typeface="Calibri" pitchFamily="34" charset="0"/>
              </a:rPr>
              <a:t>ರ</a:t>
            </a:r>
            <a:r>
              <a:rPr lang="en-US" sz="3600" b="1" dirty="0">
                <a:solidFill>
                  <a:prstClr val="black"/>
                </a:solidFill>
                <a:latin typeface="Calibri" pitchFamily="34" charset="0"/>
              </a:rPr>
              <a:t> </a:t>
            </a:r>
            <a:r>
              <a:rPr lang="en-US" sz="3600" b="1" dirty="0" err="1">
                <a:solidFill>
                  <a:prstClr val="black"/>
                </a:solidFill>
                <a:latin typeface="Calibri" pitchFamily="34" charset="0"/>
              </a:rPr>
              <a:t>ಜಬ</a:t>
            </a:r>
            <a:r>
              <a:rPr lang="en-US" sz="3600" b="1" dirty="0">
                <a:solidFill>
                  <a:prstClr val="black"/>
                </a:solidFill>
                <a:latin typeface="Calibri" pitchFamily="34" charset="0"/>
              </a:rPr>
              <a:t> </a:t>
            </a:r>
            <a:r>
              <a:rPr lang="en-US" sz="3600" b="1" dirty="0" err="1">
                <a:solidFill>
                  <a:prstClr val="black"/>
                </a:solidFill>
                <a:latin typeface="Calibri" pitchFamily="34" charset="0"/>
              </a:rPr>
              <a:t>ನಾಮ</a:t>
            </a:r>
            <a:r>
              <a:rPr lang="en-US" sz="3600" b="1" dirty="0">
                <a:solidFill>
                  <a:prstClr val="black"/>
                </a:solidFill>
                <a:latin typeface="Calibri" pitchFamily="34" charset="0"/>
              </a:rPr>
              <a:t> </a:t>
            </a:r>
            <a:r>
              <a:rPr lang="en-US" sz="3600" b="1" dirty="0" err="1">
                <a:solidFill>
                  <a:prstClr val="black"/>
                </a:solidFill>
                <a:latin typeface="Calibri" pitchFamily="34" charset="0"/>
              </a:rPr>
              <a:t>ಸುನಾವೈ</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೨೪</a:t>
            </a:r>
            <a:r>
              <a:rPr lang="en-US" sz="3600" b="1" dirty="0">
                <a:solidFill>
                  <a:prstClr val="black"/>
                </a:solidFill>
                <a:latin typeface="Calibri" pitchFamily="34" charset="0"/>
              </a:rPr>
              <a:t>॥</a:t>
            </a:r>
          </a:p>
          <a:p>
            <a:pPr algn="ctr" defTabSz="914309"/>
            <a:endParaRPr lang="en-US" sz="4000" b="1" dirty="0">
              <a:solidFill>
                <a:prstClr val="black"/>
              </a:solidFill>
              <a:latin typeface="Calibri" pitchFamily="34" charset="0"/>
            </a:endParaRPr>
          </a:p>
          <a:p>
            <a:pPr algn="ctr" defTabSz="914309"/>
            <a:r>
              <a:rPr lang="en-US" sz="2399" b="1" dirty="0">
                <a:solidFill>
                  <a:prstClr val="black"/>
                </a:solidFill>
                <a:latin typeface="Palatino Linotype" pitchFamily="18" charset="0"/>
              </a:rPr>
              <a:t>Great Brave on. </a:t>
            </a:r>
            <a:r>
              <a:rPr lang="en-US" sz="2399" b="1" dirty="0" err="1">
                <a:solidFill>
                  <a:prstClr val="black"/>
                </a:solidFill>
                <a:latin typeface="Palatino Linotype" pitchFamily="18" charset="0"/>
              </a:rPr>
              <a:t>Hanumanji's</a:t>
            </a:r>
            <a:r>
              <a:rPr lang="en-US" sz="2399" b="1" dirty="0">
                <a:solidFill>
                  <a:prstClr val="black"/>
                </a:solidFill>
                <a:latin typeface="Palatino Linotype" pitchFamily="18" charset="0"/>
              </a:rPr>
              <a:t> name keeps all the Ghosts, Demons &amp; evils spirits away from his devotees.</a:t>
            </a:r>
          </a:p>
          <a:p>
            <a:pPr algn="ctr" defTabSz="914309"/>
            <a:r>
              <a:rPr lang="en-US" sz="3600" b="1" dirty="0">
                <a:solidFill>
                  <a:prstClr val="black"/>
                </a:solidFill>
                <a:latin typeface="Palatino Linotype" pitchFamily="18" charset="0"/>
              </a:rPr>
              <a:t>		</a:t>
            </a:r>
            <a:r>
              <a:rPr lang="en-US" sz="2800" b="1" dirty="0">
                <a:solidFill>
                  <a:prstClr val="black"/>
                </a:solidFill>
                <a:latin typeface="Palatino Linotype" pitchFamily="18" charset="0"/>
              </a:rPr>
              <a:t/>
            </a:r>
            <a:br>
              <a:rPr lang="en-US" sz="2800" b="1" dirty="0">
                <a:solidFill>
                  <a:prstClr val="black"/>
                </a:solidFill>
                <a:latin typeface="Palatino Linotype" pitchFamily="18" charset="0"/>
              </a:rPr>
            </a:br>
            <a:endParaRPr lang="en-US" sz="2800" b="1" dirty="0">
              <a:solidFill>
                <a:prstClr val="black"/>
              </a:solidFill>
              <a:latin typeface="Palatino Linotype" pitchFamily="18" charset="0"/>
            </a:endParaRPr>
          </a:p>
        </p:txBody>
      </p:sp>
    </p:spTree>
    <p:extLst>
      <p:ext uri="{BB962C8B-B14F-4D97-AF65-F5344CB8AC3E}">
        <p14:creationId xmlns:p14="http://schemas.microsoft.com/office/powerpoint/2010/main" val="144965738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ChangeArrowheads="1"/>
          </p:cNvSpPr>
          <p:nvPr/>
        </p:nvSpPr>
        <p:spPr bwMode="auto">
          <a:xfrm>
            <a:off x="1524133" y="100"/>
            <a:ext cx="9143736" cy="861807"/>
          </a:xfrm>
          <a:prstGeom prst="rect">
            <a:avLst/>
          </a:prstGeom>
          <a:noFill/>
          <a:ln w="9525">
            <a:noFill/>
            <a:miter lim="800000"/>
            <a:headEnd/>
            <a:tailEnd/>
          </a:ln>
        </p:spPr>
        <p:txBody>
          <a:bodyPr>
            <a:spAutoFit/>
          </a:bodyPr>
          <a:lstStyle/>
          <a:p>
            <a:pPr algn="ctr" defTabSz="914309"/>
            <a:r>
              <a:rPr lang="en-IN" sz="2500" b="1">
                <a:solidFill>
                  <a:srgbClr val="FFFFFF"/>
                </a:solidFill>
                <a:latin typeface="Aparajita" pitchFamily="34" charset="0"/>
              </a:rPr>
              <a:t>॥ इति श्रीमद्गोस्वामीतुलसीदासजी अवधी भाषायां विरचितं श्रीहनुमान चालीसा ॥</a:t>
            </a:r>
            <a:endParaRPr lang="en-US" sz="2500" b="1">
              <a:solidFill>
                <a:srgbClr val="FFFFFF"/>
              </a:solidFill>
              <a:latin typeface="Aparajita" pitchFamily="34" charset="0"/>
            </a:endParaRPr>
          </a:p>
        </p:txBody>
      </p:sp>
      <p:sp>
        <p:nvSpPr>
          <p:cNvPr id="53251" name="Rectangle 1"/>
          <p:cNvSpPr>
            <a:spLocks noChangeArrowheads="1"/>
          </p:cNvSpPr>
          <p:nvPr/>
        </p:nvSpPr>
        <p:spPr bwMode="auto">
          <a:xfrm>
            <a:off x="1576519" y="4740253"/>
            <a:ext cx="9143736" cy="2616061"/>
          </a:xfrm>
          <a:prstGeom prst="rect">
            <a:avLst/>
          </a:prstGeom>
          <a:noFill/>
          <a:ln w="9525">
            <a:noFill/>
            <a:miter lim="800000"/>
            <a:headEnd/>
            <a:tailEnd/>
          </a:ln>
        </p:spPr>
        <p:txBody>
          <a:bodyPr>
            <a:spAutoFit/>
          </a:bodyPr>
          <a:lstStyle/>
          <a:p>
            <a:pPr defTabSz="914309"/>
            <a:r>
              <a:rPr lang="en-US" sz="2800" b="1" dirty="0">
                <a:solidFill>
                  <a:srgbClr val="000000"/>
                </a:solidFill>
                <a:latin typeface="Calibri"/>
              </a:rPr>
              <a:t>	</a:t>
            </a:r>
          </a:p>
          <a:p>
            <a:pPr defTabSz="914309"/>
            <a:r>
              <a:rPr lang="en-US" sz="2800" b="1" dirty="0">
                <a:solidFill>
                  <a:srgbClr val="000000"/>
                </a:solidFill>
                <a:latin typeface="Calibri"/>
              </a:rPr>
              <a:t>	</a:t>
            </a:r>
            <a:r>
              <a:rPr lang="hi-IN" sz="2800" b="1" dirty="0">
                <a:solidFill>
                  <a:srgbClr val="000000"/>
                </a:solidFill>
                <a:latin typeface="Calibri"/>
              </a:rPr>
              <a:t>राम लक्ष्मण जानकी</a:t>
            </a:r>
            <a:r>
              <a:rPr lang="en-US" sz="2800" b="1" dirty="0">
                <a:solidFill>
                  <a:srgbClr val="000000"/>
                </a:solidFill>
                <a:latin typeface="Calibri"/>
              </a:rPr>
              <a:t>	</a:t>
            </a:r>
            <a:r>
              <a:rPr lang="en-US" sz="2800" dirty="0" err="1">
                <a:solidFill>
                  <a:srgbClr val="000000"/>
                </a:solidFill>
                <a:latin typeface="URW Palladio IT" pitchFamily="2" charset="0"/>
              </a:rPr>
              <a:t>Räma</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La</a:t>
            </a:r>
            <a:r>
              <a:rPr lang="en-US" altLang="zh-CN" sz="2800" dirty="0" err="1">
                <a:solidFill>
                  <a:srgbClr val="000000"/>
                </a:solidFill>
                <a:latin typeface="URW Palladio IT" pitchFamily="2" charset="0"/>
                <a:ea typeface="宋体" panose="02010600030101010101" pitchFamily="2" charset="-122"/>
                <a:sym typeface="URW Palladio IT" pitchFamily="2" charset="0"/>
              </a:rPr>
              <a:t>kñ</a:t>
            </a:r>
            <a:r>
              <a:rPr lang="en-US" sz="2800" dirty="0" err="1">
                <a:solidFill>
                  <a:srgbClr val="000000"/>
                </a:solidFill>
                <a:latin typeface="URW Palladio IT" pitchFamily="2" charset="0"/>
              </a:rPr>
              <a:t>hmaëa</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Jänaké</a:t>
            </a:r>
            <a:endParaRPr lang="en-US" sz="2800" dirty="0">
              <a:solidFill>
                <a:srgbClr val="000000"/>
              </a:solidFill>
              <a:latin typeface="URW Palladio IT" pitchFamily="2" charset="0"/>
            </a:endParaRPr>
          </a:p>
          <a:p>
            <a:pPr defTabSz="914309"/>
            <a:r>
              <a:rPr lang="en-US" sz="2800" b="1" dirty="0">
                <a:solidFill>
                  <a:srgbClr val="000000"/>
                </a:solidFill>
                <a:latin typeface="Calibri"/>
              </a:rPr>
              <a:t>	</a:t>
            </a:r>
            <a:r>
              <a:rPr lang="hi-IN" sz="2800" b="1" dirty="0">
                <a:solidFill>
                  <a:srgbClr val="000000"/>
                </a:solidFill>
                <a:latin typeface="Calibri"/>
              </a:rPr>
              <a:t>जय बोलो हनुमान की</a:t>
            </a:r>
            <a:r>
              <a:rPr lang="en-US" sz="2800" b="1" dirty="0">
                <a:solidFill>
                  <a:srgbClr val="000000"/>
                </a:solidFill>
                <a:latin typeface="Calibri"/>
              </a:rPr>
              <a:t>	</a:t>
            </a:r>
            <a:r>
              <a:rPr lang="en-US" sz="2800" dirty="0">
                <a:solidFill>
                  <a:srgbClr val="000000"/>
                </a:solidFill>
                <a:latin typeface="URW Palladio IT" pitchFamily="2" charset="0"/>
              </a:rPr>
              <a:t> Jaya Bolo </a:t>
            </a:r>
            <a:r>
              <a:rPr lang="en-US" sz="2800" dirty="0" err="1">
                <a:solidFill>
                  <a:srgbClr val="000000"/>
                </a:solidFill>
                <a:latin typeface="URW Palladio IT" pitchFamily="2" charset="0"/>
              </a:rPr>
              <a:t>Hanumäna</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Ké</a:t>
            </a:r>
            <a:endParaRPr lang="en-CA" sz="2800" b="1" dirty="0">
              <a:solidFill>
                <a:srgbClr val="000000"/>
              </a:solidFill>
              <a:latin typeface="Calibri"/>
            </a:endParaRPr>
          </a:p>
          <a:p>
            <a:pPr defTabSz="914309"/>
            <a:r>
              <a:rPr lang="en-CA" sz="2800" b="1" dirty="0">
                <a:solidFill>
                  <a:srgbClr val="000000"/>
                </a:solidFill>
                <a:latin typeface="Calibri"/>
              </a:rPr>
              <a:t>			  </a:t>
            </a:r>
            <a:r>
              <a:rPr lang="kn-IN" sz="2399" b="1" dirty="0">
                <a:solidFill>
                  <a:srgbClr val="000000"/>
                </a:solidFill>
                <a:latin typeface="Calibri"/>
              </a:rPr>
              <a:t>ರಾಮ ಲಕ್ಷ್ಮಣ </a:t>
            </a:r>
            <a:r>
              <a:rPr lang="kn-IN" sz="2399" b="1" dirty="0" err="1">
                <a:solidFill>
                  <a:srgbClr val="000000"/>
                </a:solidFill>
                <a:latin typeface="Calibri"/>
              </a:rPr>
              <a:t>ಜಾನಕೀ</a:t>
            </a:r>
            <a:endParaRPr lang="kn-IN" sz="2399" b="1" dirty="0">
              <a:solidFill>
                <a:srgbClr val="000000"/>
              </a:solidFill>
              <a:latin typeface="Calibri"/>
            </a:endParaRPr>
          </a:p>
          <a:p>
            <a:pPr algn="ctr" defTabSz="914309"/>
            <a:r>
              <a:rPr lang="kn-IN" sz="2399" b="1" dirty="0">
                <a:solidFill>
                  <a:srgbClr val="000000"/>
                </a:solidFill>
                <a:latin typeface="Calibri"/>
              </a:rPr>
              <a:t>ಜೈ </a:t>
            </a:r>
            <a:r>
              <a:rPr lang="kn-IN" sz="2399" b="1" dirty="0" err="1">
                <a:solidFill>
                  <a:srgbClr val="000000"/>
                </a:solidFill>
                <a:latin typeface="Calibri"/>
              </a:rPr>
              <a:t>ಬೋಲೋ</a:t>
            </a:r>
            <a:r>
              <a:rPr lang="kn-IN" sz="2399" b="1" dirty="0">
                <a:solidFill>
                  <a:srgbClr val="000000"/>
                </a:solidFill>
                <a:latin typeface="Calibri"/>
              </a:rPr>
              <a:t> </a:t>
            </a:r>
            <a:r>
              <a:rPr lang="kn-IN" sz="2399" b="1" dirty="0" err="1">
                <a:solidFill>
                  <a:srgbClr val="000000"/>
                </a:solidFill>
                <a:latin typeface="Calibri"/>
              </a:rPr>
              <a:t>ಹನುಮಾನ್</a:t>
            </a:r>
            <a:r>
              <a:rPr lang="kn-IN" sz="2399" b="1" dirty="0">
                <a:solidFill>
                  <a:srgbClr val="000000"/>
                </a:solidFill>
                <a:latin typeface="Calibri"/>
              </a:rPr>
              <a:t> ಕೀ</a:t>
            </a:r>
            <a:endParaRPr lang="en-CA" sz="2399" b="1" dirty="0">
              <a:solidFill>
                <a:srgbClr val="000000"/>
              </a:solidFill>
              <a:latin typeface="Calibri"/>
            </a:endParaRPr>
          </a:p>
          <a:p>
            <a:pPr defTabSz="914309"/>
            <a:endParaRPr lang="en-IN" sz="2800" b="1" dirty="0">
              <a:solidFill>
                <a:srgbClr val="000000"/>
              </a:solidFill>
              <a:latin typeface="Calibri"/>
            </a:endParaRPr>
          </a:p>
        </p:txBody>
      </p:sp>
      <p:pic>
        <p:nvPicPr>
          <p:cNvPr id="53252" name="Picture 3" descr="G:\Rama\maxresdefault.jpg"/>
          <p:cNvPicPr>
            <a:picLocks noChangeAspect="1" noChangeArrowheads="1"/>
          </p:cNvPicPr>
          <p:nvPr/>
        </p:nvPicPr>
        <p:blipFill>
          <a:blip r:embed="rId2"/>
          <a:srcRect/>
          <a:stretch>
            <a:fillRect/>
          </a:stretch>
        </p:blipFill>
        <p:spPr bwMode="auto">
          <a:xfrm>
            <a:off x="1509844" y="17576"/>
            <a:ext cx="9158023" cy="5187801"/>
          </a:xfrm>
          <a:prstGeom prst="rect">
            <a:avLst/>
          </a:prstGeom>
          <a:noFill/>
          <a:ln w="9525">
            <a:noFill/>
            <a:miter lim="800000"/>
            <a:headEnd/>
            <a:tailEnd/>
          </a:ln>
        </p:spPr>
      </p:pic>
    </p:spTree>
    <p:extLst>
      <p:ext uri="{BB962C8B-B14F-4D97-AF65-F5344CB8AC3E}">
        <p14:creationId xmlns:p14="http://schemas.microsoft.com/office/powerpoint/2010/main" val="247656227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1"/>
          <p:cNvSpPr>
            <a:spLocks noChangeArrowheads="1"/>
          </p:cNvSpPr>
          <p:nvPr/>
        </p:nvSpPr>
        <p:spPr bwMode="auto">
          <a:xfrm>
            <a:off x="1752726" y="304908"/>
            <a:ext cx="8838944" cy="6001234"/>
          </a:xfrm>
          <a:prstGeom prst="rect">
            <a:avLst/>
          </a:prstGeom>
          <a:noFill/>
          <a:ln w="9525">
            <a:noFill/>
            <a:miter lim="800000"/>
            <a:headEnd/>
            <a:tailEnd/>
          </a:ln>
        </p:spPr>
        <p:txBody>
          <a:bodyPr>
            <a:spAutoFit/>
          </a:bodyPr>
          <a:lstStyle/>
          <a:p>
            <a:pPr algn="ctr" defTabSz="914309"/>
            <a:r>
              <a:rPr lang="en-IN" sz="1400" b="1" dirty="0">
                <a:solidFill>
                  <a:prstClr val="black"/>
                </a:solidFill>
                <a:latin typeface="Aparajita" pitchFamily="34" charset="0"/>
              </a:rPr>
              <a:t>	</a:t>
            </a:r>
            <a:r>
              <a:rPr lang="en-IN" sz="4000" b="1" dirty="0" err="1">
                <a:solidFill>
                  <a:prstClr val="black"/>
                </a:solidFill>
                <a:latin typeface="Aparajita" pitchFamily="34" charset="0"/>
              </a:rPr>
              <a:t>नासै</a:t>
            </a:r>
            <a:r>
              <a:rPr lang="en-IN" sz="4000" b="1" dirty="0">
                <a:solidFill>
                  <a:prstClr val="black"/>
                </a:solidFill>
                <a:latin typeface="Aparajita" pitchFamily="34" charset="0"/>
              </a:rPr>
              <a:t> </a:t>
            </a:r>
            <a:r>
              <a:rPr lang="en-IN" sz="4000" b="1" dirty="0" err="1">
                <a:solidFill>
                  <a:prstClr val="black"/>
                </a:solidFill>
                <a:latin typeface="Aparajita" pitchFamily="34" charset="0"/>
              </a:rPr>
              <a:t>रोग</a:t>
            </a:r>
            <a:r>
              <a:rPr lang="en-IN" sz="4000" b="1" dirty="0">
                <a:solidFill>
                  <a:prstClr val="black"/>
                </a:solidFill>
                <a:latin typeface="Aparajita" pitchFamily="34" charset="0"/>
              </a:rPr>
              <a:t> </a:t>
            </a:r>
            <a:r>
              <a:rPr lang="en-IN" sz="4000" b="1" dirty="0" err="1">
                <a:solidFill>
                  <a:prstClr val="black"/>
                </a:solidFill>
                <a:latin typeface="Aparajita" pitchFamily="34" charset="0"/>
              </a:rPr>
              <a:t>हरै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सब</a:t>
            </a:r>
            <a:r>
              <a:rPr lang="en-IN" sz="4000" b="1" dirty="0">
                <a:solidFill>
                  <a:prstClr val="black"/>
                </a:solidFill>
                <a:latin typeface="Aparajita" pitchFamily="34" charset="0"/>
              </a:rPr>
              <a:t> </a:t>
            </a:r>
            <a:r>
              <a:rPr lang="en-IN" sz="4000" b="1" dirty="0" err="1">
                <a:solidFill>
                  <a:prstClr val="black"/>
                </a:solidFill>
                <a:latin typeface="Aparajita" pitchFamily="34" charset="0"/>
              </a:rPr>
              <a:t>पीरा</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जपत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निरन्तर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हनुमत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बीरा</a:t>
            </a:r>
            <a:r>
              <a:rPr lang="en-IN" sz="4000" b="1" dirty="0">
                <a:solidFill>
                  <a:prstClr val="black"/>
                </a:solidFill>
                <a:latin typeface="Aparajita" pitchFamily="34" charset="0"/>
              </a:rPr>
              <a:t> ॥२५॥</a:t>
            </a:r>
          </a:p>
          <a:p>
            <a:pPr algn="ctr" defTabSz="914309"/>
            <a:endParaRPr lang="en-IN" sz="4000" b="1" dirty="0">
              <a:solidFill>
                <a:prstClr val="black"/>
              </a:solidFill>
              <a:latin typeface="Aparajita" pitchFamily="34" charset="0"/>
            </a:endParaRPr>
          </a:p>
          <a:p>
            <a:pPr algn="ctr" defTabSz="914309"/>
            <a:r>
              <a:rPr lang="en-US" sz="3600" b="1" dirty="0" err="1">
                <a:solidFill>
                  <a:prstClr val="black"/>
                </a:solidFill>
                <a:latin typeface="URW Palladio IT" pitchFamily="2" charset="0"/>
              </a:rPr>
              <a:t>Näsai</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Roga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Harai</a:t>
            </a:r>
            <a:r>
              <a:rPr lang="en-US" sz="3600" b="1" dirty="0">
                <a:solidFill>
                  <a:prstClr val="black"/>
                </a:solidFill>
                <a:latin typeface="URW Palladio IT" pitchFamily="2" charset="0"/>
              </a:rPr>
              <a:t> Saba </a:t>
            </a:r>
            <a:r>
              <a:rPr lang="en-US" sz="3600" b="1" dirty="0" err="1">
                <a:solidFill>
                  <a:prstClr val="black"/>
                </a:solidFill>
                <a:latin typeface="URW Palladio IT" pitchFamily="2" charset="0"/>
              </a:rPr>
              <a:t>Pérä</a:t>
            </a:r>
            <a:r>
              <a:rPr lang="en-US" sz="3600" b="1" dirty="0">
                <a:solidFill>
                  <a:prstClr val="black"/>
                </a:solidFill>
                <a:latin typeface="URW Palladio IT" pitchFamily="2" charset="0"/>
              </a:rPr>
              <a:t> | </a:t>
            </a:r>
          </a:p>
          <a:p>
            <a:pPr algn="ctr" defTabSz="914309"/>
            <a:r>
              <a:rPr lang="en-US" sz="3600" b="1" dirty="0" err="1">
                <a:solidFill>
                  <a:prstClr val="black"/>
                </a:solidFill>
                <a:latin typeface="URW Palladio IT" pitchFamily="2" charset="0"/>
              </a:rPr>
              <a:t>Japata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Nirantara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Hanumata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Bérä</a:t>
            </a:r>
            <a:r>
              <a:rPr lang="en-US" sz="3600" b="1" dirty="0">
                <a:solidFill>
                  <a:prstClr val="black"/>
                </a:solidFill>
                <a:latin typeface="URW Palladio IT" pitchFamily="2" charset="0"/>
              </a:rPr>
              <a:t> || - 25</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ನಾಸೈ</a:t>
            </a:r>
            <a:r>
              <a:rPr lang="en-US" sz="3600" b="1" dirty="0">
                <a:solidFill>
                  <a:prstClr val="black"/>
                </a:solidFill>
                <a:latin typeface="Calibri" pitchFamily="34" charset="0"/>
              </a:rPr>
              <a:t> </a:t>
            </a:r>
            <a:r>
              <a:rPr lang="en-US" sz="3600" b="1" dirty="0" err="1">
                <a:solidFill>
                  <a:prstClr val="black"/>
                </a:solidFill>
                <a:latin typeface="Calibri" pitchFamily="34" charset="0"/>
              </a:rPr>
              <a:t>ರೋಗ</a:t>
            </a:r>
            <a:r>
              <a:rPr lang="en-US" sz="3600" b="1" dirty="0">
                <a:solidFill>
                  <a:prstClr val="black"/>
                </a:solidFill>
                <a:latin typeface="Calibri" pitchFamily="34" charset="0"/>
              </a:rPr>
              <a:t> </a:t>
            </a:r>
            <a:r>
              <a:rPr lang="en-US" sz="3600" b="1" dirty="0" err="1">
                <a:solidFill>
                  <a:prstClr val="black"/>
                </a:solidFill>
                <a:latin typeface="Calibri" pitchFamily="34" charset="0"/>
              </a:rPr>
              <a:t>ಹರೈ</a:t>
            </a:r>
            <a:r>
              <a:rPr lang="en-US" sz="3600" b="1" dirty="0">
                <a:solidFill>
                  <a:prstClr val="black"/>
                </a:solidFill>
                <a:latin typeface="Calibri" pitchFamily="34" charset="0"/>
              </a:rPr>
              <a:t> </a:t>
            </a:r>
            <a:r>
              <a:rPr lang="en-US" sz="3600" b="1" dirty="0" err="1">
                <a:solidFill>
                  <a:prstClr val="black"/>
                </a:solidFill>
                <a:latin typeface="Calibri" pitchFamily="34" charset="0"/>
              </a:rPr>
              <a:t>ಸಬ</a:t>
            </a:r>
            <a:r>
              <a:rPr lang="en-US" sz="3600" b="1" dirty="0">
                <a:solidFill>
                  <a:prstClr val="black"/>
                </a:solidFill>
                <a:latin typeface="Calibri" pitchFamily="34" charset="0"/>
              </a:rPr>
              <a:t> </a:t>
            </a:r>
            <a:r>
              <a:rPr lang="en-US" sz="3600" b="1" dirty="0" err="1">
                <a:solidFill>
                  <a:prstClr val="black"/>
                </a:solidFill>
                <a:latin typeface="Calibri" pitchFamily="34" charset="0"/>
              </a:rPr>
              <a:t>ಪೀರಾ</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ಜಪತ</a:t>
            </a:r>
            <a:r>
              <a:rPr lang="en-US" sz="3600" b="1" dirty="0">
                <a:solidFill>
                  <a:prstClr val="black"/>
                </a:solidFill>
                <a:latin typeface="Calibri" pitchFamily="34" charset="0"/>
              </a:rPr>
              <a:t> </a:t>
            </a:r>
            <a:r>
              <a:rPr lang="en-US" sz="3600" b="1" dirty="0" err="1">
                <a:solidFill>
                  <a:prstClr val="black"/>
                </a:solidFill>
                <a:latin typeface="Calibri" pitchFamily="34" charset="0"/>
              </a:rPr>
              <a:t>ನಿರಂತರ</a:t>
            </a:r>
            <a:r>
              <a:rPr lang="en-US" sz="3600" b="1" dirty="0">
                <a:solidFill>
                  <a:prstClr val="black"/>
                </a:solidFill>
                <a:latin typeface="Calibri" pitchFamily="34" charset="0"/>
              </a:rPr>
              <a:t> </a:t>
            </a:r>
            <a:r>
              <a:rPr lang="en-US" sz="3600" b="1" dirty="0" err="1">
                <a:solidFill>
                  <a:prstClr val="black"/>
                </a:solidFill>
                <a:latin typeface="Calibri" pitchFamily="34" charset="0"/>
              </a:rPr>
              <a:t>ಹನುಮತ</a:t>
            </a:r>
            <a:r>
              <a:rPr lang="en-US" sz="3600" b="1" dirty="0">
                <a:solidFill>
                  <a:prstClr val="black"/>
                </a:solidFill>
                <a:latin typeface="Calibri" pitchFamily="34" charset="0"/>
              </a:rPr>
              <a:t> </a:t>
            </a:r>
            <a:r>
              <a:rPr lang="en-US" sz="3600" b="1" dirty="0" err="1">
                <a:solidFill>
                  <a:prstClr val="black"/>
                </a:solidFill>
                <a:latin typeface="Calibri" pitchFamily="34" charset="0"/>
              </a:rPr>
              <a:t>ಬೀರಾ</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೨೫</a:t>
            </a:r>
            <a:r>
              <a:rPr lang="en-US" sz="3600" b="1" dirty="0">
                <a:solidFill>
                  <a:prstClr val="black"/>
                </a:solidFill>
                <a:latin typeface="Calibri" pitchFamily="34" charset="0"/>
              </a:rPr>
              <a:t>॥</a:t>
            </a:r>
          </a:p>
          <a:p>
            <a:pPr algn="ctr" defTabSz="914309"/>
            <a:endParaRPr lang="en-US" sz="3600" b="1" dirty="0">
              <a:solidFill>
                <a:prstClr val="black"/>
              </a:solidFill>
              <a:latin typeface="Calibri" pitchFamily="34" charset="0"/>
            </a:endParaRPr>
          </a:p>
          <a:p>
            <a:pPr algn="ctr" defTabSz="914309"/>
            <a:r>
              <a:rPr lang="en-US" sz="1600" b="1" dirty="0">
                <a:solidFill>
                  <a:prstClr val="black"/>
                </a:solidFill>
                <a:latin typeface="URW Palladio IT" pitchFamily="2" charset="0"/>
              </a:rPr>
              <a:t>  </a:t>
            </a:r>
            <a:r>
              <a:rPr lang="en-US" sz="2399" b="1" dirty="0">
                <a:solidFill>
                  <a:prstClr val="black"/>
                </a:solidFill>
                <a:latin typeface="Palatino Linotype" pitchFamily="18" charset="0"/>
              </a:rPr>
              <a:t>On reciting </a:t>
            </a:r>
            <a:r>
              <a:rPr lang="en-US" sz="2399" b="1" dirty="0" err="1">
                <a:solidFill>
                  <a:prstClr val="black"/>
                </a:solidFill>
                <a:latin typeface="Palatino Linotype" pitchFamily="18" charset="0"/>
              </a:rPr>
              <a:t>Hanumanji's</a:t>
            </a:r>
            <a:r>
              <a:rPr lang="en-US" sz="2399" b="1" dirty="0">
                <a:solidFill>
                  <a:prstClr val="black"/>
                </a:solidFill>
                <a:latin typeface="Palatino Linotype" pitchFamily="18" charset="0"/>
              </a:rPr>
              <a:t> holy name regularly all the  </a:t>
            </a:r>
          </a:p>
          <a:p>
            <a:pPr algn="ctr" defTabSz="914309"/>
            <a:r>
              <a:rPr lang="en-US" sz="2399" b="1" dirty="0">
                <a:solidFill>
                  <a:prstClr val="black"/>
                </a:solidFill>
                <a:latin typeface="Palatino Linotype" pitchFamily="18" charset="0"/>
              </a:rPr>
              <a:t> maladies perish the entire pain disappears</a:t>
            </a:r>
            <a:r>
              <a:rPr lang="en-US" sz="2399" b="1" dirty="0">
                <a:solidFill>
                  <a:prstClr val="black"/>
                </a:solidFill>
                <a:latin typeface="Calibri" pitchFamily="34" charset="0"/>
              </a:rPr>
              <a:t>.</a:t>
            </a:r>
          </a:p>
        </p:txBody>
      </p:sp>
    </p:spTree>
    <p:extLst>
      <p:ext uri="{BB962C8B-B14F-4D97-AF65-F5344CB8AC3E}">
        <p14:creationId xmlns:p14="http://schemas.microsoft.com/office/powerpoint/2010/main" val="211311651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1"/>
          <p:cNvSpPr>
            <a:spLocks noChangeArrowheads="1"/>
          </p:cNvSpPr>
          <p:nvPr/>
        </p:nvSpPr>
        <p:spPr bwMode="auto">
          <a:xfrm>
            <a:off x="1524133" y="100"/>
            <a:ext cx="9143736" cy="6832271"/>
          </a:xfrm>
          <a:prstGeom prst="rect">
            <a:avLst/>
          </a:prstGeom>
          <a:noFill/>
          <a:ln w="9525">
            <a:noFill/>
            <a:miter lim="800000"/>
            <a:headEnd/>
            <a:tailEnd/>
          </a:ln>
        </p:spPr>
        <p:txBody>
          <a:bodyPr>
            <a:spAutoFit/>
          </a:bodyPr>
          <a:lstStyle/>
          <a:p>
            <a:pPr algn="ctr" defTabSz="914309"/>
            <a:endParaRPr lang="en-IN" sz="14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सङ्कट</a:t>
            </a:r>
            <a:r>
              <a:rPr lang="en-IN" sz="4000" b="1" dirty="0">
                <a:solidFill>
                  <a:prstClr val="black"/>
                </a:solidFill>
                <a:latin typeface="Aparajita" pitchFamily="34" charset="0"/>
              </a:rPr>
              <a:t> </a:t>
            </a:r>
            <a:r>
              <a:rPr lang="en-IN" sz="4000" b="1" dirty="0" err="1">
                <a:solidFill>
                  <a:prstClr val="black"/>
                </a:solidFill>
                <a:latin typeface="Aparajita" pitchFamily="34" charset="0"/>
              </a:rPr>
              <a:t>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हनुमान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छुड़ावै</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मन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क्रम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बचन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ध्यान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जो</a:t>
            </a:r>
            <a:r>
              <a:rPr lang="en-IN" sz="4000" b="1" dirty="0">
                <a:solidFill>
                  <a:prstClr val="black"/>
                </a:solidFill>
                <a:latin typeface="Aparajita" pitchFamily="34" charset="0"/>
              </a:rPr>
              <a:t> </a:t>
            </a:r>
            <a:r>
              <a:rPr lang="en-IN" sz="4000" b="1" dirty="0" err="1">
                <a:solidFill>
                  <a:prstClr val="black"/>
                </a:solidFill>
                <a:latin typeface="Aparajita" pitchFamily="34" charset="0"/>
              </a:rPr>
              <a:t>लावै</a:t>
            </a:r>
            <a:r>
              <a:rPr lang="en-IN" sz="4000" b="1" dirty="0">
                <a:solidFill>
                  <a:prstClr val="black"/>
                </a:solidFill>
                <a:latin typeface="Aparajita" pitchFamily="34" charset="0"/>
              </a:rPr>
              <a:t> ॥२६॥</a:t>
            </a:r>
          </a:p>
          <a:p>
            <a:pPr algn="ctr" defTabSz="914309"/>
            <a:endParaRPr lang="en-IN" sz="4000" b="1" dirty="0">
              <a:solidFill>
                <a:prstClr val="black"/>
              </a:solidFill>
              <a:latin typeface="Aparajita" pitchFamily="34" charset="0"/>
            </a:endParaRPr>
          </a:p>
          <a:p>
            <a:pPr algn="ctr" defTabSz="914309"/>
            <a:r>
              <a:rPr lang="en-US" sz="3200" b="1" dirty="0" err="1">
                <a:solidFill>
                  <a:prstClr val="black"/>
                </a:solidFill>
                <a:latin typeface="URW Palladio IT" pitchFamily="2" charset="0"/>
              </a:rPr>
              <a:t>Saìkaöa</a:t>
            </a:r>
            <a:r>
              <a:rPr lang="en-US" sz="3200" b="1" dirty="0">
                <a:solidFill>
                  <a:prstClr val="black"/>
                </a:solidFill>
                <a:latin typeface="URW Palladio IT" pitchFamily="2" charset="0"/>
              </a:rPr>
              <a:t> </a:t>
            </a:r>
            <a:r>
              <a:rPr lang="en-US" sz="3200" b="1" dirty="0" err="1">
                <a:solidFill>
                  <a:prstClr val="black"/>
                </a:solidFill>
                <a:latin typeface="URW Palladio IT" pitchFamily="2" charset="0"/>
              </a:rPr>
              <a:t>Teà</a:t>
            </a:r>
            <a:r>
              <a:rPr lang="en-US" sz="3200" b="1" dirty="0">
                <a:solidFill>
                  <a:prstClr val="black"/>
                </a:solidFill>
                <a:latin typeface="URW Palladio IT" pitchFamily="2" charset="0"/>
              </a:rPr>
              <a:t> </a:t>
            </a:r>
            <a:r>
              <a:rPr lang="en-US" sz="3200" b="1" dirty="0" err="1">
                <a:solidFill>
                  <a:prstClr val="black"/>
                </a:solidFill>
                <a:latin typeface="URW Palladio IT" pitchFamily="2" charset="0"/>
              </a:rPr>
              <a:t>Hanumäna</a:t>
            </a:r>
            <a:r>
              <a:rPr lang="en-US" sz="3200" b="1" dirty="0">
                <a:solidFill>
                  <a:prstClr val="black"/>
                </a:solidFill>
                <a:latin typeface="URW Palladio IT" pitchFamily="2" charset="0"/>
              </a:rPr>
              <a:t> </a:t>
            </a:r>
            <a:r>
              <a:rPr lang="en-US" sz="3200" b="1" dirty="0" err="1">
                <a:solidFill>
                  <a:prstClr val="black"/>
                </a:solidFill>
                <a:latin typeface="URW Palladio IT" pitchFamily="2" charset="0"/>
              </a:rPr>
              <a:t>Chuåävai</a:t>
            </a:r>
            <a:r>
              <a:rPr lang="en-US" sz="3200" b="1" dirty="0">
                <a:solidFill>
                  <a:prstClr val="black"/>
                </a:solidFill>
                <a:latin typeface="URW Palladio IT" pitchFamily="2" charset="0"/>
              </a:rPr>
              <a:t> | </a:t>
            </a:r>
          </a:p>
          <a:p>
            <a:pPr algn="ctr" defTabSz="914309"/>
            <a:r>
              <a:rPr lang="en-US" sz="3200" b="1" dirty="0">
                <a:solidFill>
                  <a:prstClr val="black"/>
                </a:solidFill>
                <a:latin typeface="URW Palladio IT" pitchFamily="2" charset="0"/>
              </a:rPr>
              <a:t>Mana Krama </a:t>
            </a:r>
            <a:r>
              <a:rPr lang="en-US" sz="3200" b="1" dirty="0" err="1">
                <a:solidFill>
                  <a:prstClr val="black"/>
                </a:solidFill>
                <a:latin typeface="URW Palladio IT" pitchFamily="2" charset="0"/>
              </a:rPr>
              <a:t>Bacana</a:t>
            </a:r>
            <a:r>
              <a:rPr lang="en-US" sz="3200" b="1" dirty="0">
                <a:solidFill>
                  <a:prstClr val="black"/>
                </a:solidFill>
                <a:latin typeface="URW Palladio IT" pitchFamily="2" charset="0"/>
              </a:rPr>
              <a:t> </a:t>
            </a:r>
            <a:r>
              <a:rPr lang="en-US" sz="3200" b="1" dirty="0" err="1">
                <a:solidFill>
                  <a:prstClr val="black"/>
                </a:solidFill>
                <a:latin typeface="URW Palladio IT" pitchFamily="2" charset="0"/>
              </a:rPr>
              <a:t>Dhyäna</a:t>
            </a:r>
            <a:r>
              <a:rPr lang="en-US" sz="3200" b="1" dirty="0">
                <a:solidFill>
                  <a:prstClr val="black"/>
                </a:solidFill>
                <a:latin typeface="URW Palladio IT" pitchFamily="2" charset="0"/>
              </a:rPr>
              <a:t> Jo </a:t>
            </a:r>
            <a:r>
              <a:rPr lang="en-US" sz="3200" b="1" dirty="0" err="1">
                <a:solidFill>
                  <a:prstClr val="black"/>
                </a:solidFill>
                <a:latin typeface="URW Palladio IT" pitchFamily="2" charset="0"/>
              </a:rPr>
              <a:t>Lävai</a:t>
            </a:r>
            <a:r>
              <a:rPr lang="en-US" sz="3200" b="1" dirty="0">
                <a:solidFill>
                  <a:prstClr val="black"/>
                </a:solidFill>
                <a:latin typeface="URW Palladio IT" pitchFamily="2" charset="0"/>
              </a:rPr>
              <a:t> || - 26</a:t>
            </a:r>
          </a:p>
          <a:p>
            <a:pPr algn="ctr" defTabSz="914309"/>
            <a:endParaRPr lang="en-US" sz="3200" b="1" dirty="0">
              <a:solidFill>
                <a:prstClr val="black"/>
              </a:solidFill>
              <a:latin typeface="URW Palladio IT" pitchFamily="2" charset="0"/>
            </a:endParaRPr>
          </a:p>
          <a:p>
            <a:pPr algn="ctr" defTabSz="914309"/>
            <a:r>
              <a:rPr lang="en-US" sz="3200" b="1" dirty="0" err="1">
                <a:solidFill>
                  <a:prstClr val="black"/>
                </a:solidFill>
                <a:latin typeface="Calibri" pitchFamily="34" charset="0"/>
              </a:rPr>
              <a:t>ಸಂಕಟ</a:t>
            </a:r>
            <a:r>
              <a:rPr lang="en-US" sz="3200" b="1" dirty="0">
                <a:solidFill>
                  <a:prstClr val="black"/>
                </a:solidFill>
                <a:latin typeface="Calibri" pitchFamily="34" charset="0"/>
              </a:rPr>
              <a:t> </a:t>
            </a:r>
            <a:r>
              <a:rPr lang="en-US" sz="3200" b="1" dirty="0" err="1">
                <a:solidFill>
                  <a:prstClr val="black"/>
                </a:solidFill>
                <a:latin typeface="Calibri" pitchFamily="34" charset="0"/>
              </a:rPr>
              <a:t>ತೇ</a:t>
            </a:r>
            <a:r>
              <a:rPr lang="en-US" sz="3200" b="1" dirty="0">
                <a:solidFill>
                  <a:prstClr val="black"/>
                </a:solidFill>
                <a:latin typeface="Calibri" pitchFamily="34" charset="0"/>
              </a:rPr>
              <a:t> </a:t>
            </a:r>
            <a:r>
              <a:rPr lang="en-US" sz="3200" b="1" dirty="0" err="1">
                <a:solidFill>
                  <a:prstClr val="black"/>
                </a:solidFill>
                <a:latin typeface="Calibri" pitchFamily="34" charset="0"/>
              </a:rPr>
              <a:t>ಹನುಮಾನ</a:t>
            </a:r>
            <a:r>
              <a:rPr lang="en-US" sz="3200" b="1" dirty="0">
                <a:solidFill>
                  <a:prstClr val="black"/>
                </a:solidFill>
                <a:latin typeface="Calibri" pitchFamily="34" charset="0"/>
              </a:rPr>
              <a:t> </a:t>
            </a:r>
            <a:r>
              <a:rPr lang="en-US" sz="3200" b="1" dirty="0" err="1">
                <a:solidFill>
                  <a:prstClr val="black"/>
                </a:solidFill>
                <a:latin typeface="Calibri" pitchFamily="34" charset="0"/>
              </a:rPr>
              <a:t>ಛುಡಾವೈ</a:t>
            </a:r>
            <a:r>
              <a:rPr lang="en-US" sz="3200" b="1" dirty="0">
                <a:solidFill>
                  <a:prstClr val="black"/>
                </a:solidFill>
                <a:latin typeface="Calibri" pitchFamily="34" charset="0"/>
              </a:rPr>
              <a:t> ।</a:t>
            </a:r>
          </a:p>
          <a:p>
            <a:pPr algn="ctr" defTabSz="914309"/>
            <a:r>
              <a:rPr lang="en-US" sz="3200" b="1" dirty="0" err="1">
                <a:solidFill>
                  <a:prstClr val="black"/>
                </a:solidFill>
                <a:latin typeface="Calibri" pitchFamily="34" charset="0"/>
              </a:rPr>
              <a:t>ಮನ</a:t>
            </a:r>
            <a:r>
              <a:rPr lang="en-US" sz="3200" b="1" dirty="0">
                <a:solidFill>
                  <a:prstClr val="black"/>
                </a:solidFill>
                <a:latin typeface="Calibri" pitchFamily="34" charset="0"/>
              </a:rPr>
              <a:t> </a:t>
            </a:r>
            <a:r>
              <a:rPr lang="en-US" sz="3200" b="1" dirty="0" err="1">
                <a:solidFill>
                  <a:prstClr val="black"/>
                </a:solidFill>
                <a:latin typeface="Calibri" pitchFamily="34" charset="0"/>
              </a:rPr>
              <a:t>ಕ್ರಮ</a:t>
            </a:r>
            <a:r>
              <a:rPr lang="en-US" sz="3200" b="1" dirty="0">
                <a:solidFill>
                  <a:prstClr val="black"/>
                </a:solidFill>
                <a:latin typeface="Calibri" pitchFamily="34" charset="0"/>
              </a:rPr>
              <a:t> </a:t>
            </a:r>
            <a:r>
              <a:rPr lang="en-US" sz="3200" b="1" dirty="0" err="1">
                <a:solidFill>
                  <a:prstClr val="black"/>
                </a:solidFill>
                <a:latin typeface="Calibri" pitchFamily="34" charset="0"/>
              </a:rPr>
              <a:t>ಬಚನ</a:t>
            </a:r>
            <a:r>
              <a:rPr lang="en-US" sz="3200" b="1" dirty="0">
                <a:solidFill>
                  <a:prstClr val="black"/>
                </a:solidFill>
                <a:latin typeface="Calibri" pitchFamily="34" charset="0"/>
              </a:rPr>
              <a:t> </a:t>
            </a:r>
            <a:r>
              <a:rPr lang="en-US" sz="3200" b="1" dirty="0" err="1">
                <a:solidFill>
                  <a:prstClr val="black"/>
                </a:solidFill>
                <a:latin typeface="Calibri" pitchFamily="34" charset="0"/>
              </a:rPr>
              <a:t>ಧ್ಯಾನ</a:t>
            </a:r>
            <a:r>
              <a:rPr lang="en-US" sz="3200" b="1" dirty="0">
                <a:solidFill>
                  <a:prstClr val="black"/>
                </a:solidFill>
                <a:latin typeface="Calibri" pitchFamily="34" charset="0"/>
              </a:rPr>
              <a:t> </a:t>
            </a:r>
            <a:r>
              <a:rPr lang="en-US" sz="3200" b="1" dirty="0" err="1">
                <a:solidFill>
                  <a:prstClr val="black"/>
                </a:solidFill>
                <a:latin typeface="Calibri" pitchFamily="34" charset="0"/>
              </a:rPr>
              <a:t>ಜೋ</a:t>
            </a:r>
            <a:r>
              <a:rPr lang="en-US" sz="3200" b="1" dirty="0">
                <a:solidFill>
                  <a:prstClr val="black"/>
                </a:solidFill>
                <a:latin typeface="Calibri" pitchFamily="34" charset="0"/>
              </a:rPr>
              <a:t> </a:t>
            </a:r>
            <a:r>
              <a:rPr lang="en-US" sz="3200" b="1" dirty="0" err="1">
                <a:solidFill>
                  <a:prstClr val="black"/>
                </a:solidFill>
                <a:latin typeface="Calibri" pitchFamily="34" charset="0"/>
              </a:rPr>
              <a:t>ಲಾವೈ</a:t>
            </a:r>
            <a:r>
              <a:rPr lang="en-US" sz="3200" b="1" dirty="0">
                <a:solidFill>
                  <a:prstClr val="black"/>
                </a:solidFill>
                <a:latin typeface="Calibri" pitchFamily="34" charset="0"/>
              </a:rPr>
              <a:t> ॥</a:t>
            </a:r>
            <a:r>
              <a:rPr lang="kn-IN" sz="3200" b="1" dirty="0">
                <a:solidFill>
                  <a:prstClr val="black"/>
                </a:solidFill>
                <a:latin typeface="Calibri" pitchFamily="34" charset="0"/>
                <a:ea typeface="Tunga" pitchFamily="2"/>
                <a:cs typeface="Tunga" pitchFamily="2"/>
              </a:rPr>
              <a:t>೨೬</a:t>
            </a:r>
            <a:r>
              <a:rPr lang="en-US" sz="3200" b="1" dirty="0">
                <a:solidFill>
                  <a:prstClr val="black"/>
                </a:solidFill>
                <a:latin typeface="Calibri" pitchFamily="34" charset="0"/>
              </a:rPr>
              <a:t>॥</a:t>
            </a:r>
          </a:p>
          <a:p>
            <a:pPr algn="ctr" defTabSz="914309"/>
            <a:endParaRPr lang="en-US" sz="4000" b="1" dirty="0">
              <a:solidFill>
                <a:prstClr val="black"/>
              </a:solidFill>
              <a:latin typeface="Calibri" pitchFamily="34" charset="0"/>
            </a:endParaRPr>
          </a:p>
          <a:p>
            <a:pPr algn="ctr" defTabSz="914309"/>
            <a:r>
              <a:rPr lang="en-US" sz="2399" b="1" dirty="0">
                <a:solidFill>
                  <a:prstClr val="black"/>
                </a:solidFill>
                <a:latin typeface="Palatino Linotype" pitchFamily="18" charset="0"/>
              </a:rPr>
              <a:t>Those who remember </a:t>
            </a:r>
            <a:r>
              <a:rPr lang="en-US" sz="2399" b="1" dirty="0" err="1">
                <a:solidFill>
                  <a:prstClr val="black"/>
                </a:solidFill>
                <a:latin typeface="Palatino Linotype" pitchFamily="18" charset="0"/>
              </a:rPr>
              <a:t>Hanumanji</a:t>
            </a:r>
            <a:r>
              <a:rPr lang="en-US" sz="2399" b="1" dirty="0">
                <a:solidFill>
                  <a:prstClr val="black"/>
                </a:solidFill>
                <a:latin typeface="Palatino Linotype" pitchFamily="18" charset="0"/>
              </a:rPr>
              <a:t> in thought, word and deed are well guarded against their odds in life</a:t>
            </a:r>
            <a:r>
              <a:rPr lang="en-US" sz="2399" b="1" dirty="0">
                <a:solidFill>
                  <a:prstClr val="black"/>
                </a:solidFill>
                <a:latin typeface="Calibri" pitchFamily="34" charset="0"/>
              </a:rPr>
              <a:t>.</a:t>
            </a:r>
          </a:p>
          <a:p>
            <a:pPr algn="ctr" defTabSz="914309"/>
            <a:r>
              <a:rPr lang="en-IN" sz="2800" b="1" dirty="0">
                <a:solidFill>
                  <a:srgbClr val="00B050"/>
                </a:solidFill>
                <a:latin typeface="Sanskrit 99" pitchFamily="2" charset="0"/>
              </a:rPr>
              <a:t>		</a:t>
            </a:r>
            <a:r>
              <a:rPr lang="en-US" sz="2800" dirty="0">
                <a:solidFill>
                  <a:prstClr val="black"/>
                </a:solidFill>
                <a:latin typeface="Calibri" pitchFamily="34" charset="0"/>
              </a:rPr>
              <a:t/>
            </a:r>
            <a:br>
              <a:rPr lang="en-US" sz="2800" dirty="0">
                <a:solidFill>
                  <a:prstClr val="black"/>
                </a:solidFill>
                <a:latin typeface="Calibri" pitchFamily="34" charset="0"/>
              </a:rPr>
            </a:br>
            <a:endParaRPr lang="en-US" sz="2800" dirty="0">
              <a:solidFill>
                <a:prstClr val="black"/>
              </a:solidFill>
              <a:latin typeface="Calibri" pitchFamily="34" charset="0"/>
            </a:endParaRPr>
          </a:p>
        </p:txBody>
      </p:sp>
    </p:spTree>
    <p:extLst>
      <p:ext uri="{BB962C8B-B14F-4D97-AF65-F5344CB8AC3E}">
        <p14:creationId xmlns:p14="http://schemas.microsoft.com/office/powerpoint/2010/main" val="161666828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
          <p:cNvSpPr>
            <a:spLocks noChangeArrowheads="1"/>
          </p:cNvSpPr>
          <p:nvPr/>
        </p:nvSpPr>
        <p:spPr bwMode="auto">
          <a:xfrm>
            <a:off x="1600330" y="76307"/>
            <a:ext cx="9143736" cy="6709064"/>
          </a:xfrm>
          <a:prstGeom prst="rect">
            <a:avLst/>
          </a:prstGeom>
          <a:noFill/>
          <a:ln w="9525">
            <a:noFill/>
            <a:miter lim="800000"/>
            <a:headEnd/>
            <a:tailEnd/>
          </a:ln>
        </p:spPr>
        <p:txBody>
          <a:bodyPr>
            <a:spAutoFit/>
          </a:bodyPr>
          <a:lstStyle/>
          <a:p>
            <a:pPr algn="ctr" defTabSz="914309"/>
            <a:endParaRPr lang="en-IN" sz="14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सब</a:t>
            </a:r>
            <a:r>
              <a:rPr lang="en-IN" sz="4000" b="1" dirty="0">
                <a:solidFill>
                  <a:prstClr val="black"/>
                </a:solidFill>
                <a:latin typeface="Aparajita" pitchFamily="34" charset="0"/>
              </a:rPr>
              <a:t> </a:t>
            </a:r>
            <a:r>
              <a:rPr lang="en-IN" sz="4000" b="1" dirty="0" err="1">
                <a:solidFill>
                  <a:prstClr val="black"/>
                </a:solidFill>
                <a:latin typeface="Aparajita" pitchFamily="34" charset="0"/>
              </a:rPr>
              <a:t>पर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राम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तपस्वी</a:t>
            </a:r>
            <a:r>
              <a:rPr lang="en-IN" sz="4000" b="1" dirty="0">
                <a:solidFill>
                  <a:prstClr val="black"/>
                </a:solidFill>
                <a:latin typeface="Aparajita" pitchFamily="34" charset="0"/>
              </a:rPr>
              <a:t> </a:t>
            </a:r>
            <a:r>
              <a:rPr lang="en-IN" sz="4000" b="1" dirty="0" err="1">
                <a:solidFill>
                  <a:prstClr val="black"/>
                </a:solidFill>
                <a:latin typeface="Aparajita" pitchFamily="34" charset="0"/>
              </a:rPr>
              <a:t>राजा</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तिन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के</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काज</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सकल</a:t>
            </a:r>
            <a:r>
              <a:rPr lang="en-IN" sz="4000" b="1" dirty="0">
                <a:solidFill>
                  <a:prstClr val="black"/>
                </a:solidFill>
                <a:latin typeface="Aparajita" pitchFamily="34" charset="0"/>
              </a:rPr>
              <a:t> </a:t>
            </a:r>
            <a:r>
              <a:rPr lang="en-IN" sz="4000" b="1" dirty="0" err="1">
                <a:solidFill>
                  <a:prstClr val="black"/>
                </a:solidFill>
                <a:latin typeface="Aparajita" pitchFamily="34" charset="0"/>
              </a:rPr>
              <a:t>तुम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साजा</a:t>
            </a:r>
            <a:r>
              <a:rPr lang="en-IN" sz="4000" b="1" dirty="0">
                <a:solidFill>
                  <a:prstClr val="black"/>
                </a:solidFill>
                <a:latin typeface="Aparajita" pitchFamily="34" charset="0"/>
              </a:rPr>
              <a:t> ॥२७॥</a:t>
            </a:r>
          </a:p>
          <a:p>
            <a:pPr algn="ctr" defTabSz="914309"/>
            <a:endParaRPr lang="en-US" sz="3600" b="1" dirty="0">
              <a:solidFill>
                <a:prstClr val="black"/>
              </a:solidFill>
              <a:latin typeface="URW Palladio IT" pitchFamily="2" charset="0"/>
            </a:endParaRPr>
          </a:p>
          <a:p>
            <a:pPr algn="ctr" defTabSz="914309"/>
            <a:r>
              <a:rPr lang="en-US" sz="3200" b="1" dirty="0">
                <a:solidFill>
                  <a:prstClr val="black"/>
                </a:solidFill>
                <a:latin typeface="URW Palladio IT" pitchFamily="2" charset="0"/>
              </a:rPr>
              <a:t>Saba Para </a:t>
            </a:r>
            <a:r>
              <a:rPr lang="en-US" sz="3200" b="1" dirty="0" err="1">
                <a:solidFill>
                  <a:prstClr val="black"/>
                </a:solidFill>
                <a:latin typeface="URW Palladio IT" pitchFamily="2" charset="0"/>
              </a:rPr>
              <a:t>Räma</a:t>
            </a:r>
            <a:r>
              <a:rPr lang="en-US" sz="3200" b="1" dirty="0">
                <a:solidFill>
                  <a:prstClr val="black"/>
                </a:solidFill>
                <a:latin typeface="URW Palladio IT" pitchFamily="2" charset="0"/>
              </a:rPr>
              <a:t> </a:t>
            </a:r>
            <a:r>
              <a:rPr lang="en-US" sz="3200" b="1" dirty="0" err="1">
                <a:solidFill>
                  <a:prstClr val="black"/>
                </a:solidFill>
                <a:latin typeface="URW Palladio IT" pitchFamily="2" charset="0"/>
              </a:rPr>
              <a:t>Tapasvé</a:t>
            </a:r>
            <a:r>
              <a:rPr lang="en-US" sz="3200" b="1" dirty="0">
                <a:solidFill>
                  <a:prstClr val="black"/>
                </a:solidFill>
                <a:latin typeface="URW Palladio IT" pitchFamily="2" charset="0"/>
              </a:rPr>
              <a:t> </a:t>
            </a:r>
            <a:r>
              <a:rPr lang="en-US" sz="3200" b="1" dirty="0" err="1">
                <a:solidFill>
                  <a:prstClr val="black"/>
                </a:solidFill>
                <a:latin typeface="URW Palladio IT" pitchFamily="2" charset="0"/>
              </a:rPr>
              <a:t>Räjä</a:t>
            </a:r>
            <a:r>
              <a:rPr lang="en-US" sz="3200" b="1" dirty="0">
                <a:solidFill>
                  <a:prstClr val="black"/>
                </a:solidFill>
                <a:latin typeface="URW Palladio IT" pitchFamily="2" charset="0"/>
              </a:rPr>
              <a:t> | </a:t>
            </a:r>
          </a:p>
          <a:p>
            <a:pPr algn="ctr" defTabSz="914309"/>
            <a:r>
              <a:rPr lang="en-US" sz="3200" b="1" dirty="0">
                <a:solidFill>
                  <a:prstClr val="black"/>
                </a:solidFill>
                <a:latin typeface="URW Palladio IT" pitchFamily="2" charset="0"/>
              </a:rPr>
              <a:t>Tina </a:t>
            </a:r>
            <a:r>
              <a:rPr lang="en-US" sz="3200" b="1" dirty="0" err="1">
                <a:solidFill>
                  <a:prstClr val="black"/>
                </a:solidFill>
                <a:latin typeface="URW Palladio IT" pitchFamily="2" charset="0"/>
              </a:rPr>
              <a:t>Ke</a:t>
            </a:r>
            <a:r>
              <a:rPr lang="en-US" sz="3200" b="1" dirty="0">
                <a:solidFill>
                  <a:prstClr val="black"/>
                </a:solidFill>
                <a:latin typeface="URW Palladio IT" pitchFamily="2" charset="0"/>
              </a:rPr>
              <a:t> </a:t>
            </a:r>
            <a:r>
              <a:rPr lang="en-US" sz="3200" b="1" dirty="0" err="1">
                <a:solidFill>
                  <a:prstClr val="black"/>
                </a:solidFill>
                <a:latin typeface="URW Palladio IT" pitchFamily="2" charset="0"/>
              </a:rPr>
              <a:t>Käja</a:t>
            </a:r>
            <a:r>
              <a:rPr lang="en-US" sz="3200" b="1" dirty="0">
                <a:solidFill>
                  <a:prstClr val="black"/>
                </a:solidFill>
                <a:latin typeface="URW Palladio IT" pitchFamily="2" charset="0"/>
              </a:rPr>
              <a:t> </a:t>
            </a:r>
            <a:r>
              <a:rPr lang="en-US" sz="3200" b="1" dirty="0" err="1">
                <a:solidFill>
                  <a:prstClr val="black"/>
                </a:solidFill>
                <a:latin typeface="URW Palladio IT" pitchFamily="2" charset="0"/>
              </a:rPr>
              <a:t>Sakala</a:t>
            </a:r>
            <a:r>
              <a:rPr lang="en-US" sz="3200" b="1" dirty="0">
                <a:solidFill>
                  <a:prstClr val="black"/>
                </a:solidFill>
                <a:latin typeface="URW Palladio IT" pitchFamily="2" charset="0"/>
              </a:rPr>
              <a:t> </a:t>
            </a:r>
            <a:r>
              <a:rPr lang="en-US" sz="3200" b="1" dirty="0" err="1">
                <a:solidFill>
                  <a:prstClr val="black"/>
                </a:solidFill>
                <a:latin typeface="URW Palladio IT" pitchFamily="2" charset="0"/>
              </a:rPr>
              <a:t>Tuma</a:t>
            </a:r>
            <a:r>
              <a:rPr lang="en-US" sz="3200" b="1" dirty="0">
                <a:solidFill>
                  <a:prstClr val="black"/>
                </a:solidFill>
                <a:latin typeface="URW Palladio IT" pitchFamily="2" charset="0"/>
              </a:rPr>
              <a:t> </a:t>
            </a:r>
            <a:r>
              <a:rPr lang="en-US" sz="3200" b="1" dirty="0" err="1">
                <a:solidFill>
                  <a:prstClr val="black"/>
                </a:solidFill>
                <a:latin typeface="URW Palladio IT" pitchFamily="2" charset="0"/>
              </a:rPr>
              <a:t>Säjä</a:t>
            </a:r>
            <a:r>
              <a:rPr lang="en-US" sz="3200" b="1" dirty="0">
                <a:solidFill>
                  <a:prstClr val="black"/>
                </a:solidFill>
                <a:latin typeface="URW Palladio IT" pitchFamily="2" charset="0"/>
              </a:rPr>
              <a:t> || - 27</a:t>
            </a:r>
          </a:p>
          <a:p>
            <a:pPr algn="ctr" defTabSz="914309"/>
            <a:endParaRPr lang="en-US" sz="3200" b="1" dirty="0">
              <a:solidFill>
                <a:prstClr val="black"/>
              </a:solidFill>
              <a:latin typeface="URW Palladio IT" pitchFamily="2" charset="0"/>
            </a:endParaRPr>
          </a:p>
          <a:p>
            <a:pPr algn="ctr" defTabSz="914309"/>
            <a:r>
              <a:rPr lang="en-US" sz="3200" b="1" dirty="0" err="1">
                <a:solidFill>
                  <a:prstClr val="black"/>
                </a:solidFill>
                <a:latin typeface="Calibri" pitchFamily="34" charset="0"/>
              </a:rPr>
              <a:t>ಸಬ</a:t>
            </a:r>
            <a:r>
              <a:rPr lang="en-US" sz="3200" b="1" dirty="0">
                <a:solidFill>
                  <a:prstClr val="black"/>
                </a:solidFill>
                <a:latin typeface="Calibri" pitchFamily="34" charset="0"/>
              </a:rPr>
              <a:t> </a:t>
            </a:r>
            <a:r>
              <a:rPr lang="en-US" sz="3200" b="1" dirty="0" err="1">
                <a:solidFill>
                  <a:prstClr val="black"/>
                </a:solidFill>
                <a:latin typeface="Calibri" pitchFamily="34" charset="0"/>
              </a:rPr>
              <a:t>ಪರ</a:t>
            </a:r>
            <a:r>
              <a:rPr lang="en-US" sz="3200" b="1" dirty="0">
                <a:solidFill>
                  <a:prstClr val="black"/>
                </a:solidFill>
                <a:latin typeface="Calibri" pitchFamily="34" charset="0"/>
              </a:rPr>
              <a:t> </a:t>
            </a:r>
            <a:r>
              <a:rPr lang="en-US" sz="3200" b="1" dirty="0" err="1">
                <a:solidFill>
                  <a:prstClr val="black"/>
                </a:solidFill>
                <a:latin typeface="Calibri" pitchFamily="34" charset="0"/>
              </a:rPr>
              <a:t>ರಾಮ</a:t>
            </a:r>
            <a:r>
              <a:rPr lang="en-US" sz="3200" b="1" dirty="0">
                <a:solidFill>
                  <a:prstClr val="black"/>
                </a:solidFill>
                <a:latin typeface="Calibri" pitchFamily="34" charset="0"/>
              </a:rPr>
              <a:t> </a:t>
            </a:r>
            <a:r>
              <a:rPr lang="kn-IN" sz="3200" b="1" dirty="0" err="1">
                <a:solidFill>
                  <a:prstClr val="black"/>
                </a:solidFill>
                <a:latin typeface="Calibri" pitchFamily="34" charset="0"/>
                <a:ea typeface="Tunga" pitchFamily="2"/>
                <a:cs typeface="Tunga" pitchFamily="2"/>
              </a:rPr>
              <a:t>ತಪಸ್ವೀ</a:t>
            </a:r>
            <a:r>
              <a:rPr lang="kn-IN" sz="3200" b="1" dirty="0">
                <a:solidFill>
                  <a:prstClr val="black"/>
                </a:solidFill>
                <a:latin typeface="Calibri" pitchFamily="34" charset="0"/>
                <a:ea typeface="Tunga" pitchFamily="2"/>
                <a:cs typeface="Tunga" pitchFamily="2"/>
              </a:rPr>
              <a:t> </a:t>
            </a:r>
            <a:r>
              <a:rPr lang="en-US" sz="3200" b="1" dirty="0" err="1">
                <a:solidFill>
                  <a:prstClr val="black"/>
                </a:solidFill>
                <a:latin typeface="Calibri" pitchFamily="34" charset="0"/>
              </a:rPr>
              <a:t>ರಾಜಾ</a:t>
            </a:r>
            <a:r>
              <a:rPr lang="en-US" sz="3200" b="1" dirty="0">
                <a:solidFill>
                  <a:prstClr val="black"/>
                </a:solidFill>
                <a:latin typeface="Calibri" pitchFamily="34" charset="0"/>
              </a:rPr>
              <a:t> ।</a:t>
            </a:r>
          </a:p>
          <a:p>
            <a:pPr algn="ctr" defTabSz="914309"/>
            <a:r>
              <a:rPr lang="en-US" sz="3200" b="1" dirty="0" err="1">
                <a:solidFill>
                  <a:prstClr val="black"/>
                </a:solidFill>
                <a:latin typeface="Calibri" pitchFamily="34" charset="0"/>
              </a:rPr>
              <a:t>ತಿನಕೇ</a:t>
            </a:r>
            <a:r>
              <a:rPr lang="en-US" sz="3200" b="1" dirty="0">
                <a:solidFill>
                  <a:prstClr val="black"/>
                </a:solidFill>
                <a:latin typeface="Calibri" pitchFamily="34" charset="0"/>
              </a:rPr>
              <a:t> </a:t>
            </a:r>
            <a:r>
              <a:rPr lang="en-US" sz="3200" b="1" dirty="0" err="1">
                <a:solidFill>
                  <a:prstClr val="black"/>
                </a:solidFill>
                <a:latin typeface="Calibri" pitchFamily="34" charset="0"/>
              </a:rPr>
              <a:t>ಕಾಜ</a:t>
            </a:r>
            <a:r>
              <a:rPr lang="en-US" sz="3200" b="1" dirty="0">
                <a:solidFill>
                  <a:prstClr val="black"/>
                </a:solidFill>
                <a:latin typeface="Calibri" pitchFamily="34" charset="0"/>
              </a:rPr>
              <a:t> </a:t>
            </a:r>
            <a:r>
              <a:rPr lang="en-US" sz="3200" b="1" dirty="0" err="1">
                <a:solidFill>
                  <a:prstClr val="black"/>
                </a:solidFill>
                <a:latin typeface="Calibri" pitchFamily="34" charset="0"/>
              </a:rPr>
              <a:t>ಸಕಲ</a:t>
            </a:r>
            <a:r>
              <a:rPr lang="en-US" sz="3200" b="1" dirty="0">
                <a:solidFill>
                  <a:prstClr val="black"/>
                </a:solidFill>
                <a:latin typeface="Calibri" pitchFamily="34" charset="0"/>
              </a:rPr>
              <a:t> </a:t>
            </a:r>
            <a:r>
              <a:rPr lang="en-US" sz="3200" b="1" dirty="0" err="1">
                <a:solidFill>
                  <a:prstClr val="black"/>
                </a:solidFill>
                <a:latin typeface="Calibri" pitchFamily="34" charset="0"/>
              </a:rPr>
              <a:t>ತುಮ</a:t>
            </a:r>
            <a:r>
              <a:rPr lang="en-US" sz="3200" b="1" dirty="0">
                <a:solidFill>
                  <a:prstClr val="black"/>
                </a:solidFill>
                <a:latin typeface="Calibri" pitchFamily="34" charset="0"/>
              </a:rPr>
              <a:t> </a:t>
            </a:r>
            <a:r>
              <a:rPr lang="en-US" sz="3200" b="1" dirty="0" err="1">
                <a:solidFill>
                  <a:prstClr val="black"/>
                </a:solidFill>
                <a:latin typeface="Calibri" pitchFamily="34" charset="0"/>
              </a:rPr>
              <a:t>ಸಾಜಾ</a:t>
            </a:r>
            <a:r>
              <a:rPr lang="en-US" sz="3200" b="1" dirty="0">
                <a:solidFill>
                  <a:prstClr val="black"/>
                </a:solidFill>
                <a:latin typeface="Calibri" pitchFamily="34" charset="0"/>
              </a:rPr>
              <a:t> ॥</a:t>
            </a:r>
            <a:r>
              <a:rPr lang="kn-IN" sz="3200" b="1" dirty="0">
                <a:solidFill>
                  <a:prstClr val="black"/>
                </a:solidFill>
                <a:latin typeface="Calibri" pitchFamily="34" charset="0"/>
                <a:ea typeface="Tunga" pitchFamily="2"/>
                <a:cs typeface="Tunga" pitchFamily="2"/>
              </a:rPr>
              <a:t>೨೭</a:t>
            </a:r>
            <a:r>
              <a:rPr lang="en-US" sz="3200" b="1" dirty="0">
                <a:solidFill>
                  <a:prstClr val="black"/>
                </a:solidFill>
                <a:latin typeface="Calibri" pitchFamily="34" charset="0"/>
              </a:rPr>
              <a:t>॥</a:t>
            </a:r>
          </a:p>
          <a:p>
            <a:pPr algn="ctr" defTabSz="914309"/>
            <a:endParaRPr lang="en-US" sz="4000" b="1" dirty="0">
              <a:solidFill>
                <a:prstClr val="black"/>
              </a:solidFill>
              <a:latin typeface="Calibri" pitchFamily="34" charset="0"/>
            </a:endParaRPr>
          </a:p>
          <a:p>
            <a:pPr algn="ctr" defTabSz="914309"/>
            <a:r>
              <a:rPr lang="en-US" sz="2399" b="1" dirty="0">
                <a:solidFill>
                  <a:prstClr val="black"/>
                </a:solidFill>
                <a:latin typeface="Palatino Linotype" pitchFamily="18" charset="0"/>
              </a:rPr>
              <a:t>Oh </a:t>
            </a:r>
            <a:r>
              <a:rPr lang="en-US" sz="2399" b="1" dirty="0" err="1">
                <a:solidFill>
                  <a:prstClr val="black"/>
                </a:solidFill>
                <a:latin typeface="Palatino Linotype" pitchFamily="18" charset="0"/>
              </a:rPr>
              <a:t>Hanumanji</a:t>
            </a:r>
            <a:r>
              <a:rPr lang="en-US" sz="2399" b="1" dirty="0">
                <a:solidFill>
                  <a:prstClr val="black"/>
                </a:solidFill>
                <a:latin typeface="Palatino Linotype" pitchFamily="18" charset="0"/>
              </a:rPr>
              <a:t>! You are the caretaker of even Lord Rama, who has been hailed as the Supreme Lord and the Monarch of all those devoted in penances.</a:t>
            </a:r>
          </a:p>
          <a:p>
            <a:pPr algn="ctr" defTabSz="914309"/>
            <a:r>
              <a:rPr lang="en-US" sz="2800" b="1" dirty="0">
                <a:solidFill>
                  <a:prstClr val="black"/>
                </a:solidFill>
                <a:latin typeface="Palatino Linotype" pitchFamily="18" charset="0"/>
              </a:rPr>
              <a:t>		</a:t>
            </a:r>
          </a:p>
        </p:txBody>
      </p:sp>
    </p:spTree>
    <p:extLst>
      <p:ext uri="{BB962C8B-B14F-4D97-AF65-F5344CB8AC3E}">
        <p14:creationId xmlns:p14="http://schemas.microsoft.com/office/powerpoint/2010/main" val="371616223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
          <p:cNvSpPr>
            <a:spLocks noChangeArrowheads="1"/>
          </p:cNvSpPr>
          <p:nvPr/>
        </p:nvSpPr>
        <p:spPr bwMode="auto">
          <a:xfrm>
            <a:off x="1676528" y="99"/>
            <a:ext cx="8686549" cy="7170738"/>
          </a:xfrm>
          <a:prstGeom prst="rect">
            <a:avLst/>
          </a:prstGeom>
          <a:noFill/>
          <a:ln w="9525">
            <a:noFill/>
            <a:miter lim="800000"/>
            <a:headEnd/>
            <a:tailEnd/>
          </a:ln>
        </p:spPr>
        <p:txBody>
          <a:bodyPr>
            <a:spAutoFit/>
          </a:bodyPr>
          <a:lstStyle/>
          <a:p>
            <a:pPr algn="ctr" defTabSz="914309"/>
            <a:endParaRPr lang="en-IN" sz="40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और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मनोरथ</a:t>
            </a:r>
            <a:r>
              <a:rPr lang="en-IN" sz="4000" b="1" dirty="0">
                <a:solidFill>
                  <a:prstClr val="black"/>
                </a:solidFill>
                <a:latin typeface="Aparajita" pitchFamily="34" charset="0"/>
              </a:rPr>
              <a:t> </a:t>
            </a:r>
            <a:r>
              <a:rPr lang="en-IN" sz="4000" b="1" dirty="0" err="1">
                <a:solidFill>
                  <a:prstClr val="black"/>
                </a:solidFill>
                <a:latin typeface="Aparajita" pitchFamily="34" charset="0"/>
              </a:rPr>
              <a:t>जो</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कोई</a:t>
            </a:r>
            <a:r>
              <a:rPr lang="en-IN" sz="4000" b="1" dirty="0">
                <a:solidFill>
                  <a:prstClr val="black"/>
                </a:solidFill>
                <a:latin typeface="Aparajita" pitchFamily="34" charset="0"/>
              </a:rPr>
              <a:t> </a:t>
            </a:r>
            <a:r>
              <a:rPr lang="en-IN" sz="4000" b="1" dirty="0" err="1">
                <a:solidFill>
                  <a:prstClr val="black"/>
                </a:solidFill>
                <a:latin typeface="Aparajita" pitchFamily="34" charset="0"/>
              </a:rPr>
              <a:t>लावै</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सोई</a:t>
            </a:r>
            <a:r>
              <a:rPr lang="en-IN" sz="4000" b="1" dirty="0">
                <a:solidFill>
                  <a:prstClr val="black"/>
                </a:solidFill>
                <a:latin typeface="Aparajita" pitchFamily="34" charset="0"/>
              </a:rPr>
              <a:t> </a:t>
            </a:r>
            <a:r>
              <a:rPr lang="en-IN" sz="4000" b="1" dirty="0" err="1">
                <a:solidFill>
                  <a:prstClr val="black"/>
                </a:solidFill>
                <a:latin typeface="Aparajita" pitchFamily="34" charset="0"/>
              </a:rPr>
              <a:t>अमित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जीवन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फल</a:t>
            </a:r>
            <a:r>
              <a:rPr lang="en-IN" sz="4000" b="1" dirty="0">
                <a:solidFill>
                  <a:prstClr val="black"/>
                </a:solidFill>
                <a:latin typeface="Aparajita" pitchFamily="34" charset="0"/>
              </a:rPr>
              <a:t> </a:t>
            </a:r>
            <a:r>
              <a:rPr lang="en-IN" sz="4000" b="1" dirty="0" err="1">
                <a:solidFill>
                  <a:prstClr val="black"/>
                </a:solidFill>
                <a:latin typeface="Aparajita" pitchFamily="34" charset="0"/>
              </a:rPr>
              <a:t>पावै</a:t>
            </a:r>
            <a:r>
              <a:rPr lang="en-IN" sz="4000" b="1" dirty="0">
                <a:solidFill>
                  <a:prstClr val="black"/>
                </a:solidFill>
                <a:latin typeface="Aparajita" pitchFamily="34" charset="0"/>
              </a:rPr>
              <a:t> ॥२८॥</a:t>
            </a:r>
          </a:p>
          <a:p>
            <a:pPr algn="ctr" defTabSz="914309"/>
            <a:endParaRPr lang="en-IN" sz="4000" b="1" dirty="0">
              <a:solidFill>
                <a:prstClr val="black"/>
              </a:solidFill>
              <a:latin typeface="Aparajita" pitchFamily="34" charset="0"/>
            </a:endParaRPr>
          </a:p>
          <a:p>
            <a:pPr algn="ctr" defTabSz="914309"/>
            <a:r>
              <a:rPr lang="en-US" sz="3600" b="1" dirty="0">
                <a:solidFill>
                  <a:prstClr val="black"/>
                </a:solidFill>
                <a:latin typeface="URW Palladio IT" pitchFamily="2" charset="0"/>
              </a:rPr>
              <a:t>Aura </a:t>
            </a:r>
            <a:r>
              <a:rPr lang="en-US" sz="3600" b="1" dirty="0" err="1">
                <a:solidFill>
                  <a:prstClr val="black"/>
                </a:solidFill>
                <a:latin typeface="URW Palladio IT" pitchFamily="2" charset="0"/>
              </a:rPr>
              <a:t>Manoratha</a:t>
            </a:r>
            <a:r>
              <a:rPr lang="en-US" sz="3600" b="1" dirty="0">
                <a:solidFill>
                  <a:prstClr val="black"/>
                </a:solidFill>
                <a:latin typeface="URW Palladio IT" pitchFamily="2" charset="0"/>
              </a:rPr>
              <a:t> Jo </a:t>
            </a:r>
            <a:r>
              <a:rPr lang="en-US" sz="3600" b="1" dirty="0" err="1">
                <a:solidFill>
                  <a:prstClr val="black"/>
                </a:solidFill>
                <a:latin typeface="URW Palladio IT" pitchFamily="2" charset="0"/>
              </a:rPr>
              <a:t>Koé</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Lävai</a:t>
            </a:r>
            <a:r>
              <a:rPr lang="en-US" sz="3600" b="1" dirty="0">
                <a:solidFill>
                  <a:prstClr val="black"/>
                </a:solidFill>
                <a:latin typeface="URW Palladio IT" pitchFamily="2" charset="0"/>
              </a:rPr>
              <a:t> | </a:t>
            </a:r>
          </a:p>
          <a:p>
            <a:pPr algn="ctr" defTabSz="914309"/>
            <a:r>
              <a:rPr lang="en-US" sz="3600" b="1" dirty="0" err="1">
                <a:solidFill>
                  <a:prstClr val="black"/>
                </a:solidFill>
                <a:latin typeface="URW Palladio IT" pitchFamily="2" charset="0"/>
              </a:rPr>
              <a:t>Soé</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Amita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Jévana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Phala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Pävai</a:t>
            </a:r>
            <a:r>
              <a:rPr lang="en-US" sz="3600" b="1" dirty="0">
                <a:solidFill>
                  <a:prstClr val="black"/>
                </a:solidFill>
                <a:latin typeface="URW Palladio IT" pitchFamily="2" charset="0"/>
              </a:rPr>
              <a:t> || - 28</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ಔರ</a:t>
            </a:r>
            <a:r>
              <a:rPr lang="en-US" sz="3600" b="1" dirty="0">
                <a:solidFill>
                  <a:prstClr val="black"/>
                </a:solidFill>
                <a:latin typeface="Calibri" pitchFamily="34" charset="0"/>
              </a:rPr>
              <a:t> </a:t>
            </a:r>
            <a:r>
              <a:rPr lang="en-US" sz="3600" b="1" dirty="0" err="1">
                <a:solidFill>
                  <a:prstClr val="black"/>
                </a:solidFill>
                <a:latin typeface="Calibri" pitchFamily="34" charset="0"/>
              </a:rPr>
              <a:t>ಮನೋರಥ</a:t>
            </a:r>
            <a:r>
              <a:rPr lang="en-US" sz="3600" b="1" dirty="0">
                <a:solidFill>
                  <a:prstClr val="black"/>
                </a:solidFill>
                <a:latin typeface="Calibri" pitchFamily="34" charset="0"/>
              </a:rPr>
              <a:t> </a:t>
            </a:r>
            <a:r>
              <a:rPr lang="en-US" sz="3600" b="1" dirty="0" err="1">
                <a:solidFill>
                  <a:prstClr val="black"/>
                </a:solidFill>
                <a:latin typeface="Calibri" pitchFamily="34" charset="0"/>
              </a:rPr>
              <a:t>ಜೋ</a:t>
            </a:r>
            <a:r>
              <a:rPr lang="en-US" sz="3600" b="1" dirty="0">
                <a:solidFill>
                  <a:prstClr val="black"/>
                </a:solidFill>
                <a:latin typeface="Calibri" pitchFamily="34" charset="0"/>
              </a:rPr>
              <a:t> </a:t>
            </a:r>
            <a:r>
              <a:rPr lang="en-US" sz="3600" b="1" dirty="0" err="1">
                <a:solidFill>
                  <a:prstClr val="black"/>
                </a:solidFill>
                <a:latin typeface="Calibri" pitchFamily="34" charset="0"/>
              </a:rPr>
              <a:t>ಕೋಈ</a:t>
            </a:r>
            <a:r>
              <a:rPr lang="en-US" sz="3600" b="1" dirty="0">
                <a:solidFill>
                  <a:prstClr val="black"/>
                </a:solidFill>
                <a:latin typeface="Calibri" pitchFamily="34" charset="0"/>
              </a:rPr>
              <a:t> </a:t>
            </a:r>
            <a:r>
              <a:rPr lang="en-US" sz="3600" b="1" dirty="0" err="1">
                <a:solidFill>
                  <a:prstClr val="black"/>
                </a:solidFill>
                <a:latin typeface="Calibri" pitchFamily="34" charset="0"/>
              </a:rPr>
              <a:t>ಲಾವೈ</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ಸೋಈ</a:t>
            </a:r>
            <a:r>
              <a:rPr lang="en-US" sz="3600" b="1" dirty="0">
                <a:solidFill>
                  <a:prstClr val="black"/>
                </a:solidFill>
                <a:latin typeface="Calibri" pitchFamily="34" charset="0"/>
              </a:rPr>
              <a:t> </a:t>
            </a:r>
            <a:r>
              <a:rPr lang="en-US" sz="3600" b="1" dirty="0" err="1">
                <a:solidFill>
                  <a:prstClr val="black"/>
                </a:solidFill>
                <a:latin typeface="Calibri" pitchFamily="34" charset="0"/>
              </a:rPr>
              <a:t>ಅಮಿತ</a:t>
            </a:r>
            <a:r>
              <a:rPr lang="en-US" sz="3600" b="1" dirty="0">
                <a:solidFill>
                  <a:prstClr val="black"/>
                </a:solidFill>
                <a:latin typeface="Calibri" pitchFamily="34" charset="0"/>
              </a:rPr>
              <a:t> </a:t>
            </a:r>
            <a:r>
              <a:rPr lang="en-US" sz="3600" b="1" dirty="0" err="1">
                <a:solidFill>
                  <a:prstClr val="black"/>
                </a:solidFill>
                <a:latin typeface="Calibri" pitchFamily="34" charset="0"/>
              </a:rPr>
              <a:t>ಜೀವನ</a:t>
            </a:r>
            <a:r>
              <a:rPr lang="en-US" sz="3600" b="1" dirty="0">
                <a:solidFill>
                  <a:prstClr val="black"/>
                </a:solidFill>
                <a:latin typeface="Calibri" pitchFamily="34" charset="0"/>
              </a:rPr>
              <a:t> </a:t>
            </a:r>
            <a:r>
              <a:rPr lang="en-US" sz="3600" b="1" dirty="0" err="1">
                <a:solidFill>
                  <a:prstClr val="black"/>
                </a:solidFill>
                <a:latin typeface="Calibri" pitchFamily="34" charset="0"/>
              </a:rPr>
              <a:t>ಫಲ</a:t>
            </a:r>
            <a:r>
              <a:rPr lang="en-US" sz="3600" b="1" dirty="0">
                <a:solidFill>
                  <a:prstClr val="black"/>
                </a:solidFill>
                <a:latin typeface="Calibri" pitchFamily="34" charset="0"/>
              </a:rPr>
              <a:t> </a:t>
            </a:r>
            <a:r>
              <a:rPr lang="en-US" sz="3600" b="1" dirty="0" err="1">
                <a:solidFill>
                  <a:prstClr val="black"/>
                </a:solidFill>
                <a:latin typeface="Calibri" pitchFamily="34" charset="0"/>
              </a:rPr>
              <a:t>ಪಾವೈ</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೨೮</a:t>
            </a:r>
            <a:r>
              <a:rPr lang="en-US" sz="3600" b="1" dirty="0">
                <a:solidFill>
                  <a:prstClr val="black"/>
                </a:solidFill>
                <a:latin typeface="Calibri" pitchFamily="34" charset="0"/>
              </a:rPr>
              <a:t>॥</a:t>
            </a:r>
          </a:p>
          <a:p>
            <a:pPr algn="ctr" defTabSz="914309"/>
            <a:endParaRPr lang="en-US" sz="3600" b="1" dirty="0">
              <a:solidFill>
                <a:prstClr val="black"/>
              </a:solidFill>
              <a:latin typeface="Calibri" pitchFamily="34" charset="0"/>
            </a:endParaRPr>
          </a:p>
          <a:p>
            <a:pPr algn="ctr" defTabSz="914309"/>
            <a:r>
              <a:rPr lang="en-US" sz="2399" b="1" dirty="0">
                <a:solidFill>
                  <a:prstClr val="black"/>
                </a:solidFill>
                <a:latin typeface="Palatino Linotype" pitchFamily="18" charset="0"/>
              </a:rPr>
              <a:t>Oh </a:t>
            </a:r>
            <a:r>
              <a:rPr lang="en-US" sz="2399" b="1" dirty="0" err="1">
                <a:solidFill>
                  <a:prstClr val="black"/>
                </a:solidFill>
                <a:latin typeface="Palatino Linotype" pitchFamily="18" charset="0"/>
              </a:rPr>
              <a:t>Hanumanji</a:t>
            </a:r>
            <a:r>
              <a:rPr lang="en-US" sz="2399" b="1" dirty="0">
                <a:solidFill>
                  <a:prstClr val="black"/>
                </a:solidFill>
                <a:latin typeface="Palatino Linotype" pitchFamily="18" charset="0"/>
              </a:rPr>
              <a:t>! You fulfill the desires of those who come to you and bestow the eternal nectar the highest fruit of life.</a:t>
            </a:r>
          </a:p>
        </p:txBody>
      </p:sp>
    </p:spTree>
    <p:extLst>
      <p:ext uri="{BB962C8B-B14F-4D97-AF65-F5344CB8AC3E}">
        <p14:creationId xmlns:p14="http://schemas.microsoft.com/office/powerpoint/2010/main" val="156673242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1"/>
          <p:cNvSpPr>
            <a:spLocks noChangeArrowheads="1"/>
          </p:cNvSpPr>
          <p:nvPr/>
        </p:nvSpPr>
        <p:spPr bwMode="auto">
          <a:xfrm>
            <a:off x="1828924" y="76313"/>
            <a:ext cx="8610351" cy="6893554"/>
          </a:xfrm>
          <a:prstGeom prst="rect">
            <a:avLst/>
          </a:prstGeom>
          <a:noFill/>
          <a:ln w="9525">
            <a:noFill/>
            <a:miter lim="800000"/>
            <a:headEnd/>
            <a:tailEnd/>
          </a:ln>
        </p:spPr>
        <p:txBody>
          <a:bodyPr>
            <a:spAutoFit/>
          </a:bodyPr>
          <a:lstStyle/>
          <a:p>
            <a:pPr algn="ctr" defTabSz="914309"/>
            <a:endParaRPr lang="en-IN" sz="14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चारों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जुग</a:t>
            </a:r>
            <a:r>
              <a:rPr lang="en-IN" sz="4000" b="1" dirty="0">
                <a:solidFill>
                  <a:prstClr val="black"/>
                </a:solidFill>
                <a:latin typeface="Aparajita" pitchFamily="34" charset="0"/>
              </a:rPr>
              <a:t> </a:t>
            </a:r>
            <a:r>
              <a:rPr lang="en-IN" sz="4000" b="1" dirty="0" err="1">
                <a:solidFill>
                  <a:prstClr val="black"/>
                </a:solidFill>
                <a:latin typeface="Aparajita" pitchFamily="34" charset="0"/>
              </a:rPr>
              <a:t>परताप</a:t>
            </a:r>
            <a:r>
              <a:rPr lang="en-IN" sz="4000" b="1" dirty="0">
                <a:solidFill>
                  <a:prstClr val="black"/>
                </a:solidFill>
                <a:latin typeface="Aparajita" pitchFamily="34" charset="0"/>
              </a:rPr>
              <a:t> </a:t>
            </a:r>
            <a:r>
              <a:rPr lang="en-IN" sz="4000" b="1" dirty="0" err="1">
                <a:solidFill>
                  <a:prstClr val="black"/>
                </a:solidFill>
                <a:latin typeface="Aparajita" pitchFamily="34" charset="0"/>
              </a:rPr>
              <a:t>तुह्मारा</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है</a:t>
            </a:r>
            <a:r>
              <a:rPr lang="en-IN" sz="4000" b="1" dirty="0">
                <a:solidFill>
                  <a:prstClr val="black"/>
                </a:solidFill>
                <a:latin typeface="Aparajita" pitchFamily="34" charset="0"/>
              </a:rPr>
              <a:t> </a:t>
            </a:r>
            <a:r>
              <a:rPr lang="en-IN" sz="4000" b="1" dirty="0" err="1">
                <a:solidFill>
                  <a:prstClr val="black"/>
                </a:solidFill>
                <a:latin typeface="Aparajita" pitchFamily="34" charset="0"/>
              </a:rPr>
              <a:t>परसिद्ध</a:t>
            </a:r>
            <a:r>
              <a:rPr lang="en-IN" sz="4000" b="1" dirty="0">
                <a:solidFill>
                  <a:prstClr val="black"/>
                </a:solidFill>
                <a:latin typeface="Aparajita" pitchFamily="34" charset="0"/>
              </a:rPr>
              <a:t> </a:t>
            </a:r>
            <a:r>
              <a:rPr lang="en-IN" sz="4000" b="1" dirty="0" err="1">
                <a:solidFill>
                  <a:prstClr val="black"/>
                </a:solidFill>
                <a:latin typeface="Aparajita" pitchFamily="34" charset="0"/>
              </a:rPr>
              <a:t>जगत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उजियारा</a:t>
            </a:r>
            <a:r>
              <a:rPr lang="en-IN" sz="4000" b="1" dirty="0">
                <a:solidFill>
                  <a:prstClr val="black"/>
                </a:solidFill>
                <a:latin typeface="Aparajita" pitchFamily="34" charset="0"/>
              </a:rPr>
              <a:t> ॥२९॥</a:t>
            </a:r>
          </a:p>
          <a:p>
            <a:pPr algn="ctr" defTabSz="914309"/>
            <a:endParaRPr lang="en-IN" sz="4000" b="1" dirty="0">
              <a:solidFill>
                <a:prstClr val="black"/>
              </a:solidFill>
              <a:latin typeface="Aparajita" pitchFamily="34" charset="0"/>
            </a:endParaRPr>
          </a:p>
          <a:p>
            <a:pPr algn="ctr" defTabSz="914309"/>
            <a:r>
              <a:rPr lang="en-US" sz="3600" b="1" dirty="0" err="1">
                <a:solidFill>
                  <a:prstClr val="black"/>
                </a:solidFill>
                <a:latin typeface="URW Palladio IT" pitchFamily="2" charset="0"/>
              </a:rPr>
              <a:t>Cäroà</a:t>
            </a:r>
            <a:r>
              <a:rPr lang="en-US" sz="3600" b="1" dirty="0">
                <a:solidFill>
                  <a:prstClr val="black"/>
                </a:solidFill>
                <a:latin typeface="URW Palladio IT" pitchFamily="2" charset="0"/>
              </a:rPr>
              <a:t> Juga </a:t>
            </a:r>
            <a:r>
              <a:rPr lang="en-US" sz="3600" b="1" dirty="0" err="1">
                <a:solidFill>
                  <a:prstClr val="black"/>
                </a:solidFill>
                <a:latin typeface="URW Palladio IT" pitchFamily="2" charset="0"/>
              </a:rPr>
              <a:t>Paratäpa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Tumhärä</a:t>
            </a:r>
            <a:r>
              <a:rPr lang="en-US" sz="3600" b="1" dirty="0">
                <a:solidFill>
                  <a:prstClr val="black"/>
                </a:solidFill>
                <a:latin typeface="URW Palladio IT" pitchFamily="2" charset="0"/>
              </a:rPr>
              <a:t> | </a:t>
            </a:r>
          </a:p>
          <a:p>
            <a:pPr algn="ctr" defTabSz="914309"/>
            <a:r>
              <a:rPr lang="en-US" sz="3600" b="1" dirty="0">
                <a:solidFill>
                  <a:prstClr val="black"/>
                </a:solidFill>
                <a:latin typeface="URW Palladio IT" pitchFamily="2" charset="0"/>
              </a:rPr>
              <a:t>Hai </a:t>
            </a:r>
            <a:r>
              <a:rPr lang="en-US" sz="3600" b="1" dirty="0" err="1">
                <a:solidFill>
                  <a:prstClr val="black"/>
                </a:solidFill>
                <a:latin typeface="URW Palladio IT" pitchFamily="2" charset="0"/>
              </a:rPr>
              <a:t>Parasiddha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Jagata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Ujiyärä</a:t>
            </a:r>
            <a:r>
              <a:rPr lang="en-US" sz="3600" b="1" dirty="0">
                <a:solidFill>
                  <a:prstClr val="black"/>
                </a:solidFill>
                <a:latin typeface="URW Palladio IT" pitchFamily="2" charset="0"/>
              </a:rPr>
              <a:t> || - 29</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ಚಾರೋ</a:t>
            </a:r>
            <a:r>
              <a:rPr lang="en-US" sz="3600" b="1" dirty="0">
                <a:solidFill>
                  <a:prstClr val="black"/>
                </a:solidFill>
                <a:latin typeface="Calibri" pitchFamily="34" charset="0"/>
              </a:rPr>
              <a:t> </a:t>
            </a:r>
            <a:r>
              <a:rPr lang="en-US" sz="3600" b="1" dirty="0" err="1">
                <a:solidFill>
                  <a:prstClr val="black"/>
                </a:solidFill>
                <a:latin typeface="Calibri" pitchFamily="34" charset="0"/>
              </a:rPr>
              <a:t>ಜುಗ</a:t>
            </a:r>
            <a:r>
              <a:rPr lang="en-US" sz="3600" b="1" dirty="0">
                <a:solidFill>
                  <a:prstClr val="black"/>
                </a:solidFill>
                <a:latin typeface="Calibri" pitchFamily="34" charset="0"/>
              </a:rPr>
              <a:t> </a:t>
            </a:r>
            <a:r>
              <a:rPr lang="en-US" sz="3600" b="1" dirty="0" err="1">
                <a:solidFill>
                  <a:prstClr val="black"/>
                </a:solidFill>
                <a:latin typeface="Calibri" pitchFamily="34" charset="0"/>
              </a:rPr>
              <a:t>ಪರತಾಪ</a:t>
            </a:r>
            <a:r>
              <a:rPr lang="en-US" sz="3600" b="1" dirty="0">
                <a:solidFill>
                  <a:prstClr val="black"/>
                </a:solidFill>
                <a:latin typeface="Calibri" pitchFamily="34" charset="0"/>
              </a:rPr>
              <a:t> </a:t>
            </a:r>
            <a:r>
              <a:rPr lang="en-US" sz="3600" b="1" dirty="0" err="1">
                <a:solidFill>
                  <a:prstClr val="black"/>
                </a:solidFill>
                <a:latin typeface="Calibri" pitchFamily="34" charset="0"/>
              </a:rPr>
              <a:t>ತುಮ್ಹಾರಾ</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ಹೈ</a:t>
            </a:r>
            <a:r>
              <a:rPr lang="en-US" sz="3600" b="1" dirty="0">
                <a:solidFill>
                  <a:prstClr val="black"/>
                </a:solidFill>
                <a:latin typeface="Calibri" pitchFamily="34" charset="0"/>
              </a:rPr>
              <a:t> </a:t>
            </a:r>
            <a:r>
              <a:rPr lang="en-US" sz="3600" b="1" dirty="0" err="1">
                <a:solidFill>
                  <a:prstClr val="black"/>
                </a:solidFill>
                <a:latin typeface="Calibri" pitchFamily="34" charset="0"/>
              </a:rPr>
              <a:t>ಪರಸಿದ್ಧ</a:t>
            </a:r>
            <a:r>
              <a:rPr lang="en-US" sz="3600" b="1" dirty="0">
                <a:solidFill>
                  <a:prstClr val="black"/>
                </a:solidFill>
                <a:latin typeface="Calibri" pitchFamily="34" charset="0"/>
              </a:rPr>
              <a:t> </a:t>
            </a:r>
            <a:r>
              <a:rPr lang="en-US" sz="3600" b="1" dirty="0" err="1">
                <a:solidFill>
                  <a:prstClr val="black"/>
                </a:solidFill>
                <a:latin typeface="Calibri" pitchFamily="34" charset="0"/>
              </a:rPr>
              <a:t>ಜಗತ</a:t>
            </a:r>
            <a:r>
              <a:rPr lang="en-US" sz="3600" b="1" dirty="0">
                <a:solidFill>
                  <a:prstClr val="black"/>
                </a:solidFill>
                <a:latin typeface="Calibri" pitchFamily="34" charset="0"/>
              </a:rPr>
              <a:t> </a:t>
            </a:r>
            <a:r>
              <a:rPr lang="en-US" sz="3600" b="1" dirty="0" err="1">
                <a:solidFill>
                  <a:prstClr val="black"/>
                </a:solidFill>
                <a:latin typeface="Calibri" pitchFamily="34" charset="0"/>
              </a:rPr>
              <a:t>ಉಜಿಯಾರಾ</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೨೯</a:t>
            </a:r>
            <a:r>
              <a:rPr lang="en-US" sz="3600" b="1" dirty="0">
                <a:solidFill>
                  <a:prstClr val="black"/>
                </a:solidFill>
                <a:latin typeface="Calibri" pitchFamily="34" charset="0"/>
              </a:rPr>
              <a:t>॥</a:t>
            </a:r>
          </a:p>
          <a:p>
            <a:pPr algn="ctr" defTabSz="914309"/>
            <a:endParaRPr lang="en-US" sz="3600" b="1" dirty="0">
              <a:solidFill>
                <a:prstClr val="black"/>
              </a:solidFill>
              <a:latin typeface="Calibri" pitchFamily="34" charset="0"/>
            </a:endParaRPr>
          </a:p>
          <a:p>
            <a:pPr algn="ctr" defTabSz="914309"/>
            <a:r>
              <a:rPr lang="en-US" sz="2399" b="1" dirty="0">
                <a:solidFill>
                  <a:prstClr val="black"/>
                </a:solidFill>
                <a:latin typeface="Palatino Linotype" pitchFamily="18" charset="0"/>
              </a:rPr>
              <a:t>Oh </a:t>
            </a:r>
            <a:r>
              <a:rPr lang="en-US" sz="2399" b="1" dirty="0" err="1">
                <a:solidFill>
                  <a:prstClr val="black"/>
                </a:solidFill>
                <a:latin typeface="Palatino Linotype" pitchFamily="18" charset="0"/>
              </a:rPr>
              <a:t>Hanumanji</a:t>
            </a:r>
            <a:r>
              <a:rPr lang="en-US" sz="2399" b="1" dirty="0">
                <a:solidFill>
                  <a:prstClr val="black"/>
                </a:solidFill>
                <a:latin typeface="Palatino Linotype" pitchFamily="18" charset="0"/>
              </a:rPr>
              <a:t>! You magnificent glory is acclaimed far and wide all through the four ages and your fame is </a:t>
            </a:r>
            <a:r>
              <a:rPr lang="en-US" sz="2399" b="1" dirty="0" err="1">
                <a:solidFill>
                  <a:prstClr val="black"/>
                </a:solidFill>
                <a:latin typeface="Palatino Linotype" pitchFamily="18" charset="0"/>
              </a:rPr>
              <a:t>radianlty</a:t>
            </a:r>
            <a:r>
              <a:rPr lang="en-US" sz="2399" b="1" dirty="0">
                <a:solidFill>
                  <a:prstClr val="black"/>
                </a:solidFill>
                <a:latin typeface="Palatino Linotype" pitchFamily="18" charset="0"/>
              </a:rPr>
              <a:t> noted all over the cosmos</a:t>
            </a:r>
            <a:r>
              <a:rPr lang="en-US" sz="2399" b="1" dirty="0">
                <a:solidFill>
                  <a:prstClr val="black"/>
                </a:solidFill>
                <a:latin typeface="Calibri" pitchFamily="34" charset="0"/>
              </a:rPr>
              <a:t>.</a:t>
            </a:r>
          </a:p>
          <a:p>
            <a:pPr algn="ctr" defTabSz="914309"/>
            <a:r>
              <a:rPr lang="en-US" sz="1999" b="1" dirty="0">
                <a:solidFill>
                  <a:prstClr val="black"/>
                </a:solidFill>
                <a:latin typeface="Calibri" pitchFamily="34" charset="0"/>
              </a:rPr>
              <a:t>		</a:t>
            </a:r>
            <a:endParaRPr lang="en-US" sz="2800" b="1" dirty="0">
              <a:solidFill>
                <a:prstClr val="black"/>
              </a:solidFill>
              <a:latin typeface="Calibri" pitchFamily="34" charset="0"/>
            </a:endParaRPr>
          </a:p>
        </p:txBody>
      </p:sp>
    </p:spTree>
    <p:extLst>
      <p:ext uri="{BB962C8B-B14F-4D97-AF65-F5344CB8AC3E}">
        <p14:creationId xmlns:p14="http://schemas.microsoft.com/office/powerpoint/2010/main" val="44077653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1"/>
          <p:cNvSpPr>
            <a:spLocks noChangeArrowheads="1"/>
          </p:cNvSpPr>
          <p:nvPr/>
        </p:nvSpPr>
        <p:spPr bwMode="auto">
          <a:xfrm>
            <a:off x="1524133" y="103298"/>
            <a:ext cx="9143736" cy="7416510"/>
          </a:xfrm>
          <a:prstGeom prst="rect">
            <a:avLst/>
          </a:prstGeom>
          <a:noFill/>
          <a:ln w="9525">
            <a:noFill/>
            <a:miter lim="800000"/>
            <a:headEnd/>
            <a:tailEnd/>
          </a:ln>
        </p:spPr>
        <p:txBody>
          <a:bodyPr wrap="square">
            <a:spAutoFit/>
          </a:bodyPr>
          <a:lstStyle/>
          <a:p>
            <a:pPr algn="ctr" defTabSz="914309"/>
            <a:endParaRPr lang="en-IN" sz="14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साधु</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सन्त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के</a:t>
            </a:r>
            <a:r>
              <a:rPr lang="en-IN" sz="4000" b="1" dirty="0">
                <a:solidFill>
                  <a:prstClr val="black"/>
                </a:solidFill>
                <a:latin typeface="Aparajita" pitchFamily="34" charset="0"/>
              </a:rPr>
              <a:t> </a:t>
            </a:r>
            <a:r>
              <a:rPr lang="en-IN" sz="4000" b="1" dirty="0" err="1">
                <a:solidFill>
                  <a:prstClr val="black"/>
                </a:solidFill>
                <a:latin typeface="Aparajita" pitchFamily="34" charset="0"/>
              </a:rPr>
              <a:t>तुम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रखवारे</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असुर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निकन्दन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राम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दुलारे</a:t>
            </a:r>
            <a:r>
              <a:rPr lang="en-IN" sz="4000" b="1" dirty="0">
                <a:solidFill>
                  <a:prstClr val="black"/>
                </a:solidFill>
                <a:latin typeface="Aparajita" pitchFamily="34" charset="0"/>
              </a:rPr>
              <a:t> ॥३०॥</a:t>
            </a:r>
          </a:p>
          <a:p>
            <a:pPr algn="ctr" defTabSz="914309"/>
            <a:endParaRPr lang="en-IN" sz="4000" b="1" dirty="0">
              <a:solidFill>
                <a:prstClr val="black"/>
              </a:solidFill>
              <a:latin typeface="Aparajita" pitchFamily="34" charset="0"/>
            </a:endParaRPr>
          </a:p>
          <a:p>
            <a:pPr algn="ctr" defTabSz="914309"/>
            <a:r>
              <a:rPr lang="en-US" sz="3600" b="1" dirty="0" err="1">
                <a:solidFill>
                  <a:prstClr val="black"/>
                </a:solidFill>
                <a:latin typeface="URW Palladio IT" pitchFamily="2" charset="0"/>
              </a:rPr>
              <a:t>Sädhu</a:t>
            </a:r>
            <a:r>
              <a:rPr lang="en-US" sz="3600" b="1" dirty="0">
                <a:solidFill>
                  <a:prstClr val="black"/>
                </a:solidFill>
                <a:latin typeface="URW Palladio IT" pitchFamily="2" charset="0"/>
              </a:rPr>
              <a:t> Santa </a:t>
            </a:r>
            <a:r>
              <a:rPr lang="en-US" sz="3600" b="1" dirty="0" err="1">
                <a:solidFill>
                  <a:prstClr val="black"/>
                </a:solidFill>
                <a:latin typeface="URW Palladio IT" pitchFamily="2" charset="0"/>
              </a:rPr>
              <a:t>Ke</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Tuma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Rakhaväre</a:t>
            </a:r>
            <a:r>
              <a:rPr lang="en-US" sz="3600" b="1" dirty="0">
                <a:solidFill>
                  <a:prstClr val="black"/>
                </a:solidFill>
                <a:latin typeface="URW Palladio IT" pitchFamily="2" charset="0"/>
              </a:rPr>
              <a:t> | </a:t>
            </a:r>
          </a:p>
          <a:p>
            <a:pPr algn="ctr" defTabSz="914309"/>
            <a:r>
              <a:rPr lang="en-US" sz="3600" b="1" dirty="0">
                <a:solidFill>
                  <a:prstClr val="black"/>
                </a:solidFill>
                <a:latin typeface="URW Palladio IT" pitchFamily="2" charset="0"/>
              </a:rPr>
              <a:t>Asura </a:t>
            </a:r>
            <a:r>
              <a:rPr lang="en-US" sz="3600" b="1" dirty="0" err="1">
                <a:solidFill>
                  <a:prstClr val="black"/>
                </a:solidFill>
                <a:latin typeface="URW Palladio IT" pitchFamily="2" charset="0"/>
              </a:rPr>
              <a:t>Nikandana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Räma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Duläre</a:t>
            </a:r>
            <a:r>
              <a:rPr lang="en-US" sz="3600" b="1" dirty="0">
                <a:solidFill>
                  <a:prstClr val="black"/>
                </a:solidFill>
                <a:latin typeface="URW Palladio IT" pitchFamily="2" charset="0"/>
              </a:rPr>
              <a:t> || - 30</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ಸಾಧು</a:t>
            </a:r>
            <a:r>
              <a:rPr lang="en-US" sz="3600" b="1" dirty="0">
                <a:solidFill>
                  <a:prstClr val="black"/>
                </a:solidFill>
                <a:latin typeface="Calibri" pitchFamily="34" charset="0"/>
              </a:rPr>
              <a:t> </a:t>
            </a:r>
            <a:r>
              <a:rPr lang="en-US" sz="3600" b="1" dirty="0" err="1">
                <a:solidFill>
                  <a:prstClr val="black"/>
                </a:solidFill>
                <a:latin typeface="Calibri" pitchFamily="34" charset="0"/>
              </a:rPr>
              <a:t>ಸಂತ</a:t>
            </a:r>
            <a:r>
              <a:rPr lang="en-US" sz="3600" b="1" dirty="0">
                <a:solidFill>
                  <a:prstClr val="black"/>
                </a:solidFill>
                <a:latin typeface="Calibri" pitchFamily="34" charset="0"/>
              </a:rPr>
              <a:t> </a:t>
            </a:r>
            <a:r>
              <a:rPr lang="en-US" sz="3600" b="1" dirty="0" err="1">
                <a:solidFill>
                  <a:prstClr val="black"/>
                </a:solidFill>
                <a:latin typeface="Calibri" pitchFamily="34" charset="0"/>
              </a:rPr>
              <a:t>ಕೇ</a:t>
            </a:r>
            <a:r>
              <a:rPr lang="en-US" sz="3600" b="1" dirty="0">
                <a:solidFill>
                  <a:prstClr val="black"/>
                </a:solidFill>
                <a:latin typeface="Calibri" pitchFamily="34" charset="0"/>
              </a:rPr>
              <a:t> </a:t>
            </a:r>
            <a:r>
              <a:rPr lang="en-US" sz="3600" b="1" dirty="0" err="1">
                <a:solidFill>
                  <a:prstClr val="black"/>
                </a:solidFill>
                <a:latin typeface="Calibri" pitchFamily="34" charset="0"/>
              </a:rPr>
              <a:t>ತುಮ</a:t>
            </a:r>
            <a:r>
              <a:rPr lang="en-US" sz="3600" b="1" dirty="0">
                <a:solidFill>
                  <a:prstClr val="black"/>
                </a:solidFill>
                <a:latin typeface="Calibri" pitchFamily="34" charset="0"/>
              </a:rPr>
              <a:t> </a:t>
            </a:r>
            <a:r>
              <a:rPr lang="en-US" sz="3600" b="1" dirty="0" err="1">
                <a:solidFill>
                  <a:prstClr val="black"/>
                </a:solidFill>
                <a:latin typeface="Calibri" pitchFamily="34" charset="0"/>
              </a:rPr>
              <a:t>ರಖವಾರೇ</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ಅಸುರ</a:t>
            </a:r>
            <a:r>
              <a:rPr lang="en-US" sz="3600" b="1" dirty="0">
                <a:solidFill>
                  <a:prstClr val="black"/>
                </a:solidFill>
                <a:latin typeface="Calibri" pitchFamily="34" charset="0"/>
              </a:rPr>
              <a:t> </a:t>
            </a:r>
            <a:r>
              <a:rPr lang="en-US" sz="3600" b="1" dirty="0" err="1">
                <a:solidFill>
                  <a:prstClr val="black"/>
                </a:solidFill>
                <a:latin typeface="Calibri" pitchFamily="34" charset="0"/>
              </a:rPr>
              <a:t>ನಿಕಂದನ</a:t>
            </a:r>
            <a:r>
              <a:rPr lang="en-US" sz="3600" b="1" dirty="0">
                <a:solidFill>
                  <a:prstClr val="black"/>
                </a:solidFill>
                <a:latin typeface="Calibri" pitchFamily="34" charset="0"/>
              </a:rPr>
              <a:t> </a:t>
            </a:r>
            <a:r>
              <a:rPr lang="en-US" sz="3600" b="1" dirty="0" err="1">
                <a:solidFill>
                  <a:prstClr val="black"/>
                </a:solidFill>
                <a:latin typeface="Calibri" pitchFamily="34" charset="0"/>
              </a:rPr>
              <a:t>ರಾಮ</a:t>
            </a:r>
            <a:r>
              <a:rPr lang="en-US" sz="3600" b="1" dirty="0">
                <a:solidFill>
                  <a:prstClr val="black"/>
                </a:solidFill>
                <a:latin typeface="Calibri" pitchFamily="34" charset="0"/>
              </a:rPr>
              <a:t> </a:t>
            </a:r>
            <a:r>
              <a:rPr lang="en-US" sz="3600" b="1" dirty="0" err="1">
                <a:solidFill>
                  <a:prstClr val="black"/>
                </a:solidFill>
                <a:latin typeface="Calibri" pitchFamily="34" charset="0"/>
              </a:rPr>
              <a:t>ದುಲಾರೇ</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೩೦</a:t>
            </a:r>
            <a:r>
              <a:rPr lang="en-US" sz="3600" b="1" dirty="0">
                <a:solidFill>
                  <a:prstClr val="black"/>
                </a:solidFill>
                <a:latin typeface="Calibri" pitchFamily="34" charset="0"/>
              </a:rPr>
              <a:t>॥</a:t>
            </a:r>
          </a:p>
          <a:p>
            <a:pPr algn="ctr" defTabSz="914309"/>
            <a:endParaRPr lang="en-US" sz="2399" b="1" dirty="0">
              <a:solidFill>
                <a:prstClr val="black"/>
              </a:solidFill>
              <a:latin typeface="Calibri" pitchFamily="34" charset="0"/>
            </a:endParaRPr>
          </a:p>
          <a:p>
            <a:pPr algn="ctr" defTabSz="914309"/>
            <a:r>
              <a:rPr lang="en-US" sz="2399" b="1" dirty="0">
                <a:solidFill>
                  <a:prstClr val="black"/>
                </a:solidFill>
                <a:latin typeface="Palatino Linotype" pitchFamily="18" charset="0"/>
              </a:rPr>
              <a:t>Oh </a:t>
            </a:r>
            <a:r>
              <a:rPr lang="en-US" sz="2399" b="1" dirty="0" err="1">
                <a:solidFill>
                  <a:prstClr val="black"/>
                </a:solidFill>
                <a:latin typeface="Palatino Linotype" pitchFamily="18" charset="0"/>
              </a:rPr>
              <a:t>Hanumanji</a:t>
            </a:r>
            <a:r>
              <a:rPr lang="en-US" sz="2399" b="1" dirty="0">
                <a:solidFill>
                  <a:prstClr val="black"/>
                </a:solidFill>
                <a:latin typeface="Palatino Linotype" pitchFamily="18" charset="0"/>
              </a:rPr>
              <a:t>! You are the </a:t>
            </a:r>
            <a:r>
              <a:rPr lang="en-US" sz="2399" b="1" dirty="0" err="1">
                <a:solidFill>
                  <a:prstClr val="black"/>
                </a:solidFill>
                <a:latin typeface="Palatino Linotype" pitchFamily="18" charset="0"/>
              </a:rPr>
              <a:t>saviour</a:t>
            </a:r>
            <a:r>
              <a:rPr lang="en-US" sz="2399" b="1" dirty="0">
                <a:solidFill>
                  <a:prstClr val="black"/>
                </a:solidFill>
                <a:latin typeface="Palatino Linotype" pitchFamily="18" charset="0"/>
              </a:rPr>
              <a:t> and the guardian angel of saints and sages and destroy all the Demons, you are the seraphic darling of Shri Ram.</a:t>
            </a:r>
          </a:p>
          <a:p>
            <a:pPr algn="ctr" defTabSz="914309"/>
            <a:r>
              <a:rPr lang="en-US" sz="2399" b="1" dirty="0">
                <a:solidFill>
                  <a:prstClr val="black"/>
                </a:solidFill>
                <a:latin typeface="Palatino Linotype" pitchFamily="18" charset="0"/>
              </a:rPr>
              <a:t>	</a:t>
            </a:r>
            <a:r>
              <a:rPr lang="en-IN" sz="2399" b="1" dirty="0">
                <a:solidFill>
                  <a:srgbClr val="00B050"/>
                </a:solidFill>
                <a:latin typeface="Sanskrit 99" pitchFamily="2" charset="0"/>
              </a:rPr>
              <a:t> 	</a:t>
            </a:r>
          </a:p>
          <a:p>
            <a:pPr algn="ctr" defTabSz="914309"/>
            <a:r>
              <a:rPr lang="en-IN" sz="2399" b="1" dirty="0">
                <a:solidFill>
                  <a:srgbClr val="00B050"/>
                </a:solidFill>
                <a:latin typeface="Sanskrit 99" pitchFamily="2" charset="0"/>
              </a:rPr>
              <a:t>	</a:t>
            </a:r>
            <a:r>
              <a:rPr lang="en-US" sz="1799" b="1" dirty="0">
                <a:solidFill>
                  <a:prstClr val="black"/>
                </a:solidFill>
                <a:latin typeface="Calibri" pitchFamily="34" charset="0"/>
              </a:rPr>
              <a:t/>
            </a:r>
            <a:br>
              <a:rPr lang="en-US" sz="1799" b="1" dirty="0">
                <a:solidFill>
                  <a:prstClr val="black"/>
                </a:solidFill>
                <a:latin typeface="Calibri" pitchFamily="34" charset="0"/>
              </a:rPr>
            </a:br>
            <a:endParaRPr lang="en-US" sz="1799" b="1" dirty="0">
              <a:solidFill>
                <a:prstClr val="black"/>
              </a:solidFill>
              <a:latin typeface="Calibri" pitchFamily="34" charset="0"/>
            </a:endParaRPr>
          </a:p>
        </p:txBody>
      </p:sp>
    </p:spTree>
    <p:extLst>
      <p:ext uri="{BB962C8B-B14F-4D97-AF65-F5344CB8AC3E}">
        <p14:creationId xmlns:p14="http://schemas.microsoft.com/office/powerpoint/2010/main" val="364825181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1"/>
          <p:cNvSpPr>
            <a:spLocks noChangeArrowheads="1"/>
          </p:cNvSpPr>
          <p:nvPr/>
        </p:nvSpPr>
        <p:spPr bwMode="auto">
          <a:xfrm>
            <a:off x="1676528" y="99"/>
            <a:ext cx="8686549" cy="7139840"/>
          </a:xfrm>
          <a:prstGeom prst="rect">
            <a:avLst/>
          </a:prstGeom>
          <a:noFill/>
          <a:ln w="9525">
            <a:noFill/>
            <a:miter lim="800000"/>
            <a:headEnd/>
            <a:tailEnd/>
          </a:ln>
        </p:spPr>
        <p:txBody>
          <a:bodyPr>
            <a:spAutoFit/>
          </a:bodyPr>
          <a:lstStyle/>
          <a:p>
            <a:pPr algn="ctr" defTabSz="914309"/>
            <a:endParaRPr lang="en-IN" sz="14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अष्टसिद्धि</a:t>
            </a:r>
            <a:r>
              <a:rPr lang="en-IN" sz="4000" b="1" dirty="0">
                <a:solidFill>
                  <a:prstClr val="black"/>
                </a:solidFill>
                <a:latin typeface="Aparajita" pitchFamily="34" charset="0"/>
              </a:rPr>
              <a:t> </a:t>
            </a:r>
            <a:r>
              <a:rPr lang="en-IN" sz="4000" b="1" dirty="0" err="1">
                <a:solidFill>
                  <a:prstClr val="black"/>
                </a:solidFill>
                <a:latin typeface="Aparajita" pitchFamily="34" charset="0"/>
              </a:rPr>
              <a:t>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निधि</a:t>
            </a:r>
            <a:r>
              <a:rPr lang="en-IN" sz="4000" b="1" dirty="0">
                <a:solidFill>
                  <a:prstClr val="black"/>
                </a:solidFill>
                <a:latin typeface="Aparajita" pitchFamily="34" charset="0"/>
              </a:rPr>
              <a:t> </a:t>
            </a:r>
            <a:r>
              <a:rPr lang="en-IN" sz="4000" b="1" dirty="0" err="1">
                <a:solidFill>
                  <a:prstClr val="black"/>
                </a:solidFill>
                <a:latin typeface="Aparajita" pitchFamily="34" charset="0"/>
              </a:rPr>
              <a:t>के</a:t>
            </a:r>
            <a:r>
              <a:rPr lang="en-IN" sz="4000" b="1" dirty="0">
                <a:solidFill>
                  <a:prstClr val="black"/>
                </a:solidFill>
                <a:latin typeface="Aparajita" pitchFamily="34" charset="0"/>
              </a:rPr>
              <a:t> </a:t>
            </a:r>
            <a:r>
              <a:rPr lang="en-IN" sz="4000" b="1" dirty="0" err="1">
                <a:solidFill>
                  <a:prstClr val="black"/>
                </a:solidFill>
                <a:latin typeface="Aparajita" pitchFamily="34" charset="0"/>
              </a:rPr>
              <a:t>दाता</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अस</a:t>
            </a:r>
            <a:r>
              <a:rPr lang="en-IN" sz="4000" b="1" dirty="0">
                <a:solidFill>
                  <a:prstClr val="black"/>
                </a:solidFill>
                <a:latin typeface="Aparajita" pitchFamily="34" charset="0"/>
              </a:rPr>
              <a:t> </a:t>
            </a:r>
            <a:r>
              <a:rPr lang="en-IN" sz="4000" b="1" dirty="0" err="1">
                <a:solidFill>
                  <a:prstClr val="black"/>
                </a:solidFill>
                <a:latin typeface="Aparajita" pitchFamily="34" charset="0"/>
              </a:rPr>
              <a:t>बर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दीन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जानकी</a:t>
            </a:r>
            <a:r>
              <a:rPr lang="en-IN" sz="4000" b="1" dirty="0">
                <a:solidFill>
                  <a:prstClr val="black"/>
                </a:solidFill>
                <a:latin typeface="Aparajita" pitchFamily="34" charset="0"/>
              </a:rPr>
              <a:t> </a:t>
            </a:r>
            <a:r>
              <a:rPr lang="en-IN" sz="4000" b="1" dirty="0" err="1">
                <a:solidFill>
                  <a:prstClr val="black"/>
                </a:solidFill>
                <a:latin typeface="Aparajita" pitchFamily="34" charset="0"/>
              </a:rPr>
              <a:t>माता</a:t>
            </a:r>
            <a:r>
              <a:rPr lang="en-IN" sz="4000" b="1" dirty="0">
                <a:solidFill>
                  <a:prstClr val="black"/>
                </a:solidFill>
                <a:latin typeface="Aparajita" pitchFamily="34" charset="0"/>
              </a:rPr>
              <a:t> ॥३१॥</a:t>
            </a:r>
          </a:p>
          <a:p>
            <a:pPr algn="ctr" defTabSz="914309"/>
            <a:endParaRPr lang="en-IN" sz="4000" b="1" dirty="0">
              <a:solidFill>
                <a:prstClr val="black"/>
              </a:solidFill>
              <a:latin typeface="Aparajita" pitchFamily="34" charset="0"/>
            </a:endParaRPr>
          </a:p>
          <a:p>
            <a:pPr algn="ctr" defTabSz="914309"/>
            <a:r>
              <a:rPr lang="en-US" sz="3600" b="1" dirty="0" err="1">
                <a:solidFill>
                  <a:prstClr val="black"/>
                </a:solidFill>
                <a:latin typeface="URW Palladio IT" pitchFamily="2" charset="0"/>
              </a:rPr>
              <a:t>Añöa</a:t>
            </a:r>
            <a:r>
              <a:rPr lang="en-US" sz="3600" b="1" dirty="0">
                <a:solidFill>
                  <a:prstClr val="black"/>
                </a:solidFill>
                <a:latin typeface="URW Palladio IT" pitchFamily="2" charset="0"/>
              </a:rPr>
              <a:t> Siddhi Nau Nidhi </a:t>
            </a:r>
            <a:r>
              <a:rPr lang="en-US" sz="3600" b="1" dirty="0" err="1">
                <a:solidFill>
                  <a:prstClr val="black"/>
                </a:solidFill>
                <a:latin typeface="URW Palladio IT" pitchFamily="2" charset="0"/>
              </a:rPr>
              <a:t>Ke</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Dätä</a:t>
            </a:r>
            <a:r>
              <a:rPr lang="en-US" sz="3600" b="1" dirty="0">
                <a:solidFill>
                  <a:prstClr val="black"/>
                </a:solidFill>
                <a:latin typeface="URW Palladio IT" pitchFamily="2" charset="0"/>
              </a:rPr>
              <a:t> | </a:t>
            </a:r>
          </a:p>
          <a:p>
            <a:pPr algn="ctr" defTabSz="914309"/>
            <a:r>
              <a:rPr lang="en-US" sz="3600" b="1" dirty="0">
                <a:solidFill>
                  <a:prstClr val="black"/>
                </a:solidFill>
                <a:latin typeface="URW Palladio IT" pitchFamily="2" charset="0"/>
              </a:rPr>
              <a:t>Asa Bara </a:t>
            </a:r>
            <a:r>
              <a:rPr lang="en-US" sz="3600" b="1" dirty="0" err="1">
                <a:solidFill>
                  <a:prstClr val="black"/>
                </a:solidFill>
                <a:latin typeface="URW Palladio IT" pitchFamily="2" charset="0"/>
              </a:rPr>
              <a:t>Déna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Jänaké</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Mätä</a:t>
            </a:r>
            <a:r>
              <a:rPr lang="en-US" sz="3600" b="1" dirty="0">
                <a:solidFill>
                  <a:prstClr val="black"/>
                </a:solidFill>
                <a:latin typeface="URW Palladio IT" pitchFamily="2" charset="0"/>
              </a:rPr>
              <a:t> || - 31</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ಅಷ್ಟ</a:t>
            </a:r>
            <a:r>
              <a:rPr lang="en-US" sz="3600" b="1" dirty="0">
                <a:solidFill>
                  <a:prstClr val="black"/>
                </a:solidFill>
                <a:latin typeface="Calibri" pitchFamily="34" charset="0"/>
              </a:rPr>
              <a:t> </a:t>
            </a:r>
            <a:r>
              <a:rPr lang="en-US" sz="3600" b="1" dirty="0" err="1">
                <a:solidFill>
                  <a:prstClr val="black"/>
                </a:solidFill>
                <a:latin typeface="Calibri" pitchFamily="34" charset="0"/>
              </a:rPr>
              <a:t>ಸಿದ್ಧಿ</a:t>
            </a:r>
            <a:r>
              <a:rPr lang="en-US" sz="3600" b="1" dirty="0">
                <a:solidFill>
                  <a:prstClr val="black"/>
                </a:solidFill>
                <a:latin typeface="Calibri" pitchFamily="34" charset="0"/>
              </a:rPr>
              <a:t> </a:t>
            </a:r>
            <a:r>
              <a:rPr lang="en-US" sz="3600" b="1" dirty="0" err="1">
                <a:solidFill>
                  <a:prstClr val="black"/>
                </a:solidFill>
                <a:latin typeface="Calibri" pitchFamily="34" charset="0"/>
              </a:rPr>
              <a:t>ನೌ</a:t>
            </a:r>
            <a:r>
              <a:rPr lang="en-US" sz="3600" b="1" dirty="0">
                <a:solidFill>
                  <a:prstClr val="black"/>
                </a:solidFill>
                <a:latin typeface="Calibri" pitchFamily="34" charset="0"/>
              </a:rPr>
              <a:t> </a:t>
            </a:r>
            <a:r>
              <a:rPr lang="en-US" sz="3600" b="1" dirty="0" err="1">
                <a:solidFill>
                  <a:prstClr val="black"/>
                </a:solidFill>
                <a:latin typeface="Calibri" pitchFamily="34" charset="0"/>
              </a:rPr>
              <a:t>ನಿಧಿ</a:t>
            </a:r>
            <a:r>
              <a:rPr lang="en-US" sz="3600" b="1" dirty="0">
                <a:solidFill>
                  <a:prstClr val="black"/>
                </a:solidFill>
                <a:latin typeface="Calibri" pitchFamily="34" charset="0"/>
              </a:rPr>
              <a:t> </a:t>
            </a:r>
            <a:r>
              <a:rPr lang="en-US" sz="3600" b="1" dirty="0" err="1">
                <a:solidFill>
                  <a:prstClr val="black"/>
                </a:solidFill>
                <a:latin typeface="Calibri" pitchFamily="34" charset="0"/>
              </a:rPr>
              <a:t>ಕೇ</a:t>
            </a:r>
            <a:r>
              <a:rPr lang="en-US" sz="3600" b="1" dirty="0">
                <a:solidFill>
                  <a:prstClr val="black"/>
                </a:solidFill>
                <a:latin typeface="Calibri" pitchFamily="34" charset="0"/>
              </a:rPr>
              <a:t> </a:t>
            </a:r>
            <a:r>
              <a:rPr lang="en-US" sz="3600" b="1" dirty="0" err="1">
                <a:solidFill>
                  <a:prstClr val="black"/>
                </a:solidFill>
                <a:latin typeface="Calibri" pitchFamily="34" charset="0"/>
              </a:rPr>
              <a:t>ದಾತಾ</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ಅಸ</a:t>
            </a:r>
            <a:r>
              <a:rPr lang="en-US" sz="3600" b="1" dirty="0">
                <a:solidFill>
                  <a:prstClr val="black"/>
                </a:solidFill>
                <a:latin typeface="Calibri" pitchFamily="34" charset="0"/>
              </a:rPr>
              <a:t> </a:t>
            </a:r>
            <a:r>
              <a:rPr lang="en-US" sz="3600" b="1" dirty="0" err="1">
                <a:solidFill>
                  <a:prstClr val="black"/>
                </a:solidFill>
                <a:latin typeface="Calibri" pitchFamily="34" charset="0"/>
              </a:rPr>
              <a:t>ಬರ</a:t>
            </a:r>
            <a:r>
              <a:rPr lang="en-US" sz="3600" b="1" dirty="0">
                <a:solidFill>
                  <a:prstClr val="black"/>
                </a:solidFill>
                <a:latin typeface="Calibri" pitchFamily="34" charset="0"/>
              </a:rPr>
              <a:t> </a:t>
            </a:r>
            <a:r>
              <a:rPr lang="en-US" sz="3600" b="1" dirty="0" err="1">
                <a:solidFill>
                  <a:prstClr val="black"/>
                </a:solidFill>
                <a:latin typeface="Calibri" pitchFamily="34" charset="0"/>
              </a:rPr>
              <a:t>ದೀಂಹ</a:t>
            </a:r>
            <a:r>
              <a:rPr lang="en-US" sz="3600" b="1" dirty="0">
                <a:solidFill>
                  <a:prstClr val="black"/>
                </a:solidFill>
                <a:latin typeface="Calibri" pitchFamily="34" charset="0"/>
              </a:rPr>
              <a:t> </a:t>
            </a:r>
            <a:r>
              <a:rPr lang="en-US" sz="3600" b="1" dirty="0" err="1">
                <a:solidFill>
                  <a:prstClr val="black"/>
                </a:solidFill>
                <a:latin typeface="Calibri" pitchFamily="34" charset="0"/>
              </a:rPr>
              <a:t>ಜಾನಕೀ</a:t>
            </a:r>
            <a:r>
              <a:rPr lang="en-US" sz="3600" b="1" dirty="0">
                <a:solidFill>
                  <a:prstClr val="black"/>
                </a:solidFill>
                <a:latin typeface="Calibri" pitchFamily="34" charset="0"/>
              </a:rPr>
              <a:t> </a:t>
            </a:r>
            <a:r>
              <a:rPr lang="en-US" sz="3600" b="1" dirty="0" err="1">
                <a:solidFill>
                  <a:prstClr val="black"/>
                </a:solidFill>
                <a:latin typeface="Calibri" pitchFamily="34" charset="0"/>
              </a:rPr>
              <a:t>ಮಾತಾ</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೩೧</a:t>
            </a:r>
            <a:r>
              <a:rPr lang="en-US" sz="3600" b="1" dirty="0">
                <a:solidFill>
                  <a:prstClr val="black"/>
                </a:solidFill>
                <a:latin typeface="Calibri" pitchFamily="34" charset="0"/>
              </a:rPr>
              <a:t>॥</a:t>
            </a:r>
          </a:p>
          <a:p>
            <a:pPr algn="ctr" defTabSz="914309"/>
            <a:endParaRPr lang="en-US" sz="4000" b="1" dirty="0">
              <a:solidFill>
                <a:prstClr val="black"/>
              </a:solidFill>
              <a:latin typeface="Calibri" pitchFamily="34" charset="0"/>
            </a:endParaRPr>
          </a:p>
          <a:p>
            <a:pPr algn="ctr" defTabSz="914309"/>
            <a:r>
              <a:rPr lang="en-US" sz="2399" b="1" dirty="0" err="1">
                <a:solidFill>
                  <a:prstClr val="black"/>
                </a:solidFill>
                <a:latin typeface="Palatino Linotype" pitchFamily="18" charset="0"/>
              </a:rPr>
              <a:t>Hanumanji</a:t>
            </a:r>
            <a:r>
              <a:rPr lang="en-US" sz="2399" b="1" dirty="0">
                <a:solidFill>
                  <a:prstClr val="black"/>
                </a:solidFill>
                <a:latin typeface="Palatino Linotype" pitchFamily="18" charset="0"/>
              </a:rPr>
              <a:t> has been blessed with mother </a:t>
            </a:r>
            <a:r>
              <a:rPr lang="en-US" sz="2399" b="1" dirty="0" err="1">
                <a:solidFill>
                  <a:prstClr val="black"/>
                </a:solidFill>
                <a:latin typeface="Palatino Linotype" pitchFamily="18" charset="0"/>
              </a:rPr>
              <a:t>Janki</a:t>
            </a:r>
            <a:r>
              <a:rPr lang="en-US" sz="2399" b="1" dirty="0">
                <a:solidFill>
                  <a:prstClr val="black"/>
                </a:solidFill>
                <a:latin typeface="Palatino Linotype" pitchFamily="18" charset="0"/>
              </a:rPr>
              <a:t> to grant to any one any YOGIC power of eight </a:t>
            </a:r>
            <a:r>
              <a:rPr lang="en-US" sz="2399" b="1" dirty="0" err="1">
                <a:solidFill>
                  <a:prstClr val="black"/>
                </a:solidFill>
                <a:latin typeface="Palatino Linotype" pitchFamily="18" charset="0"/>
              </a:rPr>
              <a:t>Sidhis</a:t>
            </a:r>
            <a:r>
              <a:rPr lang="en-US" sz="2399" b="1" dirty="0">
                <a:solidFill>
                  <a:prstClr val="black"/>
                </a:solidFill>
                <a:latin typeface="Palatino Linotype" pitchFamily="18" charset="0"/>
              </a:rPr>
              <a:t> and Nava </a:t>
            </a:r>
            <a:r>
              <a:rPr lang="en-US" sz="2399" b="1" dirty="0" err="1">
                <a:solidFill>
                  <a:prstClr val="black"/>
                </a:solidFill>
                <a:latin typeface="Palatino Linotype" pitchFamily="18" charset="0"/>
              </a:rPr>
              <a:t>Nidhis</a:t>
            </a:r>
            <a:r>
              <a:rPr lang="en-US" sz="2399" b="1" dirty="0">
                <a:solidFill>
                  <a:prstClr val="black"/>
                </a:solidFill>
                <a:latin typeface="Palatino Linotype" pitchFamily="18" charset="0"/>
              </a:rPr>
              <a:t> as per choice.</a:t>
            </a:r>
          </a:p>
          <a:p>
            <a:pPr algn="ctr" defTabSz="914309"/>
            <a:r>
              <a:rPr lang="en-IN" sz="3200" b="1" dirty="0">
                <a:solidFill>
                  <a:srgbClr val="00B050"/>
                </a:solidFill>
                <a:latin typeface="Sanskrit 99" pitchFamily="2" charset="0"/>
              </a:rPr>
              <a:t>		</a:t>
            </a:r>
            <a:endParaRPr lang="en-US" sz="3200" b="1" dirty="0">
              <a:solidFill>
                <a:prstClr val="black"/>
              </a:solidFill>
              <a:latin typeface="Palatino Linotype" pitchFamily="18" charset="0"/>
            </a:endParaRPr>
          </a:p>
        </p:txBody>
      </p:sp>
    </p:spTree>
    <p:extLst>
      <p:ext uri="{BB962C8B-B14F-4D97-AF65-F5344CB8AC3E}">
        <p14:creationId xmlns:p14="http://schemas.microsoft.com/office/powerpoint/2010/main" val="313469813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1"/>
          <p:cNvSpPr>
            <a:spLocks noChangeArrowheads="1"/>
          </p:cNvSpPr>
          <p:nvPr/>
        </p:nvSpPr>
        <p:spPr bwMode="auto">
          <a:xfrm>
            <a:off x="1752726" y="76297"/>
            <a:ext cx="8762746" cy="7386125"/>
          </a:xfrm>
          <a:prstGeom prst="rect">
            <a:avLst/>
          </a:prstGeom>
          <a:noFill/>
          <a:ln w="9525">
            <a:noFill/>
            <a:miter lim="800000"/>
            <a:headEnd/>
            <a:tailEnd/>
          </a:ln>
        </p:spPr>
        <p:txBody>
          <a:bodyPr>
            <a:spAutoFit/>
          </a:bodyPr>
          <a:lstStyle/>
          <a:p>
            <a:pPr algn="ctr" defTabSz="914309"/>
            <a:endParaRPr lang="en-IN" sz="14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राम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रसायन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तुह्मरे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पासा</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सदा</a:t>
            </a:r>
            <a:r>
              <a:rPr lang="en-IN" sz="4000" b="1" dirty="0">
                <a:solidFill>
                  <a:prstClr val="black"/>
                </a:solidFill>
                <a:latin typeface="Aparajita" pitchFamily="34" charset="0"/>
              </a:rPr>
              <a:t> </a:t>
            </a:r>
            <a:r>
              <a:rPr lang="en-IN" sz="4000" b="1" dirty="0" err="1">
                <a:solidFill>
                  <a:prstClr val="black"/>
                </a:solidFill>
                <a:latin typeface="Aparajita" pitchFamily="34" charset="0"/>
              </a:rPr>
              <a:t>रहो</a:t>
            </a:r>
            <a:r>
              <a:rPr lang="en-IN" sz="4000" b="1" dirty="0">
                <a:solidFill>
                  <a:prstClr val="black"/>
                </a:solidFill>
                <a:latin typeface="Aparajita" pitchFamily="34" charset="0"/>
              </a:rPr>
              <a:t> </a:t>
            </a:r>
            <a:r>
              <a:rPr lang="en-IN" sz="4000" b="1" dirty="0" err="1">
                <a:solidFill>
                  <a:prstClr val="black"/>
                </a:solidFill>
                <a:latin typeface="Aparajita" pitchFamily="34" charset="0"/>
              </a:rPr>
              <a:t>रघुपति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के</a:t>
            </a:r>
            <a:r>
              <a:rPr lang="en-IN" sz="4000" b="1" dirty="0">
                <a:solidFill>
                  <a:prstClr val="black"/>
                </a:solidFill>
                <a:latin typeface="Aparajita" pitchFamily="34" charset="0"/>
              </a:rPr>
              <a:t> </a:t>
            </a:r>
            <a:r>
              <a:rPr lang="en-IN" sz="4000" b="1" dirty="0" err="1">
                <a:solidFill>
                  <a:prstClr val="black"/>
                </a:solidFill>
                <a:latin typeface="Aparajita" pitchFamily="34" charset="0"/>
              </a:rPr>
              <a:t>दासा</a:t>
            </a:r>
            <a:r>
              <a:rPr lang="en-IN" sz="4000" b="1" dirty="0">
                <a:solidFill>
                  <a:prstClr val="black"/>
                </a:solidFill>
                <a:latin typeface="Aparajita" pitchFamily="34" charset="0"/>
              </a:rPr>
              <a:t> ॥३२॥</a:t>
            </a:r>
          </a:p>
          <a:p>
            <a:pPr algn="ctr" defTabSz="914309"/>
            <a:endParaRPr lang="en-IN" sz="4000" b="1" dirty="0">
              <a:solidFill>
                <a:prstClr val="black"/>
              </a:solidFill>
              <a:latin typeface="Aparajita" pitchFamily="34" charset="0"/>
            </a:endParaRPr>
          </a:p>
          <a:p>
            <a:pPr algn="ctr" defTabSz="914309"/>
            <a:r>
              <a:rPr lang="en-US" sz="3600" b="1" dirty="0" err="1">
                <a:solidFill>
                  <a:prstClr val="black"/>
                </a:solidFill>
                <a:latin typeface="URW Palladio IT" pitchFamily="2" charset="0"/>
              </a:rPr>
              <a:t>Räma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Rasäyana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Tumhare</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Päsä</a:t>
            </a:r>
            <a:r>
              <a:rPr lang="en-US" sz="3600" b="1" dirty="0">
                <a:solidFill>
                  <a:prstClr val="black"/>
                </a:solidFill>
                <a:latin typeface="URW Palladio IT" pitchFamily="2" charset="0"/>
              </a:rPr>
              <a:t> | </a:t>
            </a:r>
          </a:p>
          <a:p>
            <a:pPr algn="ctr" defTabSz="914309"/>
            <a:r>
              <a:rPr lang="en-US" sz="3600" b="1" dirty="0" err="1">
                <a:solidFill>
                  <a:prstClr val="black"/>
                </a:solidFill>
                <a:latin typeface="URW Palladio IT" pitchFamily="2" charset="0"/>
              </a:rPr>
              <a:t>Sadä</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Raho</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Raghupati</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Ke</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Däsä</a:t>
            </a:r>
            <a:r>
              <a:rPr lang="en-US" sz="3600" b="1" dirty="0">
                <a:solidFill>
                  <a:prstClr val="black"/>
                </a:solidFill>
                <a:latin typeface="URW Palladio IT" pitchFamily="2" charset="0"/>
              </a:rPr>
              <a:t> || - 32</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ರಾಮ</a:t>
            </a:r>
            <a:r>
              <a:rPr lang="en-US" sz="3600" b="1" dirty="0">
                <a:solidFill>
                  <a:prstClr val="black"/>
                </a:solidFill>
                <a:latin typeface="Calibri" pitchFamily="34" charset="0"/>
              </a:rPr>
              <a:t> </a:t>
            </a:r>
            <a:r>
              <a:rPr lang="en-US" sz="3600" b="1" dirty="0" err="1">
                <a:solidFill>
                  <a:prstClr val="black"/>
                </a:solidFill>
                <a:latin typeface="Calibri" pitchFamily="34" charset="0"/>
              </a:rPr>
              <a:t>ರಸಾಯನ</a:t>
            </a:r>
            <a:r>
              <a:rPr lang="en-US" sz="3600" b="1" dirty="0">
                <a:solidFill>
                  <a:prstClr val="black"/>
                </a:solidFill>
                <a:latin typeface="Calibri" pitchFamily="34" charset="0"/>
              </a:rPr>
              <a:t> </a:t>
            </a:r>
            <a:r>
              <a:rPr lang="en-US" sz="3600" b="1" dirty="0" err="1">
                <a:solidFill>
                  <a:prstClr val="black"/>
                </a:solidFill>
                <a:latin typeface="Calibri" pitchFamily="34" charset="0"/>
              </a:rPr>
              <a:t>ತುಮ್ಹರೇ</a:t>
            </a:r>
            <a:r>
              <a:rPr lang="en-US" sz="3600" b="1" dirty="0">
                <a:solidFill>
                  <a:prstClr val="black"/>
                </a:solidFill>
                <a:latin typeface="Calibri" pitchFamily="34" charset="0"/>
              </a:rPr>
              <a:t> </a:t>
            </a:r>
            <a:r>
              <a:rPr lang="en-US" sz="3600" b="1" dirty="0" err="1">
                <a:solidFill>
                  <a:prstClr val="black"/>
                </a:solidFill>
                <a:latin typeface="Calibri" pitchFamily="34" charset="0"/>
              </a:rPr>
              <a:t>ಪಾಸಾ</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ಸದಾ</a:t>
            </a:r>
            <a:r>
              <a:rPr lang="en-US" sz="3600" b="1" dirty="0">
                <a:solidFill>
                  <a:prstClr val="black"/>
                </a:solidFill>
                <a:latin typeface="Calibri" pitchFamily="34" charset="0"/>
              </a:rPr>
              <a:t> </a:t>
            </a:r>
            <a:r>
              <a:rPr lang="en-US" sz="3600" b="1" dirty="0" err="1">
                <a:solidFill>
                  <a:prstClr val="black"/>
                </a:solidFill>
                <a:latin typeface="Calibri" pitchFamily="34" charset="0"/>
              </a:rPr>
              <a:t>ರಹೋ</a:t>
            </a:r>
            <a:r>
              <a:rPr lang="en-US" sz="3600" b="1" dirty="0">
                <a:solidFill>
                  <a:prstClr val="black"/>
                </a:solidFill>
                <a:latin typeface="Calibri" pitchFamily="34" charset="0"/>
              </a:rPr>
              <a:t> </a:t>
            </a:r>
            <a:r>
              <a:rPr lang="en-US" sz="3600" b="1" dirty="0" err="1">
                <a:solidFill>
                  <a:prstClr val="black"/>
                </a:solidFill>
                <a:latin typeface="Calibri" pitchFamily="34" charset="0"/>
              </a:rPr>
              <a:t>ರಘುಪತಿ</a:t>
            </a:r>
            <a:r>
              <a:rPr lang="en-US" sz="3600" b="1" dirty="0">
                <a:solidFill>
                  <a:prstClr val="black"/>
                </a:solidFill>
                <a:latin typeface="Calibri" pitchFamily="34" charset="0"/>
              </a:rPr>
              <a:t> </a:t>
            </a:r>
            <a:r>
              <a:rPr lang="en-US" sz="3600" b="1" dirty="0" err="1">
                <a:solidFill>
                  <a:prstClr val="black"/>
                </a:solidFill>
                <a:latin typeface="Calibri" pitchFamily="34" charset="0"/>
              </a:rPr>
              <a:t>ಕೇ</a:t>
            </a:r>
            <a:r>
              <a:rPr lang="en-US" sz="3600" b="1" dirty="0">
                <a:solidFill>
                  <a:prstClr val="black"/>
                </a:solidFill>
                <a:latin typeface="Calibri" pitchFamily="34" charset="0"/>
              </a:rPr>
              <a:t> </a:t>
            </a:r>
            <a:r>
              <a:rPr lang="kn-IN" sz="3600" b="1" dirty="0" err="1">
                <a:solidFill>
                  <a:prstClr val="black"/>
                </a:solidFill>
                <a:latin typeface="Calibri" pitchFamily="34" charset="0"/>
                <a:ea typeface="Tunga" pitchFamily="2"/>
                <a:cs typeface="Tunga" pitchFamily="2"/>
              </a:rPr>
              <a:t>ದಾಸಾ</a:t>
            </a:r>
            <a:r>
              <a:rPr lang="kn-IN" sz="3600" b="1" dirty="0">
                <a:solidFill>
                  <a:prstClr val="black"/>
                </a:solidFill>
                <a:latin typeface="Calibri" pitchFamily="34" charset="0"/>
                <a:ea typeface="Tunga" pitchFamily="2"/>
                <a:cs typeface="Tunga" pitchFamily="2"/>
              </a:rPr>
              <a:t> </a:t>
            </a:r>
            <a:r>
              <a:rPr lang="en-US" sz="3600" b="1" dirty="0">
                <a:solidFill>
                  <a:prstClr val="black"/>
                </a:solidFill>
                <a:latin typeface="Calibri" pitchFamily="34" charset="0"/>
              </a:rPr>
              <a:t>॥</a:t>
            </a:r>
            <a:r>
              <a:rPr lang="kn-IN" sz="3600" b="1" dirty="0">
                <a:solidFill>
                  <a:prstClr val="black"/>
                </a:solidFill>
                <a:latin typeface="Calibri" pitchFamily="34" charset="0"/>
                <a:ea typeface="Tunga" pitchFamily="2"/>
                <a:cs typeface="Tunga" pitchFamily="2"/>
              </a:rPr>
              <a:t>೩೨</a:t>
            </a:r>
            <a:r>
              <a:rPr lang="en-US" sz="3600" b="1" dirty="0">
                <a:solidFill>
                  <a:prstClr val="black"/>
                </a:solidFill>
                <a:latin typeface="Calibri" pitchFamily="34" charset="0"/>
              </a:rPr>
              <a:t>॥</a:t>
            </a:r>
          </a:p>
          <a:p>
            <a:pPr algn="ctr" defTabSz="914309"/>
            <a:endParaRPr lang="en-US" sz="4000" b="1" dirty="0">
              <a:solidFill>
                <a:prstClr val="black"/>
              </a:solidFill>
              <a:latin typeface="Calibri" pitchFamily="34" charset="0"/>
            </a:endParaRPr>
          </a:p>
          <a:p>
            <a:pPr algn="ctr" defTabSz="914309"/>
            <a:r>
              <a:rPr lang="en-US" sz="2399" b="1" dirty="0">
                <a:solidFill>
                  <a:prstClr val="black"/>
                </a:solidFill>
                <a:latin typeface="Palatino Linotype" pitchFamily="18" charset="0"/>
              </a:rPr>
              <a:t>Oh </a:t>
            </a:r>
            <a:r>
              <a:rPr lang="en-US" sz="2399" b="1" dirty="0" err="1">
                <a:solidFill>
                  <a:prstClr val="black"/>
                </a:solidFill>
                <a:latin typeface="Palatino Linotype" pitchFamily="18" charset="0"/>
              </a:rPr>
              <a:t>Hanumanji</a:t>
            </a:r>
            <a:r>
              <a:rPr lang="en-US" sz="2399" b="1" dirty="0">
                <a:solidFill>
                  <a:prstClr val="black"/>
                </a:solidFill>
                <a:latin typeface="Palatino Linotype" pitchFamily="18" charset="0"/>
              </a:rPr>
              <a:t>! You hold the essence of devotion to RAM, always remaining His Servant.</a:t>
            </a:r>
          </a:p>
          <a:p>
            <a:pPr algn="ctr" defTabSz="914309"/>
            <a:r>
              <a:rPr lang="en-US" sz="3600" b="1" dirty="0">
                <a:solidFill>
                  <a:prstClr val="black"/>
                </a:solidFill>
                <a:latin typeface="Palatino Linotype" pitchFamily="18" charset="0"/>
              </a:rPr>
              <a:t>		</a:t>
            </a:r>
            <a:r>
              <a:rPr lang="en-US" sz="3600" dirty="0">
                <a:solidFill>
                  <a:prstClr val="black"/>
                </a:solidFill>
                <a:latin typeface="Calibri" pitchFamily="34" charset="0"/>
              </a:rPr>
              <a:t/>
            </a:r>
            <a:br>
              <a:rPr lang="en-US" sz="3600" dirty="0">
                <a:solidFill>
                  <a:prstClr val="black"/>
                </a:solidFill>
                <a:latin typeface="Calibri" pitchFamily="34" charset="0"/>
              </a:rPr>
            </a:br>
            <a:endParaRPr lang="en-US" sz="3600" dirty="0">
              <a:solidFill>
                <a:prstClr val="black"/>
              </a:solidFill>
              <a:latin typeface="Calibri" pitchFamily="34" charset="0"/>
            </a:endParaRPr>
          </a:p>
        </p:txBody>
      </p:sp>
    </p:spTree>
    <p:extLst>
      <p:ext uri="{BB962C8B-B14F-4D97-AF65-F5344CB8AC3E}">
        <p14:creationId xmlns:p14="http://schemas.microsoft.com/office/powerpoint/2010/main" val="214250158"/>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1"/>
          <p:cNvSpPr>
            <a:spLocks noChangeArrowheads="1"/>
          </p:cNvSpPr>
          <p:nvPr/>
        </p:nvSpPr>
        <p:spPr bwMode="auto">
          <a:xfrm>
            <a:off x="1676528" y="99"/>
            <a:ext cx="8686549" cy="7139840"/>
          </a:xfrm>
          <a:prstGeom prst="rect">
            <a:avLst/>
          </a:prstGeom>
          <a:noFill/>
          <a:ln w="9525">
            <a:noFill/>
            <a:miter lim="800000"/>
            <a:headEnd/>
            <a:tailEnd/>
          </a:ln>
        </p:spPr>
        <p:txBody>
          <a:bodyPr>
            <a:spAutoFit/>
          </a:bodyPr>
          <a:lstStyle/>
          <a:p>
            <a:pPr algn="ctr" defTabSz="914309"/>
            <a:endParaRPr lang="en-IN" sz="1400" b="1" dirty="0">
              <a:solidFill>
                <a:srgbClr val="000000"/>
              </a:solidFill>
              <a:latin typeface="Aparajita" pitchFamily="34" charset="0"/>
            </a:endParaRPr>
          </a:p>
          <a:p>
            <a:pPr algn="ctr" defTabSz="914309"/>
            <a:r>
              <a:rPr lang="en-IN" sz="4000" b="1" dirty="0" err="1">
                <a:solidFill>
                  <a:srgbClr val="000000"/>
                </a:solidFill>
                <a:latin typeface="Aparajita" pitchFamily="34" charset="0"/>
              </a:rPr>
              <a:t>अष्टसिद्धि</a:t>
            </a:r>
            <a:r>
              <a:rPr lang="en-IN" sz="4000" b="1" dirty="0">
                <a:solidFill>
                  <a:srgbClr val="000000"/>
                </a:solidFill>
                <a:latin typeface="Aparajita" pitchFamily="34" charset="0"/>
              </a:rPr>
              <a:t> </a:t>
            </a:r>
            <a:r>
              <a:rPr lang="en-IN" sz="4000" b="1" dirty="0" err="1">
                <a:solidFill>
                  <a:srgbClr val="000000"/>
                </a:solidFill>
                <a:latin typeface="Aparajita" pitchFamily="34" charset="0"/>
              </a:rPr>
              <a:t>नौ</a:t>
            </a:r>
            <a:r>
              <a:rPr lang="en-IN" sz="4000" b="1" dirty="0">
                <a:solidFill>
                  <a:srgbClr val="000000"/>
                </a:solidFill>
                <a:latin typeface="Aparajita" pitchFamily="34" charset="0"/>
              </a:rPr>
              <a:t> </a:t>
            </a:r>
            <a:r>
              <a:rPr lang="en-IN" sz="4000" b="1" dirty="0" err="1">
                <a:solidFill>
                  <a:srgbClr val="000000"/>
                </a:solidFill>
                <a:latin typeface="Aparajita" pitchFamily="34" charset="0"/>
              </a:rPr>
              <a:t>निधि</a:t>
            </a:r>
            <a:r>
              <a:rPr lang="en-IN" sz="4000" b="1" dirty="0">
                <a:solidFill>
                  <a:srgbClr val="000000"/>
                </a:solidFill>
                <a:latin typeface="Aparajita" pitchFamily="34" charset="0"/>
              </a:rPr>
              <a:t> </a:t>
            </a:r>
            <a:r>
              <a:rPr lang="en-IN" sz="4000" b="1" dirty="0" err="1">
                <a:solidFill>
                  <a:srgbClr val="000000"/>
                </a:solidFill>
                <a:latin typeface="Aparajita" pitchFamily="34" charset="0"/>
              </a:rPr>
              <a:t>के</a:t>
            </a:r>
            <a:r>
              <a:rPr lang="en-IN" sz="4000" b="1" dirty="0">
                <a:solidFill>
                  <a:srgbClr val="000000"/>
                </a:solidFill>
                <a:latin typeface="Aparajita" pitchFamily="34" charset="0"/>
              </a:rPr>
              <a:t> </a:t>
            </a:r>
            <a:r>
              <a:rPr lang="en-IN" sz="4000" b="1" dirty="0" err="1">
                <a:solidFill>
                  <a:srgbClr val="000000"/>
                </a:solidFill>
                <a:latin typeface="Aparajita" pitchFamily="34" charset="0"/>
              </a:rPr>
              <a:t>दाता</a:t>
            </a:r>
            <a:r>
              <a:rPr lang="en-IN" sz="4000" b="1" dirty="0">
                <a:solidFill>
                  <a:srgbClr val="000000"/>
                </a:solidFill>
                <a:latin typeface="Aparajita" pitchFamily="34" charset="0"/>
              </a:rPr>
              <a:t> ।</a:t>
            </a:r>
            <a:br>
              <a:rPr lang="en-IN" sz="4000" b="1" dirty="0">
                <a:solidFill>
                  <a:srgbClr val="000000"/>
                </a:solidFill>
                <a:latin typeface="Aparajita" pitchFamily="34" charset="0"/>
              </a:rPr>
            </a:br>
            <a:r>
              <a:rPr lang="en-IN" sz="4000" b="1" dirty="0" err="1">
                <a:solidFill>
                  <a:srgbClr val="000000"/>
                </a:solidFill>
                <a:latin typeface="Aparajita" pitchFamily="34" charset="0"/>
              </a:rPr>
              <a:t>अस</a:t>
            </a:r>
            <a:r>
              <a:rPr lang="en-IN" sz="4000" b="1" dirty="0">
                <a:solidFill>
                  <a:srgbClr val="000000"/>
                </a:solidFill>
                <a:latin typeface="Aparajita" pitchFamily="34" charset="0"/>
              </a:rPr>
              <a:t> </a:t>
            </a:r>
            <a:r>
              <a:rPr lang="en-IN" sz="4000" b="1" dirty="0" err="1">
                <a:solidFill>
                  <a:srgbClr val="000000"/>
                </a:solidFill>
                <a:latin typeface="Aparajita" pitchFamily="34" charset="0"/>
              </a:rPr>
              <a:t>बर</a:t>
            </a:r>
            <a:r>
              <a:rPr lang="en-IN" sz="4000" b="1" dirty="0">
                <a:solidFill>
                  <a:srgbClr val="000000"/>
                </a:solidFill>
                <a:latin typeface="Aparajita" pitchFamily="34" charset="0"/>
              </a:rPr>
              <a:t> </a:t>
            </a:r>
            <a:r>
              <a:rPr lang="en-IN" sz="4000" b="1" dirty="0" err="1">
                <a:solidFill>
                  <a:srgbClr val="000000"/>
                </a:solidFill>
                <a:latin typeface="Aparajita" pitchFamily="34" charset="0"/>
              </a:rPr>
              <a:t>दीन</a:t>
            </a:r>
            <a:r>
              <a:rPr lang="en-IN" sz="4000" b="1" dirty="0">
                <a:solidFill>
                  <a:srgbClr val="000000"/>
                </a:solidFill>
                <a:latin typeface="Aparajita" pitchFamily="34" charset="0"/>
              </a:rPr>
              <a:t> </a:t>
            </a:r>
            <a:r>
              <a:rPr lang="en-IN" sz="4000" b="1" dirty="0" err="1">
                <a:solidFill>
                  <a:srgbClr val="000000"/>
                </a:solidFill>
                <a:latin typeface="Aparajita" pitchFamily="34" charset="0"/>
              </a:rPr>
              <a:t>जानकी</a:t>
            </a:r>
            <a:r>
              <a:rPr lang="en-IN" sz="4000" b="1" dirty="0">
                <a:solidFill>
                  <a:srgbClr val="000000"/>
                </a:solidFill>
                <a:latin typeface="Aparajita" pitchFamily="34" charset="0"/>
              </a:rPr>
              <a:t> </a:t>
            </a:r>
            <a:r>
              <a:rPr lang="en-IN" sz="4000" b="1" dirty="0" err="1">
                <a:solidFill>
                  <a:srgbClr val="000000"/>
                </a:solidFill>
                <a:latin typeface="Aparajita" pitchFamily="34" charset="0"/>
              </a:rPr>
              <a:t>माता</a:t>
            </a:r>
            <a:r>
              <a:rPr lang="en-IN" sz="4000" b="1" dirty="0">
                <a:solidFill>
                  <a:srgbClr val="000000"/>
                </a:solidFill>
                <a:latin typeface="Aparajita" pitchFamily="34" charset="0"/>
              </a:rPr>
              <a:t> ॥३१॥</a:t>
            </a:r>
          </a:p>
          <a:p>
            <a:pPr algn="ctr" defTabSz="914309"/>
            <a:endParaRPr lang="en-IN" sz="4000" b="1" dirty="0">
              <a:solidFill>
                <a:srgbClr val="000000"/>
              </a:solidFill>
              <a:latin typeface="Aparajita" pitchFamily="34" charset="0"/>
            </a:endParaRPr>
          </a:p>
          <a:p>
            <a:pPr algn="ctr" defTabSz="914309"/>
            <a:r>
              <a:rPr lang="en-US" sz="3600" b="1" dirty="0" err="1">
                <a:solidFill>
                  <a:srgbClr val="000000"/>
                </a:solidFill>
                <a:latin typeface="URW Palladio IT" pitchFamily="2" charset="0"/>
              </a:rPr>
              <a:t>Añöa</a:t>
            </a:r>
            <a:r>
              <a:rPr lang="en-US" sz="3600" b="1" dirty="0">
                <a:solidFill>
                  <a:srgbClr val="000000"/>
                </a:solidFill>
                <a:latin typeface="URW Palladio IT" pitchFamily="2" charset="0"/>
              </a:rPr>
              <a:t> Siddhi Nau Nidhi </a:t>
            </a:r>
            <a:r>
              <a:rPr lang="en-US" sz="3600" b="1" dirty="0" err="1">
                <a:solidFill>
                  <a:srgbClr val="000000"/>
                </a:solidFill>
                <a:latin typeface="URW Palladio IT" pitchFamily="2" charset="0"/>
              </a:rPr>
              <a:t>Ke</a:t>
            </a:r>
            <a:r>
              <a:rPr lang="en-US" sz="3600" b="1" dirty="0">
                <a:solidFill>
                  <a:srgbClr val="000000"/>
                </a:solidFill>
                <a:latin typeface="URW Palladio IT" pitchFamily="2" charset="0"/>
              </a:rPr>
              <a:t> </a:t>
            </a:r>
            <a:r>
              <a:rPr lang="en-US" sz="3600" b="1" dirty="0" err="1">
                <a:solidFill>
                  <a:srgbClr val="000000"/>
                </a:solidFill>
                <a:latin typeface="URW Palladio IT" pitchFamily="2" charset="0"/>
              </a:rPr>
              <a:t>Dätä</a:t>
            </a:r>
            <a:r>
              <a:rPr lang="en-US" sz="3600" b="1" dirty="0">
                <a:solidFill>
                  <a:srgbClr val="000000"/>
                </a:solidFill>
                <a:latin typeface="URW Palladio IT" pitchFamily="2" charset="0"/>
              </a:rPr>
              <a:t> | </a:t>
            </a:r>
          </a:p>
          <a:p>
            <a:pPr algn="ctr" defTabSz="914309"/>
            <a:r>
              <a:rPr lang="en-US" sz="3600" b="1" dirty="0">
                <a:solidFill>
                  <a:srgbClr val="000000"/>
                </a:solidFill>
                <a:latin typeface="URW Palladio IT" pitchFamily="2" charset="0"/>
              </a:rPr>
              <a:t>Asa Bara </a:t>
            </a:r>
            <a:r>
              <a:rPr lang="en-US" sz="3600" b="1" dirty="0" err="1">
                <a:solidFill>
                  <a:srgbClr val="000000"/>
                </a:solidFill>
                <a:latin typeface="URW Palladio IT" pitchFamily="2" charset="0"/>
              </a:rPr>
              <a:t>Déna</a:t>
            </a:r>
            <a:r>
              <a:rPr lang="en-US" sz="3600" b="1" dirty="0">
                <a:solidFill>
                  <a:srgbClr val="000000"/>
                </a:solidFill>
                <a:latin typeface="URW Palladio IT" pitchFamily="2" charset="0"/>
              </a:rPr>
              <a:t> </a:t>
            </a:r>
            <a:r>
              <a:rPr lang="en-US" sz="3600" b="1" dirty="0" err="1">
                <a:solidFill>
                  <a:srgbClr val="000000"/>
                </a:solidFill>
                <a:latin typeface="URW Palladio IT" pitchFamily="2" charset="0"/>
              </a:rPr>
              <a:t>Jänaké</a:t>
            </a:r>
            <a:r>
              <a:rPr lang="en-US" sz="3600" b="1" dirty="0">
                <a:solidFill>
                  <a:srgbClr val="000000"/>
                </a:solidFill>
                <a:latin typeface="URW Palladio IT" pitchFamily="2" charset="0"/>
              </a:rPr>
              <a:t> </a:t>
            </a:r>
            <a:r>
              <a:rPr lang="en-US" sz="3600" b="1" dirty="0" err="1">
                <a:solidFill>
                  <a:srgbClr val="000000"/>
                </a:solidFill>
                <a:latin typeface="URW Palladio IT" pitchFamily="2" charset="0"/>
              </a:rPr>
              <a:t>Mätä</a:t>
            </a:r>
            <a:r>
              <a:rPr lang="en-US" sz="3600" b="1" dirty="0">
                <a:solidFill>
                  <a:srgbClr val="000000"/>
                </a:solidFill>
                <a:latin typeface="URW Palladio IT" pitchFamily="2" charset="0"/>
              </a:rPr>
              <a:t> || - 31</a:t>
            </a:r>
          </a:p>
          <a:p>
            <a:pPr algn="ctr" defTabSz="914309"/>
            <a:endParaRPr lang="en-US" sz="3600" b="1" dirty="0">
              <a:solidFill>
                <a:srgbClr val="000000"/>
              </a:solidFill>
              <a:latin typeface="URW Palladio IT" pitchFamily="2" charset="0"/>
            </a:endParaRPr>
          </a:p>
          <a:p>
            <a:pPr algn="ctr" defTabSz="914309"/>
            <a:r>
              <a:rPr lang="en-US" sz="3600" b="1" dirty="0" err="1">
                <a:solidFill>
                  <a:srgbClr val="000000"/>
                </a:solidFill>
                <a:latin typeface="Calibri" pitchFamily="34" charset="0"/>
              </a:rPr>
              <a:t>ಅಷ್ಟ</a:t>
            </a:r>
            <a:r>
              <a:rPr lang="en-US" sz="3600" b="1" dirty="0">
                <a:solidFill>
                  <a:srgbClr val="000000"/>
                </a:solidFill>
                <a:latin typeface="Calibri" pitchFamily="34" charset="0"/>
              </a:rPr>
              <a:t> </a:t>
            </a:r>
            <a:r>
              <a:rPr lang="en-US" sz="3600" b="1" dirty="0" err="1">
                <a:solidFill>
                  <a:srgbClr val="000000"/>
                </a:solidFill>
                <a:latin typeface="Calibri" pitchFamily="34" charset="0"/>
              </a:rPr>
              <a:t>ಸಿದ್ಧಿ</a:t>
            </a:r>
            <a:r>
              <a:rPr lang="en-US" sz="3600" b="1" dirty="0">
                <a:solidFill>
                  <a:srgbClr val="000000"/>
                </a:solidFill>
                <a:latin typeface="Calibri" pitchFamily="34" charset="0"/>
              </a:rPr>
              <a:t> </a:t>
            </a:r>
            <a:r>
              <a:rPr lang="en-US" sz="3600" b="1" dirty="0" err="1">
                <a:solidFill>
                  <a:srgbClr val="000000"/>
                </a:solidFill>
                <a:latin typeface="Calibri" pitchFamily="34" charset="0"/>
              </a:rPr>
              <a:t>ನೌ</a:t>
            </a:r>
            <a:r>
              <a:rPr lang="en-US" sz="3600" b="1" dirty="0">
                <a:solidFill>
                  <a:srgbClr val="000000"/>
                </a:solidFill>
                <a:latin typeface="Calibri" pitchFamily="34" charset="0"/>
              </a:rPr>
              <a:t> </a:t>
            </a:r>
            <a:r>
              <a:rPr lang="en-US" sz="3600" b="1" dirty="0" err="1">
                <a:solidFill>
                  <a:srgbClr val="000000"/>
                </a:solidFill>
                <a:latin typeface="Calibri" pitchFamily="34" charset="0"/>
              </a:rPr>
              <a:t>ನಿಧಿ</a:t>
            </a:r>
            <a:r>
              <a:rPr lang="en-US" sz="3600" b="1" dirty="0">
                <a:solidFill>
                  <a:srgbClr val="000000"/>
                </a:solidFill>
                <a:latin typeface="Calibri" pitchFamily="34" charset="0"/>
              </a:rPr>
              <a:t> </a:t>
            </a:r>
            <a:r>
              <a:rPr lang="en-US" sz="3600" b="1" dirty="0" err="1">
                <a:solidFill>
                  <a:srgbClr val="000000"/>
                </a:solidFill>
                <a:latin typeface="Calibri" pitchFamily="34" charset="0"/>
              </a:rPr>
              <a:t>ಕೇ</a:t>
            </a:r>
            <a:r>
              <a:rPr lang="en-US" sz="3600" b="1" dirty="0">
                <a:solidFill>
                  <a:srgbClr val="000000"/>
                </a:solidFill>
                <a:latin typeface="Calibri" pitchFamily="34" charset="0"/>
              </a:rPr>
              <a:t> </a:t>
            </a:r>
            <a:r>
              <a:rPr lang="en-US" sz="3600" b="1" dirty="0" err="1">
                <a:solidFill>
                  <a:srgbClr val="000000"/>
                </a:solidFill>
                <a:latin typeface="Calibri" pitchFamily="34" charset="0"/>
              </a:rPr>
              <a:t>ದಾತಾ</a:t>
            </a:r>
            <a:r>
              <a:rPr lang="en-US" sz="3600" b="1" dirty="0">
                <a:solidFill>
                  <a:srgbClr val="000000"/>
                </a:solidFill>
                <a:latin typeface="Calibri" pitchFamily="34" charset="0"/>
              </a:rPr>
              <a:t> ।</a:t>
            </a:r>
          </a:p>
          <a:p>
            <a:pPr algn="ctr" defTabSz="914309"/>
            <a:r>
              <a:rPr lang="en-US" sz="3600" b="1" dirty="0" err="1">
                <a:solidFill>
                  <a:srgbClr val="000000"/>
                </a:solidFill>
                <a:latin typeface="Calibri" pitchFamily="34" charset="0"/>
              </a:rPr>
              <a:t>ಅಸ</a:t>
            </a:r>
            <a:r>
              <a:rPr lang="en-US" sz="3600" b="1" dirty="0">
                <a:solidFill>
                  <a:srgbClr val="000000"/>
                </a:solidFill>
                <a:latin typeface="Calibri" pitchFamily="34" charset="0"/>
              </a:rPr>
              <a:t> </a:t>
            </a:r>
            <a:r>
              <a:rPr lang="en-US" sz="3600" b="1" dirty="0" err="1">
                <a:solidFill>
                  <a:srgbClr val="000000"/>
                </a:solidFill>
                <a:latin typeface="Calibri" pitchFamily="34" charset="0"/>
              </a:rPr>
              <a:t>ಬರ</a:t>
            </a:r>
            <a:r>
              <a:rPr lang="en-US" sz="3600" b="1" dirty="0">
                <a:solidFill>
                  <a:srgbClr val="000000"/>
                </a:solidFill>
                <a:latin typeface="Calibri" pitchFamily="34" charset="0"/>
              </a:rPr>
              <a:t> </a:t>
            </a:r>
            <a:r>
              <a:rPr lang="en-US" sz="3600" b="1" dirty="0" err="1">
                <a:solidFill>
                  <a:srgbClr val="000000"/>
                </a:solidFill>
                <a:latin typeface="Calibri" pitchFamily="34" charset="0"/>
              </a:rPr>
              <a:t>ದೀಂಹ</a:t>
            </a:r>
            <a:r>
              <a:rPr lang="en-US" sz="3600" b="1" dirty="0">
                <a:solidFill>
                  <a:srgbClr val="000000"/>
                </a:solidFill>
                <a:latin typeface="Calibri" pitchFamily="34" charset="0"/>
              </a:rPr>
              <a:t> </a:t>
            </a:r>
            <a:r>
              <a:rPr lang="en-US" sz="3600" b="1" dirty="0" err="1">
                <a:solidFill>
                  <a:srgbClr val="000000"/>
                </a:solidFill>
                <a:latin typeface="Calibri" pitchFamily="34" charset="0"/>
              </a:rPr>
              <a:t>ಜಾನಕೀ</a:t>
            </a:r>
            <a:r>
              <a:rPr lang="en-US" sz="3600" b="1" dirty="0">
                <a:solidFill>
                  <a:srgbClr val="000000"/>
                </a:solidFill>
                <a:latin typeface="Calibri" pitchFamily="34" charset="0"/>
              </a:rPr>
              <a:t> </a:t>
            </a:r>
            <a:r>
              <a:rPr lang="en-US" sz="3600" b="1" dirty="0" err="1">
                <a:solidFill>
                  <a:srgbClr val="000000"/>
                </a:solidFill>
                <a:latin typeface="Calibri" pitchFamily="34" charset="0"/>
              </a:rPr>
              <a:t>ಮಾತಾ</a:t>
            </a:r>
            <a:r>
              <a:rPr lang="en-US" sz="3600" b="1" dirty="0">
                <a:solidFill>
                  <a:srgbClr val="000000"/>
                </a:solidFill>
                <a:latin typeface="Calibri" pitchFamily="34" charset="0"/>
              </a:rPr>
              <a:t> ॥</a:t>
            </a:r>
            <a:r>
              <a:rPr lang="kn-IN" sz="3600" b="1" dirty="0">
                <a:solidFill>
                  <a:srgbClr val="000000"/>
                </a:solidFill>
                <a:latin typeface="Calibri" pitchFamily="34" charset="0"/>
                <a:ea typeface="Tunga" pitchFamily="2"/>
                <a:cs typeface="Tunga" pitchFamily="2"/>
              </a:rPr>
              <a:t>೩೧</a:t>
            </a:r>
            <a:r>
              <a:rPr lang="en-US" sz="3600" b="1" dirty="0">
                <a:solidFill>
                  <a:srgbClr val="000000"/>
                </a:solidFill>
                <a:latin typeface="Calibri" pitchFamily="34" charset="0"/>
              </a:rPr>
              <a:t>॥</a:t>
            </a:r>
          </a:p>
          <a:p>
            <a:pPr algn="ctr" defTabSz="914309"/>
            <a:endParaRPr lang="en-US" sz="4000" b="1" dirty="0">
              <a:solidFill>
                <a:srgbClr val="000000"/>
              </a:solidFill>
              <a:latin typeface="Calibri" pitchFamily="34" charset="0"/>
            </a:endParaRPr>
          </a:p>
          <a:p>
            <a:pPr algn="ctr" defTabSz="914309"/>
            <a:r>
              <a:rPr lang="en-US" sz="2399" b="1" dirty="0" err="1">
                <a:solidFill>
                  <a:srgbClr val="000000"/>
                </a:solidFill>
                <a:latin typeface="Palatino Linotype" pitchFamily="18" charset="0"/>
              </a:rPr>
              <a:t>Hanumanji</a:t>
            </a:r>
            <a:r>
              <a:rPr lang="en-US" sz="2399" b="1" dirty="0">
                <a:solidFill>
                  <a:srgbClr val="000000"/>
                </a:solidFill>
                <a:latin typeface="Palatino Linotype" pitchFamily="18" charset="0"/>
              </a:rPr>
              <a:t> has been blessed with mother </a:t>
            </a:r>
            <a:r>
              <a:rPr lang="en-US" sz="2399" b="1" dirty="0" err="1">
                <a:solidFill>
                  <a:srgbClr val="000000"/>
                </a:solidFill>
                <a:latin typeface="Palatino Linotype" pitchFamily="18" charset="0"/>
              </a:rPr>
              <a:t>Janki</a:t>
            </a:r>
            <a:r>
              <a:rPr lang="en-US" sz="2399" b="1" dirty="0">
                <a:solidFill>
                  <a:srgbClr val="000000"/>
                </a:solidFill>
                <a:latin typeface="Palatino Linotype" pitchFamily="18" charset="0"/>
              </a:rPr>
              <a:t> to grant to any one any YOGIC power of eight </a:t>
            </a:r>
            <a:r>
              <a:rPr lang="en-US" sz="2399" b="1" dirty="0" err="1">
                <a:solidFill>
                  <a:srgbClr val="000000"/>
                </a:solidFill>
                <a:latin typeface="Palatino Linotype" pitchFamily="18" charset="0"/>
              </a:rPr>
              <a:t>Sidhis</a:t>
            </a:r>
            <a:r>
              <a:rPr lang="en-US" sz="2399" b="1" dirty="0">
                <a:solidFill>
                  <a:srgbClr val="000000"/>
                </a:solidFill>
                <a:latin typeface="Palatino Linotype" pitchFamily="18" charset="0"/>
              </a:rPr>
              <a:t> and Nava </a:t>
            </a:r>
            <a:r>
              <a:rPr lang="en-US" sz="2399" b="1" dirty="0" err="1">
                <a:solidFill>
                  <a:srgbClr val="000000"/>
                </a:solidFill>
                <a:latin typeface="Palatino Linotype" pitchFamily="18" charset="0"/>
              </a:rPr>
              <a:t>Nidhis</a:t>
            </a:r>
            <a:r>
              <a:rPr lang="en-US" sz="2399" b="1" dirty="0">
                <a:solidFill>
                  <a:srgbClr val="000000"/>
                </a:solidFill>
                <a:latin typeface="Palatino Linotype" pitchFamily="18" charset="0"/>
              </a:rPr>
              <a:t> as per choice.</a:t>
            </a:r>
          </a:p>
          <a:p>
            <a:pPr algn="ctr" defTabSz="914309"/>
            <a:r>
              <a:rPr lang="en-IN" sz="3200" b="1" dirty="0">
                <a:solidFill>
                  <a:srgbClr val="00B050"/>
                </a:solidFill>
                <a:latin typeface="Sanskrit 99" pitchFamily="2" charset="0"/>
              </a:rPr>
              <a:t>		</a:t>
            </a:r>
            <a:endParaRPr lang="en-US" sz="3200" b="1" dirty="0">
              <a:solidFill>
                <a:srgbClr val="000000"/>
              </a:solidFill>
              <a:latin typeface="Palatino Linotype" pitchFamily="18" charset="0"/>
            </a:endParaRPr>
          </a:p>
        </p:txBody>
      </p:sp>
    </p:spTree>
    <p:extLst>
      <p:ext uri="{BB962C8B-B14F-4D97-AF65-F5344CB8AC3E}">
        <p14:creationId xmlns:p14="http://schemas.microsoft.com/office/powerpoint/2010/main" val="2366572570"/>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1"/>
          <p:cNvSpPr>
            <a:spLocks noChangeArrowheads="1"/>
          </p:cNvSpPr>
          <p:nvPr/>
        </p:nvSpPr>
        <p:spPr bwMode="auto">
          <a:xfrm>
            <a:off x="1752726" y="76298"/>
            <a:ext cx="8762746" cy="7324586"/>
          </a:xfrm>
          <a:prstGeom prst="rect">
            <a:avLst/>
          </a:prstGeom>
          <a:noFill/>
          <a:ln w="9525">
            <a:noFill/>
            <a:miter lim="800000"/>
            <a:headEnd/>
            <a:tailEnd/>
          </a:ln>
        </p:spPr>
        <p:txBody>
          <a:bodyPr>
            <a:spAutoFit/>
          </a:bodyPr>
          <a:lstStyle/>
          <a:p>
            <a:pPr algn="ctr" defTabSz="914309"/>
            <a:endParaRPr lang="en-IN" sz="1400" b="1" dirty="0">
              <a:solidFill>
                <a:srgbClr val="000000"/>
              </a:solidFill>
              <a:latin typeface="Aparajita" pitchFamily="34" charset="0"/>
            </a:endParaRPr>
          </a:p>
          <a:p>
            <a:pPr algn="ctr" defTabSz="914309"/>
            <a:r>
              <a:rPr lang="en-IN" sz="4000" b="1" dirty="0" err="1">
                <a:solidFill>
                  <a:srgbClr val="000000"/>
                </a:solidFill>
                <a:latin typeface="Aparajita" pitchFamily="34" charset="0"/>
              </a:rPr>
              <a:t>राम</a:t>
            </a:r>
            <a:r>
              <a:rPr lang="en-IN" sz="4000" b="1" dirty="0">
                <a:solidFill>
                  <a:srgbClr val="000000"/>
                </a:solidFill>
                <a:latin typeface="Aparajita" pitchFamily="34" charset="0"/>
              </a:rPr>
              <a:t> </a:t>
            </a:r>
            <a:r>
              <a:rPr lang="en-IN" sz="4000" b="1" dirty="0" err="1">
                <a:solidFill>
                  <a:srgbClr val="000000"/>
                </a:solidFill>
                <a:latin typeface="Aparajita" pitchFamily="34" charset="0"/>
              </a:rPr>
              <a:t>रसायन</a:t>
            </a:r>
            <a:r>
              <a:rPr lang="en-IN" sz="4000" b="1" dirty="0">
                <a:solidFill>
                  <a:srgbClr val="000000"/>
                </a:solidFill>
                <a:latin typeface="Aparajita" pitchFamily="34" charset="0"/>
              </a:rPr>
              <a:t> </a:t>
            </a:r>
            <a:r>
              <a:rPr lang="en-IN" sz="4000" b="1" dirty="0" err="1">
                <a:solidFill>
                  <a:srgbClr val="000000"/>
                </a:solidFill>
                <a:latin typeface="Aparajita" pitchFamily="34" charset="0"/>
              </a:rPr>
              <a:t>तुह्मरे</a:t>
            </a:r>
            <a:r>
              <a:rPr lang="en-IN" sz="4000" b="1" dirty="0">
                <a:solidFill>
                  <a:srgbClr val="000000"/>
                </a:solidFill>
                <a:latin typeface="Aparajita" pitchFamily="34" charset="0"/>
              </a:rPr>
              <a:t> </a:t>
            </a:r>
            <a:r>
              <a:rPr lang="en-IN" sz="4000" b="1" dirty="0" err="1">
                <a:solidFill>
                  <a:srgbClr val="000000"/>
                </a:solidFill>
                <a:latin typeface="Aparajita" pitchFamily="34" charset="0"/>
              </a:rPr>
              <a:t>पासा</a:t>
            </a:r>
            <a:r>
              <a:rPr lang="en-IN" sz="4000" b="1" dirty="0">
                <a:solidFill>
                  <a:srgbClr val="000000"/>
                </a:solidFill>
                <a:latin typeface="Aparajita" pitchFamily="34" charset="0"/>
              </a:rPr>
              <a:t> ।</a:t>
            </a:r>
            <a:br>
              <a:rPr lang="en-IN" sz="4000" b="1" dirty="0">
                <a:solidFill>
                  <a:srgbClr val="000000"/>
                </a:solidFill>
                <a:latin typeface="Aparajita" pitchFamily="34" charset="0"/>
              </a:rPr>
            </a:br>
            <a:r>
              <a:rPr lang="en-IN" sz="4000" b="1" dirty="0" err="1">
                <a:solidFill>
                  <a:srgbClr val="000000"/>
                </a:solidFill>
                <a:latin typeface="Aparajita" pitchFamily="34" charset="0"/>
              </a:rPr>
              <a:t>सदा</a:t>
            </a:r>
            <a:r>
              <a:rPr lang="en-IN" sz="4000" b="1" dirty="0">
                <a:solidFill>
                  <a:srgbClr val="000000"/>
                </a:solidFill>
                <a:latin typeface="Aparajita" pitchFamily="34" charset="0"/>
              </a:rPr>
              <a:t> </a:t>
            </a:r>
            <a:r>
              <a:rPr lang="en-IN" sz="4000" b="1" dirty="0" err="1">
                <a:solidFill>
                  <a:srgbClr val="000000"/>
                </a:solidFill>
                <a:latin typeface="Aparajita" pitchFamily="34" charset="0"/>
              </a:rPr>
              <a:t>रहो</a:t>
            </a:r>
            <a:r>
              <a:rPr lang="en-IN" sz="4000" b="1" dirty="0">
                <a:solidFill>
                  <a:srgbClr val="000000"/>
                </a:solidFill>
                <a:latin typeface="Aparajita" pitchFamily="34" charset="0"/>
              </a:rPr>
              <a:t> </a:t>
            </a:r>
            <a:r>
              <a:rPr lang="en-IN" sz="4000" b="1" dirty="0" err="1">
                <a:solidFill>
                  <a:srgbClr val="000000"/>
                </a:solidFill>
                <a:latin typeface="Aparajita" pitchFamily="34" charset="0"/>
              </a:rPr>
              <a:t>रघुपति</a:t>
            </a:r>
            <a:r>
              <a:rPr lang="en-IN" sz="4000" b="1" dirty="0">
                <a:solidFill>
                  <a:srgbClr val="000000"/>
                </a:solidFill>
                <a:latin typeface="Aparajita" pitchFamily="34" charset="0"/>
              </a:rPr>
              <a:t> </a:t>
            </a:r>
            <a:r>
              <a:rPr lang="en-IN" sz="4000" b="1" dirty="0" err="1">
                <a:solidFill>
                  <a:srgbClr val="000000"/>
                </a:solidFill>
                <a:latin typeface="Aparajita" pitchFamily="34" charset="0"/>
              </a:rPr>
              <a:t>के</a:t>
            </a:r>
            <a:r>
              <a:rPr lang="en-IN" sz="4000" b="1" dirty="0">
                <a:solidFill>
                  <a:srgbClr val="000000"/>
                </a:solidFill>
                <a:latin typeface="Aparajita" pitchFamily="34" charset="0"/>
              </a:rPr>
              <a:t> </a:t>
            </a:r>
            <a:r>
              <a:rPr lang="en-IN" sz="4000" b="1" dirty="0" err="1">
                <a:solidFill>
                  <a:srgbClr val="000000"/>
                </a:solidFill>
                <a:latin typeface="Aparajita" pitchFamily="34" charset="0"/>
              </a:rPr>
              <a:t>दासा</a:t>
            </a:r>
            <a:r>
              <a:rPr lang="en-IN" sz="4000" b="1" dirty="0">
                <a:solidFill>
                  <a:srgbClr val="000000"/>
                </a:solidFill>
                <a:latin typeface="Aparajita" pitchFamily="34" charset="0"/>
              </a:rPr>
              <a:t> ॥३२॥</a:t>
            </a:r>
          </a:p>
          <a:p>
            <a:pPr algn="ctr" defTabSz="914309"/>
            <a:endParaRPr lang="en-IN" sz="3600" b="1" dirty="0">
              <a:solidFill>
                <a:srgbClr val="000000"/>
              </a:solidFill>
              <a:latin typeface="Aparajita" pitchFamily="34" charset="0"/>
            </a:endParaRPr>
          </a:p>
          <a:p>
            <a:pPr algn="ctr" defTabSz="914309"/>
            <a:r>
              <a:rPr lang="en-US" sz="3600" b="1" dirty="0" err="1">
                <a:solidFill>
                  <a:srgbClr val="000000"/>
                </a:solidFill>
                <a:latin typeface="URW Palladio IT" pitchFamily="2" charset="0"/>
              </a:rPr>
              <a:t>Räma</a:t>
            </a:r>
            <a:r>
              <a:rPr lang="en-US" sz="3600" b="1" dirty="0">
                <a:solidFill>
                  <a:srgbClr val="000000"/>
                </a:solidFill>
                <a:latin typeface="URW Palladio IT" pitchFamily="2" charset="0"/>
              </a:rPr>
              <a:t> </a:t>
            </a:r>
            <a:r>
              <a:rPr lang="en-US" sz="3600" b="1" dirty="0" err="1">
                <a:solidFill>
                  <a:srgbClr val="000000"/>
                </a:solidFill>
                <a:latin typeface="URW Palladio IT" pitchFamily="2" charset="0"/>
              </a:rPr>
              <a:t>Rasäyana</a:t>
            </a:r>
            <a:r>
              <a:rPr lang="en-US" sz="3600" b="1" dirty="0">
                <a:solidFill>
                  <a:srgbClr val="000000"/>
                </a:solidFill>
                <a:latin typeface="URW Palladio IT" pitchFamily="2" charset="0"/>
              </a:rPr>
              <a:t> </a:t>
            </a:r>
            <a:r>
              <a:rPr lang="en-US" sz="3600" b="1" dirty="0" err="1">
                <a:solidFill>
                  <a:srgbClr val="000000"/>
                </a:solidFill>
                <a:latin typeface="URW Palladio IT" pitchFamily="2" charset="0"/>
              </a:rPr>
              <a:t>Tumhare</a:t>
            </a:r>
            <a:r>
              <a:rPr lang="en-US" sz="3600" b="1" dirty="0">
                <a:solidFill>
                  <a:srgbClr val="000000"/>
                </a:solidFill>
                <a:latin typeface="URW Palladio IT" pitchFamily="2" charset="0"/>
              </a:rPr>
              <a:t> </a:t>
            </a:r>
            <a:r>
              <a:rPr lang="en-US" sz="3600" b="1" dirty="0" err="1">
                <a:solidFill>
                  <a:srgbClr val="000000"/>
                </a:solidFill>
                <a:latin typeface="URW Palladio IT" pitchFamily="2" charset="0"/>
              </a:rPr>
              <a:t>Päsä</a:t>
            </a:r>
            <a:r>
              <a:rPr lang="en-US" sz="3600" b="1" dirty="0">
                <a:solidFill>
                  <a:srgbClr val="000000"/>
                </a:solidFill>
                <a:latin typeface="URW Palladio IT" pitchFamily="2" charset="0"/>
              </a:rPr>
              <a:t> | </a:t>
            </a:r>
          </a:p>
          <a:p>
            <a:pPr algn="ctr" defTabSz="914309"/>
            <a:r>
              <a:rPr lang="en-US" sz="3600" b="1" dirty="0" err="1">
                <a:solidFill>
                  <a:srgbClr val="000000"/>
                </a:solidFill>
                <a:latin typeface="URW Palladio IT" pitchFamily="2" charset="0"/>
              </a:rPr>
              <a:t>Sadä</a:t>
            </a:r>
            <a:r>
              <a:rPr lang="en-US" sz="3600" b="1" dirty="0">
                <a:solidFill>
                  <a:srgbClr val="000000"/>
                </a:solidFill>
                <a:latin typeface="URW Palladio IT" pitchFamily="2" charset="0"/>
              </a:rPr>
              <a:t> </a:t>
            </a:r>
            <a:r>
              <a:rPr lang="en-US" sz="3600" b="1" dirty="0" err="1">
                <a:solidFill>
                  <a:srgbClr val="000000"/>
                </a:solidFill>
                <a:latin typeface="URW Palladio IT" pitchFamily="2" charset="0"/>
              </a:rPr>
              <a:t>Raho</a:t>
            </a:r>
            <a:r>
              <a:rPr lang="en-US" sz="3600" b="1" dirty="0">
                <a:solidFill>
                  <a:srgbClr val="000000"/>
                </a:solidFill>
                <a:latin typeface="URW Palladio IT" pitchFamily="2" charset="0"/>
              </a:rPr>
              <a:t> </a:t>
            </a:r>
            <a:r>
              <a:rPr lang="en-US" sz="3600" b="1" dirty="0" err="1">
                <a:solidFill>
                  <a:srgbClr val="000000"/>
                </a:solidFill>
                <a:latin typeface="URW Palladio IT" pitchFamily="2" charset="0"/>
              </a:rPr>
              <a:t>Raghupati</a:t>
            </a:r>
            <a:r>
              <a:rPr lang="en-US" sz="3600" b="1" dirty="0">
                <a:solidFill>
                  <a:srgbClr val="000000"/>
                </a:solidFill>
                <a:latin typeface="URW Palladio IT" pitchFamily="2" charset="0"/>
              </a:rPr>
              <a:t> </a:t>
            </a:r>
            <a:r>
              <a:rPr lang="en-US" sz="3600" b="1" dirty="0" err="1">
                <a:solidFill>
                  <a:srgbClr val="000000"/>
                </a:solidFill>
                <a:latin typeface="URW Palladio IT" pitchFamily="2" charset="0"/>
              </a:rPr>
              <a:t>Ke</a:t>
            </a:r>
            <a:r>
              <a:rPr lang="en-US" sz="3600" b="1" dirty="0">
                <a:solidFill>
                  <a:srgbClr val="000000"/>
                </a:solidFill>
                <a:latin typeface="URW Palladio IT" pitchFamily="2" charset="0"/>
              </a:rPr>
              <a:t> </a:t>
            </a:r>
            <a:r>
              <a:rPr lang="en-US" sz="3600" b="1" dirty="0" err="1">
                <a:solidFill>
                  <a:srgbClr val="000000"/>
                </a:solidFill>
                <a:latin typeface="URW Palladio IT" pitchFamily="2" charset="0"/>
              </a:rPr>
              <a:t>Däsä</a:t>
            </a:r>
            <a:r>
              <a:rPr lang="en-US" sz="3600" b="1" dirty="0">
                <a:solidFill>
                  <a:srgbClr val="000000"/>
                </a:solidFill>
                <a:latin typeface="URW Palladio IT" pitchFamily="2" charset="0"/>
              </a:rPr>
              <a:t> || - 32</a:t>
            </a:r>
          </a:p>
          <a:p>
            <a:pPr algn="ctr" defTabSz="914309"/>
            <a:endParaRPr lang="en-US" sz="3600" b="1" dirty="0">
              <a:solidFill>
                <a:srgbClr val="000000"/>
              </a:solidFill>
              <a:latin typeface="URW Palladio IT" pitchFamily="2" charset="0"/>
            </a:endParaRPr>
          </a:p>
          <a:p>
            <a:pPr algn="ctr" defTabSz="914309"/>
            <a:r>
              <a:rPr lang="en-US" sz="3600" b="1" dirty="0" err="1">
                <a:solidFill>
                  <a:srgbClr val="000000"/>
                </a:solidFill>
                <a:latin typeface="Calibri" pitchFamily="34" charset="0"/>
              </a:rPr>
              <a:t>ರಾಮ</a:t>
            </a:r>
            <a:r>
              <a:rPr lang="en-US" sz="3600" b="1" dirty="0">
                <a:solidFill>
                  <a:srgbClr val="000000"/>
                </a:solidFill>
                <a:latin typeface="Calibri" pitchFamily="34" charset="0"/>
              </a:rPr>
              <a:t> </a:t>
            </a:r>
            <a:r>
              <a:rPr lang="en-US" sz="3600" b="1" dirty="0" err="1">
                <a:solidFill>
                  <a:srgbClr val="000000"/>
                </a:solidFill>
                <a:latin typeface="Calibri" pitchFamily="34" charset="0"/>
              </a:rPr>
              <a:t>ರಸಾಯನ</a:t>
            </a:r>
            <a:r>
              <a:rPr lang="en-US" sz="3600" b="1" dirty="0">
                <a:solidFill>
                  <a:srgbClr val="000000"/>
                </a:solidFill>
                <a:latin typeface="Calibri" pitchFamily="34" charset="0"/>
              </a:rPr>
              <a:t> </a:t>
            </a:r>
            <a:r>
              <a:rPr lang="en-US" sz="3600" b="1" dirty="0" err="1">
                <a:solidFill>
                  <a:srgbClr val="000000"/>
                </a:solidFill>
                <a:latin typeface="Calibri" pitchFamily="34" charset="0"/>
              </a:rPr>
              <a:t>ತುಮ್ಹರೇ</a:t>
            </a:r>
            <a:r>
              <a:rPr lang="en-US" sz="3600" b="1" dirty="0">
                <a:solidFill>
                  <a:srgbClr val="000000"/>
                </a:solidFill>
                <a:latin typeface="Calibri" pitchFamily="34" charset="0"/>
              </a:rPr>
              <a:t> </a:t>
            </a:r>
            <a:r>
              <a:rPr lang="en-US" sz="3600" b="1" dirty="0" err="1">
                <a:solidFill>
                  <a:srgbClr val="000000"/>
                </a:solidFill>
                <a:latin typeface="Calibri" pitchFamily="34" charset="0"/>
              </a:rPr>
              <a:t>ಪಾಸಾ</a:t>
            </a:r>
            <a:r>
              <a:rPr lang="en-US" sz="3600" b="1" dirty="0">
                <a:solidFill>
                  <a:srgbClr val="000000"/>
                </a:solidFill>
                <a:latin typeface="Calibri" pitchFamily="34" charset="0"/>
              </a:rPr>
              <a:t> ।</a:t>
            </a:r>
          </a:p>
          <a:p>
            <a:pPr algn="ctr" defTabSz="914309"/>
            <a:r>
              <a:rPr lang="en-US" sz="3600" b="1" dirty="0" err="1">
                <a:solidFill>
                  <a:srgbClr val="000000"/>
                </a:solidFill>
                <a:latin typeface="Calibri" pitchFamily="34" charset="0"/>
              </a:rPr>
              <a:t>ಸದಾ</a:t>
            </a:r>
            <a:r>
              <a:rPr lang="en-US" sz="3600" b="1" dirty="0">
                <a:solidFill>
                  <a:srgbClr val="000000"/>
                </a:solidFill>
                <a:latin typeface="Calibri" pitchFamily="34" charset="0"/>
              </a:rPr>
              <a:t> </a:t>
            </a:r>
            <a:r>
              <a:rPr lang="en-US" sz="3600" b="1" dirty="0" err="1">
                <a:solidFill>
                  <a:srgbClr val="000000"/>
                </a:solidFill>
                <a:latin typeface="Calibri" pitchFamily="34" charset="0"/>
              </a:rPr>
              <a:t>ರಹೋ</a:t>
            </a:r>
            <a:r>
              <a:rPr lang="en-US" sz="3600" b="1" dirty="0">
                <a:solidFill>
                  <a:srgbClr val="000000"/>
                </a:solidFill>
                <a:latin typeface="Calibri" pitchFamily="34" charset="0"/>
              </a:rPr>
              <a:t> </a:t>
            </a:r>
            <a:r>
              <a:rPr lang="en-US" sz="3600" b="1" dirty="0" err="1">
                <a:solidFill>
                  <a:srgbClr val="000000"/>
                </a:solidFill>
                <a:latin typeface="Calibri" pitchFamily="34" charset="0"/>
              </a:rPr>
              <a:t>ರಘುಪತಿ</a:t>
            </a:r>
            <a:r>
              <a:rPr lang="en-US" sz="3600" b="1" dirty="0">
                <a:solidFill>
                  <a:srgbClr val="000000"/>
                </a:solidFill>
                <a:latin typeface="Calibri" pitchFamily="34" charset="0"/>
              </a:rPr>
              <a:t> </a:t>
            </a:r>
            <a:r>
              <a:rPr lang="en-US" sz="3600" b="1" dirty="0" err="1">
                <a:solidFill>
                  <a:srgbClr val="000000"/>
                </a:solidFill>
                <a:latin typeface="Calibri" pitchFamily="34" charset="0"/>
              </a:rPr>
              <a:t>ಕೇ</a:t>
            </a:r>
            <a:r>
              <a:rPr lang="en-US" sz="3600" b="1" dirty="0">
                <a:solidFill>
                  <a:srgbClr val="000000"/>
                </a:solidFill>
                <a:latin typeface="Calibri" pitchFamily="34" charset="0"/>
              </a:rPr>
              <a:t> </a:t>
            </a:r>
            <a:r>
              <a:rPr lang="kn-IN" sz="3600" b="1" dirty="0" err="1">
                <a:solidFill>
                  <a:srgbClr val="000000"/>
                </a:solidFill>
                <a:latin typeface="Calibri" pitchFamily="34" charset="0"/>
                <a:ea typeface="Tunga" pitchFamily="2"/>
                <a:cs typeface="Tunga" pitchFamily="2"/>
              </a:rPr>
              <a:t>ದಾಸಾ</a:t>
            </a:r>
            <a:r>
              <a:rPr lang="kn-IN" sz="3600" b="1" dirty="0">
                <a:solidFill>
                  <a:srgbClr val="000000"/>
                </a:solidFill>
                <a:latin typeface="Calibri" pitchFamily="34" charset="0"/>
                <a:ea typeface="Tunga" pitchFamily="2"/>
                <a:cs typeface="Tunga" pitchFamily="2"/>
              </a:rPr>
              <a:t> </a:t>
            </a:r>
            <a:r>
              <a:rPr lang="en-US" sz="3600" b="1" dirty="0">
                <a:solidFill>
                  <a:srgbClr val="000000"/>
                </a:solidFill>
                <a:latin typeface="Calibri" pitchFamily="34" charset="0"/>
              </a:rPr>
              <a:t>॥</a:t>
            </a:r>
            <a:r>
              <a:rPr lang="kn-IN" sz="3600" b="1" dirty="0">
                <a:solidFill>
                  <a:srgbClr val="000000"/>
                </a:solidFill>
                <a:latin typeface="Calibri" pitchFamily="34" charset="0"/>
                <a:ea typeface="Tunga" pitchFamily="2"/>
                <a:cs typeface="Tunga" pitchFamily="2"/>
              </a:rPr>
              <a:t>೩೨</a:t>
            </a:r>
            <a:r>
              <a:rPr lang="en-US" sz="3600" b="1" dirty="0">
                <a:solidFill>
                  <a:srgbClr val="000000"/>
                </a:solidFill>
                <a:latin typeface="Calibri" pitchFamily="34" charset="0"/>
              </a:rPr>
              <a:t>॥</a:t>
            </a:r>
          </a:p>
          <a:p>
            <a:pPr algn="ctr" defTabSz="914309"/>
            <a:endParaRPr lang="en-US" sz="4000" b="1" dirty="0">
              <a:solidFill>
                <a:srgbClr val="000000"/>
              </a:solidFill>
              <a:latin typeface="Calibri" pitchFamily="34" charset="0"/>
            </a:endParaRPr>
          </a:p>
          <a:p>
            <a:pPr algn="ctr" defTabSz="914309"/>
            <a:r>
              <a:rPr lang="en-US" sz="2399" b="1" dirty="0">
                <a:solidFill>
                  <a:srgbClr val="000000"/>
                </a:solidFill>
                <a:latin typeface="Palatino Linotype" pitchFamily="18" charset="0"/>
              </a:rPr>
              <a:t>Oh </a:t>
            </a:r>
            <a:r>
              <a:rPr lang="en-US" sz="2399" b="1" dirty="0" err="1">
                <a:solidFill>
                  <a:srgbClr val="000000"/>
                </a:solidFill>
                <a:latin typeface="Palatino Linotype" pitchFamily="18" charset="0"/>
              </a:rPr>
              <a:t>Hanumanji</a:t>
            </a:r>
            <a:r>
              <a:rPr lang="en-US" sz="2399" b="1" dirty="0">
                <a:solidFill>
                  <a:srgbClr val="000000"/>
                </a:solidFill>
                <a:latin typeface="Palatino Linotype" pitchFamily="18" charset="0"/>
              </a:rPr>
              <a:t>! You hold the essence of devotion to RAM, always remaining His Servant.</a:t>
            </a:r>
          </a:p>
          <a:p>
            <a:pPr algn="ctr" defTabSz="914309"/>
            <a:r>
              <a:rPr lang="en-US" sz="3600" b="1" dirty="0">
                <a:solidFill>
                  <a:srgbClr val="000000"/>
                </a:solidFill>
                <a:latin typeface="Palatino Linotype" pitchFamily="18" charset="0"/>
              </a:rPr>
              <a:t>		</a:t>
            </a:r>
            <a:r>
              <a:rPr lang="en-US" sz="3600" dirty="0">
                <a:solidFill>
                  <a:srgbClr val="000000"/>
                </a:solidFill>
                <a:latin typeface="Calibri" pitchFamily="34" charset="0"/>
              </a:rPr>
              <a:t/>
            </a:r>
            <a:br>
              <a:rPr lang="en-US" sz="3600" dirty="0">
                <a:solidFill>
                  <a:srgbClr val="000000"/>
                </a:solidFill>
                <a:latin typeface="Calibri" pitchFamily="34" charset="0"/>
              </a:rPr>
            </a:br>
            <a:endParaRPr lang="en-US" sz="3600" dirty="0">
              <a:solidFill>
                <a:srgbClr val="000000"/>
              </a:solidFill>
              <a:latin typeface="Calibri" pitchFamily="34" charset="0"/>
            </a:endParaRPr>
          </a:p>
        </p:txBody>
      </p:sp>
    </p:spTree>
    <p:extLst>
      <p:ext uri="{BB962C8B-B14F-4D97-AF65-F5344CB8AC3E}">
        <p14:creationId xmlns:p14="http://schemas.microsoft.com/office/powerpoint/2010/main" val="3309772218"/>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ChangeArrowheads="1"/>
          </p:cNvSpPr>
          <p:nvPr/>
        </p:nvSpPr>
        <p:spPr bwMode="auto">
          <a:xfrm>
            <a:off x="1524133" y="100"/>
            <a:ext cx="9143736" cy="861807"/>
          </a:xfrm>
          <a:prstGeom prst="rect">
            <a:avLst/>
          </a:prstGeom>
          <a:noFill/>
          <a:ln w="9525">
            <a:noFill/>
            <a:miter lim="800000"/>
            <a:headEnd/>
            <a:tailEnd/>
          </a:ln>
        </p:spPr>
        <p:txBody>
          <a:bodyPr>
            <a:spAutoFit/>
          </a:bodyPr>
          <a:lstStyle/>
          <a:p>
            <a:pPr algn="ctr" defTabSz="914309"/>
            <a:r>
              <a:rPr lang="en-IN" sz="2500" b="1">
                <a:solidFill>
                  <a:srgbClr val="FFFFFF"/>
                </a:solidFill>
                <a:latin typeface="Aparajita" pitchFamily="34" charset="0"/>
              </a:rPr>
              <a:t>॥ इति श्रीमद्गोस्वामीतुलसीदासजी अवधी भाषायां विरचितं श्रीहनुमान चालीसा ॥</a:t>
            </a:r>
            <a:endParaRPr lang="en-US" sz="2500" b="1">
              <a:solidFill>
                <a:srgbClr val="FFFFFF"/>
              </a:solidFill>
              <a:latin typeface="Aparajita" pitchFamily="34" charset="0"/>
            </a:endParaRPr>
          </a:p>
        </p:txBody>
      </p:sp>
      <p:sp>
        <p:nvSpPr>
          <p:cNvPr id="64515" name="Rectangle 1"/>
          <p:cNvSpPr>
            <a:spLocks noChangeArrowheads="1"/>
          </p:cNvSpPr>
          <p:nvPr/>
        </p:nvSpPr>
        <p:spPr bwMode="auto">
          <a:xfrm>
            <a:off x="1576519" y="4740237"/>
            <a:ext cx="9143736" cy="2677729"/>
          </a:xfrm>
          <a:prstGeom prst="rect">
            <a:avLst/>
          </a:prstGeom>
          <a:noFill/>
          <a:ln w="9525">
            <a:noFill/>
            <a:miter lim="800000"/>
            <a:headEnd/>
            <a:tailEnd/>
          </a:ln>
        </p:spPr>
        <p:txBody>
          <a:bodyPr>
            <a:spAutoFit/>
          </a:bodyPr>
          <a:lstStyle/>
          <a:p>
            <a:pPr defTabSz="914309"/>
            <a:r>
              <a:rPr lang="en-US" sz="2800" b="1" dirty="0">
                <a:solidFill>
                  <a:srgbClr val="000000"/>
                </a:solidFill>
                <a:latin typeface="Calibri"/>
              </a:rPr>
              <a:t>	</a:t>
            </a:r>
          </a:p>
          <a:p>
            <a:pPr defTabSz="914309"/>
            <a:r>
              <a:rPr lang="en-US" sz="2800" b="1" dirty="0">
                <a:solidFill>
                  <a:srgbClr val="000000"/>
                </a:solidFill>
                <a:latin typeface="Calibri"/>
              </a:rPr>
              <a:t>	</a:t>
            </a:r>
            <a:r>
              <a:rPr lang="hi-IN" sz="2800" b="1" dirty="0">
                <a:solidFill>
                  <a:srgbClr val="000000"/>
                </a:solidFill>
                <a:latin typeface="Calibri"/>
              </a:rPr>
              <a:t>राम लक्ष्मण जानकी</a:t>
            </a:r>
            <a:r>
              <a:rPr lang="en-US" sz="2800" b="1" dirty="0">
                <a:solidFill>
                  <a:srgbClr val="000000"/>
                </a:solidFill>
                <a:latin typeface="Calibri"/>
              </a:rPr>
              <a:t>	</a:t>
            </a:r>
            <a:r>
              <a:rPr lang="en-US" sz="2800" dirty="0" err="1">
                <a:solidFill>
                  <a:srgbClr val="000000"/>
                </a:solidFill>
                <a:latin typeface="URW Palladio IT" pitchFamily="2" charset="0"/>
              </a:rPr>
              <a:t>Räma</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La</a:t>
            </a:r>
            <a:r>
              <a:rPr lang="en-US" altLang="zh-CN" sz="2800" dirty="0" err="1">
                <a:solidFill>
                  <a:srgbClr val="000000"/>
                </a:solidFill>
                <a:latin typeface="URW Palladio IT" pitchFamily="2" charset="0"/>
                <a:ea typeface="宋体" panose="02010600030101010101" pitchFamily="2" charset="-122"/>
                <a:sym typeface="URW Palladio IT" pitchFamily="2" charset="0"/>
              </a:rPr>
              <a:t>kñ</a:t>
            </a:r>
            <a:r>
              <a:rPr lang="en-US" sz="2800" dirty="0" err="1">
                <a:solidFill>
                  <a:srgbClr val="000000"/>
                </a:solidFill>
                <a:latin typeface="URW Palladio IT" pitchFamily="2" charset="0"/>
              </a:rPr>
              <a:t>hmaëa</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Jänaké</a:t>
            </a:r>
            <a:endParaRPr lang="en-US" sz="2800" dirty="0">
              <a:solidFill>
                <a:srgbClr val="000000"/>
              </a:solidFill>
              <a:latin typeface="URW Palladio IT" pitchFamily="2" charset="0"/>
            </a:endParaRPr>
          </a:p>
          <a:p>
            <a:pPr defTabSz="914309"/>
            <a:r>
              <a:rPr lang="en-US" sz="2800" b="1" dirty="0">
                <a:solidFill>
                  <a:srgbClr val="000000"/>
                </a:solidFill>
                <a:latin typeface="Calibri"/>
              </a:rPr>
              <a:t>	</a:t>
            </a:r>
            <a:r>
              <a:rPr lang="hi-IN" sz="2800" b="1" dirty="0">
                <a:solidFill>
                  <a:srgbClr val="000000"/>
                </a:solidFill>
                <a:latin typeface="Calibri"/>
              </a:rPr>
              <a:t>जय बोलो हनुमान की</a:t>
            </a:r>
            <a:r>
              <a:rPr lang="en-US" sz="2800" b="1" dirty="0">
                <a:solidFill>
                  <a:srgbClr val="000000"/>
                </a:solidFill>
                <a:latin typeface="Calibri"/>
              </a:rPr>
              <a:t>	</a:t>
            </a:r>
            <a:r>
              <a:rPr lang="en-US" sz="2800" dirty="0">
                <a:solidFill>
                  <a:srgbClr val="000000"/>
                </a:solidFill>
                <a:latin typeface="URW Palladio IT" pitchFamily="2" charset="0"/>
              </a:rPr>
              <a:t> Jaya Bolo </a:t>
            </a:r>
            <a:r>
              <a:rPr lang="en-US" sz="2800" dirty="0" err="1">
                <a:solidFill>
                  <a:srgbClr val="000000"/>
                </a:solidFill>
                <a:latin typeface="URW Palladio IT" pitchFamily="2" charset="0"/>
              </a:rPr>
              <a:t>Hanumäna</a:t>
            </a:r>
            <a:r>
              <a:rPr lang="en-US" sz="2800" dirty="0">
                <a:solidFill>
                  <a:srgbClr val="000000"/>
                </a:solidFill>
                <a:latin typeface="URW Palladio IT" pitchFamily="2" charset="0"/>
              </a:rPr>
              <a:t> </a:t>
            </a:r>
            <a:r>
              <a:rPr lang="en-US" sz="2800" dirty="0" err="1">
                <a:solidFill>
                  <a:srgbClr val="000000"/>
                </a:solidFill>
                <a:latin typeface="URW Palladio IT" pitchFamily="2" charset="0"/>
              </a:rPr>
              <a:t>Ké</a:t>
            </a:r>
            <a:endParaRPr lang="en-CA" sz="2800" b="1" dirty="0">
              <a:solidFill>
                <a:srgbClr val="000000"/>
              </a:solidFill>
              <a:latin typeface="Calibri"/>
            </a:endParaRPr>
          </a:p>
          <a:p>
            <a:pPr defTabSz="914309"/>
            <a:r>
              <a:rPr lang="en-CA" sz="2800" b="1" dirty="0">
                <a:solidFill>
                  <a:srgbClr val="000000"/>
                </a:solidFill>
                <a:latin typeface="Calibri"/>
              </a:rPr>
              <a:t>			  </a:t>
            </a:r>
            <a:r>
              <a:rPr lang="kn-IN" sz="2800" b="1" dirty="0">
                <a:solidFill>
                  <a:srgbClr val="000000"/>
                </a:solidFill>
                <a:latin typeface="Calibri"/>
              </a:rPr>
              <a:t>ರಾಮ ಲಕ್ಷ್ಮಣ </a:t>
            </a:r>
            <a:r>
              <a:rPr lang="kn-IN" sz="2800" b="1" dirty="0" err="1">
                <a:solidFill>
                  <a:srgbClr val="000000"/>
                </a:solidFill>
                <a:latin typeface="Calibri"/>
              </a:rPr>
              <a:t>ಜಾನಕೀ</a:t>
            </a:r>
            <a:endParaRPr lang="kn-IN" sz="2800" b="1" dirty="0">
              <a:solidFill>
                <a:srgbClr val="000000"/>
              </a:solidFill>
              <a:latin typeface="Calibri"/>
            </a:endParaRPr>
          </a:p>
          <a:p>
            <a:pPr algn="ctr" defTabSz="914309"/>
            <a:r>
              <a:rPr lang="kn-IN" sz="2800" b="1" dirty="0">
                <a:solidFill>
                  <a:srgbClr val="000000"/>
                </a:solidFill>
                <a:latin typeface="Calibri"/>
              </a:rPr>
              <a:t>ಜೈ </a:t>
            </a:r>
            <a:r>
              <a:rPr lang="kn-IN" sz="2800" b="1" dirty="0" err="1">
                <a:solidFill>
                  <a:srgbClr val="000000"/>
                </a:solidFill>
                <a:latin typeface="Calibri"/>
              </a:rPr>
              <a:t>ಬೋಲೋ</a:t>
            </a:r>
            <a:r>
              <a:rPr lang="kn-IN" sz="2800" b="1" dirty="0">
                <a:solidFill>
                  <a:srgbClr val="000000"/>
                </a:solidFill>
                <a:latin typeface="Calibri"/>
              </a:rPr>
              <a:t> </a:t>
            </a:r>
            <a:r>
              <a:rPr lang="kn-IN" sz="2800" b="1" dirty="0" err="1">
                <a:solidFill>
                  <a:srgbClr val="000000"/>
                </a:solidFill>
                <a:latin typeface="Calibri"/>
              </a:rPr>
              <a:t>ಹನುಮಾನ್</a:t>
            </a:r>
            <a:r>
              <a:rPr lang="kn-IN" sz="2800" b="1" dirty="0">
                <a:solidFill>
                  <a:srgbClr val="000000"/>
                </a:solidFill>
                <a:latin typeface="Calibri"/>
              </a:rPr>
              <a:t> ಕೀ</a:t>
            </a:r>
            <a:endParaRPr lang="en-CA" sz="2800" b="1" dirty="0">
              <a:solidFill>
                <a:srgbClr val="000000"/>
              </a:solidFill>
              <a:latin typeface="Calibri"/>
            </a:endParaRPr>
          </a:p>
          <a:p>
            <a:pPr defTabSz="914309"/>
            <a:endParaRPr lang="en-IN" sz="2800" b="1" dirty="0">
              <a:solidFill>
                <a:srgbClr val="000000"/>
              </a:solidFill>
              <a:latin typeface="Calibri"/>
            </a:endParaRPr>
          </a:p>
        </p:txBody>
      </p:sp>
      <p:pic>
        <p:nvPicPr>
          <p:cNvPr id="64516" name="Picture 2" descr="G:\Rama\sri-rama-shri-hanuman.jpg"/>
          <p:cNvPicPr>
            <a:picLocks noChangeAspect="1" noChangeArrowheads="1"/>
          </p:cNvPicPr>
          <p:nvPr/>
        </p:nvPicPr>
        <p:blipFill>
          <a:blip r:embed="rId2"/>
          <a:srcRect/>
          <a:stretch>
            <a:fillRect/>
          </a:stretch>
        </p:blipFill>
        <p:spPr bwMode="auto">
          <a:xfrm>
            <a:off x="2308348" y="-14185"/>
            <a:ext cx="7673753" cy="5181452"/>
          </a:xfrm>
          <a:prstGeom prst="rect">
            <a:avLst/>
          </a:prstGeom>
          <a:noFill/>
          <a:ln w="9525">
            <a:noFill/>
            <a:miter lim="800000"/>
            <a:headEnd/>
            <a:tailEnd/>
          </a:ln>
        </p:spPr>
      </p:pic>
    </p:spTree>
    <p:extLst>
      <p:ext uri="{BB962C8B-B14F-4D97-AF65-F5344CB8AC3E}">
        <p14:creationId xmlns:p14="http://schemas.microsoft.com/office/powerpoint/2010/main" val="1972553656"/>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1"/>
          <p:cNvSpPr>
            <a:spLocks noChangeArrowheads="1"/>
          </p:cNvSpPr>
          <p:nvPr/>
        </p:nvSpPr>
        <p:spPr bwMode="auto">
          <a:xfrm>
            <a:off x="1752725" y="214407"/>
            <a:ext cx="8915142" cy="6463051"/>
          </a:xfrm>
          <a:prstGeom prst="rect">
            <a:avLst/>
          </a:prstGeom>
          <a:noFill/>
          <a:ln w="9525">
            <a:noFill/>
            <a:miter lim="800000"/>
            <a:headEnd/>
            <a:tailEnd/>
          </a:ln>
        </p:spPr>
        <p:txBody>
          <a:bodyPr>
            <a:spAutoFit/>
          </a:bodyPr>
          <a:lstStyle/>
          <a:p>
            <a:pPr algn="ctr" defTabSz="914309"/>
            <a:r>
              <a:rPr lang="en-IN" sz="1400" b="1" dirty="0">
                <a:solidFill>
                  <a:prstClr val="black"/>
                </a:solidFill>
                <a:latin typeface="Aparajita" pitchFamily="34" charset="0"/>
              </a:rPr>
              <a:t>	</a:t>
            </a:r>
            <a:r>
              <a:rPr lang="en-IN" sz="4000" b="1" dirty="0" err="1">
                <a:solidFill>
                  <a:prstClr val="black"/>
                </a:solidFill>
                <a:latin typeface="Aparajita" pitchFamily="34" charset="0"/>
              </a:rPr>
              <a:t>तुह्मरे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भजन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राम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को</a:t>
            </a:r>
            <a:r>
              <a:rPr lang="en-IN" sz="4000" b="1" dirty="0">
                <a:solidFill>
                  <a:prstClr val="black"/>
                </a:solidFill>
                <a:latin typeface="Aparajita" pitchFamily="34" charset="0"/>
              </a:rPr>
              <a:t> </a:t>
            </a:r>
            <a:r>
              <a:rPr lang="en-IN" sz="4000" b="1" dirty="0" err="1">
                <a:solidFill>
                  <a:prstClr val="black"/>
                </a:solidFill>
                <a:latin typeface="Aparajita" pitchFamily="34" charset="0"/>
              </a:rPr>
              <a:t>पावै</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जनम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जनम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के</a:t>
            </a:r>
            <a:r>
              <a:rPr lang="en-IN" sz="4000" b="1" dirty="0">
                <a:solidFill>
                  <a:prstClr val="black"/>
                </a:solidFill>
                <a:latin typeface="Aparajita" pitchFamily="34" charset="0"/>
              </a:rPr>
              <a:t> </a:t>
            </a:r>
            <a:r>
              <a:rPr lang="en-IN" sz="4000" b="1" dirty="0" err="1">
                <a:solidFill>
                  <a:prstClr val="black"/>
                </a:solidFill>
                <a:latin typeface="Aparajita" pitchFamily="34" charset="0"/>
              </a:rPr>
              <a:t>दुख</a:t>
            </a:r>
            <a:r>
              <a:rPr lang="en-IN" sz="4000" b="1" dirty="0">
                <a:solidFill>
                  <a:prstClr val="black"/>
                </a:solidFill>
                <a:latin typeface="Aparajita" pitchFamily="34" charset="0"/>
              </a:rPr>
              <a:t> </a:t>
            </a:r>
            <a:r>
              <a:rPr lang="en-IN" sz="4000" b="1" dirty="0" err="1">
                <a:solidFill>
                  <a:prstClr val="black"/>
                </a:solidFill>
                <a:latin typeface="Aparajita" pitchFamily="34" charset="0"/>
              </a:rPr>
              <a:t>बिसरावै</a:t>
            </a:r>
            <a:r>
              <a:rPr lang="en-IN" sz="4000" b="1" dirty="0">
                <a:solidFill>
                  <a:prstClr val="black"/>
                </a:solidFill>
                <a:latin typeface="Aparajita" pitchFamily="34" charset="0"/>
              </a:rPr>
              <a:t> ॥३३॥</a:t>
            </a:r>
          </a:p>
          <a:p>
            <a:pPr algn="ctr" defTabSz="914309"/>
            <a:endParaRPr lang="en-IN" sz="4400" b="1" dirty="0">
              <a:solidFill>
                <a:prstClr val="black"/>
              </a:solidFill>
              <a:latin typeface="Aparajita" pitchFamily="34" charset="0"/>
            </a:endParaRPr>
          </a:p>
          <a:p>
            <a:pPr algn="ctr" defTabSz="914309"/>
            <a:r>
              <a:rPr lang="en-US" sz="2800" b="1" dirty="0" err="1">
                <a:solidFill>
                  <a:prstClr val="black"/>
                </a:solidFill>
                <a:latin typeface="URW Palladio IT" pitchFamily="2" charset="0"/>
              </a:rPr>
              <a:t>Tumhare</a:t>
            </a:r>
            <a:r>
              <a:rPr lang="en-US" sz="2800" b="1" dirty="0">
                <a:solidFill>
                  <a:prstClr val="black"/>
                </a:solidFill>
                <a:latin typeface="URW Palladio IT" pitchFamily="2" charset="0"/>
              </a:rPr>
              <a:t> </a:t>
            </a:r>
            <a:r>
              <a:rPr lang="en-US" sz="2800" b="1" dirty="0" err="1">
                <a:solidFill>
                  <a:prstClr val="black"/>
                </a:solidFill>
                <a:latin typeface="URW Palladio IT" pitchFamily="2" charset="0"/>
              </a:rPr>
              <a:t>Bhajana</a:t>
            </a:r>
            <a:r>
              <a:rPr lang="en-US" sz="2800" b="1" dirty="0">
                <a:solidFill>
                  <a:prstClr val="black"/>
                </a:solidFill>
                <a:latin typeface="URW Palladio IT" pitchFamily="2" charset="0"/>
              </a:rPr>
              <a:t> </a:t>
            </a:r>
            <a:r>
              <a:rPr lang="en-US" sz="2800" b="1" dirty="0" err="1">
                <a:solidFill>
                  <a:prstClr val="black"/>
                </a:solidFill>
                <a:latin typeface="URW Palladio IT" pitchFamily="2" charset="0"/>
              </a:rPr>
              <a:t>Räma</a:t>
            </a:r>
            <a:r>
              <a:rPr lang="en-US" sz="2800" b="1" dirty="0">
                <a:solidFill>
                  <a:prstClr val="black"/>
                </a:solidFill>
                <a:latin typeface="URW Palladio IT" pitchFamily="2" charset="0"/>
              </a:rPr>
              <a:t> Ko </a:t>
            </a:r>
            <a:r>
              <a:rPr lang="en-US" sz="2800" b="1" dirty="0" err="1">
                <a:solidFill>
                  <a:prstClr val="black"/>
                </a:solidFill>
                <a:latin typeface="URW Palladio IT" pitchFamily="2" charset="0"/>
              </a:rPr>
              <a:t>Pävai</a:t>
            </a:r>
            <a:r>
              <a:rPr lang="en-US" sz="2800" b="1" dirty="0">
                <a:solidFill>
                  <a:prstClr val="black"/>
                </a:solidFill>
                <a:latin typeface="URW Palladio IT" pitchFamily="2" charset="0"/>
              </a:rPr>
              <a:t> | </a:t>
            </a:r>
          </a:p>
          <a:p>
            <a:pPr algn="ctr" defTabSz="914309"/>
            <a:r>
              <a:rPr lang="en-US" sz="2800" b="1" dirty="0" err="1">
                <a:solidFill>
                  <a:prstClr val="black"/>
                </a:solidFill>
                <a:latin typeface="URW Palladio IT" pitchFamily="2" charset="0"/>
              </a:rPr>
              <a:t>Janama</a:t>
            </a:r>
            <a:r>
              <a:rPr lang="en-US" sz="2800" b="1" dirty="0">
                <a:solidFill>
                  <a:prstClr val="black"/>
                </a:solidFill>
                <a:latin typeface="URW Palladio IT" pitchFamily="2" charset="0"/>
              </a:rPr>
              <a:t> </a:t>
            </a:r>
            <a:r>
              <a:rPr lang="en-US" sz="2800" b="1" dirty="0" err="1">
                <a:solidFill>
                  <a:prstClr val="black"/>
                </a:solidFill>
                <a:latin typeface="URW Palladio IT" pitchFamily="2" charset="0"/>
              </a:rPr>
              <a:t>Janama</a:t>
            </a:r>
            <a:r>
              <a:rPr lang="en-US" sz="2800" b="1" dirty="0">
                <a:solidFill>
                  <a:prstClr val="black"/>
                </a:solidFill>
                <a:latin typeface="URW Palladio IT" pitchFamily="2" charset="0"/>
              </a:rPr>
              <a:t> </a:t>
            </a:r>
            <a:r>
              <a:rPr lang="en-US" sz="2800" b="1" dirty="0" err="1">
                <a:solidFill>
                  <a:prstClr val="black"/>
                </a:solidFill>
                <a:latin typeface="URW Palladio IT" pitchFamily="2" charset="0"/>
              </a:rPr>
              <a:t>Ke</a:t>
            </a:r>
            <a:r>
              <a:rPr lang="en-US" sz="2800" b="1" dirty="0">
                <a:solidFill>
                  <a:prstClr val="black"/>
                </a:solidFill>
                <a:latin typeface="URW Palladio IT" pitchFamily="2" charset="0"/>
              </a:rPr>
              <a:t> </a:t>
            </a:r>
            <a:r>
              <a:rPr lang="en-US" sz="2800" b="1" dirty="0" err="1">
                <a:solidFill>
                  <a:prstClr val="black"/>
                </a:solidFill>
                <a:latin typeface="URW Palladio IT" pitchFamily="2" charset="0"/>
              </a:rPr>
              <a:t>Dukha</a:t>
            </a:r>
            <a:r>
              <a:rPr lang="en-US" sz="2800" b="1" dirty="0">
                <a:solidFill>
                  <a:prstClr val="black"/>
                </a:solidFill>
                <a:latin typeface="URW Palladio IT" pitchFamily="2" charset="0"/>
              </a:rPr>
              <a:t> </a:t>
            </a:r>
            <a:r>
              <a:rPr lang="en-US" sz="2800" b="1" dirty="0" err="1">
                <a:solidFill>
                  <a:prstClr val="black"/>
                </a:solidFill>
                <a:latin typeface="URW Palladio IT" pitchFamily="2" charset="0"/>
              </a:rPr>
              <a:t>Bisarävai</a:t>
            </a:r>
            <a:r>
              <a:rPr lang="en-US" sz="2800" b="1" dirty="0">
                <a:solidFill>
                  <a:prstClr val="black"/>
                </a:solidFill>
                <a:latin typeface="URW Palladio IT" pitchFamily="2" charset="0"/>
              </a:rPr>
              <a:t> || - 33</a:t>
            </a:r>
          </a:p>
          <a:p>
            <a:pPr algn="ctr" defTabSz="914309"/>
            <a:endParaRPr lang="en-US" sz="2800" b="1" dirty="0">
              <a:solidFill>
                <a:prstClr val="black"/>
              </a:solidFill>
              <a:latin typeface="URW Palladio IT" pitchFamily="2" charset="0"/>
            </a:endParaRPr>
          </a:p>
          <a:p>
            <a:pPr algn="ctr" defTabSz="914309"/>
            <a:endParaRPr lang="en-US" sz="14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ತುಮ್ಹರೇ</a:t>
            </a:r>
            <a:r>
              <a:rPr lang="en-US" sz="3600" b="1" dirty="0">
                <a:solidFill>
                  <a:prstClr val="black"/>
                </a:solidFill>
                <a:latin typeface="Calibri" pitchFamily="34" charset="0"/>
              </a:rPr>
              <a:t> </a:t>
            </a:r>
            <a:r>
              <a:rPr lang="en-US" sz="3600" b="1" dirty="0" err="1">
                <a:solidFill>
                  <a:prstClr val="black"/>
                </a:solidFill>
                <a:latin typeface="Calibri" pitchFamily="34" charset="0"/>
              </a:rPr>
              <a:t>ಭಜನ</a:t>
            </a:r>
            <a:r>
              <a:rPr lang="en-US" sz="3600" b="1" dirty="0">
                <a:solidFill>
                  <a:prstClr val="black"/>
                </a:solidFill>
                <a:latin typeface="Calibri" pitchFamily="34" charset="0"/>
              </a:rPr>
              <a:t> </a:t>
            </a:r>
            <a:r>
              <a:rPr lang="en-US" sz="3600" b="1" dirty="0" err="1">
                <a:solidFill>
                  <a:prstClr val="black"/>
                </a:solidFill>
                <a:latin typeface="Calibri" pitchFamily="34" charset="0"/>
              </a:rPr>
              <a:t>ರಾಮ</a:t>
            </a:r>
            <a:r>
              <a:rPr lang="en-US" sz="3600" b="1" dirty="0">
                <a:solidFill>
                  <a:prstClr val="black"/>
                </a:solidFill>
                <a:latin typeface="Calibri" pitchFamily="34" charset="0"/>
              </a:rPr>
              <a:t> </a:t>
            </a:r>
            <a:r>
              <a:rPr lang="en-US" sz="3600" b="1" dirty="0" err="1">
                <a:solidFill>
                  <a:prstClr val="black"/>
                </a:solidFill>
                <a:latin typeface="Calibri" pitchFamily="34" charset="0"/>
              </a:rPr>
              <a:t>ಕೋ</a:t>
            </a:r>
            <a:r>
              <a:rPr lang="en-US" sz="3600" b="1" dirty="0">
                <a:solidFill>
                  <a:prstClr val="black"/>
                </a:solidFill>
                <a:latin typeface="Calibri" pitchFamily="34" charset="0"/>
              </a:rPr>
              <a:t> </a:t>
            </a:r>
            <a:r>
              <a:rPr lang="en-US" sz="3600" b="1" dirty="0" err="1">
                <a:solidFill>
                  <a:prstClr val="black"/>
                </a:solidFill>
                <a:latin typeface="Calibri" pitchFamily="34" charset="0"/>
              </a:rPr>
              <a:t>ಪಾವೈ</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ಜನಮ</a:t>
            </a:r>
            <a:r>
              <a:rPr lang="en-US" sz="3600" b="1" dirty="0">
                <a:solidFill>
                  <a:prstClr val="black"/>
                </a:solidFill>
                <a:latin typeface="Calibri" pitchFamily="34" charset="0"/>
              </a:rPr>
              <a:t> </a:t>
            </a:r>
            <a:r>
              <a:rPr lang="en-US" sz="3600" b="1" dirty="0" err="1">
                <a:solidFill>
                  <a:prstClr val="black"/>
                </a:solidFill>
                <a:latin typeface="Calibri" pitchFamily="34" charset="0"/>
              </a:rPr>
              <a:t>ಜನಮ</a:t>
            </a:r>
            <a:r>
              <a:rPr lang="en-US" sz="3600" b="1" dirty="0">
                <a:solidFill>
                  <a:prstClr val="black"/>
                </a:solidFill>
                <a:latin typeface="Calibri" pitchFamily="34" charset="0"/>
              </a:rPr>
              <a:t> </a:t>
            </a:r>
            <a:r>
              <a:rPr lang="en-US" sz="3600" b="1" dirty="0" err="1">
                <a:solidFill>
                  <a:prstClr val="black"/>
                </a:solidFill>
                <a:latin typeface="Calibri" pitchFamily="34" charset="0"/>
              </a:rPr>
              <a:t>ಕೇ</a:t>
            </a:r>
            <a:r>
              <a:rPr lang="en-US" sz="3600" b="1" dirty="0">
                <a:solidFill>
                  <a:prstClr val="black"/>
                </a:solidFill>
                <a:latin typeface="Calibri" pitchFamily="34" charset="0"/>
              </a:rPr>
              <a:t> </a:t>
            </a:r>
            <a:r>
              <a:rPr lang="en-US" sz="3600" b="1" dirty="0" err="1">
                <a:solidFill>
                  <a:prstClr val="black"/>
                </a:solidFill>
                <a:latin typeface="Calibri" pitchFamily="34" charset="0"/>
              </a:rPr>
              <a:t>ದುಖ</a:t>
            </a:r>
            <a:r>
              <a:rPr lang="en-US" sz="3600" b="1" dirty="0">
                <a:solidFill>
                  <a:prstClr val="black"/>
                </a:solidFill>
                <a:latin typeface="Calibri" pitchFamily="34" charset="0"/>
              </a:rPr>
              <a:t> </a:t>
            </a:r>
            <a:r>
              <a:rPr lang="en-US" sz="3600" b="1" dirty="0" err="1">
                <a:solidFill>
                  <a:prstClr val="black"/>
                </a:solidFill>
                <a:latin typeface="Calibri" pitchFamily="34" charset="0"/>
              </a:rPr>
              <a:t>ಬಿಸರಾವೈ</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೩೩</a:t>
            </a:r>
            <a:r>
              <a:rPr lang="en-US" sz="3600" b="1" dirty="0">
                <a:solidFill>
                  <a:prstClr val="black"/>
                </a:solidFill>
                <a:latin typeface="Calibri" pitchFamily="34" charset="0"/>
              </a:rPr>
              <a:t>॥</a:t>
            </a:r>
          </a:p>
          <a:p>
            <a:pPr algn="ctr" defTabSz="914309"/>
            <a:endParaRPr lang="en-US" sz="3600" b="1" dirty="0">
              <a:solidFill>
                <a:prstClr val="black"/>
              </a:solidFill>
              <a:latin typeface="Calibri" pitchFamily="34" charset="0"/>
            </a:endParaRPr>
          </a:p>
          <a:p>
            <a:pPr algn="ctr" defTabSz="914309"/>
            <a:r>
              <a:rPr lang="en-US" sz="2399" b="1" dirty="0">
                <a:solidFill>
                  <a:prstClr val="black"/>
                </a:solidFill>
                <a:latin typeface="Palatino Linotype" pitchFamily="18" charset="0"/>
              </a:rPr>
              <a:t>Oh </a:t>
            </a:r>
            <a:r>
              <a:rPr lang="en-US" sz="2399" b="1" dirty="0" err="1">
                <a:solidFill>
                  <a:prstClr val="black"/>
                </a:solidFill>
                <a:latin typeface="Palatino Linotype" pitchFamily="18" charset="0"/>
              </a:rPr>
              <a:t>Hanumanji</a:t>
            </a:r>
            <a:r>
              <a:rPr lang="en-US" sz="2399" b="1" dirty="0">
                <a:solidFill>
                  <a:prstClr val="black"/>
                </a:solidFill>
                <a:latin typeface="Palatino Linotype" pitchFamily="18" charset="0"/>
              </a:rPr>
              <a:t>! through devotion to you, one comes to RAM and becomes free from suffering of several lives.</a:t>
            </a:r>
            <a:endParaRPr lang="en-US" sz="2399" dirty="0">
              <a:solidFill>
                <a:prstClr val="black"/>
              </a:solidFill>
              <a:latin typeface="Calibri" pitchFamily="34" charset="0"/>
            </a:endParaRPr>
          </a:p>
        </p:txBody>
      </p:sp>
    </p:spTree>
    <p:extLst>
      <p:ext uri="{BB962C8B-B14F-4D97-AF65-F5344CB8AC3E}">
        <p14:creationId xmlns:p14="http://schemas.microsoft.com/office/powerpoint/2010/main" val="3606506878"/>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1"/>
          <p:cNvSpPr>
            <a:spLocks noChangeArrowheads="1"/>
          </p:cNvSpPr>
          <p:nvPr/>
        </p:nvSpPr>
        <p:spPr bwMode="auto">
          <a:xfrm>
            <a:off x="1752726" y="76297"/>
            <a:ext cx="8686549" cy="7139583"/>
          </a:xfrm>
          <a:prstGeom prst="rect">
            <a:avLst/>
          </a:prstGeom>
          <a:noFill/>
          <a:ln w="9525">
            <a:noFill/>
            <a:miter lim="800000"/>
            <a:headEnd/>
            <a:tailEnd/>
          </a:ln>
        </p:spPr>
        <p:txBody>
          <a:bodyPr>
            <a:spAutoFit/>
          </a:bodyPr>
          <a:lstStyle/>
          <a:p>
            <a:pPr algn="ctr" defTabSz="914309"/>
            <a:endParaRPr lang="en-IN" sz="14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अन्त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काल</a:t>
            </a:r>
            <a:r>
              <a:rPr lang="en-IN" sz="4000" b="1" dirty="0">
                <a:solidFill>
                  <a:prstClr val="black"/>
                </a:solidFill>
                <a:latin typeface="Aparajita" pitchFamily="34" charset="0"/>
              </a:rPr>
              <a:t> </a:t>
            </a:r>
            <a:r>
              <a:rPr lang="en-IN" sz="4000" b="1" dirty="0" err="1">
                <a:solidFill>
                  <a:prstClr val="black"/>
                </a:solidFill>
                <a:latin typeface="Aparajita" pitchFamily="34" charset="0"/>
              </a:rPr>
              <a:t>रघुबर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पुर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जाई</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जहाँ</a:t>
            </a:r>
            <a:r>
              <a:rPr lang="en-IN" sz="4000" b="1" dirty="0">
                <a:solidFill>
                  <a:prstClr val="black"/>
                </a:solidFill>
                <a:latin typeface="Aparajita" pitchFamily="34" charset="0"/>
              </a:rPr>
              <a:t> </a:t>
            </a:r>
            <a:r>
              <a:rPr lang="en-IN" sz="4000" b="1" dirty="0" err="1">
                <a:solidFill>
                  <a:prstClr val="black"/>
                </a:solidFill>
                <a:latin typeface="Aparajita" pitchFamily="34" charset="0"/>
              </a:rPr>
              <a:t>जन्म</a:t>
            </a:r>
            <a:r>
              <a:rPr lang="en-IN" sz="4000" b="1" dirty="0">
                <a:solidFill>
                  <a:prstClr val="black"/>
                </a:solidFill>
                <a:latin typeface="Aparajita" pitchFamily="34" charset="0"/>
              </a:rPr>
              <a:t> </a:t>
            </a:r>
            <a:r>
              <a:rPr lang="en-IN" sz="4000" b="1" dirty="0" err="1">
                <a:solidFill>
                  <a:prstClr val="black"/>
                </a:solidFill>
                <a:latin typeface="Aparajita" pitchFamily="34" charset="0"/>
              </a:rPr>
              <a:t>हरिभक्त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कहाई</a:t>
            </a:r>
            <a:r>
              <a:rPr lang="en-IN" sz="4000" b="1" dirty="0">
                <a:solidFill>
                  <a:prstClr val="black"/>
                </a:solidFill>
                <a:latin typeface="Aparajita" pitchFamily="34" charset="0"/>
              </a:rPr>
              <a:t> ॥३४॥</a:t>
            </a:r>
          </a:p>
          <a:p>
            <a:pPr algn="ctr" defTabSz="914309"/>
            <a:endParaRPr lang="en-IN" sz="4000" b="1" dirty="0">
              <a:solidFill>
                <a:prstClr val="black"/>
              </a:solidFill>
              <a:latin typeface="Aparajita" pitchFamily="34" charset="0"/>
            </a:endParaRPr>
          </a:p>
          <a:p>
            <a:pPr algn="ctr" defTabSz="914309"/>
            <a:r>
              <a:rPr lang="en-US" sz="3600" b="1" dirty="0">
                <a:solidFill>
                  <a:prstClr val="black"/>
                </a:solidFill>
                <a:latin typeface="URW Palladio IT" pitchFamily="2" charset="0"/>
              </a:rPr>
              <a:t>Anta </a:t>
            </a:r>
            <a:r>
              <a:rPr lang="en-US" sz="3600" b="1" dirty="0" err="1">
                <a:solidFill>
                  <a:prstClr val="black"/>
                </a:solidFill>
                <a:latin typeface="URW Palladio IT" pitchFamily="2" charset="0"/>
              </a:rPr>
              <a:t>Käla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Raghubara</a:t>
            </a:r>
            <a:r>
              <a:rPr lang="en-US" sz="3600" b="1" dirty="0">
                <a:solidFill>
                  <a:prstClr val="black"/>
                </a:solidFill>
                <a:latin typeface="URW Palladio IT" pitchFamily="2" charset="0"/>
              </a:rPr>
              <a:t> Pura </a:t>
            </a:r>
            <a:r>
              <a:rPr lang="en-US" sz="3600" b="1" dirty="0" err="1">
                <a:solidFill>
                  <a:prstClr val="black"/>
                </a:solidFill>
                <a:latin typeface="URW Palladio IT" pitchFamily="2" charset="0"/>
              </a:rPr>
              <a:t>Jäé</a:t>
            </a:r>
            <a:r>
              <a:rPr lang="en-US" sz="3600" b="1" dirty="0">
                <a:solidFill>
                  <a:prstClr val="black"/>
                </a:solidFill>
                <a:latin typeface="URW Palladio IT" pitchFamily="2" charset="0"/>
              </a:rPr>
              <a:t> |</a:t>
            </a:r>
          </a:p>
          <a:p>
            <a:pPr algn="ctr" defTabSz="914309"/>
            <a:r>
              <a:rPr lang="en-US" sz="3600" b="1" dirty="0" err="1">
                <a:solidFill>
                  <a:prstClr val="black"/>
                </a:solidFill>
                <a:latin typeface="URW Palladio IT" pitchFamily="2" charset="0"/>
              </a:rPr>
              <a:t>Jahäð</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Janma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Haribhakta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Kahäé</a:t>
            </a:r>
            <a:r>
              <a:rPr lang="en-US" sz="3600" b="1" dirty="0">
                <a:solidFill>
                  <a:prstClr val="black"/>
                </a:solidFill>
                <a:latin typeface="URW Palladio IT" pitchFamily="2" charset="0"/>
              </a:rPr>
              <a:t> || - 34</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ಅಂತ</a:t>
            </a:r>
            <a:r>
              <a:rPr lang="en-US" sz="3600" b="1" dirty="0">
                <a:solidFill>
                  <a:prstClr val="black"/>
                </a:solidFill>
                <a:latin typeface="Calibri" pitchFamily="34" charset="0"/>
              </a:rPr>
              <a:t> </a:t>
            </a:r>
            <a:r>
              <a:rPr lang="en-US" sz="3600" b="1" dirty="0" err="1">
                <a:solidFill>
                  <a:prstClr val="black"/>
                </a:solidFill>
                <a:latin typeface="Calibri" pitchFamily="34" charset="0"/>
              </a:rPr>
              <a:t>ಕಾಲ</a:t>
            </a:r>
            <a:r>
              <a:rPr lang="en-US" sz="3600" b="1" dirty="0">
                <a:solidFill>
                  <a:prstClr val="black"/>
                </a:solidFill>
                <a:latin typeface="Calibri" pitchFamily="34" charset="0"/>
              </a:rPr>
              <a:t> </a:t>
            </a:r>
            <a:r>
              <a:rPr lang="en-US" sz="3600" b="1" dirty="0" err="1">
                <a:solidFill>
                  <a:prstClr val="black"/>
                </a:solidFill>
                <a:latin typeface="Calibri" pitchFamily="34" charset="0"/>
              </a:rPr>
              <a:t>ರಘುಬರ</a:t>
            </a:r>
            <a:r>
              <a:rPr lang="en-US" sz="3600" b="1" dirty="0">
                <a:solidFill>
                  <a:prstClr val="black"/>
                </a:solidFill>
                <a:latin typeface="Calibri" pitchFamily="34" charset="0"/>
              </a:rPr>
              <a:t> </a:t>
            </a:r>
            <a:r>
              <a:rPr lang="en-US" sz="3600" b="1" dirty="0" err="1">
                <a:solidFill>
                  <a:prstClr val="black"/>
                </a:solidFill>
                <a:latin typeface="Calibri" pitchFamily="34" charset="0"/>
              </a:rPr>
              <a:t>ಪುರ</a:t>
            </a:r>
            <a:r>
              <a:rPr lang="en-US" sz="3600" b="1" dirty="0">
                <a:solidFill>
                  <a:prstClr val="black"/>
                </a:solidFill>
                <a:latin typeface="Calibri" pitchFamily="34" charset="0"/>
              </a:rPr>
              <a:t> </a:t>
            </a:r>
            <a:r>
              <a:rPr lang="en-US" sz="3600" b="1" dirty="0" err="1">
                <a:solidFill>
                  <a:prstClr val="black"/>
                </a:solidFill>
                <a:latin typeface="Calibri" pitchFamily="34" charset="0"/>
              </a:rPr>
              <a:t>ಜಾಈ</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ಜಹಾ</a:t>
            </a:r>
            <a:r>
              <a:rPr lang="en-US" sz="3600" b="1" dirty="0">
                <a:solidFill>
                  <a:prstClr val="black"/>
                </a:solidFill>
                <a:latin typeface="Calibri" pitchFamily="34" charset="0"/>
              </a:rPr>
              <a:t> </a:t>
            </a:r>
            <a:r>
              <a:rPr lang="en-US" sz="3600" b="1" dirty="0" err="1">
                <a:solidFill>
                  <a:prstClr val="black"/>
                </a:solidFill>
                <a:latin typeface="Calibri" pitchFamily="34" charset="0"/>
              </a:rPr>
              <a:t>ಜ</a:t>
            </a:r>
            <a:r>
              <a:rPr lang="kn-IN" sz="3600" b="1" dirty="0" err="1">
                <a:solidFill>
                  <a:prstClr val="black"/>
                </a:solidFill>
                <a:latin typeface="Calibri" pitchFamily="34" charset="0"/>
                <a:ea typeface="Tunga" pitchFamily="2"/>
                <a:cs typeface="Tunga" pitchFamily="2"/>
              </a:rPr>
              <a:t>ನ್ಮ</a:t>
            </a:r>
            <a:r>
              <a:rPr lang="en-US" sz="3600" b="1" dirty="0">
                <a:solidFill>
                  <a:prstClr val="black"/>
                </a:solidFill>
                <a:latin typeface="Calibri" pitchFamily="34" charset="0"/>
              </a:rPr>
              <a:t> </a:t>
            </a:r>
            <a:r>
              <a:rPr lang="en-US" sz="3600" b="1" dirty="0" err="1">
                <a:solidFill>
                  <a:prstClr val="black"/>
                </a:solidFill>
                <a:latin typeface="Calibri" pitchFamily="34" charset="0"/>
              </a:rPr>
              <a:t>ಹರಿ</a:t>
            </a:r>
            <a:r>
              <a:rPr lang="en-US" sz="3600" b="1" dirty="0">
                <a:solidFill>
                  <a:prstClr val="black"/>
                </a:solidFill>
                <a:latin typeface="Calibri" pitchFamily="34" charset="0"/>
              </a:rPr>
              <a:t> </a:t>
            </a:r>
            <a:r>
              <a:rPr lang="en-US" sz="3600" b="1" dirty="0" err="1">
                <a:solidFill>
                  <a:prstClr val="black"/>
                </a:solidFill>
                <a:latin typeface="Calibri" pitchFamily="34" charset="0"/>
              </a:rPr>
              <a:t>ಭಕ್ತ</a:t>
            </a:r>
            <a:r>
              <a:rPr lang="en-US" sz="3600" b="1" dirty="0">
                <a:solidFill>
                  <a:prstClr val="black"/>
                </a:solidFill>
                <a:latin typeface="Calibri" pitchFamily="34" charset="0"/>
              </a:rPr>
              <a:t> </a:t>
            </a:r>
            <a:r>
              <a:rPr lang="en-US" sz="3600" b="1" dirty="0" err="1">
                <a:solidFill>
                  <a:prstClr val="black"/>
                </a:solidFill>
                <a:latin typeface="Calibri" pitchFamily="34" charset="0"/>
              </a:rPr>
              <a:t>ಕಹಾಈ</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೩೪</a:t>
            </a:r>
            <a:r>
              <a:rPr lang="en-US" sz="3600" b="1" dirty="0">
                <a:solidFill>
                  <a:prstClr val="black"/>
                </a:solidFill>
                <a:latin typeface="Calibri" pitchFamily="34" charset="0"/>
              </a:rPr>
              <a:t>॥</a:t>
            </a:r>
          </a:p>
          <a:p>
            <a:pPr algn="ctr" defTabSz="914309"/>
            <a:endParaRPr lang="en-US" sz="2399" b="1" dirty="0">
              <a:solidFill>
                <a:prstClr val="black"/>
              </a:solidFill>
              <a:latin typeface="Calibri" pitchFamily="34" charset="0"/>
            </a:endParaRPr>
          </a:p>
          <a:p>
            <a:pPr algn="ctr" defTabSz="914309"/>
            <a:r>
              <a:rPr lang="en-US" sz="2399" b="1" dirty="0">
                <a:solidFill>
                  <a:prstClr val="black"/>
                </a:solidFill>
                <a:latin typeface="Palatino Linotype" pitchFamily="18" charset="0"/>
              </a:rPr>
              <a:t>After death he enters the eternal abode of Sri Ram and remains a devotee of him, whenever, taking new birth on earth.</a:t>
            </a:r>
          </a:p>
          <a:p>
            <a:pPr algn="ctr" defTabSz="914309"/>
            <a:endParaRPr lang="en-IN" sz="800" b="1" dirty="0">
              <a:solidFill>
                <a:prstClr val="black"/>
              </a:solidFill>
              <a:latin typeface="Aparajita" pitchFamily="34" charset="0"/>
            </a:endParaRPr>
          </a:p>
          <a:p>
            <a:pPr algn="ctr" defTabSz="914309"/>
            <a:r>
              <a:rPr lang="en-IN" sz="1999" b="1" dirty="0">
                <a:solidFill>
                  <a:srgbClr val="00B050"/>
                </a:solidFill>
                <a:latin typeface="Sanskrit 99" pitchFamily="2" charset="0"/>
              </a:rPr>
              <a:t>   		</a:t>
            </a:r>
            <a:r>
              <a:rPr lang="en-US" sz="1999" dirty="0">
                <a:solidFill>
                  <a:prstClr val="black"/>
                </a:solidFill>
                <a:latin typeface="Calibri" pitchFamily="34" charset="0"/>
              </a:rPr>
              <a:t/>
            </a:r>
            <a:br>
              <a:rPr lang="en-US" sz="1999" dirty="0">
                <a:solidFill>
                  <a:prstClr val="black"/>
                </a:solidFill>
                <a:latin typeface="Calibri" pitchFamily="34" charset="0"/>
              </a:rPr>
            </a:br>
            <a:endParaRPr lang="en-US" sz="1999" dirty="0">
              <a:solidFill>
                <a:prstClr val="black"/>
              </a:solidFill>
              <a:latin typeface="Calibri" pitchFamily="34" charset="0"/>
            </a:endParaRPr>
          </a:p>
        </p:txBody>
      </p:sp>
    </p:spTree>
    <p:extLst>
      <p:ext uri="{BB962C8B-B14F-4D97-AF65-F5344CB8AC3E}">
        <p14:creationId xmlns:p14="http://schemas.microsoft.com/office/powerpoint/2010/main" val="4227959366"/>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1"/>
          <p:cNvSpPr>
            <a:spLocks noChangeArrowheads="1"/>
          </p:cNvSpPr>
          <p:nvPr/>
        </p:nvSpPr>
        <p:spPr bwMode="auto">
          <a:xfrm>
            <a:off x="1752726" y="99"/>
            <a:ext cx="8686549" cy="7324586"/>
          </a:xfrm>
          <a:prstGeom prst="rect">
            <a:avLst/>
          </a:prstGeom>
          <a:noFill/>
          <a:ln w="9525">
            <a:noFill/>
            <a:miter lim="800000"/>
            <a:headEnd/>
            <a:tailEnd/>
          </a:ln>
        </p:spPr>
        <p:txBody>
          <a:bodyPr>
            <a:spAutoFit/>
          </a:bodyPr>
          <a:lstStyle/>
          <a:p>
            <a:pPr algn="ctr" defTabSz="914309"/>
            <a:endParaRPr lang="en-IN" sz="14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और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देवता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चित्त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धरई</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हनुमत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सेइ</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सर्ब</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सुख</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करई</a:t>
            </a:r>
            <a:r>
              <a:rPr lang="en-IN" sz="4000" b="1" dirty="0">
                <a:solidFill>
                  <a:prstClr val="black"/>
                </a:solidFill>
                <a:latin typeface="Aparajita" pitchFamily="34" charset="0"/>
              </a:rPr>
              <a:t> ॥३५॥</a:t>
            </a:r>
          </a:p>
          <a:p>
            <a:pPr algn="ctr" defTabSz="914309"/>
            <a:endParaRPr lang="en-IN" sz="3600" b="1" dirty="0">
              <a:solidFill>
                <a:prstClr val="black"/>
              </a:solidFill>
              <a:latin typeface="Aparajita" pitchFamily="34" charset="0"/>
            </a:endParaRPr>
          </a:p>
          <a:p>
            <a:pPr algn="ctr" defTabSz="914309"/>
            <a:r>
              <a:rPr lang="en-US" sz="3600" b="1" dirty="0">
                <a:solidFill>
                  <a:prstClr val="black"/>
                </a:solidFill>
                <a:latin typeface="URW Palladio IT" pitchFamily="2" charset="0"/>
              </a:rPr>
              <a:t>Aura </a:t>
            </a:r>
            <a:r>
              <a:rPr lang="en-US" sz="3600" b="1" dirty="0" err="1">
                <a:solidFill>
                  <a:prstClr val="black"/>
                </a:solidFill>
                <a:latin typeface="URW Palladio IT" pitchFamily="2" charset="0"/>
              </a:rPr>
              <a:t>Devatä</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Citta</a:t>
            </a:r>
            <a:r>
              <a:rPr lang="en-US" sz="3600" b="1" dirty="0">
                <a:solidFill>
                  <a:prstClr val="black"/>
                </a:solidFill>
                <a:latin typeface="URW Palladio IT" pitchFamily="2" charset="0"/>
              </a:rPr>
              <a:t> Na </a:t>
            </a:r>
            <a:r>
              <a:rPr lang="en-US" sz="3600" b="1" dirty="0" err="1">
                <a:solidFill>
                  <a:prstClr val="black"/>
                </a:solidFill>
                <a:latin typeface="URW Palladio IT" pitchFamily="2" charset="0"/>
              </a:rPr>
              <a:t>Dharaé</a:t>
            </a:r>
            <a:r>
              <a:rPr lang="en-US" sz="3600" b="1" dirty="0">
                <a:solidFill>
                  <a:prstClr val="black"/>
                </a:solidFill>
                <a:latin typeface="URW Palladio IT" pitchFamily="2" charset="0"/>
              </a:rPr>
              <a:t> | </a:t>
            </a:r>
          </a:p>
          <a:p>
            <a:pPr algn="ctr" defTabSz="914309"/>
            <a:r>
              <a:rPr lang="en-US" sz="3600" b="1" dirty="0" err="1">
                <a:solidFill>
                  <a:prstClr val="black"/>
                </a:solidFill>
                <a:latin typeface="URW Palladio IT" pitchFamily="2" charset="0"/>
              </a:rPr>
              <a:t>Hanumata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Seé</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Sarba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Sukha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Karaé</a:t>
            </a:r>
            <a:r>
              <a:rPr lang="en-US" sz="3600" b="1" dirty="0">
                <a:solidFill>
                  <a:prstClr val="black"/>
                </a:solidFill>
                <a:latin typeface="URW Palladio IT" pitchFamily="2" charset="0"/>
              </a:rPr>
              <a:t> || - 35</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ಔರ</a:t>
            </a:r>
            <a:r>
              <a:rPr lang="en-US" sz="3600" b="1" dirty="0">
                <a:solidFill>
                  <a:prstClr val="black"/>
                </a:solidFill>
                <a:latin typeface="Calibri" pitchFamily="34" charset="0"/>
              </a:rPr>
              <a:t> </a:t>
            </a:r>
            <a:r>
              <a:rPr lang="en-US" sz="3600" b="1" dirty="0" err="1">
                <a:solidFill>
                  <a:prstClr val="black"/>
                </a:solidFill>
                <a:latin typeface="Calibri" pitchFamily="34" charset="0"/>
              </a:rPr>
              <a:t>ದೇವತಾ</a:t>
            </a:r>
            <a:r>
              <a:rPr lang="en-US" sz="3600" b="1" dirty="0">
                <a:solidFill>
                  <a:prstClr val="black"/>
                </a:solidFill>
                <a:latin typeface="Calibri" pitchFamily="34" charset="0"/>
              </a:rPr>
              <a:t> </a:t>
            </a:r>
            <a:r>
              <a:rPr lang="en-US" sz="3600" b="1" dirty="0" err="1">
                <a:solidFill>
                  <a:prstClr val="black"/>
                </a:solidFill>
                <a:latin typeface="Calibri" pitchFamily="34" charset="0"/>
              </a:rPr>
              <a:t>ಚಿತ್ತ</a:t>
            </a:r>
            <a:r>
              <a:rPr lang="en-US" sz="3600" b="1" dirty="0">
                <a:solidFill>
                  <a:prstClr val="black"/>
                </a:solidFill>
                <a:latin typeface="Calibri" pitchFamily="34" charset="0"/>
              </a:rPr>
              <a:t> </a:t>
            </a:r>
            <a:r>
              <a:rPr lang="en-US" sz="3600" b="1" dirty="0" err="1">
                <a:solidFill>
                  <a:prstClr val="black"/>
                </a:solidFill>
                <a:latin typeface="Calibri" pitchFamily="34" charset="0"/>
              </a:rPr>
              <a:t>ನ</a:t>
            </a:r>
            <a:r>
              <a:rPr lang="en-US" sz="3600" b="1" dirty="0">
                <a:solidFill>
                  <a:prstClr val="black"/>
                </a:solidFill>
                <a:latin typeface="Calibri" pitchFamily="34" charset="0"/>
              </a:rPr>
              <a:t> </a:t>
            </a:r>
            <a:r>
              <a:rPr lang="en-US" sz="3600" b="1" dirty="0" err="1">
                <a:solidFill>
                  <a:prstClr val="black"/>
                </a:solidFill>
                <a:latin typeface="Calibri" pitchFamily="34" charset="0"/>
              </a:rPr>
              <a:t>ಧರಈ</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ಹನುಮತ</a:t>
            </a:r>
            <a:r>
              <a:rPr lang="en-US" sz="3600" b="1" dirty="0">
                <a:solidFill>
                  <a:prstClr val="black"/>
                </a:solidFill>
                <a:latin typeface="Calibri" pitchFamily="34" charset="0"/>
              </a:rPr>
              <a:t> </a:t>
            </a:r>
            <a:r>
              <a:rPr lang="en-US" sz="3600" b="1" dirty="0" err="1">
                <a:solidFill>
                  <a:prstClr val="black"/>
                </a:solidFill>
                <a:latin typeface="Calibri" pitchFamily="34" charset="0"/>
              </a:rPr>
              <a:t>ಸೇಈ</a:t>
            </a:r>
            <a:r>
              <a:rPr lang="en-US" sz="3600" b="1" dirty="0">
                <a:solidFill>
                  <a:prstClr val="black"/>
                </a:solidFill>
                <a:latin typeface="Calibri" pitchFamily="34" charset="0"/>
              </a:rPr>
              <a:t> </a:t>
            </a:r>
            <a:r>
              <a:rPr lang="en-US" sz="3600" b="1" dirty="0" err="1">
                <a:solidFill>
                  <a:prstClr val="black"/>
                </a:solidFill>
                <a:latin typeface="Calibri" pitchFamily="34" charset="0"/>
              </a:rPr>
              <a:t>ಸರ್ಬ</a:t>
            </a:r>
            <a:r>
              <a:rPr lang="en-US" sz="3600" b="1" dirty="0">
                <a:solidFill>
                  <a:prstClr val="black"/>
                </a:solidFill>
                <a:latin typeface="Calibri" pitchFamily="34" charset="0"/>
              </a:rPr>
              <a:t> </a:t>
            </a:r>
            <a:r>
              <a:rPr lang="en-US" sz="3600" b="1" dirty="0" err="1">
                <a:solidFill>
                  <a:prstClr val="black"/>
                </a:solidFill>
                <a:latin typeface="Calibri" pitchFamily="34" charset="0"/>
              </a:rPr>
              <a:t>ಸುಖ</a:t>
            </a:r>
            <a:r>
              <a:rPr lang="en-US" sz="3600" b="1" dirty="0">
                <a:solidFill>
                  <a:prstClr val="black"/>
                </a:solidFill>
                <a:latin typeface="Calibri" pitchFamily="34" charset="0"/>
              </a:rPr>
              <a:t> </a:t>
            </a:r>
            <a:r>
              <a:rPr lang="en-US" sz="3600" b="1" dirty="0" err="1">
                <a:solidFill>
                  <a:prstClr val="black"/>
                </a:solidFill>
                <a:latin typeface="Calibri" pitchFamily="34" charset="0"/>
              </a:rPr>
              <a:t>ಕರಈ</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೩೫</a:t>
            </a:r>
            <a:r>
              <a:rPr lang="en-US" sz="3600" b="1" dirty="0">
                <a:solidFill>
                  <a:prstClr val="black"/>
                </a:solidFill>
                <a:latin typeface="Calibri" pitchFamily="34" charset="0"/>
              </a:rPr>
              <a:t>॥</a:t>
            </a:r>
          </a:p>
          <a:p>
            <a:pPr algn="ctr" defTabSz="914309"/>
            <a:endParaRPr lang="en-US" sz="4000" b="1" dirty="0">
              <a:solidFill>
                <a:prstClr val="black"/>
              </a:solidFill>
              <a:latin typeface="Calibri" pitchFamily="34" charset="0"/>
            </a:endParaRPr>
          </a:p>
          <a:p>
            <a:pPr algn="ctr" defTabSz="914309"/>
            <a:r>
              <a:rPr lang="en-US" sz="2399" b="1" dirty="0">
                <a:solidFill>
                  <a:prstClr val="black"/>
                </a:solidFill>
                <a:latin typeface="Palatino Linotype" pitchFamily="18" charset="0"/>
              </a:rPr>
              <a:t>You need not hold any other demigod in mind. </a:t>
            </a:r>
            <a:r>
              <a:rPr lang="en-US" sz="2399" b="1" dirty="0" err="1">
                <a:solidFill>
                  <a:prstClr val="black"/>
                </a:solidFill>
                <a:latin typeface="Palatino Linotype" pitchFamily="18" charset="0"/>
              </a:rPr>
              <a:t>Hanumanji</a:t>
            </a:r>
            <a:r>
              <a:rPr lang="en-US" sz="2399" b="1" dirty="0">
                <a:solidFill>
                  <a:prstClr val="black"/>
                </a:solidFill>
                <a:latin typeface="Palatino Linotype" pitchFamily="18" charset="0"/>
              </a:rPr>
              <a:t> alone will give all happiness.</a:t>
            </a:r>
          </a:p>
          <a:p>
            <a:pPr algn="ctr" defTabSz="914309"/>
            <a:r>
              <a:rPr lang="en-US" sz="3600" b="1" dirty="0">
                <a:solidFill>
                  <a:prstClr val="black"/>
                </a:solidFill>
                <a:latin typeface="Palatino Linotype" pitchFamily="18" charset="0"/>
              </a:rPr>
              <a:t>		</a:t>
            </a:r>
            <a:endParaRPr lang="en-US" sz="3600" dirty="0">
              <a:solidFill>
                <a:prstClr val="black"/>
              </a:solidFill>
              <a:latin typeface="Calibri" pitchFamily="34" charset="0"/>
            </a:endParaRPr>
          </a:p>
        </p:txBody>
      </p:sp>
    </p:spTree>
    <p:extLst>
      <p:ext uri="{BB962C8B-B14F-4D97-AF65-F5344CB8AC3E}">
        <p14:creationId xmlns:p14="http://schemas.microsoft.com/office/powerpoint/2010/main" val="3997812109"/>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1"/>
          <p:cNvSpPr>
            <a:spLocks noChangeArrowheads="1"/>
          </p:cNvSpPr>
          <p:nvPr/>
        </p:nvSpPr>
        <p:spPr bwMode="auto">
          <a:xfrm>
            <a:off x="1828924" y="-76097"/>
            <a:ext cx="8610351" cy="7662923"/>
          </a:xfrm>
          <a:prstGeom prst="rect">
            <a:avLst/>
          </a:prstGeom>
          <a:noFill/>
          <a:ln w="9525">
            <a:noFill/>
            <a:miter lim="800000"/>
            <a:headEnd/>
            <a:tailEnd/>
          </a:ln>
        </p:spPr>
        <p:txBody>
          <a:bodyPr>
            <a:spAutoFit/>
          </a:bodyPr>
          <a:lstStyle/>
          <a:p>
            <a:pPr algn="ctr" defTabSz="914309"/>
            <a:endParaRPr lang="en-IN" sz="14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सङ्कट</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कटै</a:t>
            </a:r>
            <a:r>
              <a:rPr lang="en-IN" sz="4000" b="1" dirty="0">
                <a:solidFill>
                  <a:prstClr val="black"/>
                </a:solidFill>
                <a:latin typeface="Aparajita" pitchFamily="34" charset="0"/>
              </a:rPr>
              <a:t> </a:t>
            </a:r>
            <a:r>
              <a:rPr lang="en-IN" sz="4000" b="1" dirty="0" err="1">
                <a:solidFill>
                  <a:prstClr val="black"/>
                </a:solidFill>
                <a:latin typeface="Aparajita" pitchFamily="34" charset="0"/>
              </a:rPr>
              <a:t>मिटै</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सब</a:t>
            </a:r>
            <a:r>
              <a:rPr lang="en-IN" sz="4000" b="1" dirty="0">
                <a:solidFill>
                  <a:prstClr val="black"/>
                </a:solidFill>
                <a:latin typeface="Aparajita" pitchFamily="34" charset="0"/>
              </a:rPr>
              <a:t> </a:t>
            </a:r>
            <a:r>
              <a:rPr lang="en-IN" sz="4000" b="1" dirty="0" err="1">
                <a:solidFill>
                  <a:prstClr val="black"/>
                </a:solidFill>
                <a:latin typeface="Aparajita" pitchFamily="34" charset="0"/>
              </a:rPr>
              <a:t>पीरा</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जो</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सुमिरै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हनुमत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बलबीरा</a:t>
            </a:r>
            <a:r>
              <a:rPr lang="en-IN" sz="4000" b="1" dirty="0">
                <a:solidFill>
                  <a:prstClr val="black"/>
                </a:solidFill>
                <a:latin typeface="Aparajita" pitchFamily="34" charset="0"/>
              </a:rPr>
              <a:t> ॥३६॥</a:t>
            </a:r>
          </a:p>
          <a:p>
            <a:pPr algn="ctr" defTabSz="914309"/>
            <a:endParaRPr lang="en-IN" sz="4000" b="1" dirty="0">
              <a:solidFill>
                <a:prstClr val="black"/>
              </a:solidFill>
              <a:latin typeface="Aparajita" pitchFamily="34" charset="0"/>
            </a:endParaRPr>
          </a:p>
          <a:p>
            <a:pPr algn="ctr" defTabSz="914309"/>
            <a:r>
              <a:rPr lang="en-US" sz="3600" b="1" dirty="0" err="1">
                <a:solidFill>
                  <a:prstClr val="black"/>
                </a:solidFill>
                <a:latin typeface="URW Palladio IT" pitchFamily="2" charset="0"/>
              </a:rPr>
              <a:t>Saìkaöa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Kaöai</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Miöai</a:t>
            </a:r>
            <a:r>
              <a:rPr lang="en-US" sz="3600" b="1" dirty="0">
                <a:solidFill>
                  <a:prstClr val="black"/>
                </a:solidFill>
                <a:latin typeface="URW Palladio IT" pitchFamily="2" charset="0"/>
              </a:rPr>
              <a:t> Saba </a:t>
            </a:r>
            <a:r>
              <a:rPr lang="en-US" sz="3600" b="1" dirty="0" err="1">
                <a:solidFill>
                  <a:prstClr val="black"/>
                </a:solidFill>
                <a:latin typeface="URW Palladio IT" pitchFamily="2" charset="0"/>
              </a:rPr>
              <a:t>Pérä</a:t>
            </a:r>
            <a:r>
              <a:rPr lang="en-US" sz="3600" b="1" dirty="0">
                <a:solidFill>
                  <a:prstClr val="black"/>
                </a:solidFill>
                <a:latin typeface="URW Palladio IT" pitchFamily="2" charset="0"/>
              </a:rPr>
              <a:t> | </a:t>
            </a:r>
          </a:p>
          <a:p>
            <a:pPr algn="ctr" defTabSz="914309"/>
            <a:r>
              <a:rPr lang="en-US" sz="3600" b="1" dirty="0">
                <a:solidFill>
                  <a:prstClr val="black"/>
                </a:solidFill>
                <a:latin typeface="URW Palladio IT" pitchFamily="2" charset="0"/>
              </a:rPr>
              <a:t>Jo </a:t>
            </a:r>
            <a:r>
              <a:rPr lang="en-US" sz="3600" b="1" dirty="0" err="1">
                <a:solidFill>
                  <a:prstClr val="black"/>
                </a:solidFill>
                <a:latin typeface="URW Palladio IT" pitchFamily="2" charset="0"/>
              </a:rPr>
              <a:t>Sumirai</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Hanumata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Balabérä</a:t>
            </a:r>
            <a:r>
              <a:rPr lang="en-US" sz="3600" b="1" dirty="0">
                <a:solidFill>
                  <a:prstClr val="black"/>
                </a:solidFill>
                <a:latin typeface="URW Palladio IT" pitchFamily="2" charset="0"/>
              </a:rPr>
              <a:t> || - 36</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ಸಂಕಟ</a:t>
            </a:r>
            <a:r>
              <a:rPr lang="en-US" sz="3600" b="1" dirty="0">
                <a:solidFill>
                  <a:prstClr val="black"/>
                </a:solidFill>
                <a:latin typeface="Calibri" pitchFamily="34" charset="0"/>
              </a:rPr>
              <a:t> </a:t>
            </a:r>
            <a:r>
              <a:rPr lang="en-US" sz="3600" b="1" dirty="0" err="1">
                <a:solidFill>
                  <a:prstClr val="black"/>
                </a:solidFill>
                <a:latin typeface="Calibri" pitchFamily="34" charset="0"/>
              </a:rPr>
              <a:t>ಕಟೈ</a:t>
            </a:r>
            <a:r>
              <a:rPr lang="en-US" sz="3600" b="1" dirty="0">
                <a:solidFill>
                  <a:prstClr val="black"/>
                </a:solidFill>
                <a:latin typeface="Calibri" pitchFamily="34" charset="0"/>
              </a:rPr>
              <a:t> </a:t>
            </a:r>
            <a:r>
              <a:rPr lang="en-US" sz="3600" b="1" dirty="0" err="1">
                <a:solidFill>
                  <a:prstClr val="black"/>
                </a:solidFill>
                <a:latin typeface="Calibri" pitchFamily="34" charset="0"/>
              </a:rPr>
              <a:t>ಮಿಟೈ</a:t>
            </a:r>
            <a:r>
              <a:rPr lang="en-US" sz="3600" b="1" dirty="0">
                <a:solidFill>
                  <a:prstClr val="black"/>
                </a:solidFill>
                <a:latin typeface="Calibri" pitchFamily="34" charset="0"/>
              </a:rPr>
              <a:t> </a:t>
            </a:r>
            <a:r>
              <a:rPr lang="en-US" sz="3600" b="1" dirty="0" err="1">
                <a:solidFill>
                  <a:prstClr val="black"/>
                </a:solidFill>
                <a:latin typeface="Calibri" pitchFamily="34" charset="0"/>
              </a:rPr>
              <a:t>ಸಬ</a:t>
            </a:r>
            <a:r>
              <a:rPr lang="en-US" sz="3600" b="1" dirty="0">
                <a:solidFill>
                  <a:prstClr val="black"/>
                </a:solidFill>
                <a:latin typeface="Calibri" pitchFamily="34" charset="0"/>
              </a:rPr>
              <a:t> </a:t>
            </a:r>
            <a:r>
              <a:rPr lang="en-US" sz="3600" b="1" dirty="0" err="1">
                <a:solidFill>
                  <a:prstClr val="black"/>
                </a:solidFill>
                <a:latin typeface="Calibri" pitchFamily="34" charset="0"/>
              </a:rPr>
              <a:t>ಪೀರಾ</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ಜೋ</a:t>
            </a:r>
            <a:r>
              <a:rPr lang="en-US" sz="3600" b="1" dirty="0">
                <a:solidFill>
                  <a:prstClr val="black"/>
                </a:solidFill>
                <a:latin typeface="Calibri" pitchFamily="34" charset="0"/>
              </a:rPr>
              <a:t> </a:t>
            </a:r>
            <a:r>
              <a:rPr lang="en-US" sz="3600" b="1" dirty="0" err="1">
                <a:solidFill>
                  <a:prstClr val="black"/>
                </a:solidFill>
                <a:latin typeface="Calibri" pitchFamily="34" charset="0"/>
              </a:rPr>
              <a:t>ಸುಮಿರೈ</a:t>
            </a:r>
            <a:r>
              <a:rPr lang="en-US" sz="3600" b="1" dirty="0">
                <a:solidFill>
                  <a:prstClr val="black"/>
                </a:solidFill>
                <a:latin typeface="Calibri" pitchFamily="34" charset="0"/>
              </a:rPr>
              <a:t> </a:t>
            </a:r>
            <a:r>
              <a:rPr lang="kn-IN" sz="3600" b="1" dirty="0" err="1">
                <a:solidFill>
                  <a:prstClr val="black"/>
                </a:solidFill>
                <a:latin typeface="Calibri" pitchFamily="34" charset="0"/>
                <a:ea typeface="Tunga" pitchFamily="2"/>
                <a:cs typeface="Tunga" pitchFamily="2"/>
              </a:rPr>
              <a:t>ಹನುಮತ್</a:t>
            </a:r>
            <a:r>
              <a:rPr lang="kn-IN" sz="3600" b="1" dirty="0">
                <a:solidFill>
                  <a:prstClr val="black"/>
                </a:solidFill>
                <a:latin typeface="Calibri" pitchFamily="34" charset="0"/>
                <a:ea typeface="Tunga" pitchFamily="2"/>
                <a:cs typeface="Tunga" pitchFamily="2"/>
              </a:rPr>
              <a:t> </a:t>
            </a:r>
            <a:r>
              <a:rPr lang="en-US" sz="3600" b="1" dirty="0" err="1">
                <a:solidFill>
                  <a:prstClr val="black"/>
                </a:solidFill>
                <a:latin typeface="Calibri" pitchFamily="34" charset="0"/>
              </a:rPr>
              <a:t>ಬಲಬೀರಾ</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೩೬</a:t>
            </a:r>
            <a:r>
              <a:rPr lang="en-US" sz="3600" b="1" dirty="0">
                <a:solidFill>
                  <a:prstClr val="black"/>
                </a:solidFill>
                <a:latin typeface="Calibri" pitchFamily="34" charset="0"/>
              </a:rPr>
              <a:t>॥</a:t>
            </a:r>
          </a:p>
          <a:p>
            <a:pPr algn="ctr" defTabSz="914309"/>
            <a:endParaRPr lang="en-US" sz="4000" b="1" dirty="0">
              <a:solidFill>
                <a:prstClr val="black"/>
              </a:solidFill>
              <a:latin typeface="Calibri" pitchFamily="34" charset="0"/>
            </a:endParaRPr>
          </a:p>
          <a:p>
            <a:pPr algn="ctr" defTabSz="914309"/>
            <a:r>
              <a:rPr lang="en-US" sz="2399" b="1" dirty="0">
                <a:solidFill>
                  <a:prstClr val="black"/>
                </a:solidFill>
                <a:latin typeface="Palatino Linotype" pitchFamily="18" charset="0"/>
              </a:rPr>
              <a:t>Oh Powerful </a:t>
            </a:r>
            <a:r>
              <a:rPr lang="en-US" sz="2399" b="1" dirty="0" err="1">
                <a:solidFill>
                  <a:prstClr val="black"/>
                </a:solidFill>
                <a:latin typeface="Palatino Linotype" pitchFamily="18" charset="0"/>
              </a:rPr>
              <a:t>Hanumanji</a:t>
            </a:r>
            <a:r>
              <a:rPr lang="en-US" sz="2399" b="1" dirty="0">
                <a:solidFill>
                  <a:prstClr val="black"/>
                </a:solidFill>
                <a:latin typeface="Palatino Linotype" pitchFamily="18" charset="0"/>
              </a:rPr>
              <a:t>! You end the sufferings and remove all the pain from those who remember you.</a:t>
            </a:r>
          </a:p>
          <a:p>
            <a:pPr algn="ctr" defTabSz="914309"/>
            <a:r>
              <a:rPr lang="en-US" sz="1799" dirty="0">
                <a:solidFill>
                  <a:prstClr val="black"/>
                </a:solidFill>
                <a:latin typeface="Calibri" pitchFamily="34" charset="0"/>
              </a:rPr>
              <a:t/>
            </a:r>
            <a:br>
              <a:rPr lang="en-US" sz="1799" dirty="0">
                <a:solidFill>
                  <a:prstClr val="black"/>
                </a:solidFill>
                <a:latin typeface="Calibri" pitchFamily="34" charset="0"/>
              </a:rPr>
            </a:br>
            <a:r>
              <a:rPr lang="en-US" sz="1799" dirty="0">
                <a:solidFill>
                  <a:prstClr val="black"/>
                </a:solidFill>
                <a:latin typeface="Calibri" pitchFamily="34" charset="0"/>
              </a:rPr>
              <a:t/>
            </a:r>
            <a:br>
              <a:rPr lang="en-US" sz="1799" dirty="0">
                <a:solidFill>
                  <a:prstClr val="black"/>
                </a:solidFill>
                <a:latin typeface="Calibri" pitchFamily="34" charset="0"/>
              </a:rPr>
            </a:br>
            <a:endParaRPr lang="en-US" sz="1799" dirty="0">
              <a:solidFill>
                <a:prstClr val="black"/>
              </a:solidFill>
              <a:latin typeface="Calibri" pitchFamily="34" charset="0"/>
            </a:endParaRPr>
          </a:p>
        </p:txBody>
      </p:sp>
    </p:spTree>
    <p:extLst>
      <p:ext uri="{BB962C8B-B14F-4D97-AF65-F5344CB8AC3E}">
        <p14:creationId xmlns:p14="http://schemas.microsoft.com/office/powerpoint/2010/main" val="3095797911"/>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1"/>
          <p:cNvSpPr>
            <a:spLocks noChangeArrowheads="1"/>
          </p:cNvSpPr>
          <p:nvPr/>
        </p:nvSpPr>
        <p:spPr bwMode="auto">
          <a:xfrm>
            <a:off x="1752726" y="76312"/>
            <a:ext cx="8686549" cy="7817028"/>
          </a:xfrm>
          <a:prstGeom prst="rect">
            <a:avLst/>
          </a:prstGeom>
          <a:noFill/>
          <a:ln w="9525">
            <a:noFill/>
            <a:miter lim="800000"/>
            <a:headEnd/>
            <a:tailEnd/>
          </a:ln>
        </p:spPr>
        <p:txBody>
          <a:bodyPr>
            <a:spAutoFit/>
          </a:bodyPr>
          <a:lstStyle/>
          <a:p>
            <a:pPr algn="ctr" defTabSz="914309"/>
            <a:endParaRPr lang="en-IN" sz="14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जय</a:t>
            </a:r>
            <a:r>
              <a:rPr lang="en-IN" sz="4000" b="1" dirty="0">
                <a:solidFill>
                  <a:prstClr val="black"/>
                </a:solidFill>
                <a:latin typeface="Aparajita" pitchFamily="34" charset="0"/>
              </a:rPr>
              <a:t> </a:t>
            </a:r>
            <a:r>
              <a:rPr lang="en-IN" sz="4000" b="1" dirty="0" err="1">
                <a:solidFill>
                  <a:prstClr val="black"/>
                </a:solidFill>
                <a:latin typeface="Aparajita" pitchFamily="34" charset="0"/>
              </a:rPr>
              <a:t>जय</a:t>
            </a:r>
            <a:r>
              <a:rPr lang="en-IN" sz="4000" b="1" dirty="0">
                <a:solidFill>
                  <a:prstClr val="black"/>
                </a:solidFill>
                <a:latin typeface="Aparajita" pitchFamily="34" charset="0"/>
              </a:rPr>
              <a:t> </a:t>
            </a:r>
            <a:r>
              <a:rPr lang="en-IN" sz="4000" b="1" dirty="0" err="1">
                <a:solidFill>
                  <a:prstClr val="black"/>
                </a:solidFill>
                <a:latin typeface="Aparajita" pitchFamily="34" charset="0"/>
              </a:rPr>
              <a:t>जय</a:t>
            </a:r>
            <a:r>
              <a:rPr lang="en-IN" sz="4000" b="1" dirty="0">
                <a:solidFill>
                  <a:prstClr val="black"/>
                </a:solidFill>
                <a:latin typeface="Aparajita" pitchFamily="34" charset="0"/>
              </a:rPr>
              <a:t> </a:t>
            </a:r>
            <a:r>
              <a:rPr lang="en-IN" sz="4000" b="1" dirty="0" err="1">
                <a:solidFill>
                  <a:prstClr val="black"/>
                </a:solidFill>
                <a:latin typeface="Aparajita" pitchFamily="34" charset="0"/>
              </a:rPr>
              <a:t>हनुमान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गोसाईं</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कृपा</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करहु</a:t>
            </a:r>
            <a:r>
              <a:rPr lang="en-IN" sz="4000" b="1" dirty="0">
                <a:solidFill>
                  <a:prstClr val="black"/>
                </a:solidFill>
                <a:latin typeface="Aparajita" pitchFamily="34" charset="0"/>
              </a:rPr>
              <a:t> </a:t>
            </a:r>
            <a:r>
              <a:rPr lang="en-IN" sz="4000" b="1" dirty="0" err="1">
                <a:solidFill>
                  <a:prstClr val="black"/>
                </a:solidFill>
                <a:latin typeface="Aparajita" pitchFamily="34" charset="0"/>
              </a:rPr>
              <a:t>गुरुदेव</a:t>
            </a:r>
            <a:r>
              <a:rPr lang="en-IN" sz="4000" b="1" dirty="0">
                <a:solidFill>
                  <a:prstClr val="black"/>
                </a:solidFill>
                <a:latin typeface="Aparajita" pitchFamily="34" charset="0"/>
              </a:rPr>
              <a:t> </a:t>
            </a:r>
            <a:r>
              <a:rPr lang="en-IN" sz="4000" b="1" dirty="0" err="1">
                <a:solidFill>
                  <a:prstClr val="black"/>
                </a:solidFill>
                <a:latin typeface="Aparajita" pitchFamily="34" charset="0"/>
              </a:rPr>
              <a:t>की</a:t>
            </a:r>
            <a:r>
              <a:rPr lang="en-IN" sz="4000" b="1" dirty="0">
                <a:solidFill>
                  <a:prstClr val="black"/>
                </a:solidFill>
                <a:latin typeface="Aparajita" pitchFamily="34" charset="0"/>
              </a:rPr>
              <a:t> </a:t>
            </a:r>
            <a:r>
              <a:rPr lang="en-IN" sz="4000" b="1" dirty="0" err="1">
                <a:solidFill>
                  <a:prstClr val="black"/>
                </a:solidFill>
                <a:latin typeface="Aparajita" pitchFamily="34" charset="0"/>
              </a:rPr>
              <a:t>नाईं</a:t>
            </a:r>
            <a:r>
              <a:rPr lang="en-IN" sz="4000" b="1" dirty="0">
                <a:solidFill>
                  <a:prstClr val="black"/>
                </a:solidFill>
                <a:latin typeface="Aparajita" pitchFamily="34" charset="0"/>
              </a:rPr>
              <a:t> ॥३७॥</a:t>
            </a:r>
          </a:p>
          <a:p>
            <a:pPr algn="ctr" defTabSz="914309"/>
            <a:endParaRPr lang="en-IN" sz="4000" b="1" dirty="0">
              <a:solidFill>
                <a:prstClr val="black"/>
              </a:solidFill>
              <a:latin typeface="Aparajita" pitchFamily="34" charset="0"/>
            </a:endParaRPr>
          </a:p>
          <a:p>
            <a:pPr algn="ctr" defTabSz="914309"/>
            <a:r>
              <a:rPr lang="en-US" sz="3600" b="1" dirty="0">
                <a:solidFill>
                  <a:prstClr val="black"/>
                </a:solidFill>
                <a:latin typeface="URW Palladio IT" pitchFamily="2" charset="0"/>
              </a:rPr>
              <a:t>Jaya Jaya Jaya </a:t>
            </a:r>
            <a:r>
              <a:rPr lang="en-US" sz="3600" b="1" dirty="0" err="1">
                <a:solidFill>
                  <a:prstClr val="black"/>
                </a:solidFill>
                <a:latin typeface="URW Palladio IT" pitchFamily="2" charset="0"/>
              </a:rPr>
              <a:t>Hanumäna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Gosäéà</a:t>
            </a:r>
            <a:r>
              <a:rPr lang="en-US" sz="3600" b="1" dirty="0">
                <a:solidFill>
                  <a:prstClr val="black"/>
                </a:solidFill>
                <a:latin typeface="URW Palladio IT" pitchFamily="2" charset="0"/>
              </a:rPr>
              <a:t> | </a:t>
            </a:r>
          </a:p>
          <a:p>
            <a:pPr algn="ctr" defTabSz="914309"/>
            <a:r>
              <a:rPr lang="en-US" sz="3600" b="1" dirty="0" err="1">
                <a:solidFill>
                  <a:prstClr val="black"/>
                </a:solidFill>
                <a:latin typeface="URW Palladio IT" pitchFamily="2" charset="0"/>
              </a:rPr>
              <a:t>Kåpä</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Karahu</a:t>
            </a:r>
            <a:r>
              <a:rPr lang="en-US" sz="3600" b="1" dirty="0">
                <a:solidFill>
                  <a:prstClr val="black"/>
                </a:solidFill>
                <a:latin typeface="URW Palladio IT" pitchFamily="2" charset="0"/>
              </a:rPr>
              <a:t> Guru Deva </a:t>
            </a:r>
            <a:r>
              <a:rPr lang="en-US" sz="3600" b="1" dirty="0" err="1">
                <a:solidFill>
                  <a:prstClr val="black"/>
                </a:solidFill>
                <a:latin typeface="URW Palladio IT" pitchFamily="2" charset="0"/>
              </a:rPr>
              <a:t>Ké</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Näéà</a:t>
            </a:r>
            <a:r>
              <a:rPr lang="en-US" sz="3600" b="1" dirty="0">
                <a:solidFill>
                  <a:prstClr val="black"/>
                </a:solidFill>
                <a:latin typeface="URW Palladio IT" pitchFamily="2" charset="0"/>
              </a:rPr>
              <a:t> || - 37</a:t>
            </a:r>
          </a:p>
          <a:p>
            <a:pPr algn="ctr" defTabSz="914309"/>
            <a:r>
              <a:rPr lang="en-US" sz="3600" b="1" dirty="0" err="1">
                <a:solidFill>
                  <a:prstClr val="black"/>
                </a:solidFill>
                <a:latin typeface="Calibri" pitchFamily="34" charset="0"/>
              </a:rPr>
              <a:t>ಜಯ</a:t>
            </a:r>
            <a:r>
              <a:rPr lang="en-US" sz="3600" b="1" dirty="0">
                <a:solidFill>
                  <a:prstClr val="black"/>
                </a:solidFill>
                <a:latin typeface="Calibri" pitchFamily="34" charset="0"/>
              </a:rPr>
              <a:t> </a:t>
            </a:r>
            <a:r>
              <a:rPr lang="en-US" sz="3600" b="1" dirty="0" err="1">
                <a:solidFill>
                  <a:prstClr val="black"/>
                </a:solidFill>
                <a:latin typeface="Calibri" pitchFamily="34" charset="0"/>
              </a:rPr>
              <a:t>ಜಯ</a:t>
            </a:r>
            <a:r>
              <a:rPr lang="en-US" sz="3600" b="1" dirty="0">
                <a:solidFill>
                  <a:prstClr val="black"/>
                </a:solidFill>
                <a:latin typeface="Calibri" pitchFamily="34" charset="0"/>
              </a:rPr>
              <a:t> </a:t>
            </a:r>
            <a:r>
              <a:rPr lang="en-US" sz="3600" b="1" dirty="0" err="1">
                <a:solidFill>
                  <a:prstClr val="black"/>
                </a:solidFill>
                <a:latin typeface="Calibri" pitchFamily="34" charset="0"/>
              </a:rPr>
              <a:t>ಜಯ</a:t>
            </a:r>
            <a:r>
              <a:rPr lang="en-US" sz="3600" b="1" dirty="0">
                <a:solidFill>
                  <a:prstClr val="black"/>
                </a:solidFill>
                <a:latin typeface="Calibri" pitchFamily="34" charset="0"/>
              </a:rPr>
              <a:t> </a:t>
            </a:r>
            <a:r>
              <a:rPr lang="en-US" sz="3600" b="1" dirty="0" err="1">
                <a:solidFill>
                  <a:prstClr val="black"/>
                </a:solidFill>
                <a:latin typeface="Calibri" pitchFamily="34" charset="0"/>
              </a:rPr>
              <a:t>ಹನುಮಾನ</a:t>
            </a:r>
            <a:r>
              <a:rPr lang="en-US" sz="3600" b="1" dirty="0">
                <a:solidFill>
                  <a:prstClr val="black"/>
                </a:solidFill>
                <a:latin typeface="Calibri" pitchFamily="34" charset="0"/>
              </a:rPr>
              <a:t> </a:t>
            </a:r>
            <a:r>
              <a:rPr lang="en-US" sz="3600" b="1" dirty="0" err="1">
                <a:solidFill>
                  <a:prstClr val="black"/>
                </a:solidFill>
                <a:latin typeface="Calibri" pitchFamily="34" charset="0"/>
              </a:rPr>
              <a:t>ಗೋಸಾಈ</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ಕೃಪಾ</a:t>
            </a:r>
            <a:r>
              <a:rPr lang="en-US" sz="3600" b="1" dirty="0">
                <a:solidFill>
                  <a:prstClr val="black"/>
                </a:solidFill>
                <a:latin typeface="Calibri" pitchFamily="34" charset="0"/>
              </a:rPr>
              <a:t> </a:t>
            </a:r>
            <a:r>
              <a:rPr lang="en-US" sz="3600" b="1" dirty="0" err="1">
                <a:solidFill>
                  <a:prstClr val="black"/>
                </a:solidFill>
                <a:latin typeface="Calibri" pitchFamily="34" charset="0"/>
              </a:rPr>
              <a:t>ಕರ</a:t>
            </a:r>
            <a:r>
              <a:rPr lang="kn-IN" sz="3600" b="1" dirty="0" err="1">
                <a:solidFill>
                  <a:prstClr val="black"/>
                </a:solidFill>
                <a:latin typeface="Calibri" pitchFamily="34" charset="0"/>
                <a:ea typeface="Tunga" pitchFamily="2"/>
                <a:cs typeface="Tunga" pitchFamily="2"/>
              </a:rPr>
              <a:t>ಹು</a:t>
            </a:r>
            <a:r>
              <a:rPr lang="en-US" sz="3600" b="1" dirty="0">
                <a:solidFill>
                  <a:prstClr val="black"/>
                </a:solidFill>
                <a:latin typeface="Calibri" pitchFamily="34" charset="0"/>
              </a:rPr>
              <a:t> </a:t>
            </a:r>
            <a:r>
              <a:rPr lang="en-US" sz="3600" b="1" dirty="0" err="1">
                <a:solidFill>
                  <a:prstClr val="black"/>
                </a:solidFill>
                <a:latin typeface="Calibri" pitchFamily="34" charset="0"/>
              </a:rPr>
              <a:t>ಗು</a:t>
            </a:r>
            <a:r>
              <a:rPr lang="kn-IN" sz="3600" b="1" dirty="0" err="1">
                <a:solidFill>
                  <a:prstClr val="black"/>
                </a:solidFill>
                <a:latin typeface="Calibri" pitchFamily="34" charset="0"/>
                <a:ea typeface="Tunga" pitchFamily="2"/>
                <a:cs typeface="Tunga" pitchFamily="2"/>
              </a:rPr>
              <a:t>ರು</a:t>
            </a:r>
            <a:r>
              <a:rPr lang="en-US" sz="3600" b="1" dirty="0" err="1">
                <a:solidFill>
                  <a:prstClr val="black"/>
                </a:solidFill>
                <a:latin typeface="Calibri" pitchFamily="34" charset="0"/>
              </a:rPr>
              <a:t>ದೇವ</a:t>
            </a:r>
            <a:r>
              <a:rPr lang="en-US" sz="3600" b="1" dirty="0">
                <a:solidFill>
                  <a:prstClr val="black"/>
                </a:solidFill>
                <a:latin typeface="Calibri" pitchFamily="34" charset="0"/>
              </a:rPr>
              <a:t> </a:t>
            </a:r>
            <a:r>
              <a:rPr lang="en-US" sz="3600" b="1" dirty="0" err="1">
                <a:solidFill>
                  <a:prstClr val="black"/>
                </a:solidFill>
                <a:latin typeface="Calibri" pitchFamily="34" charset="0"/>
              </a:rPr>
              <a:t>ಕೀ</a:t>
            </a:r>
            <a:r>
              <a:rPr lang="en-US" sz="3600" b="1" dirty="0">
                <a:solidFill>
                  <a:prstClr val="black"/>
                </a:solidFill>
                <a:latin typeface="Calibri" pitchFamily="34" charset="0"/>
              </a:rPr>
              <a:t> </a:t>
            </a:r>
            <a:r>
              <a:rPr lang="en-US" sz="3600" b="1" dirty="0" err="1">
                <a:solidFill>
                  <a:prstClr val="black"/>
                </a:solidFill>
                <a:latin typeface="Calibri" pitchFamily="34" charset="0"/>
              </a:rPr>
              <a:t>ನಾಈ</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೩೭</a:t>
            </a:r>
            <a:r>
              <a:rPr lang="en-US" sz="3600" b="1" dirty="0">
                <a:solidFill>
                  <a:prstClr val="black"/>
                </a:solidFill>
                <a:latin typeface="Calibri" pitchFamily="34" charset="0"/>
              </a:rPr>
              <a:t>॥</a:t>
            </a:r>
          </a:p>
          <a:p>
            <a:pPr algn="ctr" defTabSz="914309"/>
            <a:endParaRPr lang="en-US" sz="4000" b="1" dirty="0">
              <a:solidFill>
                <a:prstClr val="black"/>
              </a:solidFill>
              <a:latin typeface="Calibri" pitchFamily="34" charset="0"/>
            </a:endParaRPr>
          </a:p>
          <a:p>
            <a:pPr algn="ctr" defTabSz="914309"/>
            <a:r>
              <a:rPr lang="en-US" sz="2399" b="1" dirty="0">
                <a:solidFill>
                  <a:prstClr val="black"/>
                </a:solidFill>
                <a:latin typeface="Palatino Linotype" pitchFamily="18" charset="0"/>
              </a:rPr>
              <a:t>Hail-Hail-Hail-Lord </a:t>
            </a:r>
            <a:r>
              <a:rPr lang="en-US" sz="2399" b="1" dirty="0" err="1">
                <a:solidFill>
                  <a:prstClr val="black"/>
                </a:solidFill>
                <a:latin typeface="Palatino Linotype" pitchFamily="18" charset="0"/>
              </a:rPr>
              <a:t>Hanumanji</a:t>
            </a:r>
            <a:r>
              <a:rPr lang="en-US" sz="2399" b="1" dirty="0">
                <a:solidFill>
                  <a:prstClr val="black"/>
                </a:solidFill>
                <a:latin typeface="Palatino Linotype" pitchFamily="18" charset="0"/>
              </a:rPr>
              <a:t>! I beseech you </a:t>
            </a:r>
            <a:r>
              <a:rPr lang="en-US" sz="2399" b="1" dirty="0" err="1">
                <a:solidFill>
                  <a:prstClr val="black"/>
                </a:solidFill>
                <a:latin typeface="Palatino Linotype" pitchFamily="18" charset="0"/>
              </a:rPr>
              <a:t>Honour</a:t>
            </a:r>
            <a:r>
              <a:rPr lang="en-US" sz="2399" b="1" dirty="0">
                <a:solidFill>
                  <a:prstClr val="black"/>
                </a:solidFill>
                <a:latin typeface="Palatino Linotype" pitchFamily="18" charset="0"/>
              </a:rPr>
              <a:t> to bless me in the capacity of my supreme 'GURU' (teacher).</a:t>
            </a:r>
          </a:p>
          <a:p>
            <a:pPr algn="ctr" defTabSz="914309"/>
            <a:r>
              <a:rPr lang="en-US" sz="3200" b="1" dirty="0">
                <a:solidFill>
                  <a:prstClr val="black"/>
                </a:solidFill>
                <a:latin typeface="Palatino Linotype" pitchFamily="18" charset="0"/>
              </a:rPr>
              <a:t>	</a:t>
            </a:r>
            <a:endParaRPr lang="en-IN" sz="3200" b="1" dirty="0">
              <a:solidFill>
                <a:srgbClr val="00B050"/>
              </a:solidFill>
              <a:latin typeface="Aparajita" pitchFamily="34" charset="0"/>
            </a:endParaRPr>
          </a:p>
          <a:p>
            <a:pPr algn="ctr" defTabSz="914309"/>
            <a:endParaRPr lang="en-US" sz="3200" dirty="0">
              <a:solidFill>
                <a:prstClr val="black"/>
              </a:solidFill>
              <a:latin typeface="Calibri" pitchFamily="34" charset="0"/>
            </a:endParaRPr>
          </a:p>
        </p:txBody>
      </p:sp>
    </p:spTree>
    <p:extLst>
      <p:ext uri="{BB962C8B-B14F-4D97-AF65-F5344CB8AC3E}">
        <p14:creationId xmlns:p14="http://schemas.microsoft.com/office/powerpoint/2010/main" val="2579561687"/>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1"/>
          <p:cNvSpPr>
            <a:spLocks noChangeArrowheads="1"/>
          </p:cNvSpPr>
          <p:nvPr/>
        </p:nvSpPr>
        <p:spPr bwMode="auto">
          <a:xfrm>
            <a:off x="1752726" y="-180856"/>
            <a:ext cx="8610351" cy="8339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914309"/>
            <a:endParaRPr lang="en-IN" sz="14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जो</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सत</a:t>
            </a:r>
            <a:r>
              <a:rPr lang="en-IN" sz="4000" b="1" dirty="0">
                <a:solidFill>
                  <a:prstClr val="black"/>
                </a:solidFill>
                <a:latin typeface="Aparajita" pitchFamily="34" charset="0"/>
              </a:rPr>
              <a:t> </a:t>
            </a:r>
            <a:r>
              <a:rPr lang="en-IN" sz="4000" b="1" dirty="0" err="1">
                <a:solidFill>
                  <a:prstClr val="black"/>
                </a:solidFill>
                <a:latin typeface="Aparajita" pitchFamily="34" charset="0"/>
              </a:rPr>
              <a:t>बार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पाठ</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कोई</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छूटहि</a:t>
            </a:r>
            <a:r>
              <a:rPr lang="en-IN" sz="4000" b="1" dirty="0">
                <a:solidFill>
                  <a:prstClr val="black"/>
                </a:solidFill>
                <a:latin typeface="Aparajita" pitchFamily="34" charset="0"/>
              </a:rPr>
              <a:t> </a:t>
            </a:r>
            <a:r>
              <a:rPr lang="en-IN" sz="4000" b="1" dirty="0" err="1">
                <a:solidFill>
                  <a:prstClr val="black"/>
                </a:solidFill>
                <a:latin typeface="Aparajita" pitchFamily="34" charset="0"/>
              </a:rPr>
              <a:t>बन्दि</a:t>
            </a:r>
            <a:r>
              <a:rPr lang="en-IN" sz="4000" b="1" dirty="0">
                <a:solidFill>
                  <a:prstClr val="black"/>
                </a:solidFill>
                <a:latin typeface="Aparajita" pitchFamily="34" charset="0"/>
              </a:rPr>
              <a:t> </a:t>
            </a:r>
            <a:r>
              <a:rPr lang="en-IN" sz="4000" b="1" dirty="0" err="1">
                <a:solidFill>
                  <a:prstClr val="black"/>
                </a:solidFill>
                <a:latin typeface="Aparajita" pitchFamily="34" charset="0"/>
              </a:rPr>
              <a:t>महा</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सुख</a:t>
            </a:r>
            <a:r>
              <a:rPr lang="en-IN" sz="4000" b="1" dirty="0">
                <a:solidFill>
                  <a:prstClr val="black"/>
                </a:solidFill>
                <a:latin typeface="Aparajita" pitchFamily="34" charset="0"/>
              </a:rPr>
              <a:t> </a:t>
            </a:r>
            <a:r>
              <a:rPr lang="en-IN" sz="4000" b="1" dirty="0" err="1">
                <a:solidFill>
                  <a:prstClr val="black"/>
                </a:solidFill>
                <a:latin typeface="Aparajita" pitchFamily="34" charset="0"/>
              </a:rPr>
              <a:t>होई</a:t>
            </a:r>
            <a:r>
              <a:rPr lang="en-IN" sz="4000" b="1" dirty="0">
                <a:solidFill>
                  <a:prstClr val="black"/>
                </a:solidFill>
                <a:latin typeface="Aparajita" pitchFamily="34" charset="0"/>
              </a:rPr>
              <a:t> ॥३८॥</a:t>
            </a:r>
          </a:p>
          <a:p>
            <a:pPr algn="ctr" defTabSz="914309"/>
            <a:endParaRPr lang="en-IN" sz="3600" b="1" dirty="0">
              <a:solidFill>
                <a:prstClr val="black"/>
              </a:solidFill>
              <a:latin typeface="Aparajita" pitchFamily="34" charset="0"/>
            </a:endParaRPr>
          </a:p>
          <a:p>
            <a:pPr algn="ctr" defTabSz="914309"/>
            <a:r>
              <a:rPr lang="en-US" sz="3600" b="1" dirty="0">
                <a:solidFill>
                  <a:prstClr val="black"/>
                </a:solidFill>
                <a:latin typeface="URW Palladio IT" pitchFamily="2" charset="0"/>
              </a:rPr>
              <a:t>Jo </a:t>
            </a:r>
            <a:r>
              <a:rPr lang="en-US" sz="3600" b="1" dirty="0" err="1">
                <a:solidFill>
                  <a:prstClr val="black"/>
                </a:solidFill>
                <a:latin typeface="URW Palladio IT" pitchFamily="2" charset="0"/>
              </a:rPr>
              <a:t>Sata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Bära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Päöha</a:t>
            </a:r>
            <a:r>
              <a:rPr lang="en-US" sz="3600" b="1" dirty="0">
                <a:solidFill>
                  <a:prstClr val="black"/>
                </a:solidFill>
                <a:latin typeface="URW Palladio IT" pitchFamily="2" charset="0"/>
              </a:rPr>
              <a:t> Kara </a:t>
            </a:r>
            <a:r>
              <a:rPr lang="en-US" sz="3600" b="1" dirty="0" err="1">
                <a:solidFill>
                  <a:prstClr val="black"/>
                </a:solidFill>
                <a:latin typeface="URW Palladio IT" pitchFamily="2" charset="0"/>
              </a:rPr>
              <a:t>Koé</a:t>
            </a:r>
            <a:r>
              <a:rPr lang="en-US" sz="3600" b="1" dirty="0">
                <a:solidFill>
                  <a:prstClr val="black"/>
                </a:solidFill>
                <a:latin typeface="URW Palladio IT" pitchFamily="2" charset="0"/>
              </a:rPr>
              <a:t> | </a:t>
            </a:r>
          </a:p>
          <a:p>
            <a:pPr algn="ctr" defTabSz="914309"/>
            <a:r>
              <a:rPr lang="en-US" sz="3600" b="1" dirty="0" err="1">
                <a:solidFill>
                  <a:prstClr val="black"/>
                </a:solidFill>
                <a:latin typeface="URW Palladio IT" pitchFamily="2" charset="0"/>
              </a:rPr>
              <a:t>Chüöahi</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Bandi</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Mahä</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Sukha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Hoé</a:t>
            </a:r>
            <a:r>
              <a:rPr lang="en-US" sz="3600" b="1" dirty="0">
                <a:solidFill>
                  <a:prstClr val="black"/>
                </a:solidFill>
                <a:latin typeface="URW Palladio IT" pitchFamily="2" charset="0"/>
              </a:rPr>
              <a:t> || - 38</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ಜೋ</a:t>
            </a:r>
            <a:r>
              <a:rPr lang="en-US" sz="3600" b="1" dirty="0">
                <a:solidFill>
                  <a:prstClr val="black"/>
                </a:solidFill>
                <a:latin typeface="Calibri" pitchFamily="34" charset="0"/>
              </a:rPr>
              <a:t> </a:t>
            </a:r>
            <a:r>
              <a:rPr lang="en-US" sz="3600" b="1" dirty="0" err="1">
                <a:solidFill>
                  <a:prstClr val="black"/>
                </a:solidFill>
                <a:latin typeface="Calibri" pitchFamily="34" charset="0"/>
              </a:rPr>
              <a:t>ಸತ</a:t>
            </a:r>
            <a:r>
              <a:rPr lang="en-US" sz="3600" b="1" dirty="0">
                <a:solidFill>
                  <a:prstClr val="black"/>
                </a:solidFill>
                <a:latin typeface="Calibri" pitchFamily="34" charset="0"/>
              </a:rPr>
              <a:t> </a:t>
            </a:r>
            <a:r>
              <a:rPr lang="en-US" sz="3600" b="1" dirty="0" err="1">
                <a:solidFill>
                  <a:prstClr val="black"/>
                </a:solidFill>
                <a:latin typeface="Calibri" pitchFamily="34" charset="0"/>
              </a:rPr>
              <a:t>ಬಾರ</a:t>
            </a:r>
            <a:r>
              <a:rPr lang="en-US" sz="3600" b="1" dirty="0">
                <a:solidFill>
                  <a:prstClr val="black"/>
                </a:solidFill>
                <a:latin typeface="Calibri" pitchFamily="34" charset="0"/>
              </a:rPr>
              <a:t> </a:t>
            </a:r>
            <a:r>
              <a:rPr lang="en-US" sz="3600" b="1" dirty="0" err="1">
                <a:solidFill>
                  <a:prstClr val="black"/>
                </a:solidFill>
                <a:latin typeface="Calibri" pitchFamily="34" charset="0"/>
              </a:rPr>
              <a:t>ಪಾಠ</a:t>
            </a:r>
            <a:r>
              <a:rPr lang="en-US" sz="3600" b="1" dirty="0">
                <a:solidFill>
                  <a:prstClr val="black"/>
                </a:solidFill>
                <a:latin typeface="Calibri" pitchFamily="34" charset="0"/>
              </a:rPr>
              <a:t> </a:t>
            </a:r>
            <a:r>
              <a:rPr lang="en-US" sz="3600" b="1" dirty="0" err="1">
                <a:solidFill>
                  <a:prstClr val="black"/>
                </a:solidFill>
                <a:latin typeface="Calibri" pitchFamily="34" charset="0"/>
              </a:rPr>
              <a:t>ಕರ</a:t>
            </a:r>
            <a:r>
              <a:rPr lang="en-US" sz="3600" b="1" dirty="0">
                <a:solidFill>
                  <a:prstClr val="black"/>
                </a:solidFill>
                <a:latin typeface="Calibri" pitchFamily="34" charset="0"/>
              </a:rPr>
              <a:t> </a:t>
            </a:r>
            <a:r>
              <a:rPr lang="en-US" sz="3600" b="1" dirty="0" err="1">
                <a:solidFill>
                  <a:prstClr val="black"/>
                </a:solidFill>
                <a:latin typeface="Calibri" pitchFamily="34" charset="0"/>
              </a:rPr>
              <a:t>ಕೋಈ</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ಛೂಟಹಿ</a:t>
            </a:r>
            <a:r>
              <a:rPr lang="en-US" sz="3600" b="1" dirty="0">
                <a:solidFill>
                  <a:prstClr val="black"/>
                </a:solidFill>
                <a:latin typeface="Calibri" pitchFamily="34" charset="0"/>
              </a:rPr>
              <a:t> </a:t>
            </a:r>
            <a:r>
              <a:rPr lang="en-US" sz="3600" b="1" dirty="0" err="1">
                <a:solidFill>
                  <a:prstClr val="black"/>
                </a:solidFill>
                <a:latin typeface="Calibri" pitchFamily="34" charset="0"/>
              </a:rPr>
              <a:t>ಬಂದಿ</a:t>
            </a:r>
            <a:r>
              <a:rPr lang="en-US" sz="3600" b="1" dirty="0">
                <a:solidFill>
                  <a:prstClr val="black"/>
                </a:solidFill>
                <a:latin typeface="Calibri" pitchFamily="34" charset="0"/>
              </a:rPr>
              <a:t> </a:t>
            </a:r>
            <a:r>
              <a:rPr lang="en-US" sz="3600" b="1" dirty="0" err="1">
                <a:solidFill>
                  <a:prstClr val="black"/>
                </a:solidFill>
                <a:latin typeface="Calibri" pitchFamily="34" charset="0"/>
              </a:rPr>
              <a:t>ಮಹಾ</a:t>
            </a:r>
            <a:r>
              <a:rPr lang="en-US" sz="3600" b="1" dirty="0">
                <a:solidFill>
                  <a:prstClr val="black"/>
                </a:solidFill>
                <a:latin typeface="Calibri" pitchFamily="34" charset="0"/>
              </a:rPr>
              <a:t> </a:t>
            </a:r>
            <a:r>
              <a:rPr lang="en-US" sz="3600" b="1" dirty="0" err="1">
                <a:solidFill>
                  <a:prstClr val="black"/>
                </a:solidFill>
                <a:latin typeface="Calibri" pitchFamily="34" charset="0"/>
              </a:rPr>
              <a:t>ಸುಖ</a:t>
            </a:r>
            <a:r>
              <a:rPr lang="en-US" sz="3600" b="1" dirty="0">
                <a:solidFill>
                  <a:prstClr val="black"/>
                </a:solidFill>
                <a:latin typeface="Calibri" pitchFamily="34" charset="0"/>
              </a:rPr>
              <a:t> </a:t>
            </a:r>
            <a:r>
              <a:rPr lang="en-US" sz="3600" b="1" dirty="0" err="1">
                <a:solidFill>
                  <a:prstClr val="black"/>
                </a:solidFill>
                <a:latin typeface="Calibri" pitchFamily="34" charset="0"/>
              </a:rPr>
              <a:t>ಹೋಈ</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೩೮</a:t>
            </a:r>
            <a:r>
              <a:rPr lang="en-US" sz="3600" b="1" dirty="0">
                <a:solidFill>
                  <a:prstClr val="black"/>
                </a:solidFill>
                <a:latin typeface="Calibri" pitchFamily="34" charset="0"/>
              </a:rPr>
              <a:t>॥</a:t>
            </a:r>
          </a:p>
          <a:p>
            <a:pPr algn="ctr" defTabSz="914309"/>
            <a:endParaRPr lang="en-US" sz="4000" b="1" dirty="0">
              <a:solidFill>
                <a:prstClr val="black"/>
              </a:solidFill>
              <a:latin typeface="Calibri" pitchFamily="34" charset="0"/>
            </a:endParaRPr>
          </a:p>
          <a:p>
            <a:pPr algn="ctr" defTabSz="914309"/>
            <a:r>
              <a:rPr lang="en-US" sz="2399" b="1" dirty="0">
                <a:solidFill>
                  <a:prstClr val="black"/>
                </a:solidFill>
                <a:latin typeface="Palatino Linotype" pitchFamily="18" charset="0"/>
              </a:rPr>
              <a:t>One who recites this Hanuman </a:t>
            </a:r>
            <a:r>
              <a:rPr lang="en-US" sz="2399" b="1" dirty="0" err="1">
                <a:solidFill>
                  <a:prstClr val="black"/>
                </a:solidFill>
                <a:latin typeface="Palatino Linotype" pitchFamily="18" charset="0"/>
              </a:rPr>
              <a:t>Chalisa</a:t>
            </a:r>
            <a:r>
              <a:rPr lang="en-US" sz="2399" b="1" dirty="0">
                <a:solidFill>
                  <a:prstClr val="black"/>
                </a:solidFill>
                <a:latin typeface="Palatino Linotype" pitchFamily="18" charset="0"/>
              </a:rPr>
              <a:t> one hundred times daily for one hundred days becomes free from the bondage of life and death and enjoys the highest bliss at last.</a:t>
            </a:r>
          </a:p>
          <a:p>
            <a:pPr algn="ctr" defTabSz="914309"/>
            <a:endParaRPr lang="en-IN" sz="1000" b="1" dirty="0">
              <a:solidFill>
                <a:prstClr val="black"/>
              </a:solidFill>
              <a:latin typeface="Aparajita" pitchFamily="34" charset="0"/>
            </a:endParaRPr>
          </a:p>
          <a:p>
            <a:pPr algn="ctr" defTabSz="914309"/>
            <a:r>
              <a:rPr lang="en-IN" sz="3200" b="1" dirty="0">
                <a:solidFill>
                  <a:srgbClr val="00B050"/>
                </a:solidFill>
                <a:latin typeface="Sanskrit 99" pitchFamily="2" charset="0"/>
              </a:rPr>
              <a:t>   		</a:t>
            </a:r>
            <a:r>
              <a:rPr lang="en-US" sz="3200" dirty="0">
                <a:solidFill>
                  <a:prstClr val="black"/>
                </a:solidFill>
                <a:latin typeface="Calibri" pitchFamily="34" charset="0"/>
              </a:rPr>
              <a:t/>
            </a:r>
            <a:br>
              <a:rPr lang="en-US" sz="3200" dirty="0">
                <a:solidFill>
                  <a:prstClr val="black"/>
                </a:solidFill>
                <a:latin typeface="Calibri" pitchFamily="34" charset="0"/>
              </a:rPr>
            </a:br>
            <a:r>
              <a:rPr lang="en-US" sz="1799" dirty="0">
                <a:solidFill>
                  <a:prstClr val="black"/>
                </a:solidFill>
                <a:latin typeface="Calibri" pitchFamily="34" charset="0"/>
              </a:rPr>
              <a:t/>
            </a:r>
            <a:br>
              <a:rPr lang="en-US" sz="1799" dirty="0">
                <a:solidFill>
                  <a:prstClr val="black"/>
                </a:solidFill>
                <a:latin typeface="Calibri" pitchFamily="34" charset="0"/>
              </a:rPr>
            </a:br>
            <a:endParaRPr lang="en-US" sz="1799" dirty="0">
              <a:solidFill>
                <a:prstClr val="black"/>
              </a:solidFill>
              <a:latin typeface="Calibri" pitchFamily="34" charset="0"/>
            </a:endParaRPr>
          </a:p>
        </p:txBody>
      </p:sp>
    </p:spTree>
    <p:extLst>
      <p:ext uri="{BB962C8B-B14F-4D97-AF65-F5344CB8AC3E}">
        <p14:creationId xmlns:p14="http://schemas.microsoft.com/office/powerpoint/2010/main" val="3927893265"/>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1"/>
          <p:cNvSpPr>
            <a:spLocks noChangeArrowheads="1"/>
          </p:cNvSpPr>
          <p:nvPr/>
        </p:nvSpPr>
        <p:spPr bwMode="auto">
          <a:xfrm>
            <a:off x="1752726" y="101"/>
            <a:ext cx="8762746" cy="7386125"/>
          </a:xfrm>
          <a:prstGeom prst="rect">
            <a:avLst/>
          </a:prstGeom>
          <a:noFill/>
          <a:ln w="9525">
            <a:noFill/>
            <a:miter lim="800000"/>
            <a:headEnd/>
            <a:tailEnd/>
          </a:ln>
        </p:spPr>
        <p:txBody>
          <a:bodyPr>
            <a:spAutoFit/>
          </a:bodyPr>
          <a:lstStyle/>
          <a:p>
            <a:pPr algn="ctr" defTabSz="914309"/>
            <a:endParaRPr lang="en-IN" sz="14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जो</a:t>
            </a:r>
            <a:r>
              <a:rPr lang="en-IN" sz="4000" b="1" dirty="0">
                <a:solidFill>
                  <a:prstClr val="black"/>
                </a:solidFill>
                <a:latin typeface="Aparajita" pitchFamily="34" charset="0"/>
              </a:rPr>
              <a:t> </a:t>
            </a:r>
            <a:r>
              <a:rPr lang="en-IN" sz="4000" b="1" dirty="0" err="1">
                <a:solidFill>
                  <a:prstClr val="black"/>
                </a:solidFill>
                <a:latin typeface="Aparajita" pitchFamily="34" charset="0"/>
              </a:rPr>
              <a:t>यह</a:t>
            </a:r>
            <a:r>
              <a:rPr lang="en-IN" sz="4000" b="1" dirty="0">
                <a:solidFill>
                  <a:prstClr val="black"/>
                </a:solidFill>
                <a:latin typeface="Aparajita" pitchFamily="34" charset="0"/>
              </a:rPr>
              <a:t> </a:t>
            </a:r>
            <a:r>
              <a:rPr lang="en-IN" sz="4000" b="1" dirty="0" err="1">
                <a:solidFill>
                  <a:prstClr val="black"/>
                </a:solidFill>
                <a:latin typeface="Aparajita" pitchFamily="34" charset="0"/>
              </a:rPr>
              <a:t>पढ़ै</a:t>
            </a:r>
            <a:r>
              <a:rPr lang="en-IN" sz="4000" b="1" dirty="0">
                <a:solidFill>
                  <a:prstClr val="black"/>
                </a:solidFill>
                <a:latin typeface="Aparajita" pitchFamily="34" charset="0"/>
              </a:rPr>
              <a:t> </a:t>
            </a:r>
            <a:r>
              <a:rPr lang="en-IN" sz="4000" b="1" dirty="0" err="1">
                <a:solidFill>
                  <a:prstClr val="black"/>
                </a:solidFill>
                <a:latin typeface="Aparajita" pitchFamily="34" charset="0"/>
              </a:rPr>
              <a:t>हनुमान</a:t>
            </a:r>
            <a:r>
              <a:rPr lang="en-IN" sz="4000" b="1" dirty="0">
                <a:solidFill>
                  <a:prstClr val="black"/>
                </a:solidFill>
                <a:latin typeface="Aparajita" pitchFamily="34" charset="0"/>
              </a:rPr>
              <a:t> </a:t>
            </a:r>
            <a:r>
              <a:rPr lang="en-IN" sz="4000" b="1" dirty="0" err="1">
                <a:solidFill>
                  <a:prstClr val="black"/>
                </a:solidFill>
                <a:latin typeface="Aparajita" pitchFamily="34" charset="0"/>
              </a:rPr>
              <a:t>चालीसा</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होय</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सिद्धि</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साखी</a:t>
            </a:r>
            <a:r>
              <a:rPr lang="en-IN" sz="4000" b="1" dirty="0">
                <a:solidFill>
                  <a:prstClr val="black"/>
                </a:solidFill>
                <a:latin typeface="Aparajita" pitchFamily="34" charset="0"/>
              </a:rPr>
              <a:t> </a:t>
            </a:r>
            <a:r>
              <a:rPr lang="en-IN" sz="4000" b="1" dirty="0" err="1">
                <a:solidFill>
                  <a:prstClr val="black"/>
                </a:solidFill>
                <a:latin typeface="Aparajita" pitchFamily="34" charset="0"/>
              </a:rPr>
              <a:t>गौरीसा</a:t>
            </a:r>
            <a:r>
              <a:rPr lang="en-IN" sz="4000" b="1" dirty="0">
                <a:solidFill>
                  <a:prstClr val="black"/>
                </a:solidFill>
                <a:latin typeface="Aparajita" pitchFamily="34" charset="0"/>
              </a:rPr>
              <a:t> ॥३९॥</a:t>
            </a:r>
          </a:p>
          <a:p>
            <a:pPr algn="ctr" defTabSz="914309"/>
            <a:endParaRPr lang="en-IN" sz="4000" b="1" dirty="0">
              <a:solidFill>
                <a:prstClr val="black"/>
              </a:solidFill>
              <a:latin typeface="Aparajita" pitchFamily="34" charset="0"/>
            </a:endParaRPr>
          </a:p>
          <a:p>
            <a:pPr algn="ctr" defTabSz="914309"/>
            <a:r>
              <a:rPr lang="en-US" sz="3600" b="1" dirty="0">
                <a:solidFill>
                  <a:prstClr val="black"/>
                </a:solidFill>
                <a:latin typeface="URW Palladio IT" pitchFamily="2" charset="0"/>
              </a:rPr>
              <a:t>Jo </a:t>
            </a:r>
            <a:r>
              <a:rPr lang="en-US" sz="3600" b="1" dirty="0" err="1">
                <a:solidFill>
                  <a:prstClr val="black"/>
                </a:solidFill>
                <a:latin typeface="URW Palladio IT" pitchFamily="2" charset="0"/>
              </a:rPr>
              <a:t>Yaha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Paåhai</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Hanumäna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Cälésä</a:t>
            </a:r>
            <a:r>
              <a:rPr lang="en-US" sz="3600" b="1" dirty="0">
                <a:solidFill>
                  <a:prstClr val="black"/>
                </a:solidFill>
                <a:latin typeface="URW Palladio IT" pitchFamily="2" charset="0"/>
              </a:rPr>
              <a:t> | </a:t>
            </a:r>
          </a:p>
          <a:p>
            <a:pPr algn="ctr" defTabSz="914309"/>
            <a:r>
              <a:rPr lang="en-US" sz="3600" b="1" dirty="0">
                <a:solidFill>
                  <a:prstClr val="black"/>
                </a:solidFill>
                <a:latin typeface="URW Palladio IT" pitchFamily="2" charset="0"/>
              </a:rPr>
              <a:t>Hoya Siddhi </a:t>
            </a:r>
            <a:r>
              <a:rPr lang="en-US" sz="3600" b="1" dirty="0" err="1">
                <a:solidFill>
                  <a:prstClr val="black"/>
                </a:solidFill>
                <a:latin typeface="URW Palladio IT" pitchFamily="2" charset="0"/>
              </a:rPr>
              <a:t>Säkhé</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Gaurésä</a:t>
            </a:r>
            <a:r>
              <a:rPr lang="en-US" sz="3600" b="1" dirty="0">
                <a:solidFill>
                  <a:prstClr val="black"/>
                </a:solidFill>
                <a:latin typeface="URW Palladio IT" pitchFamily="2" charset="0"/>
              </a:rPr>
              <a:t> || - 39</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ಜೋ</a:t>
            </a:r>
            <a:r>
              <a:rPr lang="en-US" sz="3600" b="1" dirty="0">
                <a:solidFill>
                  <a:prstClr val="black"/>
                </a:solidFill>
                <a:latin typeface="Calibri" pitchFamily="34" charset="0"/>
              </a:rPr>
              <a:t> </a:t>
            </a:r>
            <a:r>
              <a:rPr lang="en-US" sz="3600" b="1" dirty="0" err="1">
                <a:solidFill>
                  <a:prstClr val="black"/>
                </a:solidFill>
                <a:latin typeface="Calibri" pitchFamily="34" charset="0"/>
              </a:rPr>
              <a:t>ಯಹ</a:t>
            </a:r>
            <a:r>
              <a:rPr lang="en-US" sz="3600" b="1" dirty="0">
                <a:solidFill>
                  <a:prstClr val="black"/>
                </a:solidFill>
                <a:latin typeface="Calibri" pitchFamily="34" charset="0"/>
              </a:rPr>
              <a:t> </a:t>
            </a:r>
            <a:r>
              <a:rPr lang="en-US" sz="3600" b="1" dirty="0" err="1">
                <a:solidFill>
                  <a:prstClr val="black"/>
                </a:solidFill>
                <a:latin typeface="Calibri" pitchFamily="34" charset="0"/>
              </a:rPr>
              <a:t>ಪಢೈ</a:t>
            </a:r>
            <a:r>
              <a:rPr lang="en-US" sz="3600" b="1" dirty="0">
                <a:solidFill>
                  <a:prstClr val="black"/>
                </a:solidFill>
                <a:latin typeface="Calibri" pitchFamily="34" charset="0"/>
              </a:rPr>
              <a:t> </a:t>
            </a:r>
            <a:r>
              <a:rPr lang="en-US" sz="3600" b="1" dirty="0" err="1">
                <a:solidFill>
                  <a:prstClr val="black"/>
                </a:solidFill>
                <a:latin typeface="Calibri" pitchFamily="34" charset="0"/>
              </a:rPr>
              <a:t>ಹನುಮಾನ</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ಚಾ</a:t>
            </a:r>
            <a:r>
              <a:rPr lang="en-US" sz="3600" b="1" dirty="0" err="1">
                <a:solidFill>
                  <a:prstClr val="black"/>
                </a:solidFill>
                <a:latin typeface="Calibri" pitchFamily="34" charset="0"/>
              </a:rPr>
              <a:t>ಲೀಸಾ</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ಹೋಯ</a:t>
            </a:r>
            <a:r>
              <a:rPr lang="en-US" sz="3600" b="1" dirty="0">
                <a:solidFill>
                  <a:prstClr val="black"/>
                </a:solidFill>
                <a:latin typeface="Calibri" pitchFamily="34" charset="0"/>
              </a:rPr>
              <a:t> </a:t>
            </a:r>
            <a:r>
              <a:rPr lang="en-US" sz="3600" b="1" dirty="0" err="1">
                <a:solidFill>
                  <a:prstClr val="black"/>
                </a:solidFill>
                <a:latin typeface="Calibri" pitchFamily="34" charset="0"/>
              </a:rPr>
              <a:t>ಸಿ</a:t>
            </a:r>
            <a:r>
              <a:rPr lang="kn-IN" sz="3600" b="1" dirty="0" err="1">
                <a:solidFill>
                  <a:prstClr val="black"/>
                </a:solidFill>
                <a:latin typeface="Calibri" pitchFamily="34" charset="0"/>
                <a:ea typeface="Tunga" pitchFamily="2"/>
                <a:cs typeface="Tunga" pitchFamily="2"/>
              </a:rPr>
              <a:t>ದ್ಧಿ</a:t>
            </a:r>
            <a:r>
              <a:rPr lang="en-US" sz="3600" b="1" dirty="0">
                <a:solidFill>
                  <a:prstClr val="black"/>
                </a:solidFill>
                <a:latin typeface="Calibri" pitchFamily="34" charset="0"/>
              </a:rPr>
              <a:t> </a:t>
            </a:r>
            <a:r>
              <a:rPr lang="en-US" sz="3600" b="1" dirty="0" err="1">
                <a:solidFill>
                  <a:prstClr val="black"/>
                </a:solidFill>
                <a:latin typeface="Calibri" pitchFamily="34" charset="0"/>
              </a:rPr>
              <a:t>ಸಾಖೀ</a:t>
            </a:r>
            <a:r>
              <a:rPr lang="en-US" sz="3600" b="1" dirty="0">
                <a:solidFill>
                  <a:prstClr val="black"/>
                </a:solidFill>
                <a:latin typeface="Calibri" pitchFamily="34" charset="0"/>
              </a:rPr>
              <a:t> </a:t>
            </a:r>
            <a:r>
              <a:rPr lang="en-US" sz="3600" b="1" dirty="0" err="1">
                <a:solidFill>
                  <a:prstClr val="black"/>
                </a:solidFill>
                <a:latin typeface="Calibri" pitchFamily="34" charset="0"/>
              </a:rPr>
              <a:t>ಗೌರೀಸಾ</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೩೯</a:t>
            </a:r>
            <a:r>
              <a:rPr lang="en-US" sz="3600" b="1" dirty="0">
                <a:solidFill>
                  <a:prstClr val="black"/>
                </a:solidFill>
                <a:latin typeface="Calibri" pitchFamily="34" charset="0"/>
              </a:rPr>
              <a:t>॥</a:t>
            </a:r>
          </a:p>
          <a:p>
            <a:pPr algn="ctr" defTabSz="914309"/>
            <a:endParaRPr lang="en-US" sz="4000" b="1" dirty="0">
              <a:solidFill>
                <a:prstClr val="black"/>
              </a:solidFill>
              <a:latin typeface="Calibri" pitchFamily="34" charset="0"/>
            </a:endParaRPr>
          </a:p>
          <a:p>
            <a:pPr algn="ctr" defTabSz="914309"/>
            <a:r>
              <a:rPr lang="en-US" sz="2399" b="1" dirty="0">
                <a:solidFill>
                  <a:prstClr val="black"/>
                </a:solidFill>
                <a:latin typeface="Palatino Linotype" pitchFamily="18" charset="0"/>
              </a:rPr>
              <a:t>As Lord Shankar witnesses, all those who recite Hanuman </a:t>
            </a:r>
            <a:r>
              <a:rPr lang="en-US" sz="2399" b="1" dirty="0" err="1">
                <a:solidFill>
                  <a:prstClr val="black"/>
                </a:solidFill>
                <a:latin typeface="Palatino Linotype" pitchFamily="18" charset="0"/>
              </a:rPr>
              <a:t>Chalisa</a:t>
            </a:r>
            <a:r>
              <a:rPr lang="en-US" sz="2399" b="1" dirty="0">
                <a:solidFill>
                  <a:prstClr val="black"/>
                </a:solidFill>
                <a:latin typeface="Palatino Linotype" pitchFamily="18" charset="0"/>
              </a:rPr>
              <a:t> regularly are sure to be </a:t>
            </a:r>
            <a:r>
              <a:rPr lang="en-US" sz="2399" b="1" dirty="0" err="1">
                <a:solidFill>
                  <a:prstClr val="black"/>
                </a:solidFill>
                <a:latin typeface="Palatino Linotype" pitchFamily="18" charset="0"/>
              </a:rPr>
              <a:t>benedicted</a:t>
            </a:r>
            <a:endParaRPr lang="en-US" sz="2399" b="1" dirty="0">
              <a:solidFill>
                <a:prstClr val="black"/>
              </a:solidFill>
              <a:latin typeface="Palatino Linotype" pitchFamily="18" charset="0"/>
            </a:endParaRPr>
          </a:p>
          <a:p>
            <a:pPr algn="ctr" defTabSz="914309"/>
            <a:r>
              <a:rPr lang="en-US" sz="3600" b="1" dirty="0">
                <a:solidFill>
                  <a:prstClr val="black"/>
                </a:solidFill>
                <a:latin typeface="Palatino Linotype" pitchFamily="18" charset="0"/>
              </a:rPr>
              <a:t>		</a:t>
            </a:r>
            <a:endParaRPr lang="en-US" sz="3600" dirty="0">
              <a:solidFill>
                <a:prstClr val="black"/>
              </a:solidFill>
              <a:latin typeface="Calibri" pitchFamily="34" charset="0"/>
            </a:endParaRPr>
          </a:p>
        </p:txBody>
      </p:sp>
    </p:spTree>
    <p:extLst>
      <p:ext uri="{BB962C8B-B14F-4D97-AF65-F5344CB8AC3E}">
        <p14:creationId xmlns:p14="http://schemas.microsoft.com/office/powerpoint/2010/main" val="1695051668"/>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1"/>
          <p:cNvSpPr>
            <a:spLocks noChangeArrowheads="1"/>
          </p:cNvSpPr>
          <p:nvPr/>
        </p:nvSpPr>
        <p:spPr bwMode="auto">
          <a:xfrm>
            <a:off x="1676528" y="-152296"/>
            <a:ext cx="8610351" cy="7693821"/>
          </a:xfrm>
          <a:prstGeom prst="rect">
            <a:avLst/>
          </a:prstGeom>
          <a:noFill/>
          <a:ln w="9525">
            <a:noFill/>
            <a:miter lim="800000"/>
            <a:headEnd/>
            <a:tailEnd/>
          </a:ln>
        </p:spPr>
        <p:txBody>
          <a:bodyPr>
            <a:spAutoFit/>
          </a:bodyPr>
          <a:lstStyle/>
          <a:p>
            <a:pPr algn="ctr" defTabSz="914309"/>
            <a:endParaRPr lang="en-IN" sz="1400" b="1" dirty="0">
              <a:solidFill>
                <a:prstClr val="black"/>
              </a:solidFill>
              <a:latin typeface="Aparajita" pitchFamily="34" charset="0"/>
            </a:endParaRPr>
          </a:p>
          <a:p>
            <a:pPr algn="ctr" defTabSz="914309"/>
            <a:r>
              <a:rPr lang="en-IN" sz="4000" b="1" dirty="0" err="1">
                <a:solidFill>
                  <a:prstClr val="black"/>
                </a:solidFill>
                <a:latin typeface="Aparajita" pitchFamily="34" charset="0"/>
              </a:rPr>
              <a:t>तुलसीदास</a:t>
            </a:r>
            <a:r>
              <a:rPr lang="en-IN" sz="4000" b="1" dirty="0">
                <a:solidFill>
                  <a:prstClr val="black"/>
                </a:solidFill>
                <a:latin typeface="Aparajita" pitchFamily="34" charset="0"/>
              </a:rPr>
              <a:t> </a:t>
            </a:r>
            <a:r>
              <a:rPr lang="en-IN" sz="4000" b="1" dirty="0" err="1">
                <a:solidFill>
                  <a:prstClr val="black"/>
                </a:solidFill>
                <a:latin typeface="Aparajita" pitchFamily="34" charset="0"/>
              </a:rPr>
              <a:t>सदा</a:t>
            </a:r>
            <a:r>
              <a:rPr lang="en-IN" sz="4000" b="1" dirty="0">
                <a:solidFill>
                  <a:prstClr val="black"/>
                </a:solidFill>
                <a:latin typeface="Aparajita" pitchFamily="34" charset="0"/>
              </a:rPr>
              <a:t> </a:t>
            </a:r>
            <a:r>
              <a:rPr lang="en-IN" sz="4000" b="1" dirty="0" err="1">
                <a:solidFill>
                  <a:prstClr val="black"/>
                </a:solidFill>
                <a:latin typeface="Aparajita" pitchFamily="34" charset="0"/>
              </a:rPr>
              <a:t>हरि</a:t>
            </a:r>
            <a:r>
              <a:rPr lang="en-IN" sz="4000" b="1" dirty="0">
                <a:solidFill>
                  <a:prstClr val="black"/>
                </a:solidFill>
                <a:latin typeface="Aparajita" pitchFamily="34" charset="0"/>
              </a:rPr>
              <a:t> </a:t>
            </a:r>
            <a:r>
              <a:rPr lang="en-IN" sz="4000" b="1" dirty="0" err="1">
                <a:solidFill>
                  <a:prstClr val="black"/>
                </a:solidFill>
                <a:latin typeface="Aparajita" pitchFamily="34" charset="0"/>
              </a:rPr>
              <a:t>चेरा</a:t>
            </a:r>
            <a:r>
              <a:rPr lang="en-IN" sz="4000" b="1" dirty="0">
                <a:solidFill>
                  <a:prstClr val="black"/>
                </a:solidFill>
                <a:latin typeface="Aparajita" pitchFamily="34" charset="0"/>
              </a:rPr>
              <a:t> ।</a:t>
            </a:r>
            <a:br>
              <a:rPr lang="en-IN" sz="4000" b="1" dirty="0">
                <a:solidFill>
                  <a:prstClr val="black"/>
                </a:solidFill>
                <a:latin typeface="Aparajita" pitchFamily="34" charset="0"/>
              </a:rPr>
            </a:br>
            <a:r>
              <a:rPr lang="en-IN" sz="4000" b="1" dirty="0" err="1">
                <a:solidFill>
                  <a:prstClr val="black"/>
                </a:solidFill>
                <a:latin typeface="Aparajita" pitchFamily="34" charset="0"/>
              </a:rPr>
              <a:t>कीजै</a:t>
            </a:r>
            <a:r>
              <a:rPr lang="en-IN" sz="4000" b="1" dirty="0">
                <a:solidFill>
                  <a:prstClr val="black"/>
                </a:solidFill>
                <a:latin typeface="Aparajita" pitchFamily="34" charset="0"/>
              </a:rPr>
              <a:t> </a:t>
            </a:r>
            <a:r>
              <a:rPr lang="en-IN" sz="4000" b="1" dirty="0" err="1">
                <a:solidFill>
                  <a:prstClr val="black"/>
                </a:solidFill>
                <a:latin typeface="Aparajita" pitchFamily="34" charset="0"/>
              </a:rPr>
              <a:t>नाथ</a:t>
            </a:r>
            <a:r>
              <a:rPr lang="en-IN" sz="4000" b="1" dirty="0">
                <a:solidFill>
                  <a:prstClr val="black"/>
                </a:solidFill>
                <a:latin typeface="Aparajita" pitchFamily="34" charset="0"/>
              </a:rPr>
              <a:t> </a:t>
            </a:r>
            <a:r>
              <a:rPr lang="en-IN" sz="4000" b="1" dirty="0" err="1">
                <a:solidFill>
                  <a:prstClr val="black"/>
                </a:solidFill>
                <a:latin typeface="Aparajita" pitchFamily="34" charset="0"/>
              </a:rPr>
              <a:t>हृदय</a:t>
            </a:r>
            <a:r>
              <a:rPr lang="en-IN" sz="4000" b="1" dirty="0">
                <a:solidFill>
                  <a:prstClr val="black"/>
                </a:solidFill>
                <a:latin typeface="Aparajita" pitchFamily="34" charset="0"/>
              </a:rPr>
              <a:t> </a:t>
            </a:r>
            <a:r>
              <a:rPr lang="en-IN" sz="4000" b="1" dirty="0" err="1">
                <a:solidFill>
                  <a:prstClr val="black"/>
                </a:solidFill>
                <a:latin typeface="Aparajita" pitchFamily="34" charset="0"/>
              </a:rPr>
              <a:t>महँ</a:t>
            </a:r>
            <a:r>
              <a:rPr lang="en-IN" sz="4000" b="1" dirty="0">
                <a:solidFill>
                  <a:prstClr val="black"/>
                </a:solidFill>
                <a:latin typeface="Aparajita" pitchFamily="34" charset="0"/>
              </a:rPr>
              <a:t> </a:t>
            </a:r>
            <a:r>
              <a:rPr lang="en-IN" sz="4000" b="1" dirty="0" err="1">
                <a:solidFill>
                  <a:prstClr val="black"/>
                </a:solidFill>
                <a:latin typeface="Aparajita" pitchFamily="34" charset="0"/>
              </a:rPr>
              <a:t>डेरा</a:t>
            </a:r>
            <a:r>
              <a:rPr lang="en-IN" sz="4000" b="1" dirty="0">
                <a:solidFill>
                  <a:prstClr val="black"/>
                </a:solidFill>
                <a:latin typeface="Aparajita" pitchFamily="34" charset="0"/>
              </a:rPr>
              <a:t> ॥४०॥</a:t>
            </a:r>
          </a:p>
          <a:p>
            <a:pPr algn="ctr" defTabSz="914309"/>
            <a:endParaRPr lang="en-IN" sz="3600" b="1" dirty="0">
              <a:solidFill>
                <a:prstClr val="black"/>
              </a:solidFill>
              <a:latin typeface="Aparajita" pitchFamily="34" charset="0"/>
            </a:endParaRPr>
          </a:p>
          <a:p>
            <a:pPr algn="ctr" defTabSz="914309"/>
            <a:r>
              <a:rPr lang="en-US" sz="3600" b="1" dirty="0" err="1">
                <a:solidFill>
                  <a:prstClr val="black"/>
                </a:solidFill>
                <a:latin typeface="URW Palladio IT" pitchFamily="2" charset="0"/>
              </a:rPr>
              <a:t>Tulasédäsa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Sadä</a:t>
            </a:r>
            <a:r>
              <a:rPr lang="en-US" sz="3600" b="1" dirty="0">
                <a:solidFill>
                  <a:prstClr val="black"/>
                </a:solidFill>
                <a:latin typeface="URW Palladio IT" pitchFamily="2" charset="0"/>
              </a:rPr>
              <a:t> Hari </a:t>
            </a:r>
            <a:r>
              <a:rPr lang="en-US" sz="3600" b="1" dirty="0" err="1">
                <a:solidFill>
                  <a:prstClr val="black"/>
                </a:solidFill>
                <a:latin typeface="URW Palladio IT" pitchFamily="2" charset="0"/>
              </a:rPr>
              <a:t>Cerä</a:t>
            </a:r>
            <a:r>
              <a:rPr lang="en-US" sz="3600" b="1" dirty="0">
                <a:solidFill>
                  <a:prstClr val="black"/>
                </a:solidFill>
                <a:latin typeface="URW Palladio IT" pitchFamily="2" charset="0"/>
              </a:rPr>
              <a:t> | </a:t>
            </a:r>
          </a:p>
          <a:p>
            <a:pPr algn="ctr" defTabSz="914309"/>
            <a:r>
              <a:rPr lang="en-US" sz="3600" b="1" dirty="0" err="1">
                <a:solidFill>
                  <a:prstClr val="black"/>
                </a:solidFill>
                <a:latin typeface="URW Palladio IT" pitchFamily="2" charset="0"/>
              </a:rPr>
              <a:t>Kéjai</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Nätha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Hådaya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Maðha</a:t>
            </a:r>
            <a:r>
              <a:rPr lang="en-US" sz="3600" b="1" dirty="0">
                <a:solidFill>
                  <a:prstClr val="black"/>
                </a:solidFill>
                <a:latin typeface="URW Palladio IT" pitchFamily="2" charset="0"/>
              </a:rPr>
              <a:t> </a:t>
            </a:r>
            <a:r>
              <a:rPr lang="en-US" sz="3600" b="1" dirty="0" err="1">
                <a:solidFill>
                  <a:prstClr val="black"/>
                </a:solidFill>
                <a:latin typeface="URW Palladio IT" pitchFamily="2" charset="0"/>
              </a:rPr>
              <a:t>Òerä</a:t>
            </a:r>
            <a:r>
              <a:rPr lang="en-US" sz="3600" b="1" dirty="0">
                <a:solidFill>
                  <a:prstClr val="black"/>
                </a:solidFill>
                <a:latin typeface="URW Palladio IT" pitchFamily="2" charset="0"/>
              </a:rPr>
              <a:t> ||- 40</a:t>
            </a:r>
          </a:p>
          <a:p>
            <a:pPr algn="ctr" defTabSz="914309"/>
            <a:endParaRPr lang="en-US" sz="3600" b="1" dirty="0">
              <a:solidFill>
                <a:prstClr val="black"/>
              </a:solidFill>
              <a:latin typeface="URW Palladio IT" pitchFamily="2" charset="0"/>
            </a:endParaRPr>
          </a:p>
          <a:p>
            <a:pPr algn="ctr" defTabSz="914309"/>
            <a:r>
              <a:rPr lang="en-US" sz="3600" b="1" dirty="0" err="1">
                <a:solidFill>
                  <a:prstClr val="black"/>
                </a:solidFill>
                <a:latin typeface="Calibri" pitchFamily="34" charset="0"/>
              </a:rPr>
              <a:t>ತುಲಸೀದಾಸ</a:t>
            </a:r>
            <a:r>
              <a:rPr lang="en-US" sz="3600" b="1" dirty="0">
                <a:solidFill>
                  <a:prstClr val="black"/>
                </a:solidFill>
                <a:latin typeface="Calibri" pitchFamily="34" charset="0"/>
              </a:rPr>
              <a:t> </a:t>
            </a:r>
            <a:r>
              <a:rPr lang="en-US" sz="3600" b="1" dirty="0" err="1">
                <a:solidFill>
                  <a:prstClr val="black"/>
                </a:solidFill>
                <a:latin typeface="Calibri" pitchFamily="34" charset="0"/>
              </a:rPr>
              <a:t>ಸದಾ</a:t>
            </a:r>
            <a:r>
              <a:rPr lang="en-US" sz="3600" b="1" dirty="0">
                <a:solidFill>
                  <a:prstClr val="black"/>
                </a:solidFill>
                <a:latin typeface="Calibri" pitchFamily="34" charset="0"/>
              </a:rPr>
              <a:t> </a:t>
            </a:r>
            <a:r>
              <a:rPr lang="en-US" sz="3600" b="1" dirty="0" err="1">
                <a:solidFill>
                  <a:prstClr val="black"/>
                </a:solidFill>
                <a:latin typeface="Calibri" pitchFamily="34" charset="0"/>
              </a:rPr>
              <a:t>ಹರಿ</a:t>
            </a:r>
            <a:r>
              <a:rPr lang="en-US" sz="3600" b="1" dirty="0">
                <a:solidFill>
                  <a:prstClr val="black"/>
                </a:solidFill>
                <a:latin typeface="Calibri" pitchFamily="34" charset="0"/>
              </a:rPr>
              <a:t> </a:t>
            </a:r>
            <a:r>
              <a:rPr lang="en-US" sz="3600" b="1" dirty="0" err="1">
                <a:solidFill>
                  <a:prstClr val="black"/>
                </a:solidFill>
                <a:latin typeface="Calibri" pitchFamily="34" charset="0"/>
              </a:rPr>
              <a:t>ಚೇರಾ</a:t>
            </a:r>
            <a:r>
              <a:rPr lang="en-US" sz="3600" b="1" dirty="0">
                <a:solidFill>
                  <a:prstClr val="black"/>
                </a:solidFill>
                <a:latin typeface="Calibri" pitchFamily="34" charset="0"/>
              </a:rPr>
              <a:t> ।</a:t>
            </a:r>
          </a:p>
          <a:p>
            <a:pPr algn="ctr" defTabSz="914309"/>
            <a:r>
              <a:rPr lang="en-US" sz="3600" b="1" dirty="0" err="1">
                <a:solidFill>
                  <a:prstClr val="black"/>
                </a:solidFill>
                <a:latin typeface="Calibri" pitchFamily="34" charset="0"/>
              </a:rPr>
              <a:t>ಕೀಜೈ</a:t>
            </a:r>
            <a:r>
              <a:rPr lang="en-US" sz="3600" b="1" dirty="0">
                <a:solidFill>
                  <a:prstClr val="black"/>
                </a:solidFill>
                <a:latin typeface="Calibri" pitchFamily="34" charset="0"/>
              </a:rPr>
              <a:t> </a:t>
            </a:r>
            <a:r>
              <a:rPr lang="en-US" sz="3600" b="1" dirty="0" err="1">
                <a:solidFill>
                  <a:prstClr val="black"/>
                </a:solidFill>
                <a:latin typeface="Calibri" pitchFamily="34" charset="0"/>
              </a:rPr>
              <a:t>ನಾಥ</a:t>
            </a:r>
            <a:r>
              <a:rPr lang="en-US" sz="3600" b="1" dirty="0">
                <a:solidFill>
                  <a:prstClr val="black"/>
                </a:solidFill>
                <a:latin typeface="Calibri" pitchFamily="34" charset="0"/>
              </a:rPr>
              <a:t> </a:t>
            </a:r>
            <a:r>
              <a:rPr lang="en-US" sz="3600" b="1" dirty="0" err="1">
                <a:solidFill>
                  <a:prstClr val="black"/>
                </a:solidFill>
                <a:latin typeface="Calibri" pitchFamily="34" charset="0"/>
              </a:rPr>
              <a:t>ಹೃದಯ</a:t>
            </a:r>
            <a:r>
              <a:rPr lang="en-US" sz="3600" b="1" dirty="0">
                <a:solidFill>
                  <a:prstClr val="black"/>
                </a:solidFill>
                <a:latin typeface="Calibri" pitchFamily="34" charset="0"/>
              </a:rPr>
              <a:t> </a:t>
            </a:r>
            <a:r>
              <a:rPr lang="en-US" sz="3600" b="1" dirty="0" err="1">
                <a:solidFill>
                  <a:prstClr val="black"/>
                </a:solidFill>
                <a:latin typeface="Calibri" pitchFamily="34" charset="0"/>
              </a:rPr>
              <a:t>ಮಂಹ</a:t>
            </a:r>
            <a:r>
              <a:rPr lang="en-US" sz="3600" b="1" dirty="0">
                <a:solidFill>
                  <a:prstClr val="black"/>
                </a:solidFill>
                <a:latin typeface="Calibri" pitchFamily="34" charset="0"/>
              </a:rPr>
              <a:t> </a:t>
            </a:r>
            <a:r>
              <a:rPr lang="en-US" sz="3600" b="1" dirty="0" err="1">
                <a:solidFill>
                  <a:prstClr val="black"/>
                </a:solidFill>
                <a:latin typeface="Calibri" pitchFamily="34" charset="0"/>
              </a:rPr>
              <a:t>ಡೇರಾ</a:t>
            </a:r>
            <a:r>
              <a:rPr lang="en-US" sz="3600" b="1" dirty="0">
                <a:solidFill>
                  <a:prstClr val="black"/>
                </a:solidFill>
                <a:latin typeface="Calibri" pitchFamily="34" charset="0"/>
              </a:rPr>
              <a:t> ॥</a:t>
            </a:r>
            <a:r>
              <a:rPr lang="kn-IN" sz="3600" b="1" dirty="0">
                <a:solidFill>
                  <a:prstClr val="black"/>
                </a:solidFill>
                <a:latin typeface="Calibri" pitchFamily="34" charset="0"/>
                <a:ea typeface="Tunga" pitchFamily="2"/>
                <a:cs typeface="Tunga" pitchFamily="2"/>
              </a:rPr>
              <a:t>೪೦</a:t>
            </a:r>
            <a:r>
              <a:rPr lang="en-US" sz="3600" b="1" dirty="0">
                <a:solidFill>
                  <a:prstClr val="black"/>
                </a:solidFill>
                <a:latin typeface="Calibri" pitchFamily="34" charset="0"/>
              </a:rPr>
              <a:t>॥</a:t>
            </a:r>
          </a:p>
          <a:p>
            <a:pPr algn="ctr" defTabSz="914309"/>
            <a:endParaRPr lang="en-US" sz="4000" b="1" dirty="0">
              <a:solidFill>
                <a:prstClr val="black"/>
              </a:solidFill>
              <a:latin typeface="Calibri" pitchFamily="34" charset="0"/>
            </a:endParaRPr>
          </a:p>
          <a:p>
            <a:pPr algn="ctr" defTabSz="914309"/>
            <a:r>
              <a:rPr lang="en-US" sz="2399" b="1" dirty="0" err="1">
                <a:solidFill>
                  <a:prstClr val="black"/>
                </a:solidFill>
                <a:latin typeface="Palatino Linotype" pitchFamily="18" charset="0"/>
              </a:rPr>
              <a:t>Tulsidas</a:t>
            </a:r>
            <a:r>
              <a:rPr lang="en-US" sz="2399" b="1" dirty="0">
                <a:solidFill>
                  <a:prstClr val="black"/>
                </a:solidFill>
                <a:latin typeface="Palatino Linotype" pitchFamily="18" charset="0"/>
              </a:rPr>
              <a:t> always the servant of Lord prays. "Oh my Lord! You enshrine within my heart.!</a:t>
            </a:r>
          </a:p>
          <a:p>
            <a:pPr algn="ctr" defTabSz="914309"/>
            <a:r>
              <a:rPr lang="en-US" sz="4000" b="1" dirty="0">
                <a:solidFill>
                  <a:prstClr val="black"/>
                </a:solidFill>
                <a:latin typeface="Palatino Linotype" pitchFamily="18" charset="0"/>
              </a:rPr>
              <a:t>		</a:t>
            </a:r>
            <a:r>
              <a:rPr lang="en-US" sz="1999" dirty="0">
                <a:solidFill>
                  <a:prstClr val="black"/>
                </a:solidFill>
                <a:latin typeface="Calibri" pitchFamily="34" charset="0"/>
              </a:rPr>
              <a:t/>
            </a:r>
            <a:br>
              <a:rPr lang="en-US" sz="1999" dirty="0">
                <a:solidFill>
                  <a:prstClr val="black"/>
                </a:solidFill>
                <a:latin typeface="Calibri" pitchFamily="34" charset="0"/>
              </a:rPr>
            </a:br>
            <a:endParaRPr lang="en-US" sz="1999" dirty="0">
              <a:solidFill>
                <a:prstClr val="black"/>
              </a:solidFill>
              <a:latin typeface="Calibri" pitchFamily="34" charset="0"/>
            </a:endParaRPr>
          </a:p>
        </p:txBody>
      </p:sp>
    </p:spTree>
    <p:extLst>
      <p:ext uri="{BB962C8B-B14F-4D97-AF65-F5344CB8AC3E}">
        <p14:creationId xmlns:p14="http://schemas.microsoft.com/office/powerpoint/2010/main" val="2805940558"/>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ChangeArrowheads="1"/>
          </p:cNvSpPr>
          <p:nvPr/>
        </p:nvSpPr>
        <p:spPr bwMode="auto">
          <a:xfrm>
            <a:off x="1524133" y="100"/>
            <a:ext cx="9143736" cy="861807"/>
          </a:xfrm>
          <a:prstGeom prst="rect">
            <a:avLst/>
          </a:prstGeom>
          <a:noFill/>
          <a:ln w="9525">
            <a:noFill/>
            <a:miter lim="800000"/>
            <a:headEnd/>
            <a:tailEnd/>
          </a:ln>
        </p:spPr>
        <p:txBody>
          <a:bodyPr>
            <a:spAutoFit/>
          </a:bodyPr>
          <a:lstStyle/>
          <a:p>
            <a:pPr algn="ctr" defTabSz="914309"/>
            <a:r>
              <a:rPr lang="en-IN" sz="2500" b="1">
                <a:solidFill>
                  <a:prstClr val="white"/>
                </a:solidFill>
                <a:latin typeface="Aparajita" pitchFamily="34" charset="0"/>
              </a:rPr>
              <a:t>॥ इति श्रीमद्गोस्वामीतुलसीदासजी अवधी भाषायां विरचितं श्रीहनुमान चालीसा ॥</a:t>
            </a:r>
            <a:endParaRPr lang="en-US" sz="2500" b="1">
              <a:solidFill>
                <a:prstClr val="white"/>
              </a:solidFill>
              <a:latin typeface="Aparajita" pitchFamily="34" charset="0"/>
            </a:endParaRPr>
          </a:p>
        </p:txBody>
      </p:sp>
      <p:sp>
        <p:nvSpPr>
          <p:cNvPr id="73731" name="Rectangle 1"/>
          <p:cNvSpPr>
            <a:spLocks noChangeArrowheads="1"/>
          </p:cNvSpPr>
          <p:nvPr/>
        </p:nvSpPr>
        <p:spPr bwMode="auto">
          <a:xfrm>
            <a:off x="1576519" y="4740253"/>
            <a:ext cx="9143736" cy="2246825"/>
          </a:xfrm>
          <a:prstGeom prst="rect">
            <a:avLst/>
          </a:prstGeom>
          <a:noFill/>
          <a:ln w="9525">
            <a:noFill/>
            <a:miter lim="800000"/>
            <a:headEnd/>
            <a:tailEnd/>
          </a:ln>
        </p:spPr>
        <p:txBody>
          <a:bodyPr>
            <a:spAutoFit/>
          </a:bodyPr>
          <a:lstStyle/>
          <a:p>
            <a:pPr defTabSz="914309"/>
            <a:r>
              <a:rPr lang="en-US" sz="2800" b="1" dirty="0">
                <a:solidFill>
                  <a:prstClr val="black"/>
                </a:solidFill>
                <a:latin typeface="Calibri"/>
              </a:rPr>
              <a:t>	</a:t>
            </a:r>
            <a:r>
              <a:rPr lang="hi-IN" sz="2800" b="1" dirty="0">
                <a:solidFill>
                  <a:prstClr val="black"/>
                </a:solidFill>
                <a:latin typeface="Calibri"/>
              </a:rPr>
              <a:t>राम लक्ष्मण जानकी</a:t>
            </a:r>
            <a:r>
              <a:rPr lang="en-US" sz="2800" b="1" dirty="0">
                <a:solidFill>
                  <a:prstClr val="black"/>
                </a:solidFill>
                <a:latin typeface="Calibri"/>
              </a:rPr>
              <a:t>	</a:t>
            </a:r>
            <a:r>
              <a:rPr lang="en-US" sz="2800" dirty="0" err="1">
                <a:solidFill>
                  <a:prstClr val="black"/>
                </a:solidFill>
                <a:latin typeface="URW Palladio IT" pitchFamily="2" charset="0"/>
              </a:rPr>
              <a:t>Räma</a:t>
            </a:r>
            <a:r>
              <a:rPr lang="en-US" sz="2800" dirty="0">
                <a:solidFill>
                  <a:prstClr val="black"/>
                </a:solidFill>
                <a:latin typeface="URW Palladio IT" pitchFamily="2" charset="0"/>
              </a:rPr>
              <a:t> </a:t>
            </a:r>
            <a:r>
              <a:rPr lang="en-US" sz="2800" dirty="0" err="1">
                <a:solidFill>
                  <a:prstClr val="black"/>
                </a:solidFill>
                <a:latin typeface="URW Palladio IT" pitchFamily="2" charset="0"/>
              </a:rPr>
              <a:t>La</a:t>
            </a:r>
            <a:r>
              <a:rPr lang="en-US" altLang="zh-CN" sz="2800" dirty="0" err="1">
                <a:solidFill>
                  <a:prstClr val="black"/>
                </a:solidFill>
                <a:latin typeface="URW Palladio IT" pitchFamily="2" charset="0"/>
                <a:ea typeface="宋体" panose="02010600030101010101" pitchFamily="2" charset="-122"/>
                <a:sym typeface="URW Palladio IT" pitchFamily="2" charset="0"/>
              </a:rPr>
              <a:t>kñ</a:t>
            </a:r>
            <a:r>
              <a:rPr lang="en-US" sz="2800" dirty="0" err="1">
                <a:solidFill>
                  <a:prstClr val="black"/>
                </a:solidFill>
                <a:latin typeface="URW Palladio IT" pitchFamily="2" charset="0"/>
              </a:rPr>
              <a:t>hmaëa</a:t>
            </a:r>
            <a:r>
              <a:rPr lang="en-US" sz="2800" dirty="0">
                <a:solidFill>
                  <a:prstClr val="black"/>
                </a:solidFill>
                <a:latin typeface="URW Palladio IT" pitchFamily="2" charset="0"/>
              </a:rPr>
              <a:t> </a:t>
            </a:r>
            <a:r>
              <a:rPr lang="en-US" sz="2800" dirty="0" err="1">
                <a:solidFill>
                  <a:prstClr val="black"/>
                </a:solidFill>
                <a:latin typeface="URW Palladio IT" pitchFamily="2" charset="0"/>
              </a:rPr>
              <a:t>Jänaké</a:t>
            </a:r>
            <a:endParaRPr lang="en-US" sz="2800" dirty="0">
              <a:solidFill>
                <a:prstClr val="black"/>
              </a:solidFill>
              <a:latin typeface="URW Palladio IT" pitchFamily="2" charset="0"/>
            </a:endParaRPr>
          </a:p>
          <a:p>
            <a:pPr defTabSz="914309"/>
            <a:r>
              <a:rPr lang="en-US" sz="2800" b="1" dirty="0">
                <a:solidFill>
                  <a:prstClr val="black"/>
                </a:solidFill>
                <a:latin typeface="Calibri"/>
              </a:rPr>
              <a:t>	</a:t>
            </a:r>
            <a:r>
              <a:rPr lang="hi-IN" sz="2800" b="1" dirty="0">
                <a:solidFill>
                  <a:prstClr val="black"/>
                </a:solidFill>
                <a:latin typeface="Calibri"/>
              </a:rPr>
              <a:t>जय बोलो हनुमान की</a:t>
            </a:r>
            <a:r>
              <a:rPr lang="en-US" sz="2800" b="1" dirty="0">
                <a:solidFill>
                  <a:prstClr val="black"/>
                </a:solidFill>
                <a:latin typeface="Calibri"/>
              </a:rPr>
              <a:t>	</a:t>
            </a:r>
            <a:r>
              <a:rPr lang="en-US" sz="2800" dirty="0">
                <a:solidFill>
                  <a:prstClr val="black"/>
                </a:solidFill>
                <a:latin typeface="URW Palladio IT" pitchFamily="2" charset="0"/>
              </a:rPr>
              <a:t> Jaya Bolo </a:t>
            </a:r>
            <a:r>
              <a:rPr lang="en-US" sz="2800" dirty="0" err="1">
                <a:solidFill>
                  <a:prstClr val="black"/>
                </a:solidFill>
                <a:latin typeface="URW Palladio IT" pitchFamily="2" charset="0"/>
              </a:rPr>
              <a:t>Hanumäna</a:t>
            </a:r>
            <a:r>
              <a:rPr lang="en-US" sz="2800" dirty="0">
                <a:solidFill>
                  <a:prstClr val="black"/>
                </a:solidFill>
                <a:latin typeface="URW Palladio IT" pitchFamily="2" charset="0"/>
              </a:rPr>
              <a:t> </a:t>
            </a:r>
            <a:r>
              <a:rPr lang="en-US" sz="2800" dirty="0" err="1">
                <a:solidFill>
                  <a:prstClr val="black"/>
                </a:solidFill>
                <a:latin typeface="URW Palladio IT" pitchFamily="2" charset="0"/>
              </a:rPr>
              <a:t>Ké</a:t>
            </a:r>
            <a:endParaRPr lang="en-CA" sz="2800" b="1" dirty="0">
              <a:solidFill>
                <a:prstClr val="black"/>
              </a:solidFill>
              <a:latin typeface="Calibri"/>
            </a:endParaRPr>
          </a:p>
          <a:p>
            <a:pPr defTabSz="914309"/>
            <a:r>
              <a:rPr lang="en-CA" sz="2800" b="1" dirty="0">
                <a:solidFill>
                  <a:prstClr val="black"/>
                </a:solidFill>
                <a:latin typeface="Calibri"/>
              </a:rPr>
              <a:t>			  </a:t>
            </a:r>
            <a:r>
              <a:rPr lang="kn-IN" sz="2800" b="1" dirty="0">
                <a:solidFill>
                  <a:prstClr val="black"/>
                </a:solidFill>
                <a:latin typeface="Calibri"/>
              </a:rPr>
              <a:t>ರಾಮ ಲಕ್ಷ್ಮಣ </a:t>
            </a:r>
            <a:r>
              <a:rPr lang="kn-IN" sz="2800" b="1" dirty="0" err="1">
                <a:solidFill>
                  <a:prstClr val="black"/>
                </a:solidFill>
                <a:latin typeface="Calibri"/>
              </a:rPr>
              <a:t>ಜಾನಕೀ</a:t>
            </a:r>
            <a:endParaRPr lang="kn-IN" sz="2800" b="1" dirty="0">
              <a:solidFill>
                <a:prstClr val="black"/>
              </a:solidFill>
              <a:latin typeface="Calibri"/>
            </a:endParaRPr>
          </a:p>
          <a:p>
            <a:pPr algn="ctr" defTabSz="914309"/>
            <a:r>
              <a:rPr lang="kn-IN" sz="2800" b="1" dirty="0">
                <a:solidFill>
                  <a:prstClr val="black"/>
                </a:solidFill>
                <a:latin typeface="Calibri"/>
              </a:rPr>
              <a:t>ಜೈ </a:t>
            </a:r>
            <a:r>
              <a:rPr lang="kn-IN" sz="2800" b="1" dirty="0" err="1">
                <a:solidFill>
                  <a:prstClr val="black"/>
                </a:solidFill>
                <a:latin typeface="Calibri"/>
              </a:rPr>
              <a:t>ಬೋಲೋ</a:t>
            </a:r>
            <a:r>
              <a:rPr lang="kn-IN" sz="2800" b="1" dirty="0">
                <a:solidFill>
                  <a:prstClr val="black"/>
                </a:solidFill>
                <a:latin typeface="Calibri"/>
              </a:rPr>
              <a:t> </a:t>
            </a:r>
            <a:r>
              <a:rPr lang="kn-IN" sz="2800" b="1" dirty="0" err="1">
                <a:solidFill>
                  <a:prstClr val="black"/>
                </a:solidFill>
                <a:latin typeface="Calibri"/>
              </a:rPr>
              <a:t>ಹನುಮಾನ್</a:t>
            </a:r>
            <a:r>
              <a:rPr lang="kn-IN" sz="2800" b="1" dirty="0">
                <a:solidFill>
                  <a:prstClr val="black"/>
                </a:solidFill>
                <a:latin typeface="Calibri"/>
              </a:rPr>
              <a:t> ಕೀ</a:t>
            </a:r>
            <a:endParaRPr lang="en-CA" sz="2800" b="1" dirty="0">
              <a:solidFill>
                <a:prstClr val="black"/>
              </a:solidFill>
              <a:latin typeface="Calibri"/>
            </a:endParaRPr>
          </a:p>
          <a:p>
            <a:pPr defTabSz="914309"/>
            <a:endParaRPr lang="en-IN" sz="2800" b="1" dirty="0">
              <a:solidFill>
                <a:prstClr val="black"/>
              </a:solidFill>
              <a:latin typeface="Calibri"/>
            </a:endParaRPr>
          </a:p>
        </p:txBody>
      </p:sp>
      <p:pic>
        <p:nvPicPr>
          <p:cNvPr id="73732" name="Picture 5" descr="C:\Users\GATEWAY\Desktop\HANUMAN_LANKA_by_VISHNU108.gif"/>
          <p:cNvPicPr>
            <a:picLocks noChangeAspect="1" noChangeArrowheads="1" noCrop="1"/>
          </p:cNvPicPr>
          <p:nvPr/>
        </p:nvPicPr>
        <p:blipFill>
          <a:blip r:embed="rId2"/>
          <a:srcRect/>
          <a:stretch>
            <a:fillRect/>
          </a:stretch>
        </p:blipFill>
        <p:spPr bwMode="auto">
          <a:xfrm>
            <a:off x="2209913" y="9626"/>
            <a:ext cx="7848373" cy="4790936"/>
          </a:xfrm>
          <a:prstGeom prst="rect">
            <a:avLst/>
          </a:prstGeom>
          <a:noFill/>
          <a:ln w="9525">
            <a:noFill/>
            <a:miter lim="800000"/>
            <a:headEnd/>
            <a:tailEnd/>
          </a:ln>
        </p:spPr>
      </p:pic>
    </p:spTree>
    <p:extLst>
      <p:ext uri="{BB962C8B-B14F-4D97-AF65-F5344CB8AC3E}">
        <p14:creationId xmlns:p14="http://schemas.microsoft.com/office/powerpoint/2010/main" val="3311493639"/>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711201" y="5418096"/>
            <a:ext cx="10659533" cy="556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0" tIns="54425" rIns="108850" bIns="54425">
            <a:spAutoFit/>
          </a:bodyPr>
          <a:lstStyle/>
          <a:p>
            <a:pPr algn="ctr" defTabSz="723576" fontAlgn="base">
              <a:spcBef>
                <a:spcPct val="0"/>
              </a:spcBef>
              <a:spcAft>
                <a:spcPct val="0"/>
              </a:spcAft>
            </a:pPr>
            <a:endParaRPr lang="en-IN" sz="2899" i="1" dirty="0">
              <a:solidFill>
                <a:srgbClr val="000000"/>
              </a:solidFill>
              <a:latin typeface="Palatino Linotype" pitchFamily="18" charset="0"/>
            </a:endParaRPr>
          </a:p>
        </p:txBody>
      </p:sp>
      <p:sp>
        <p:nvSpPr>
          <p:cNvPr id="5" name="Title 1"/>
          <p:cNvSpPr txBox="1">
            <a:spLocks/>
          </p:cNvSpPr>
          <p:nvPr/>
        </p:nvSpPr>
        <p:spPr bwMode="auto">
          <a:xfrm>
            <a:off x="914401" y="3276618"/>
            <a:ext cx="10363200" cy="14699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8850" tIns="54425" rIns="108850" bIns="54425"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defTabSz="723576" eaLnBrk="1" hangingPunct="1"/>
            <a:r>
              <a:rPr lang="en-US" sz="10497" b="1" i="1" dirty="0">
                <a:solidFill>
                  <a:prstClr val="black"/>
                </a:solidFill>
                <a:latin typeface="DFKai-SB" pitchFamily="65" charset="-120"/>
                <a:ea typeface="DFKai-SB" pitchFamily="65" charset="-120"/>
              </a:rPr>
              <a:t>ALL TOGETHER</a:t>
            </a:r>
            <a:endParaRPr lang="en-IN" sz="10497" b="1" i="1" dirty="0">
              <a:solidFill>
                <a:prstClr val="black"/>
              </a:solidFill>
              <a:latin typeface="DFKai-SB" pitchFamily="65" charset="-120"/>
              <a:ea typeface="DFKai-SB" pitchFamily="65" charset="-120"/>
            </a:endParaRPr>
          </a:p>
          <a:p>
            <a:pPr defTabSz="723576" eaLnBrk="1" hangingPunct="1"/>
            <a:endParaRPr lang="en-US" sz="10497" dirty="0">
              <a:solidFill>
                <a:prstClr val="black"/>
              </a:solidFill>
              <a:latin typeface="AGaramond Bold" pitchFamily="18" charset="0"/>
            </a:endParaRPr>
          </a:p>
        </p:txBody>
      </p:sp>
      <p:sp>
        <p:nvSpPr>
          <p:cNvPr id="6" name="Subtitle 2"/>
          <p:cNvSpPr txBox="1">
            <a:spLocks/>
          </p:cNvSpPr>
          <p:nvPr/>
        </p:nvSpPr>
        <p:spPr bwMode="auto">
          <a:xfrm>
            <a:off x="1" y="1447857"/>
            <a:ext cx="12192000" cy="541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8850" tIns="54425" rIns="108850" bIns="54425"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797" indent="-342797" defTabSz="723576" eaLnBrk="1" hangingPunct="1">
              <a:lnSpc>
                <a:spcPct val="150000"/>
              </a:lnSpc>
            </a:pPr>
            <a:endParaRPr lang="en-US" sz="3999" b="1" dirty="0">
              <a:solidFill>
                <a:prstClr val="black"/>
              </a:solidFill>
              <a:latin typeface="Palatino Linotype" pitchFamily="18" charset="0"/>
              <a:cs typeface="Times New Roman" pitchFamily="18" charset="0"/>
            </a:endParaRPr>
          </a:p>
        </p:txBody>
      </p:sp>
      <p:pic>
        <p:nvPicPr>
          <p:cNvPr id="7" name="Picture 6" descr="om-wallpaper-high-resolution.jpg"/>
          <p:cNvPicPr>
            <a:picLocks noChangeAspect="1"/>
          </p:cNvPicPr>
          <p:nvPr/>
        </p:nvPicPr>
        <p:blipFill>
          <a:blip r:embed="rId2"/>
          <a:stretch>
            <a:fillRect/>
          </a:stretch>
        </p:blipFill>
        <p:spPr>
          <a:xfrm>
            <a:off x="1" y="99"/>
            <a:ext cx="12192000" cy="6857802"/>
          </a:xfrm>
          <a:prstGeom prst="rect">
            <a:avLst/>
          </a:prstGeom>
        </p:spPr>
      </p:pic>
    </p:spTree>
    <p:extLst>
      <p:ext uri="{BB962C8B-B14F-4D97-AF65-F5344CB8AC3E}">
        <p14:creationId xmlns:p14="http://schemas.microsoft.com/office/powerpoint/2010/main" val="70082150"/>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5122" name="Text Box 6"/>
          <p:cNvSpPr txBox="1">
            <a:spLocks noChangeArrowheads="1"/>
          </p:cNvSpPr>
          <p:nvPr/>
        </p:nvSpPr>
        <p:spPr bwMode="auto">
          <a:xfrm>
            <a:off x="3503712" y="4293096"/>
            <a:ext cx="4716016" cy="2077468"/>
          </a:xfrm>
          <a:prstGeom prst="rect">
            <a:avLst/>
          </a:prstGeom>
          <a:solidFill>
            <a:schemeClr val="accent1">
              <a:lumMod val="75000"/>
            </a:schemeClr>
          </a:solidFill>
          <a:ln>
            <a:noFill/>
          </a:ln>
          <a:extLst/>
        </p:spPr>
        <p:txBody>
          <a:bodyPr wrap="square" lIns="91415" tIns="45708" rIns="91415" bIns="45708">
            <a:spAutoFit/>
          </a:bodyPr>
          <a:lstStyle>
            <a:lvl1pPr>
              <a:defRPr sz="3200">
                <a:solidFill>
                  <a:srgbClr val="00FF00"/>
                </a:solidFill>
                <a:latin typeface="Times New Roman" pitchFamily="18" charset="0"/>
              </a:defRPr>
            </a:lvl1pPr>
            <a:lvl2pPr marL="742950" indent="-285750">
              <a:defRPr sz="3200">
                <a:solidFill>
                  <a:srgbClr val="00FF00"/>
                </a:solidFill>
                <a:latin typeface="Times New Roman" pitchFamily="18" charset="0"/>
              </a:defRPr>
            </a:lvl2pPr>
            <a:lvl3pPr marL="1143000" indent="-228600">
              <a:defRPr sz="3200">
                <a:solidFill>
                  <a:srgbClr val="00FF00"/>
                </a:solidFill>
                <a:latin typeface="Times New Roman" pitchFamily="18" charset="0"/>
              </a:defRPr>
            </a:lvl3pPr>
            <a:lvl4pPr marL="1600200" indent="-228600">
              <a:defRPr sz="3200">
                <a:solidFill>
                  <a:srgbClr val="00FF00"/>
                </a:solidFill>
                <a:latin typeface="Times New Roman" pitchFamily="18" charset="0"/>
              </a:defRPr>
            </a:lvl4pPr>
            <a:lvl5pPr marL="2057400" indent="-228600">
              <a:defRPr sz="3200">
                <a:solidFill>
                  <a:srgbClr val="00FF00"/>
                </a:solidFill>
                <a:latin typeface="Times New Roman" pitchFamily="18" charset="0"/>
              </a:defRPr>
            </a:lvl5pPr>
            <a:lvl6pPr marL="2514600" indent="-228600" algn="ctr" eaLnBrk="0" fontAlgn="base" hangingPunct="0">
              <a:spcBef>
                <a:spcPct val="50000"/>
              </a:spcBef>
              <a:spcAft>
                <a:spcPct val="0"/>
              </a:spcAft>
              <a:defRPr sz="3200">
                <a:solidFill>
                  <a:srgbClr val="00FF00"/>
                </a:solidFill>
                <a:latin typeface="Times New Roman" pitchFamily="18" charset="0"/>
              </a:defRPr>
            </a:lvl6pPr>
            <a:lvl7pPr marL="2971800" indent="-228600" algn="ctr" eaLnBrk="0" fontAlgn="base" hangingPunct="0">
              <a:spcBef>
                <a:spcPct val="50000"/>
              </a:spcBef>
              <a:spcAft>
                <a:spcPct val="0"/>
              </a:spcAft>
              <a:defRPr sz="3200">
                <a:solidFill>
                  <a:srgbClr val="00FF00"/>
                </a:solidFill>
                <a:latin typeface="Times New Roman" pitchFamily="18" charset="0"/>
              </a:defRPr>
            </a:lvl7pPr>
            <a:lvl8pPr marL="3429000" indent="-228600" algn="ctr" eaLnBrk="0" fontAlgn="base" hangingPunct="0">
              <a:spcBef>
                <a:spcPct val="50000"/>
              </a:spcBef>
              <a:spcAft>
                <a:spcPct val="0"/>
              </a:spcAft>
              <a:defRPr sz="3200">
                <a:solidFill>
                  <a:srgbClr val="00FF00"/>
                </a:solidFill>
                <a:latin typeface="Times New Roman" pitchFamily="18" charset="0"/>
              </a:defRPr>
            </a:lvl8pPr>
            <a:lvl9pPr marL="3886200" indent="-228600" algn="ctr" eaLnBrk="0" fontAlgn="base" hangingPunct="0">
              <a:spcBef>
                <a:spcPct val="50000"/>
              </a:spcBef>
              <a:spcAft>
                <a:spcPct val="0"/>
              </a:spcAft>
              <a:defRPr sz="3200">
                <a:solidFill>
                  <a:srgbClr val="00FF00"/>
                </a:solidFill>
                <a:latin typeface="Times New Roman" pitchFamily="18" charset="0"/>
              </a:defRPr>
            </a:lvl9pPr>
          </a:lstStyle>
          <a:p>
            <a:pPr marL="341313" indent="-341313" algn="ctr" fontAlgn="base">
              <a:spcBef>
                <a:spcPts val="600"/>
              </a:spcBef>
              <a:spcAft>
                <a:spcPct val="0"/>
              </a:spcAft>
            </a:pPr>
            <a:r>
              <a:rPr lang="en-IN" sz="2800" b="1" dirty="0" err="1">
                <a:solidFill>
                  <a:prstClr val="white"/>
                </a:solidFill>
                <a:latin typeface="URW Palladio IT" pitchFamily="2" charset="0"/>
              </a:rPr>
              <a:t>Sämarasya</a:t>
            </a:r>
            <a:r>
              <a:rPr lang="en-IN" sz="2800" b="1" dirty="0">
                <a:solidFill>
                  <a:prstClr val="white"/>
                </a:solidFill>
                <a:latin typeface="URW Palladio IT" pitchFamily="2" charset="0"/>
              </a:rPr>
              <a:t> </a:t>
            </a:r>
            <a:r>
              <a:rPr lang="en-IN" sz="2800" b="1" dirty="0" err="1">
                <a:solidFill>
                  <a:prstClr val="white"/>
                </a:solidFill>
                <a:latin typeface="URW Palladio IT" pitchFamily="2" charset="0"/>
              </a:rPr>
              <a:t>çlokasaìgrahaù</a:t>
            </a:r>
            <a:endParaRPr lang="en-US" sz="2800" b="1" dirty="0">
              <a:solidFill>
                <a:prstClr val="white"/>
              </a:solidFill>
              <a:latin typeface="URW Palladio IT" pitchFamily="2" charset="0"/>
              <a:cs typeface="Times New Roman" pitchFamily="18" charset="0"/>
            </a:endParaRPr>
          </a:p>
          <a:p>
            <a:pPr marL="341313" indent="-341313" algn="ctr" fontAlgn="base">
              <a:lnSpc>
                <a:spcPct val="150000"/>
              </a:lnSpc>
              <a:spcBef>
                <a:spcPct val="0"/>
              </a:spcBef>
              <a:spcAft>
                <a:spcPct val="0"/>
              </a:spcAft>
            </a:pPr>
            <a:r>
              <a:rPr lang="kn-IN" sz="2800" b="1" dirty="0">
                <a:solidFill>
                  <a:prstClr val="white"/>
                </a:solidFill>
                <a:latin typeface="Arial" charset="0"/>
              </a:rPr>
              <a:t>ಸಾಮರಸ್ಯ ಶ್ಲೋಕ ಸಂಗ್ರಹಃ</a:t>
            </a:r>
            <a:endParaRPr lang="en-CA" b="1" dirty="0">
              <a:solidFill>
                <a:prstClr val="white"/>
              </a:solidFill>
              <a:latin typeface="Sanskrit 2003" pitchFamily="2" charset="-78"/>
              <a:cs typeface="Sanskrit 2003" pitchFamily="2" charset="-78"/>
            </a:endParaRPr>
          </a:p>
          <a:p>
            <a:pPr marL="341313" indent="-341313" algn="ctr" fontAlgn="base">
              <a:spcBef>
                <a:spcPct val="0"/>
              </a:spcBef>
              <a:spcAft>
                <a:spcPct val="0"/>
              </a:spcAft>
            </a:pPr>
            <a:r>
              <a:rPr lang="en-US" b="1" dirty="0" err="1">
                <a:solidFill>
                  <a:prstClr val="white"/>
                </a:solidFill>
                <a:latin typeface="Sanskrit 99" pitchFamily="2" charset="0"/>
              </a:rPr>
              <a:t>samrSyðaeks'œ¢h</a:t>
            </a:r>
            <a:r>
              <a:rPr lang="en-US" b="1" dirty="0">
                <a:solidFill>
                  <a:prstClr val="white"/>
                </a:solidFill>
                <a:latin typeface="Sanskrit 99" pitchFamily="2" charset="0"/>
              </a:rPr>
              <a:t>&gt;</a:t>
            </a:r>
            <a:endParaRPr lang="en-US" b="1" dirty="0">
              <a:solidFill>
                <a:prstClr val="white"/>
              </a:solidFill>
              <a:latin typeface="URW Palladio ITU" pitchFamily="2" charset="0"/>
              <a:cs typeface="Times New Roman" pitchFamily="18" charset="0"/>
            </a:endParaRPr>
          </a:p>
          <a:p>
            <a:pPr algn="ctr" eaLnBrk="0" fontAlgn="base" hangingPunct="0">
              <a:spcBef>
                <a:spcPct val="50000"/>
              </a:spcBef>
              <a:spcAft>
                <a:spcPct val="0"/>
              </a:spcAft>
            </a:pPr>
            <a:endParaRPr lang="en-US" sz="1800" dirty="0">
              <a:solidFill>
                <a:prstClr val="white"/>
              </a:solidFill>
            </a:endParaRPr>
          </a:p>
        </p:txBody>
      </p:sp>
    </p:spTree>
    <p:extLst>
      <p:ext uri="{BB962C8B-B14F-4D97-AF65-F5344CB8AC3E}">
        <p14:creationId xmlns:p14="http://schemas.microsoft.com/office/powerpoint/2010/main" val="3558926657"/>
      </p:ext>
    </p:extLst>
  </p:cSld>
  <p:clrMapOvr>
    <a:masterClrMapping/>
  </p:clrMapOv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
          <p:cNvSpPr>
            <a:spLocks noChangeArrowheads="1"/>
          </p:cNvSpPr>
          <p:nvPr/>
        </p:nvSpPr>
        <p:spPr bwMode="auto">
          <a:xfrm>
            <a:off x="1905000" y="228601"/>
            <a:ext cx="8382000" cy="6740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lnSpc>
                <a:spcPct val="150000"/>
              </a:lnSpc>
              <a:spcBef>
                <a:spcPct val="0"/>
              </a:spcBef>
              <a:spcAft>
                <a:spcPct val="0"/>
              </a:spcAft>
            </a:pPr>
            <a:endParaRPr lang="en-US" sz="4800" b="1">
              <a:solidFill>
                <a:srgbClr val="000000"/>
              </a:solidFill>
              <a:latin typeface="Arial" charset="0"/>
              <a:ea typeface="Mangal" pitchFamily="2"/>
            </a:endParaRPr>
          </a:p>
          <a:p>
            <a:pPr algn="ctr" fontAlgn="base">
              <a:lnSpc>
                <a:spcPct val="150000"/>
              </a:lnSpc>
              <a:spcBef>
                <a:spcPct val="0"/>
              </a:spcBef>
              <a:spcAft>
                <a:spcPct val="0"/>
              </a:spcAft>
            </a:pPr>
            <a:r>
              <a:rPr lang="hi-IN" sz="4800" b="1">
                <a:solidFill>
                  <a:srgbClr val="000000"/>
                </a:solidFill>
                <a:latin typeface="Arial" charset="0"/>
                <a:ea typeface="Mangal" pitchFamily="2"/>
              </a:rPr>
              <a:t>ध्यानश्लोकाः</a:t>
            </a:r>
            <a:endParaRPr lang="hi-IN" sz="4800" b="1">
              <a:solidFill>
                <a:srgbClr val="000000"/>
              </a:solidFill>
              <a:latin typeface="Sanskrit 2003" pitchFamily="2" charset="-78"/>
              <a:cs typeface="Sanskrit 2003" pitchFamily="2" charset="-78"/>
            </a:endParaRPr>
          </a:p>
          <a:p>
            <a:pPr algn="ctr" fontAlgn="base">
              <a:lnSpc>
                <a:spcPct val="150000"/>
              </a:lnSpc>
              <a:spcBef>
                <a:spcPct val="0"/>
              </a:spcBef>
              <a:spcAft>
                <a:spcPct val="0"/>
              </a:spcAft>
            </a:pPr>
            <a:r>
              <a:rPr lang="en-CA" sz="4800" b="1" dirty="0" err="1">
                <a:solidFill>
                  <a:srgbClr val="000000"/>
                </a:solidFill>
                <a:latin typeface="Arial" charset="0"/>
              </a:rPr>
              <a:t>Dhy</a:t>
            </a:r>
            <a:r>
              <a:rPr lang="en-US" sz="4800" b="1" dirty="0">
                <a:solidFill>
                  <a:srgbClr val="000000"/>
                </a:solidFill>
                <a:latin typeface="Arial" charset="0"/>
              </a:rPr>
              <a:t>ā</a:t>
            </a:r>
            <a:r>
              <a:rPr lang="en-CA" sz="4800" b="1" dirty="0" err="1">
                <a:solidFill>
                  <a:srgbClr val="000000"/>
                </a:solidFill>
                <a:latin typeface="Arial" charset="0"/>
              </a:rPr>
              <a:t>na</a:t>
            </a:r>
            <a:r>
              <a:rPr lang="en-US" sz="4800" b="1" dirty="0">
                <a:solidFill>
                  <a:srgbClr val="000000"/>
                </a:solidFill>
                <a:latin typeface="Arial" charset="0"/>
              </a:rPr>
              <a:t>ś</a:t>
            </a:r>
            <a:r>
              <a:rPr lang="en-CA" sz="4800" b="1" dirty="0">
                <a:solidFill>
                  <a:srgbClr val="000000"/>
                </a:solidFill>
                <a:latin typeface="Arial" charset="0"/>
              </a:rPr>
              <a:t>l</a:t>
            </a:r>
            <a:r>
              <a:rPr lang="en-US" sz="4800" b="1" dirty="0">
                <a:solidFill>
                  <a:srgbClr val="000000"/>
                </a:solidFill>
                <a:latin typeface="Arial" charset="0"/>
              </a:rPr>
              <a:t>ō</a:t>
            </a:r>
            <a:r>
              <a:rPr lang="en-CA" sz="4800" b="1" dirty="0">
                <a:solidFill>
                  <a:srgbClr val="000000"/>
                </a:solidFill>
                <a:latin typeface="Arial" charset="0"/>
              </a:rPr>
              <a:t>k</a:t>
            </a:r>
            <a:r>
              <a:rPr lang="en-US" sz="4800" b="1" dirty="0" err="1">
                <a:solidFill>
                  <a:srgbClr val="000000"/>
                </a:solidFill>
                <a:latin typeface="Arial" charset="0"/>
              </a:rPr>
              <a:t>āḥ</a:t>
            </a:r>
            <a:endParaRPr lang="en-US" sz="4800" b="1" dirty="0">
              <a:solidFill>
                <a:srgbClr val="000000"/>
              </a:solidFill>
              <a:latin typeface="URW Palladio IT" pitchFamily="2" charset="0"/>
              <a:cs typeface="Sanskrit 2003" pitchFamily="2" charset="-78"/>
            </a:endParaRPr>
          </a:p>
          <a:p>
            <a:pPr algn="ctr" fontAlgn="base">
              <a:lnSpc>
                <a:spcPct val="150000"/>
              </a:lnSpc>
              <a:spcBef>
                <a:spcPct val="0"/>
              </a:spcBef>
              <a:spcAft>
                <a:spcPct val="0"/>
              </a:spcAft>
            </a:pPr>
            <a:r>
              <a:rPr lang="en-IN" sz="4800" b="1" dirty="0" err="1">
                <a:solidFill>
                  <a:srgbClr val="000000"/>
                </a:solidFill>
                <a:latin typeface="Arial" charset="0"/>
              </a:rPr>
              <a:t>ಧ್ಯಾನಶ್ಲೋ</a:t>
            </a:r>
            <a:r>
              <a:rPr lang="kn-IN" sz="4800" b="1" dirty="0">
                <a:solidFill>
                  <a:srgbClr val="000000"/>
                </a:solidFill>
                <a:latin typeface="Arial" charset="0"/>
                <a:ea typeface="Tunga" pitchFamily="2"/>
              </a:rPr>
              <a:t>ಕಾಃ</a:t>
            </a:r>
            <a:endParaRPr lang="en-CA" sz="4800" b="1" dirty="0">
              <a:solidFill>
                <a:srgbClr val="000000"/>
              </a:solidFill>
              <a:latin typeface="Arial" charset="0"/>
            </a:endParaRPr>
          </a:p>
          <a:p>
            <a:pPr algn="ctr" fontAlgn="base">
              <a:lnSpc>
                <a:spcPct val="150000"/>
              </a:lnSpc>
              <a:spcBef>
                <a:spcPct val="0"/>
              </a:spcBef>
              <a:spcAft>
                <a:spcPct val="0"/>
              </a:spcAft>
            </a:pPr>
            <a:endParaRPr lang="en-US" sz="4800" b="1" dirty="0">
              <a:solidFill>
                <a:srgbClr val="000000"/>
              </a:solidFill>
              <a:latin typeface="Arial" charset="0"/>
            </a:endParaRPr>
          </a:p>
          <a:p>
            <a:pPr algn="ctr" fontAlgn="base">
              <a:lnSpc>
                <a:spcPct val="150000"/>
              </a:lnSpc>
              <a:spcBef>
                <a:spcPct val="0"/>
              </a:spcBef>
              <a:spcAft>
                <a:spcPct val="0"/>
              </a:spcAft>
            </a:pPr>
            <a:endParaRPr lang="hi-IN" sz="4800" b="1" dirty="0">
              <a:solidFill>
                <a:srgbClr val="000000"/>
              </a:solidFill>
              <a:latin typeface="URW Palladio IT" pitchFamily="2" charset="0"/>
              <a:cs typeface="Sanskrit 2003" pitchFamily="2" charset="-78"/>
            </a:endParaRPr>
          </a:p>
        </p:txBody>
      </p:sp>
    </p:spTree>
    <p:extLst>
      <p:ext uri="{BB962C8B-B14F-4D97-AF65-F5344CB8AC3E}">
        <p14:creationId xmlns:p14="http://schemas.microsoft.com/office/powerpoint/2010/main" val="4272123112"/>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2"/>
          <p:cNvSpPr txBox="1">
            <a:spLocks/>
          </p:cNvSpPr>
          <p:nvPr/>
        </p:nvSpPr>
        <p:spPr bwMode="auto">
          <a:xfrm>
            <a:off x="191344" y="332656"/>
            <a:ext cx="11809312" cy="6525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742950" indent="-742950">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marL="0" indent="0" algn="ctr" fontAlgn="base">
              <a:spcBef>
                <a:spcPct val="0"/>
              </a:spcBef>
              <a:spcAft>
                <a:spcPct val="0"/>
              </a:spcAft>
            </a:pPr>
            <a:r>
              <a:rPr lang="en-US" sz="3600" dirty="0">
                <a:solidFill>
                  <a:srgbClr val="000000"/>
                </a:solidFill>
                <a:latin typeface="Sanskrit 99" pitchFamily="2" charset="0"/>
                <a:cs typeface="+mn-cs"/>
              </a:rPr>
              <a:t>` </a:t>
            </a:r>
            <a:r>
              <a:rPr lang="en-US" sz="3600" dirty="0" err="1">
                <a:solidFill>
                  <a:srgbClr val="000000"/>
                </a:solidFill>
                <a:latin typeface="Sanskrit 99" pitchFamily="2" charset="0"/>
                <a:cs typeface="+mn-cs"/>
              </a:rPr>
              <a:t>pawaRy</a:t>
            </a:r>
            <a:r>
              <a:rPr lang="en-US" sz="3600" dirty="0">
                <a:solidFill>
                  <a:srgbClr val="000000"/>
                </a:solidFill>
                <a:latin typeface="Sanskrit 99" pitchFamily="2" charset="0"/>
                <a:cs typeface="+mn-cs"/>
              </a:rPr>
              <a:t> </a:t>
            </a:r>
            <a:r>
              <a:rPr lang="en-US" sz="3600" dirty="0" err="1">
                <a:solidFill>
                  <a:srgbClr val="000000"/>
                </a:solidFill>
                <a:latin typeface="Sanskrit 99" pitchFamily="2" charset="0"/>
                <a:cs typeface="+mn-cs"/>
              </a:rPr>
              <a:t>àitbaeixta</a:t>
            </a:r>
            <a:r>
              <a:rPr lang="en-US" sz="3600" dirty="0">
                <a:solidFill>
                  <a:srgbClr val="000000"/>
                </a:solidFill>
                <a:latin typeface="Sanskrit 99" pitchFamily="2" charset="0"/>
                <a:cs typeface="+mn-cs"/>
              </a:rPr>
              <a:t>&lt; </a:t>
            </a:r>
            <a:r>
              <a:rPr lang="en-US" sz="3600" dirty="0" err="1">
                <a:solidFill>
                  <a:srgbClr val="000000"/>
                </a:solidFill>
                <a:latin typeface="Sanskrit 99" pitchFamily="2" charset="0"/>
                <a:cs typeface="+mn-cs"/>
              </a:rPr>
              <a:t>Égvta</a:t>
            </a:r>
            <a:r>
              <a:rPr lang="en-US" sz="3600" dirty="0">
                <a:solidFill>
                  <a:srgbClr val="000000"/>
                </a:solidFill>
                <a:latin typeface="Sanskrit 99" pitchFamily="2" charset="0"/>
                <a:cs typeface="+mn-cs"/>
              </a:rPr>
              <a:t> </a:t>
            </a:r>
            <a:r>
              <a:rPr lang="en-US" sz="3600" dirty="0" err="1">
                <a:solidFill>
                  <a:srgbClr val="000000"/>
                </a:solidFill>
                <a:latin typeface="Sanskrit 99" pitchFamily="2" charset="0"/>
                <a:cs typeface="+mn-cs"/>
              </a:rPr>
              <a:t>naray</a:t>
            </a:r>
            <a:r>
              <a:rPr lang="en-US" sz="3600" dirty="0">
                <a:solidFill>
                  <a:srgbClr val="000000"/>
                </a:solidFill>
                <a:latin typeface="Sanskrit 99" pitchFamily="2" charset="0"/>
                <a:cs typeface="+mn-cs"/>
              </a:rPr>
              <a:t>[en </a:t>
            </a:r>
            <a:r>
              <a:rPr lang="en-US" sz="3600" dirty="0" err="1">
                <a:solidFill>
                  <a:srgbClr val="000000"/>
                </a:solidFill>
                <a:latin typeface="Sanskrit 99" pitchFamily="2" charset="0"/>
                <a:cs typeface="+mn-cs"/>
              </a:rPr>
              <a:t>Svy</a:t>
            </a:r>
            <a:r>
              <a:rPr lang="en-US" sz="3600" dirty="0">
                <a:solidFill>
                  <a:srgbClr val="000000"/>
                </a:solidFill>
                <a:latin typeface="Sanskrit 99" pitchFamily="2" charset="0"/>
                <a:cs typeface="+mn-cs"/>
              </a:rPr>
              <a:t>&lt; </a:t>
            </a:r>
          </a:p>
          <a:p>
            <a:pPr marL="0" indent="0" algn="ctr" fontAlgn="base">
              <a:spcBef>
                <a:spcPct val="0"/>
              </a:spcBef>
              <a:spcAft>
                <a:spcPts val="1800"/>
              </a:spcAft>
            </a:pPr>
            <a:r>
              <a:rPr lang="en-US" sz="3600" dirty="0" err="1">
                <a:solidFill>
                  <a:srgbClr val="000000"/>
                </a:solidFill>
                <a:latin typeface="Sanskrit 99" pitchFamily="2" charset="0"/>
                <a:cs typeface="+mn-cs"/>
              </a:rPr>
              <a:t>Vyasen</a:t>
            </a:r>
            <a:r>
              <a:rPr lang="en-US" sz="3600" dirty="0">
                <a:solidFill>
                  <a:srgbClr val="000000"/>
                </a:solidFill>
                <a:latin typeface="Sanskrit 99" pitchFamily="2" charset="0"/>
                <a:cs typeface="+mn-cs"/>
              </a:rPr>
              <a:t> ¢</a:t>
            </a:r>
            <a:r>
              <a:rPr lang="en-US" sz="3600" dirty="0" err="1">
                <a:solidFill>
                  <a:srgbClr val="000000"/>
                </a:solidFill>
                <a:latin typeface="Sanskrit 99" pitchFamily="2" charset="0"/>
                <a:cs typeface="+mn-cs"/>
              </a:rPr>
              <a:t>iwta</a:t>
            </a:r>
            <a:r>
              <a:rPr lang="en-US" sz="3600" dirty="0">
                <a:solidFill>
                  <a:srgbClr val="000000"/>
                </a:solidFill>
                <a:latin typeface="Sanskrit 99" pitchFamily="2" charset="0"/>
                <a:cs typeface="+mn-cs"/>
              </a:rPr>
              <a:t>&lt; </a:t>
            </a:r>
            <a:r>
              <a:rPr lang="en-US" sz="3600" dirty="0" err="1">
                <a:solidFill>
                  <a:srgbClr val="000000"/>
                </a:solidFill>
                <a:latin typeface="Sanskrit 99" pitchFamily="2" charset="0"/>
                <a:cs typeface="+mn-cs"/>
              </a:rPr>
              <a:t>pura</a:t>
            </a:r>
            <a:r>
              <a:rPr lang="en-US" sz="3600" dirty="0">
                <a:solidFill>
                  <a:srgbClr val="000000"/>
                </a:solidFill>
                <a:latin typeface="Sanskrit 99" pitchFamily="2" charset="0"/>
                <a:cs typeface="+mn-cs"/>
              </a:rPr>
              <a:t>[</a:t>
            </a:r>
            <a:r>
              <a:rPr lang="en-US" sz="3600" dirty="0" err="1">
                <a:solidFill>
                  <a:srgbClr val="000000"/>
                </a:solidFill>
                <a:latin typeface="Sanskrit 99" pitchFamily="2" charset="0"/>
                <a:cs typeface="+mn-cs"/>
              </a:rPr>
              <a:t>muinna</a:t>
            </a:r>
            <a:r>
              <a:rPr lang="en-US" sz="3600" dirty="0">
                <a:solidFill>
                  <a:srgbClr val="000000"/>
                </a:solidFill>
                <a:latin typeface="Sanskrit 99" pitchFamily="2" charset="0"/>
                <a:cs typeface="+mn-cs"/>
              </a:rPr>
              <a:t> </a:t>
            </a:r>
            <a:r>
              <a:rPr lang="en-US" sz="3600" dirty="0" err="1">
                <a:solidFill>
                  <a:srgbClr val="000000"/>
                </a:solidFill>
                <a:latin typeface="Sanskrit 99" pitchFamily="2" charset="0"/>
                <a:cs typeface="+mn-cs"/>
              </a:rPr>
              <a:t>mXye</a:t>
            </a:r>
            <a:r>
              <a:rPr lang="en-US" sz="3600" dirty="0">
                <a:solidFill>
                  <a:srgbClr val="000000"/>
                </a:solidFill>
                <a:latin typeface="Sanskrit 99" pitchFamily="2" charset="0"/>
                <a:cs typeface="+mn-cs"/>
              </a:rPr>
              <a:t> </a:t>
            </a:r>
            <a:r>
              <a:rPr lang="en-US" sz="3600" dirty="0" err="1">
                <a:solidFill>
                  <a:srgbClr val="000000"/>
                </a:solidFill>
                <a:latin typeface="Sanskrit 99" pitchFamily="2" charset="0"/>
                <a:cs typeface="+mn-cs"/>
              </a:rPr>
              <a:t>mhaÉartm</a:t>
            </a:r>
            <a:r>
              <a:rPr lang="en-US" sz="3600" dirty="0">
                <a:solidFill>
                  <a:srgbClr val="000000"/>
                </a:solidFill>
                <a:latin typeface="Sanskrit 99" pitchFamily="2" charset="0"/>
                <a:cs typeface="+mn-cs"/>
              </a:rPr>
              <a:t>!,</a:t>
            </a:r>
          </a:p>
          <a:p>
            <a:pPr marL="0" indent="0" algn="ctr" fontAlgn="base">
              <a:spcBef>
                <a:spcPct val="0"/>
              </a:spcBef>
              <a:spcAft>
                <a:spcPct val="0"/>
              </a:spcAft>
            </a:pPr>
            <a:r>
              <a:rPr lang="en-US" sz="3200" dirty="0">
                <a:solidFill>
                  <a:srgbClr val="000000"/>
                </a:solidFill>
                <a:latin typeface="URW Palladio IT" pitchFamily="2" charset="0"/>
                <a:cs typeface="+mn-cs"/>
              </a:rPr>
              <a:t>Om </a:t>
            </a:r>
            <a:r>
              <a:rPr lang="en-US" sz="3200" dirty="0" err="1">
                <a:solidFill>
                  <a:srgbClr val="000000"/>
                </a:solidFill>
                <a:latin typeface="URW Palladio IT" pitchFamily="2" charset="0"/>
                <a:cs typeface="+mn-cs"/>
              </a:rPr>
              <a:t>pärthäya</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pratibodhitäà</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bhagavatä</a:t>
            </a:r>
            <a:r>
              <a:rPr lang="en-US" sz="3200" dirty="0">
                <a:solidFill>
                  <a:srgbClr val="000000"/>
                </a:solidFill>
                <a:latin typeface="URW Palladio IT" pitchFamily="2" charset="0"/>
                <a:cs typeface="+mn-cs"/>
              </a:rPr>
              <a:t> </a:t>
            </a:r>
          </a:p>
          <a:p>
            <a:pPr marL="0" indent="0" algn="ctr" fontAlgn="base">
              <a:spcBef>
                <a:spcPct val="0"/>
              </a:spcBef>
              <a:spcAft>
                <a:spcPct val="0"/>
              </a:spcAft>
            </a:pPr>
            <a:r>
              <a:rPr lang="en-US" sz="3200" dirty="0" err="1">
                <a:solidFill>
                  <a:srgbClr val="000000"/>
                </a:solidFill>
                <a:latin typeface="URW Palladio IT" pitchFamily="2" charset="0"/>
                <a:cs typeface="+mn-cs"/>
              </a:rPr>
              <a:t>näräyaëena</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svayaà</a:t>
            </a:r>
            <a:r>
              <a:rPr lang="en-US" sz="3200" dirty="0">
                <a:solidFill>
                  <a:srgbClr val="000000"/>
                </a:solidFill>
                <a:latin typeface="URW Palladio IT" pitchFamily="2" charset="0"/>
                <a:cs typeface="+mn-cs"/>
              </a:rPr>
              <a:t> </a:t>
            </a:r>
          </a:p>
          <a:p>
            <a:pPr marL="0" indent="0" algn="ctr" fontAlgn="base">
              <a:spcBef>
                <a:spcPct val="0"/>
              </a:spcBef>
              <a:spcAft>
                <a:spcPct val="0"/>
              </a:spcAft>
            </a:pPr>
            <a:r>
              <a:rPr lang="en-US" sz="3200" dirty="0" err="1">
                <a:solidFill>
                  <a:srgbClr val="000000"/>
                </a:solidFill>
                <a:latin typeface="URW Palladio IT" pitchFamily="2" charset="0"/>
                <a:cs typeface="+mn-cs"/>
              </a:rPr>
              <a:t>Vyäsena</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grathitäà</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puräëamuninä</a:t>
            </a:r>
            <a:r>
              <a:rPr lang="en-US" sz="3200" dirty="0">
                <a:solidFill>
                  <a:srgbClr val="000000"/>
                </a:solidFill>
                <a:latin typeface="URW Palladio IT" pitchFamily="2" charset="0"/>
                <a:cs typeface="+mn-cs"/>
              </a:rPr>
              <a:t>  </a:t>
            </a:r>
          </a:p>
          <a:p>
            <a:pPr marL="0" indent="0" algn="ctr" fontAlgn="base">
              <a:spcBef>
                <a:spcPct val="0"/>
              </a:spcBef>
              <a:spcAft>
                <a:spcPts val="1800"/>
              </a:spcAft>
            </a:pPr>
            <a:r>
              <a:rPr lang="en-US" sz="3200" dirty="0" err="1">
                <a:solidFill>
                  <a:srgbClr val="000000"/>
                </a:solidFill>
                <a:latin typeface="URW Palladio IT" pitchFamily="2" charset="0"/>
                <a:cs typeface="+mn-cs"/>
              </a:rPr>
              <a:t>madhye</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mahäbhäratam</a:t>
            </a:r>
            <a:r>
              <a:rPr lang="en-US" sz="3200" dirty="0">
                <a:solidFill>
                  <a:srgbClr val="000000"/>
                </a:solidFill>
                <a:latin typeface="URW Palladio IT" pitchFamily="2" charset="0"/>
                <a:cs typeface="+mn-cs"/>
              </a:rPr>
              <a:t> |</a:t>
            </a:r>
          </a:p>
          <a:p>
            <a:pPr marL="0" indent="0" algn="ctr" fontAlgn="base">
              <a:spcBef>
                <a:spcPct val="0"/>
              </a:spcBef>
              <a:spcAft>
                <a:spcPct val="0"/>
              </a:spcAft>
            </a:pPr>
            <a:r>
              <a:rPr lang="en-US" sz="3000" b="1" dirty="0">
                <a:solidFill>
                  <a:prstClr val="black"/>
                </a:solidFill>
                <a:latin typeface="Arial" charset="0"/>
                <a:cs typeface="+mn-cs"/>
              </a:rPr>
              <a:t>ॐ</a:t>
            </a:r>
            <a:r>
              <a:rPr lang="kn-IN" sz="3000" b="1" dirty="0">
                <a:solidFill>
                  <a:prstClr val="black"/>
                </a:solidFill>
                <a:latin typeface="Arial" charset="0"/>
                <a:cs typeface="Tunga"/>
              </a:rPr>
              <a:t> ಪಾರ್ಥಾಯ ಪ್ರತಿಬೋಧಿತಾಂ ಭಗವತಾ ನಾರಾಯಣೇನ ಸ್ವಯಂ</a:t>
            </a:r>
            <a:endParaRPr lang="en-CA" sz="3000" b="1" dirty="0">
              <a:solidFill>
                <a:prstClr val="black"/>
              </a:solidFill>
              <a:latin typeface="Arial" charset="0"/>
              <a:cs typeface="+mn-cs"/>
            </a:endParaRPr>
          </a:p>
          <a:p>
            <a:pPr marL="0" indent="0" algn="ctr" fontAlgn="base">
              <a:spcBef>
                <a:spcPct val="0"/>
              </a:spcBef>
              <a:spcAft>
                <a:spcPct val="0"/>
              </a:spcAft>
            </a:pPr>
            <a:r>
              <a:rPr lang="kn-IN" sz="3000" b="1" dirty="0">
                <a:solidFill>
                  <a:prstClr val="black"/>
                </a:solidFill>
                <a:latin typeface="Arial" charset="0"/>
                <a:cs typeface="Tunga"/>
              </a:rPr>
              <a:t>ವ್ಯಾಸೇನ ಗ್ರಥಿತಾಂ ಪುರಾಣಮುನಿನಾ ಮಧ್ಯೇ ಮಹಾಭಾರತಂ |</a:t>
            </a:r>
            <a:endParaRPr lang="en-US" sz="3000" b="1" dirty="0">
              <a:solidFill>
                <a:prstClr val="black"/>
              </a:solidFill>
              <a:latin typeface="Arial" charset="0"/>
              <a:cs typeface="Tunga"/>
            </a:endParaRPr>
          </a:p>
          <a:p>
            <a:pPr marL="0" indent="0" algn="ctr" fontAlgn="base">
              <a:spcBef>
                <a:spcPct val="0"/>
              </a:spcBef>
              <a:spcAft>
                <a:spcPct val="0"/>
              </a:spcAft>
            </a:pPr>
            <a:r>
              <a:rPr lang="en-IN" sz="3200" i="1" dirty="0" err="1">
                <a:solidFill>
                  <a:srgbClr val="000000"/>
                </a:solidFill>
                <a:latin typeface="Palatino Linotype" pitchFamily="18" charset="0"/>
                <a:ea typeface="Calibri" pitchFamily="34" charset="0"/>
                <a:cs typeface="Times New Roman" pitchFamily="18" charset="0"/>
              </a:rPr>
              <a:t>Om.</a:t>
            </a:r>
            <a:r>
              <a:rPr lang="en-IN" sz="3200" i="1" dirty="0">
                <a:solidFill>
                  <a:srgbClr val="000000"/>
                </a:solidFill>
                <a:latin typeface="Palatino Linotype" pitchFamily="18" charset="0"/>
                <a:ea typeface="Calibri" pitchFamily="34" charset="0"/>
                <a:cs typeface="Times New Roman" pitchFamily="18" charset="0"/>
              </a:rPr>
              <a:t> O Bhagavad Gita! with which </a:t>
            </a:r>
            <a:r>
              <a:rPr lang="en-IN" sz="3200" i="1" dirty="0" err="1">
                <a:solidFill>
                  <a:srgbClr val="000000"/>
                </a:solidFill>
                <a:latin typeface="Palatino Linotype" pitchFamily="18" charset="0"/>
                <a:ea typeface="Calibri" pitchFamily="34" charset="0"/>
                <a:cs typeface="Times New Roman" pitchFamily="18" charset="0"/>
              </a:rPr>
              <a:t>Partha</a:t>
            </a:r>
            <a:r>
              <a:rPr lang="en-IN" sz="3200" i="1" dirty="0">
                <a:solidFill>
                  <a:srgbClr val="000000"/>
                </a:solidFill>
                <a:latin typeface="Palatino Linotype" pitchFamily="18" charset="0"/>
                <a:ea typeface="Calibri" pitchFamily="34" charset="0"/>
                <a:cs typeface="Times New Roman" pitchFamily="18" charset="0"/>
              </a:rPr>
              <a:t> was illumined by Lord </a:t>
            </a:r>
            <a:r>
              <a:rPr lang="en-IN" sz="3200" i="1" dirty="0" err="1">
                <a:solidFill>
                  <a:srgbClr val="000000"/>
                </a:solidFill>
                <a:latin typeface="Palatino Linotype" pitchFamily="18" charset="0"/>
                <a:ea typeface="Calibri" pitchFamily="34" charset="0"/>
                <a:cs typeface="Times New Roman" pitchFamily="18" charset="0"/>
              </a:rPr>
              <a:t>Narayana</a:t>
            </a:r>
            <a:r>
              <a:rPr lang="en-IN" sz="3200" i="1" dirty="0">
                <a:solidFill>
                  <a:srgbClr val="000000"/>
                </a:solidFill>
                <a:latin typeface="Palatino Linotype" pitchFamily="18" charset="0"/>
                <a:ea typeface="Calibri" pitchFamily="34" charset="0"/>
                <a:cs typeface="Times New Roman" pitchFamily="18" charset="0"/>
              </a:rPr>
              <a:t> Himself, and which was composed within the Mahabharata by the ancient sage, </a:t>
            </a:r>
            <a:r>
              <a:rPr lang="en-IN" sz="3200" i="1" dirty="0" err="1">
                <a:solidFill>
                  <a:srgbClr val="000000"/>
                </a:solidFill>
                <a:latin typeface="Palatino Linotype" pitchFamily="18" charset="0"/>
                <a:ea typeface="Calibri" pitchFamily="34" charset="0"/>
                <a:cs typeface="Times New Roman" pitchFamily="18" charset="0"/>
              </a:rPr>
              <a:t>Vyasa</a:t>
            </a:r>
            <a:r>
              <a:rPr lang="en-IN" sz="3200" i="1" dirty="0">
                <a:solidFill>
                  <a:srgbClr val="000000"/>
                </a:solidFill>
                <a:latin typeface="Palatino Linotype" pitchFamily="18" charset="0"/>
                <a:ea typeface="Calibri" pitchFamily="34" charset="0"/>
                <a:cs typeface="Times New Roman" pitchFamily="18" charset="0"/>
              </a:rPr>
              <a:t>...</a:t>
            </a:r>
          </a:p>
          <a:p>
            <a:pPr marL="0" indent="0" algn="ctr" fontAlgn="base">
              <a:spcBef>
                <a:spcPct val="0"/>
              </a:spcBef>
              <a:spcAft>
                <a:spcPct val="0"/>
              </a:spcAft>
            </a:pPr>
            <a:endParaRPr lang="en-US" sz="3000" b="1" dirty="0">
              <a:solidFill>
                <a:srgbClr val="000000"/>
              </a:solidFill>
              <a:latin typeface="URW Palladio IT" pitchFamily="2" charset="0"/>
              <a:cs typeface="+mn-cs"/>
            </a:endParaRPr>
          </a:p>
        </p:txBody>
      </p:sp>
    </p:spTree>
    <p:extLst>
      <p:ext uri="{BB962C8B-B14F-4D97-AF65-F5344CB8AC3E}">
        <p14:creationId xmlns:p14="http://schemas.microsoft.com/office/powerpoint/2010/main" val="1736288581"/>
      </p:ext>
    </p:extLst>
  </p:cSld>
  <p:clrMapOvr>
    <a:masterClrMapping/>
  </p:clrMapOvr>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2"/>
          <p:cNvSpPr txBox="1">
            <a:spLocks/>
          </p:cNvSpPr>
          <p:nvPr/>
        </p:nvSpPr>
        <p:spPr bwMode="auto">
          <a:xfrm>
            <a:off x="263352" y="260648"/>
            <a:ext cx="11737304" cy="659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742950" indent="-742950">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marL="0" indent="0" algn="ctr" fontAlgn="base">
              <a:spcBef>
                <a:spcPct val="0"/>
              </a:spcBef>
              <a:spcAft>
                <a:spcPct val="0"/>
              </a:spcAft>
            </a:pPr>
            <a:r>
              <a:rPr lang="en-US" sz="3600" dirty="0" err="1">
                <a:solidFill>
                  <a:srgbClr val="000000"/>
                </a:solidFill>
                <a:latin typeface="Sanskrit 99" pitchFamily="2" charset="0"/>
                <a:cs typeface="+mn-cs"/>
              </a:rPr>
              <a:t>AÖEtam&amp;tvi;R</a:t>
            </a:r>
            <a:r>
              <a:rPr lang="en-US" sz="3600" dirty="0">
                <a:solidFill>
                  <a:srgbClr val="000000"/>
                </a:solidFill>
                <a:latin typeface="Sanskrit 99" pitchFamily="2" charset="0"/>
                <a:cs typeface="+mn-cs"/>
              </a:rPr>
              <a:t>[I— </a:t>
            </a:r>
            <a:r>
              <a:rPr lang="en-US" sz="3600" dirty="0" err="1">
                <a:solidFill>
                  <a:srgbClr val="000000"/>
                </a:solidFill>
                <a:latin typeface="Sanskrit 99" pitchFamily="2" charset="0"/>
                <a:cs typeface="+mn-cs"/>
              </a:rPr>
              <a:t>ÉgvtIm</a:t>
            </a:r>
            <a:r>
              <a:rPr lang="en-US" sz="3600" dirty="0">
                <a:solidFill>
                  <a:srgbClr val="000000"/>
                </a:solidFill>
                <a:latin typeface="Sanskrit 99" pitchFamily="2" charset="0"/>
                <a:cs typeface="+mn-cs"/>
              </a:rPr>
              <a:t>! </a:t>
            </a:r>
            <a:r>
              <a:rPr lang="en-US" sz="3600" dirty="0" err="1">
                <a:solidFill>
                  <a:srgbClr val="000000"/>
                </a:solidFill>
                <a:latin typeface="Sanskrit 99" pitchFamily="2" charset="0"/>
                <a:cs typeface="+mn-cs"/>
              </a:rPr>
              <a:t>AòadzaXyaiynI</a:t>
            </a:r>
            <a:r>
              <a:rPr lang="en-US" sz="3600" dirty="0">
                <a:solidFill>
                  <a:srgbClr val="000000"/>
                </a:solidFill>
                <a:latin typeface="Sanskrit 99" pitchFamily="2" charset="0"/>
                <a:cs typeface="+mn-cs"/>
              </a:rPr>
              <a:t>— </a:t>
            </a:r>
          </a:p>
          <a:p>
            <a:pPr marL="0" indent="0" algn="ctr" fontAlgn="base">
              <a:spcBef>
                <a:spcPct val="0"/>
              </a:spcBef>
              <a:spcAft>
                <a:spcPts val="1800"/>
              </a:spcAft>
            </a:pPr>
            <a:r>
              <a:rPr lang="en-US" sz="3600" dirty="0" err="1">
                <a:solidFill>
                  <a:srgbClr val="000000"/>
                </a:solidFill>
                <a:latin typeface="Sanskrit 99" pitchFamily="2" charset="0"/>
                <a:cs typeface="+mn-cs"/>
              </a:rPr>
              <a:t>AMb</a:t>
            </a:r>
            <a:r>
              <a:rPr lang="en-US" sz="3600" dirty="0">
                <a:solidFill>
                  <a:srgbClr val="000000"/>
                </a:solidFill>
                <a:latin typeface="Sanskrit 99" pitchFamily="2" charset="0"/>
                <a:cs typeface="+mn-cs"/>
              </a:rPr>
              <a:t> </a:t>
            </a:r>
            <a:r>
              <a:rPr lang="en-US" sz="3600" dirty="0" err="1">
                <a:solidFill>
                  <a:srgbClr val="000000"/>
                </a:solidFill>
                <a:latin typeface="Sanskrit 99" pitchFamily="2" charset="0"/>
                <a:cs typeface="+mn-cs"/>
              </a:rPr>
              <a:t>TvamnusNdxaim</a:t>
            </a:r>
            <a:r>
              <a:rPr lang="en-US" sz="3600" dirty="0">
                <a:solidFill>
                  <a:srgbClr val="000000"/>
                </a:solidFill>
                <a:latin typeface="Sanskrit 99" pitchFamily="2" charset="0"/>
                <a:cs typeface="+mn-cs"/>
              </a:rPr>
              <a:t> </a:t>
            </a:r>
            <a:r>
              <a:rPr lang="en-US" sz="3600" dirty="0" err="1">
                <a:solidFill>
                  <a:srgbClr val="000000"/>
                </a:solidFill>
                <a:latin typeface="Sanskrit 99" pitchFamily="2" charset="0"/>
                <a:cs typeface="+mn-cs"/>
              </a:rPr>
              <a:t>ÉgvÌIte</a:t>
            </a:r>
            <a:r>
              <a:rPr lang="en-US" sz="3600" dirty="0">
                <a:solidFill>
                  <a:srgbClr val="000000"/>
                </a:solidFill>
                <a:latin typeface="Sanskrit 99" pitchFamily="2" charset="0"/>
                <a:cs typeface="+mn-cs"/>
              </a:rPr>
              <a:t> </a:t>
            </a:r>
            <a:r>
              <a:rPr lang="en-US" sz="3600" dirty="0" err="1">
                <a:solidFill>
                  <a:srgbClr val="000000"/>
                </a:solidFill>
                <a:latin typeface="Sanskrit 99" pitchFamily="2" charset="0"/>
                <a:cs typeface="+mn-cs"/>
              </a:rPr>
              <a:t>ÉvÖei</a:t>
            </a:r>
            <a:r>
              <a:rPr lang="en-US" sz="3600" dirty="0">
                <a:solidFill>
                  <a:srgbClr val="000000"/>
                </a:solidFill>
                <a:latin typeface="Sanskrit 99" pitchFamily="2" charset="0"/>
                <a:cs typeface="+mn-cs"/>
              </a:rPr>
              <a:t>;[</a:t>
            </a:r>
            <a:r>
              <a:rPr lang="en-US" sz="3600" dirty="0" err="1">
                <a:solidFill>
                  <a:srgbClr val="000000"/>
                </a:solidFill>
                <a:latin typeface="Sanskrit 99" pitchFamily="2" charset="0"/>
                <a:cs typeface="+mn-cs"/>
              </a:rPr>
              <a:t>Im</a:t>
            </a:r>
            <a:r>
              <a:rPr lang="en-US" sz="3600" dirty="0">
                <a:solidFill>
                  <a:srgbClr val="000000"/>
                </a:solidFill>
                <a:latin typeface="Sanskrit 99" pitchFamily="2" charset="0"/>
                <a:cs typeface="+mn-cs"/>
              </a:rPr>
              <a:t>!.</a:t>
            </a:r>
            <a:endParaRPr lang="en-US" sz="3200" dirty="0">
              <a:solidFill>
                <a:srgbClr val="000000"/>
              </a:solidFill>
              <a:latin typeface="Sanskrit 99" pitchFamily="2" charset="0"/>
              <a:cs typeface="+mn-cs"/>
            </a:endParaRPr>
          </a:p>
          <a:p>
            <a:pPr marL="0" indent="0" algn="ctr" fontAlgn="base">
              <a:spcBef>
                <a:spcPct val="0"/>
              </a:spcBef>
              <a:spcAft>
                <a:spcPct val="0"/>
              </a:spcAft>
            </a:pPr>
            <a:r>
              <a:rPr lang="en-US" sz="3200" dirty="0" err="1">
                <a:solidFill>
                  <a:srgbClr val="000000"/>
                </a:solidFill>
                <a:latin typeface="URW Palladio IT" pitchFamily="2" charset="0"/>
                <a:cs typeface="+mn-cs"/>
              </a:rPr>
              <a:t>Advaitämåtavarñiëéà</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bhagavatém</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añöädaçädhyäyinéà</a:t>
            </a:r>
            <a:r>
              <a:rPr lang="en-US" sz="3200" dirty="0">
                <a:solidFill>
                  <a:srgbClr val="000000"/>
                </a:solidFill>
                <a:latin typeface="URW Palladio IT" pitchFamily="2" charset="0"/>
                <a:cs typeface="+mn-cs"/>
              </a:rPr>
              <a:t> </a:t>
            </a:r>
          </a:p>
          <a:p>
            <a:pPr marL="0" indent="0" algn="ctr" fontAlgn="base">
              <a:spcBef>
                <a:spcPct val="0"/>
              </a:spcBef>
              <a:spcAft>
                <a:spcPct val="0"/>
              </a:spcAft>
            </a:pPr>
            <a:r>
              <a:rPr lang="en-US" sz="3200" dirty="0" err="1">
                <a:solidFill>
                  <a:srgbClr val="000000"/>
                </a:solidFill>
                <a:latin typeface="URW Palladio IT" pitchFamily="2" charset="0"/>
                <a:cs typeface="+mn-cs"/>
              </a:rPr>
              <a:t>Amba</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tvämanusandadhämi</a:t>
            </a:r>
            <a:r>
              <a:rPr lang="en-US" sz="3200" dirty="0">
                <a:solidFill>
                  <a:srgbClr val="000000"/>
                </a:solidFill>
                <a:latin typeface="URW Palladio IT" pitchFamily="2" charset="0"/>
                <a:cs typeface="+mn-cs"/>
              </a:rPr>
              <a:t>  </a:t>
            </a:r>
          </a:p>
          <a:p>
            <a:pPr marL="0" indent="0" algn="ctr" fontAlgn="base">
              <a:spcBef>
                <a:spcPct val="0"/>
              </a:spcBef>
              <a:spcAft>
                <a:spcPts val="1800"/>
              </a:spcAft>
            </a:pPr>
            <a:r>
              <a:rPr lang="en-US" sz="3200" dirty="0" err="1">
                <a:solidFill>
                  <a:srgbClr val="000000"/>
                </a:solidFill>
                <a:latin typeface="URW Palladio IT" pitchFamily="2" charset="0"/>
                <a:cs typeface="+mn-cs"/>
              </a:rPr>
              <a:t>bhagavadgéte</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bhavadveñiëém</a:t>
            </a:r>
            <a:r>
              <a:rPr lang="en-US" sz="3200" dirty="0">
                <a:solidFill>
                  <a:srgbClr val="000000"/>
                </a:solidFill>
                <a:latin typeface="URW Palladio IT" pitchFamily="2" charset="0"/>
                <a:cs typeface="+mn-cs"/>
              </a:rPr>
              <a:t> ||</a:t>
            </a:r>
            <a:endParaRPr lang="en-US" sz="2800" dirty="0">
              <a:solidFill>
                <a:srgbClr val="000000"/>
              </a:solidFill>
              <a:latin typeface="URW Palladio IT" pitchFamily="2" charset="0"/>
              <a:cs typeface="+mn-cs"/>
            </a:endParaRPr>
          </a:p>
          <a:p>
            <a:pPr marL="0" indent="0" algn="ctr" fontAlgn="base">
              <a:spcBef>
                <a:spcPct val="0"/>
              </a:spcBef>
              <a:spcAft>
                <a:spcPct val="0"/>
              </a:spcAft>
            </a:pPr>
            <a:r>
              <a:rPr lang="kn-IN" sz="3000" b="1" dirty="0">
                <a:solidFill>
                  <a:prstClr val="black"/>
                </a:solidFill>
                <a:latin typeface="Arial" charset="0"/>
                <a:cs typeface="Tunga"/>
              </a:rPr>
              <a:t>ಅದ್ವೈತಾಮೃತವರ್ಷಿಣೀಂ ಭಗವತೀಂ ಅಷ್ಟಾದಶಾಧ್ಯಾಯಿನೀಂ</a:t>
            </a:r>
            <a:endParaRPr lang="en-CA" sz="3000" b="1" dirty="0">
              <a:solidFill>
                <a:prstClr val="black"/>
              </a:solidFill>
              <a:latin typeface="Arial" charset="0"/>
              <a:cs typeface="+mn-cs"/>
            </a:endParaRPr>
          </a:p>
          <a:p>
            <a:pPr marL="0" indent="0" algn="ctr" fontAlgn="base">
              <a:spcBef>
                <a:spcPct val="0"/>
              </a:spcBef>
              <a:spcAft>
                <a:spcPct val="0"/>
              </a:spcAft>
            </a:pPr>
            <a:r>
              <a:rPr lang="kn-IN" sz="3000" b="1" dirty="0">
                <a:solidFill>
                  <a:prstClr val="black"/>
                </a:solidFill>
                <a:latin typeface="Arial" charset="0"/>
                <a:cs typeface="Tunga"/>
              </a:rPr>
              <a:t>ಅಂಬ ತ್ವಾಂ ಅನುಸಂದಧಾಮಿ ಭಗವದ್ಗೀತೇ ಭವದ್ವೇಷಿಣೀಂ </a:t>
            </a:r>
            <a:r>
              <a:rPr lang="kn-IN" sz="3000" b="1" dirty="0" smtClean="0">
                <a:solidFill>
                  <a:prstClr val="black"/>
                </a:solidFill>
                <a:latin typeface="Arial" charset="0"/>
                <a:cs typeface="Tunga"/>
              </a:rPr>
              <a:t>||</a:t>
            </a:r>
            <a:endParaRPr lang="en-US" sz="3000" b="1" dirty="0" smtClean="0">
              <a:solidFill>
                <a:prstClr val="black"/>
              </a:solidFill>
              <a:latin typeface="Arial" charset="0"/>
              <a:cs typeface="Tunga"/>
            </a:endParaRPr>
          </a:p>
          <a:p>
            <a:pPr marL="0" indent="0" algn="ctr" fontAlgn="base">
              <a:spcBef>
                <a:spcPct val="0"/>
              </a:spcBef>
              <a:spcAft>
                <a:spcPct val="0"/>
              </a:spcAft>
            </a:pPr>
            <a:endParaRPr lang="en-US" sz="3000" b="1" dirty="0">
              <a:solidFill>
                <a:prstClr val="black"/>
              </a:solidFill>
              <a:latin typeface="Arial" charset="0"/>
              <a:cs typeface="Tunga"/>
            </a:endParaRPr>
          </a:p>
          <a:p>
            <a:pPr marL="0" indent="0" algn="ctr" fontAlgn="base">
              <a:spcBef>
                <a:spcPct val="0"/>
              </a:spcBef>
              <a:spcAft>
                <a:spcPct val="0"/>
              </a:spcAft>
            </a:pPr>
            <a:r>
              <a:rPr lang="en-IN" sz="3200" i="1" dirty="0">
                <a:solidFill>
                  <a:srgbClr val="000000"/>
                </a:solidFill>
                <a:latin typeface="Palatino Linotype" pitchFamily="18" charset="0"/>
                <a:ea typeface="Calibri" pitchFamily="34" charset="0"/>
                <a:cs typeface="Times New Roman" pitchFamily="18" charset="0"/>
              </a:rPr>
              <a:t>...O Divine Mother, the destroyer of rebirth, the </a:t>
            </a:r>
            <a:r>
              <a:rPr lang="en-IN" sz="3200" i="1" dirty="0" err="1">
                <a:solidFill>
                  <a:srgbClr val="000000"/>
                </a:solidFill>
                <a:latin typeface="Palatino Linotype" pitchFamily="18" charset="0"/>
                <a:ea typeface="Calibri" pitchFamily="34" charset="0"/>
                <a:cs typeface="Times New Roman" pitchFamily="18" charset="0"/>
              </a:rPr>
              <a:t>showerer</a:t>
            </a:r>
            <a:r>
              <a:rPr lang="en-IN" sz="3200" i="1" dirty="0">
                <a:solidFill>
                  <a:srgbClr val="000000"/>
                </a:solidFill>
                <a:latin typeface="Palatino Linotype" pitchFamily="18" charset="0"/>
                <a:ea typeface="Calibri" pitchFamily="34" charset="0"/>
                <a:cs typeface="Times New Roman" pitchFamily="18" charset="0"/>
              </a:rPr>
              <a:t> of the nectar of </a:t>
            </a:r>
            <a:r>
              <a:rPr lang="en-IN" sz="3200" i="1" dirty="0" err="1">
                <a:solidFill>
                  <a:srgbClr val="000000"/>
                </a:solidFill>
                <a:latin typeface="Palatino Linotype" pitchFamily="18" charset="0"/>
                <a:ea typeface="Calibri" pitchFamily="34" charset="0"/>
                <a:cs typeface="Times New Roman" pitchFamily="18" charset="0"/>
              </a:rPr>
              <a:t>Advaita</a:t>
            </a:r>
            <a:r>
              <a:rPr lang="en-IN" sz="3200" i="1" dirty="0">
                <a:solidFill>
                  <a:srgbClr val="000000"/>
                </a:solidFill>
                <a:latin typeface="Palatino Linotype" pitchFamily="18" charset="0"/>
                <a:ea typeface="Calibri" pitchFamily="34" charset="0"/>
                <a:cs typeface="Times New Roman" pitchFamily="18" charset="0"/>
              </a:rPr>
              <a:t>, and consisting of eighteen discourses—upon Thee, O Gita, O affectionate Mother, I meditate!</a:t>
            </a:r>
          </a:p>
          <a:p>
            <a:pPr marL="0" indent="0" algn="ctr" fontAlgn="base">
              <a:spcBef>
                <a:spcPct val="0"/>
              </a:spcBef>
              <a:spcAft>
                <a:spcPct val="0"/>
              </a:spcAft>
            </a:pPr>
            <a:endParaRPr lang="en-US" sz="3000" b="1" dirty="0">
              <a:solidFill>
                <a:srgbClr val="000000"/>
              </a:solidFill>
              <a:latin typeface="Sanskrit 99" pitchFamily="2" charset="0"/>
              <a:cs typeface="+mn-cs"/>
            </a:endParaRPr>
          </a:p>
        </p:txBody>
      </p:sp>
    </p:spTree>
    <p:extLst>
      <p:ext uri="{BB962C8B-B14F-4D97-AF65-F5344CB8AC3E}">
        <p14:creationId xmlns:p14="http://schemas.microsoft.com/office/powerpoint/2010/main" val="1102409756"/>
      </p:ext>
    </p:extLst>
  </p:cSld>
  <p:clrMapOvr>
    <a:masterClrMapping/>
  </p:clrMapOvr>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2"/>
          <p:cNvSpPr txBox="1">
            <a:spLocks/>
          </p:cNvSpPr>
          <p:nvPr/>
        </p:nvSpPr>
        <p:spPr bwMode="auto">
          <a:xfrm>
            <a:off x="191344" y="404664"/>
            <a:ext cx="11809312" cy="6453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742950" indent="-742950">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marL="0" indent="0" algn="ctr" fontAlgn="base">
              <a:spcBef>
                <a:spcPct val="0"/>
              </a:spcBef>
              <a:spcAft>
                <a:spcPct val="0"/>
              </a:spcAft>
            </a:pPr>
            <a:r>
              <a:rPr lang="en-US" sz="3600" dirty="0">
                <a:solidFill>
                  <a:srgbClr val="000000"/>
                </a:solidFill>
                <a:latin typeface="Sanskrit 99" pitchFamily="2" charset="0"/>
                <a:cs typeface="+mn-cs"/>
              </a:rPr>
              <a:t>y&lt; </a:t>
            </a:r>
            <a:r>
              <a:rPr lang="en-US" sz="3600" dirty="0" err="1">
                <a:solidFill>
                  <a:srgbClr val="000000"/>
                </a:solidFill>
                <a:latin typeface="Sanskrit 99" pitchFamily="2" charset="0"/>
                <a:cs typeface="+mn-cs"/>
              </a:rPr>
              <a:t>äüavé</a:t>
            </a:r>
            <a:r>
              <a:rPr lang="en-US" sz="3600" dirty="0">
                <a:solidFill>
                  <a:srgbClr val="000000"/>
                </a:solidFill>
                <a:latin typeface="Sanskrit 99" pitchFamily="2" charset="0"/>
                <a:cs typeface="+mn-cs"/>
              </a:rPr>
              <a:t>[</a:t>
            </a:r>
            <a:r>
              <a:rPr lang="en-US" sz="3600" dirty="0" err="1">
                <a:solidFill>
                  <a:srgbClr val="000000"/>
                </a:solidFill>
                <a:latin typeface="Sanskrit 99" pitchFamily="2" charset="0"/>
                <a:cs typeface="+mn-cs"/>
              </a:rPr>
              <a:t>eNÔéÔmét</a:t>
            </a:r>
            <a:r>
              <a:rPr lang="en-US" sz="3600" dirty="0">
                <a:solidFill>
                  <a:srgbClr val="000000"/>
                </a:solidFill>
                <a:latin typeface="Sanskrit 99" pitchFamily="2" charset="0"/>
                <a:cs typeface="+mn-cs"/>
              </a:rPr>
              <a:t>&gt; </a:t>
            </a:r>
            <a:r>
              <a:rPr lang="en-US" sz="3600" dirty="0" err="1">
                <a:solidFill>
                  <a:srgbClr val="000000"/>
                </a:solidFill>
                <a:latin typeface="Sanskrit 99" pitchFamily="2" charset="0"/>
                <a:cs typeface="+mn-cs"/>
              </a:rPr>
              <a:t>StuNviNt</a:t>
            </a:r>
            <a:r>
              <a:rPr lang="en-US" sz="3600" dirty="0">
                <a:solidFill>
                  <a:srgbClr val="000000"/>
                </a:solidFill>
                <a:latin typeface="Sanskrit 99" pitchFamily="2" charset="0"/>
                <a:cs typeface="+mn-cs"/>
              </a:rPr>
              <a:t> </a:t>
            </a:r>
            <a:r>
              <a:rPr lang="en-US" sz="3600" dirty="0" err="1">
                <a:solidFill>
                  <a:srgbClr val="000000"/>
                </a:solidFill>
                <a:latin typeface="Sanskrit 99" pitchFamily="2" charset="0"/>
                <a:cs typeface="+mn-cs"/>
              </a:rPr>
              <a:t>idVyEStvE</a:t>
            </a:r>
            <a:r>
              <a:rPr lang="en-US" sz="3600" dirty="0">
                <a:solidFill>
                  <a:srgbClr val="000000"/>
                </a:solidFill>
                <a:latin typeface="Sanskrit 99" pitchFamily="2" charset="0"/>
                <a:cs typeface="+mn-cs"/>
              </a:rPr>
              <a:t>&gt; </a:t>
            </a:r>
          </a:p>
          <a:p>
            <a:pPr marL="0" indent="0" algn="ctr" fontAlgn="base">
              <a:spcBef>
                <a:spcPct val="0"/>
              </a:spcBef>
              <a:spcAft>
                <a:spcPts val="1800"/>
              </a:spcAft>
            </a:pPr>
            <a:r>
              <a:rPr lang="en-IN" sz="3600" dirty="0">
                <a:solidFill>
                  <a:srgbClr val="000000"/>
                </a:solidFill>
                <a:latin typeface="Sanskrit 99" pitchFamily="2" charset="0"/>
                <a:cs typeface="+mn-cs"/>
              </a:rPr>
              <a:t>vedESsa¼</a:t>
            </a:r>
            <a:r>
              <a:rPr lang="en-US" sz="3600" dirty="0">
                <a:solidFill>
                  <a:srgbClr val="000000"/>
                </a:solidFill>
                <a:latin typeface="Sanskrit 99" pitchFamily="2" charset="0"/>
                <a:cs typeface="+mn-cs"/>
              </a:rPr>
              <a:t>pd³maepin;dE&gt; </a:t>
            </a:r>
            <a:r>
              <a:rPr lang="en-US" sz="3600" dirty="0" err="1">
                <a:solidFill>
                  <a:srgbClr val="000000"/>
                </a:solidFill>
                <a:latin typeface="Sanskrit 99" pitchFamily="2" charset="0"/>
                <a:cs typeface="+mn-cs"/>
              </a:rPr>
              <a:t>gayiNt</a:t>
            </a:r>
            <a:r>
              <a:rPr lang="en-US" sz="3600" dirty="0">
                <a:solidFill>
                  <a:srgbClr val="000000"/>
                </a:solidFill>
                <a:latin typeface="Sanskrit 99" pitchFamily="2" charset="0"/>
                <a:cs typeface="+mn-cs"/>
              </a:rPr>
              <a:t> y&lt; </a:t>
            </a:r>
            <a:r>
              <a:rPr lang="en-US" sz="3600" dirty="0" err="1">
                <a:solidFill>
                  <a:srgbClr val="000000"/>
                </a:solidFill>
                <a:latin typeface="Sanskrit 99" pitchFamily="2" charset="0"/>
                <a:cs typeface="+mn-cs"/>
              </a:rPr>
              <a:t>samga</a:t>
            </a:r>
            <a:r>
              <a:rPr lang="en-US" sz="3600" dirty="0">
                <a:solidFill>
                  <a:srgbClr val="000000"/>
                </a:solidFill>
                <a:latin typeface="Sanskrit 99" pitchFamily="2" charset="0"/>
                <a:cs typeface="+mn-cs"/>
              </a:rPr>
              <a:t>&gt;,</a:t>
            </a:r>
          </a:p>
          <a:p>
            <a:pPr marL="0" indent="0" algn="ctr" fontAlgn="base">
              <a:spcBef>
                <a:spcPct val="0"/>
              </a:spcBef>
              <a:spcAft>
                <a:spcPct val="0"/>
              </a:spcAft>
            </a:pPr>
            <a:r>
              <a:rPr lang="en-US" sz="3200" dirty="0" err="1">
                <a:solidFill>
                  <a:srgbClr val="000000"/>
                </a:solidFill>
                <a:latin typeface="URW Palladio IT" pitchFamily="2" charset="0"/>
                <a:cs typeface="+mn-cs"/>
              </a:rPr>
              <a:t>Yaà</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brahmävaruëendrarudramarutaù</a:t>
            </a:r>
            <a:r>
              <a:rPr lang="en-US" sz="3200" dirty="0">
                <a:solidFill>
                  <a:srgbClr val="000000"/>
                </a:solidFill>
                <a:latin typeface="URW Palladio IT" pitchFamily="2" charset="0"/>
                <a:cs typeface="+mn-cs"/>
              </a:rPr>
              <a:t> </a:t>
            </a:r>
          </a:p>
          <a:p>
            <a:pPr marL="0" indent="0" algn="ctr" fontAlgn="base">
              <a:spcBef>
                <a:spcPct val="0"/>
              </a:spcBef>
              <a:spcAft>
                <a:spcPct val="0"/>
              </a:spcAft>
            </a:pPr>
            <a:r>
              <a:rPr lang="en-US" sz="3200" dirty="0" err="1">
                <a:solidFill>
                  <a:srgbClr val="000000"/>
                </a:solidFill>
                <a:latin typeface="URW Palladio IT" pitchFamily="2" charset="0"/>
                <a:cs typeface="+mn-cs"/>
              </a:rPr>
              <a:t>stunvanti</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divyaistavaiù</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Vedaisäìgapadakramopaniñadaiù</a:t>
            </a:r>
            <a:r>
              <a:rPr lang="en-US" sz="3200" dirty="0">
                <a:solidFill>
                  <a:srgbClr val="000000"/>
                </a:solidFill>
                <a:latin typeface="URW Palladio IT" pitchFamily="2" charset="0"/>
                <a:cs typeface="+mn-cs"/>
              </a:rPr>
              <a:t> </a:t>
            </a:r>
          </a:p>
          <a:p>
            <a:pPr marL="0" indent="0" algn="ctr" fontAlgn="base">
              <a:spcBef>
                <a:spcPct val="0"/>
              </a:spcBef>
              <a:spcAft>
                <a:spcPts val="1800"/>
              </a:spcAft>
            </a:pPr>
            <a:r>
              <a:rPr lang="en-US" sz="3200" dirty="0" err="1">
                <a:solidFill>
                  <a:srgbClr val="000000"/>
                </a:solidFill>
                <a:latin typeface="URW Palladio IT" pitchFamily="2" charset="0"/>
                <a:cs typeface="+mn-cs"/>
              </a:rPr>
              <a:t>gäyanti</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yaà</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sämagäù</a:t>
            </a:r>
            <a:r>
              <a:rPr lang="en-US" sz="3200" dirty="0">
                <a:solidFill>
                  <a:srgbClr val="000000"/>
                </a:solidFill>
                <a:latin typeface="URW Palladio IT" pitchFamily="2" charset="0"/>
                <a:cs typeface="+mn-cs"/>
              </a:rPr>
              <a:t> |</a:t>
            </a:r>
            <a:endParaRPr lang="en-US" sz="2800" dirty="0">
              <a:solidFill>
                <a:srgbClr val="000000"/>
              </a:solidFill>
              <a:latin typeface="URW Palladio IT" pitchFamily="2" charset="0"/>
              <a:cs typeface="+mn-cs"/>
            </a:endParaRPr>
          </a:p>
          <a:p>
            <a:pPr marL="0" indent="0" algn="ctr" fontAlgn="base">
              <a:spcBef>
                <a:spcPct val="0"/>
              </a:spcBef>
              <a:spcAft>
                <a:spcPct val="0"/>
              </a:spcAft>
            </a:pPr>
            <a:r>
              <a:rPr lang="kn-IN" sz="3000" b="1" dirty="0">
                <a:solidFill>
                  <a:prstClr val="black"/>
                </a:solidFill>
                <a:latin typeface="Arial" charset="0"/>
                <a:cs typeface="Tunga"/>
              </a:rPr>
              <a:t>ಯಂ ಬ್ರಹ್ಮಾ ವರುಣೇಂದ್ರ ರುದ್ರ ಮರುತಃ ಸ್ತುನ್ವಂತಿ ದಿವ್ಯೈಸ್ತವೈಃ</a:t>
            </a:r>
            <a:endParaRPr lang="en-CA" sz="3000" b="1" dirty="0">
              <a:solidFill>
                <a:prstClr val="black"/>
              </a:solidFill>
              <a:latin typeface="Arial" charset="0"/>
              <a:cs typeface="+mn-cs"/>
            </a:endParaRPr>
          </a:p>
          <a:p>
            <a:pPr marL="0" indent="0" algn="ctr" fontAlgn="base">
              <a:spcBef>
                <a:spcPct val="0"/>
              </a:spcBef>
              <a:spcAft>
                <a:spcPct val="0"/>
              </a:spcAft>
            </a:pPr>
            <a:r>
              <a:rPr lang="kn-IN" sz="3000" b="1" dirty="0">
                <a:solidFill>
                  <a:prstClr val="black"/>
                </a:solidFill>
                <a:latin typeface="Arial" charset="0"/>
                <a:cs typeface="Tunga"/>
              </a:rPr>
              <a:t>ವೇದೈಃ ಸಾಂಗಪದಕ್ರಮೋಪನಿಷದೈಃ ಗಾಯಂತಿ ಯಂ ಸಾಮಗಾಃ </a:t>
            </a:r>
            <a:r>
              <a:rPr lang="kn-IN" sz="3000" b="1" dirty="0" smtClean="0">
                <a:solidFill>
                  <a:prstClr val="black"/>
                </a:solidFill>
                <a:latin typeface="Arial" charset="0"/>
                <a:cs typeface="Tunga"/>
              </a:rPr>
              <a:t>|</a:t>
            </a:r>
            <a:endParaRPr lang="en-US" sz="3000" b="1" dirty="0" smtClean="0">
              <a:solidFill>
                <a:prstClr val="black"/>
              </a:solidFill>
              <a:latin typeface="Arial" charset="0"/>
              <a:cs typeface="Tunga"/>
            </a:endParaRPr>
          </a:p>
          <a:p>
            <a:pPr marL="0" indent="0" algn="ctr" fontAlgn="base">
              <a:spcBef>
                <a:spcPct val="0"/>
              </a:spcBef>
              <a:spcAft>
                <a:spcPct val="0"/>
              </a:spcAft>
            </a:pPr>
            <a:endParaRPr lang="en-US" sz="3000" b="1" dirty="0">
              <a:solidFill>
                <a:prstClr val="black"/>
              </a:solidFill>
              <a:latin typeface="Arial" charset="0"/>
              <a:cs typeface="Tunga"/>
            </a:endParaRPr>
          </a:p>
          <a:p>
            <a:pPr marL="0" indent="0" algn="ctr" fontAlgn="base">
              <a:spcBef>
                <a:spcPct val="0"/>
              </a:spcBef>
              <a:spcAft>
                <a:spcPct val="0"/>
              </a:spcAft>
            </a:pPr>
            <a:r>
              <a:rPr lang="en-IN" sz="3200" i="1" dirty="0">
                <a:solidFill>
                  <a:srgbClr val="000000"/>
                </a:solidFill>
                <a:latin typeface="Palatino Linotype" pitchFamily="18" charset="0"/>
              </a:rPr>
              <a:t>Salutations to that God whom Brahma, </a:t>
            </a:r>
            <a:r>
              <a:rPr lang="en-IN" sz="3200" i="1" dirty="0" err="1">
                <a:solidFill>
                  <a:srgbClr val="000000"/>
                </a:solidFill>
                <a:latin typeface="Palatino Linotype" pitchFamily="18" charset="0"/>
              </a:rPr>
              <a:t>Indra</a:t>
            </a:r>
            <a:r>
              <a:rPr lang="en-IN" sz="3200" i="1" dirty="0">
                <a:solidFill>
                  <a:srgbClr val="000000"/>
                </a:solidFill>
                <a:latin typeface="Palatino Linotype" pitchFamily="18" charset="0"/>
              </a:rPr>
              <a:t>, </a:t>
            </a:r>
            <a:r>
              <a:rPr lang="en-IN" sz="3200" i="1" dirty="0" err="1">
                <a:solidFill>
                  <a:srgbClr val="000000"/>
                </a:solidFill>
                <a:latin typeface="Palatino Linotype" pitchFamily="18" charset="0"/>
              </a:rPr>
              <a:t>Varuna</a:t>
            </a:r>
            <a:r>
              <a:rPr lang="en-IN" sz="3200" i="1" dirty="0">
                <a:solidFill>
                  <a:srgbClr val="000000"/>
                </a:solidFill>
                <a:latin typeface="Palatino Linotype" pitchFamily="18" charset="0"/>
              </a:rPr>
              <a:t>, </a:t>
            </a:r>
            <a:r>
              <a:rPr lang="en-IN" sz="3200" i="1" dirty="0" err="1">
                <a:solidFill>
                  <a:srgbClr val="000000"/>
                </a:solidFill>
                <a:latin typeface="Palatino Linotype" pitchFamily="18" charset="0"/>
              </a:rPr>
              <a:t>Rudra</a:t>
            </a:r>
            <a:r>
              <a:rPr lang="en-IN" sz="3200" i="1" dirty="0">
                <a:solidFill>
                  <a:srgbClr val="000000"/>
                </a:solidFill>
                <a:latin typeface="Palatino Linotype" pitchFamily="18" charset="0"/>
              </a:rPr>
              <a:t> and the </a:t>
            </a:r>
            <a:r>
              <a:rPr lang="en-IN" sz="3200" i="1" dirty="0" err="1">
                <a:solidFill>
                  <a:srgbClr val="000000"/>
                </a:solidFill>
                <a:latin typeface="Palatino Linotype" pitchFamily="18" charset="0"/>
              </a:rPr>
              <a:t>Maruts</a:t>
            </a:r>
            <a:r>
              <a:rPr lang="en-IN" sz="3200" i="1" dirty="0">
                <a:solidFill>
                  <a:srgbClr val="000000"/>
                </a:solidFill>
                <a:latin typeface="Palatino Linotype" pitchFamily="18" charset="0"/>
              </a:rPr>
              <a:t> praise with divine hymns, of whom the </a:t>
            </a:r>
            <a:r>
              <a:rPr lang="en-IN" sz="3200" i="1" dirty="0" err="1">
                <a:solidFill>
                  <a:srgbClr val="000000"/>
                </a:solidFill>
                <a:latin typeface="Palatino Linotype" pitchFamily="18" charset="0"/>
              </a:rPr>
              <a:t>Sama</a:t>
            </a:r>
            <a:r>
              <a:rPr lang="en-IN" sz="3200" i="1" dirty="0">
                <a:solidFill>
                  <a:srgbClr val="000000"/>
                </a:solidFill>
                <a:latin typeface="Palatino Linotype" pitchFamily="18" charset="0"/>
              </a:rPr>
              <a:t>-chanters sing by the Vedas and their </a:t>
            </a:r>
            <a:r>
              <a:rPr lang="en-IN" sz="3200" i="1" dirty="0" err="1">
                <a:solidFill>
                  <a:srgbClr val="000000"/>
                </a:solidFill>
                <a:latin typeface="Palatino Linotype" pitchFamily="18" charset="0"/>
              </a:rPr>
              <a:t>Angas</a:t>
            </a:r>
            <a:r>
              <a:rPr lang="en-IN" sz="3200" i="1" dirty="0">
                <a:solidFill>
                  <a:srgbClr val="000000"/>
                </a:solidFill>
                <a:latin typeface="Palatino Linotype" pitchFamily="18" charset="0"/>
              </a:rPr>
              <a:t> (in the </a:t>
            </a:r>
            <a:r>
              <a:rPr lang="en-IN" sz="3200" i="1" dirty="0" err="1">
                <a:solidFill>
                  <a:srgbClr val="000000"/>
                </a:solidFill>
                <a:latin typeface="Palatino Linotype" pitchFamily="18" charset="0"/>
              </a:rPr>
              <a:t>Pada</a:t>
            </a:r>
            <a:r>
              <a:rPr lang="en-IN" sz="3200" i="1" dirty="0">
                <a:solidFill>
                  <a:srgbClr val="000000"/>
                </a:solidFill>
                <a:latin typeface="Palatino Linotype" pitchFamily="18" charset="0"/>
              </a:rPr>
              <a:t> and </a:t>
            </a:r>
            <a:r>
              <a:rPr lang="en-IN" sz="3200" i="1" dirty="0" err="1">
                <a:solidFill>
                  <a:srgbClr val="000000"/>
                </a:solidFill>
                <a:latin typeface="Palatino Linotype" pitchFamily="18" charset="0"/>
              </a:rPr>
              <a:t>Krama</a:t>
            </a:r>
            <a:r>
              <a:rPr lang="en-IN" sz="3200" i="1" dirty="0">
                <a:solidFill>
                  <a:srgbClr val="000000"/>
                </a:solidFill>
                <a:latin typeface="Palatino Linotype" pitchFamily="18" charset="0"/>
              </a:rPr>
              <a:t> methods), and by the Upanishads...</a:t>
            </a:r>
          </a:p>
          <a:p>
            <a:pPr marL="0" indent="0" algn="ctr" fontAlgn="base">
              <a:spcBef>
                <a:spcPct val="0"/>
              </a:spcBef>
              <a:spcAft>
                <a:spcPct val="0"/>
              </a:spcAft>
            </a:pPr>
            <a:endParaRPr lang="en-IN" sz="3000" b="1" dirty="0">
              <a:solidFill>
                <a:prstClr val="black"/>
              </a:solidFill>
              <a:latin typeface="Arial" charset="0"/>
              <a:cs typeface="+mn-cs"/>
            </a:endParaRPr>
          </a:p>
        </p:txBody>
      </p:sp>
    </p:spTree>
    <p:extLst>
      <p:ext uri="{BB962C8B-B14F-4D97-AF65-F5344CB8AC3E}">
        <p14:creationId xmlns:p14="http://schemas.microsoft.com/office/powerpoint/2010/main" val="3633448512"/>
      </p:ext>
    </p:extLst>
  </p:cSld>
  <p:clrMapOvr>
    <a:masterClrMapping/>
  </p:clrMapOvr>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2"/>
          <p:cNvSpPr txBox="1">
            <a:spLocks/>
          </p:cNvSpPr>
          <p:nvPr/>
        </p:nvSpPr>
        <p:spPr bwMode="auto">
          <a:xfrm>
            <a:off x="191344" y="404664"/>
            <a:ext cx="11881320" cy="6453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742950" indent="-742950">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marL="0" indent="0" algn="ctr" fontAlgn="base">
              <a:spcBef>
                <a:spcPct val="0"/>
              </a:spcBef>
              <a:spcAft>
                <a:spcPct val="0"/>
              </a:spcAft>
            </a:pPr>
            <a:r>
              <a:rPr lang="en-US" sz="3600" dirty="0" err="1">
                <a:solidFill>
                  <a:srgbClr val="000000"/>
                </a:solidFill>
                <a:latin typeface="Sanskrit 99" pitchFamily="2" charset="0"/>
                <a:cs typeface="+mn-cs"/>
              </a:rPr>
              <a:t>XyanaviSwttÌten</a:t>
            </a:r>
            <a:r>
              <a:rPr lang="en-US" sz="3600" dirty="0">
                <a:solidFill>
                  <a:srgbClr val="000000"/>
                </a:solidFill>
                <a:latin typeface="Sanskrit 99" pitchFamily="2" charset="0"/>
                <a:cs typeface="+mn-cs"/>
              </a:rPr>
              <a:t> </a:t>
            </a:r>
            <a:r>
              <a:rPr lang="en-US" sz="3600" dirty="0" err="1">
                <a:solidFill>
                  <a:srgbClr val="000000"/>
                </a:solidFill>
                <a:latin typeface="Sanskrit 99" pitchFamily="2" charset="0"/>
                <a:cs typeface="+mn-cs"/>
              </a:rPr>
              <a:t>mnsa</a:t>
            </a:r>
            <a:r>
              <a:rPr lang="en-US" sz="3600" dirty="0">
                <a:solidFill>
                  <a:srgbClr val="000000"/>
                </a:solidFill>
                <a:latin typeface="Sanskrit 99" pitchFamily="2" charset="0"/>
                <a:cs typeface="+mn-cs"/>
              </a:rPr>
              <a:t> </a:t>
            </a:r>
            <a:r>
              <a:rPr lang="en-US" sz="3600" dirty="0" err="1">
                <a:solidFill>
                  <a:srgbClr val="000000"/>
                </a:solidFill>
                <a:latin typeface="Sanskrit 99" pitchFamily="2" charset="0"/>
                <a:cs typeface="+mn-cs"/>
              </a:rPr>
              <a:t>pZyiNt</a:t>
            </a:r>
            <a:r>
              <a:rPr lang="en-US" sz="3600" dirty="0">
                <a:solidFill>
                  <a:srgbClr val="000000"/>
                </a:solidFill>
                <a:latin typeface="Sanskrit 99" pitchFamily="2" charset="0"/>
                <a:cs typeface="+mn-cs"/>
              </a:rPr>
              <a:t> y&lt; </a:t>
            </a:r>
            <a:r>
              <a:rPr lang="en-IN" sz="3600" dirty="0" err="1">
                <a:solidFill>
                  <a:srgbClr val="000000"/>
                </a:solidFill>
                <a:latin typeface="Sanskrit 99" pitchFamily="2" charset="0"/>
                <a:cs typeface="+mn-cs"/>
              </a:rPr>
              <a:t>yaeign</a:t>
            </a:r>
            <a:r>
              <a:rPr lang="en-IN" sz="3600" dirty="0">
                <a:solidFill>
                  <a:srgbClr val="000000"/>
                </a:solidFill>
                <a:latin typeface="Sanskrit 99" pitchFamily="2" charset="0"/>
                <a:cs typeface="+mn-cs"/>
              </a:rPr>
              <a:t>&gt;</a:t>
            </a:r>
            <a:endParaRPr lang="en-US" sz="3600" dirty="0">
              <a:solidFill>
                <a:srgbClr val="FF0000"/>
              </a:solidFill>
              <a:latin typeface="Sanskrit 99" pitchFamily="2" charset="0"/>
              <a:cs typeface="+mn-cs"/>
            </a:endParaRPr>
          </a:p>
          <a:p>
            <a:pPr marL="0" indent="0" algn="ctr" fontAlgn="base">
              <a:spcBef>
                <a:spcPct val="0"/>
              </a:spcBef>
              <a:spcAft>
                <a:spcPts val="1800"/>
              </a:spcAft>
            </a:pPr>
            <a:r>
              <a:rPr lang="en-US" sz="3600" dirty="0" err="1">
                <a:solidFill>
                  <a:srgbClr val="000000"/>
                </a:solidFill>
                <a:latin typeface="Sanskrit 99" pitchFamily="2" charset="0"/>
                <a:cs typeface="+mn-cs"/>
              </a:rPr>
              <a:t>ySyaNt</a:t>
            </a:r>
            <a:r>
              <a:rPr lang="en-US" sz="3600" dirty="0">
                <a:solidFill>
                  <a:srgbClr val="000000"/>
                </a:solidFill>
                <a:latin typeface="Sanskrit 99" pitchFamily="2" charset="0"/>
                <a:cs typeface="+mn-cs"/>
              </a:rPr>
              <a:t>&lt; n </a:t>
            </a:r>
            <a:r>
              <a:rPr lang="en-US" sz="3600" dirty="0" err="1">
                <a:solidFill>
                  <a:srgbClr val="000000"/>
                </a:solidFill>
                <a:latin typeface="Sanskrit 99" pitchFamily="2" charset="0"/>
                <a:cs typeface="+mn-cs"/>
              </a:rPr>
              <a:t>ivÊ</a:t>
            </a:r>
            <a:r>
              <a:rPr lang="en-US" sz="3600" dirty="0">
                <a:solidFill>
                  <a:srgbClr val="000000"/>
                </a:solidFill>
                <a:latin typeface="Sanskrit 99" pitchFamily="2" charset="0"/>
                <a:cs typeface="+mn-cs"/>
              </a:rPr>
              <a:t>&gt; </a:t>
            </a:r>
            <a:r>
              <a:rPr lang="en-IN" sz="3600" dirty="0" err="1">
                <a:solidFill>
                  <a:srgbClr val="000000"/>
                </a:solidFill>
                <a:latin typeface="Sanskrit 99" pitchFamily="2" charset="0"/>
                <a:cs typeface="+mn-cs"/>
              </a:rPr>
              <a:t>surasur</a:t>
            </a:r>
            <a:r>
              <a:rPr lang="en-US" sz="3600" dirty="0">
                <a:solidFill>
                  <a:srgbClr val="000000"/>
                </a:solidFill>
                <a:latin typeface="Sanskrit 99" pitchFamily="2" charset="0"/>
                <a:cs typeface="+mn-cs"/>
              </a:rPr>
              <a:t>g[a&gt; </a:t>
            </a:r>
            <a:r>
              <a:rPr lang="en-US" sz="3600" dirty="0" err="1">
                <a:solidFill>
                  <a:srgbClr val="000000"/>
                </a:solidFill>
                <a:latin typeface="Sanskrit 99" pitchFamily="2" charset="0"/>
                <a:cs typeface="+mn-cs"/>
              </a:rPr>
              <a:t>devay</a:t>
            </a:r>
            <a:r>
              <a:rPr lang="en-US" sz="3600" dirty="0">
                <a:solidFill>
                  <a:srgbClr val="000000"/>
                </a:solidFill>
                <a:latin typeface="Sanskrit 99" pitchFamily="2" charset="0"/>
                <a:cs typeface="+mn-cs"/>
              </a:rPr>
              <a:t> </a:t>
            </a:r>
            <a:r>
              <a:rPr lang="en-US" sz="3600" dirty="0" err="1">
                <a:solidFill>
                  <a:srgbClr val="000000"/>
                </a:solidFill>
                <a:latin typeface="Sanskrit 99" pitchFamily="2" charset="0"/>
                <a:cs typeface="+mn-cs"/>
              </a:rPr>
              <a:t>tSmE</a:t>
            </a:r>
            <a:r>
              <a:rPr lang="en-US" sz="3600" dirty="0">
                <a:solidFill>
                  <a:srgbClr val="000000"/>
                </a:solidFill>
                <a:latin typeface="Sanskrit 99" pitchFamily="2" charset="0"/>
                <a:cs typeface="+mn-cs"/>
              </a:rPr>
              <a:t> nm&gt;.</a:t>
            </a:r>
          </a:p>
          <a:p>
            <a:pPr marL="0" indent="0" algn="ctr" fontAlgn="base">
              <a:spcBef>
                <a:spcPct val="0"/>
              </a:spcBef>
              <a:spcAft>
                <a:spcPct val="0"/>
              </a:spcAft>
            </a:pPr>
            <a:r>
              <a:rPr lang="en-US" sz="3200" dirty="0" err="1">
                <a:solidFill>
                  <a:srgbClr val="000000"/>
                </a:solidFill>
                <a:latin typeface="URW Palladio IT" pitchFamily="2" charset="0"/>
                <a:cs typeface="+mn-cs"/>
              </a:rPr>
              <a:t>Dhyänävasthitatadgatena</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manasä</a:t>
            </a:r>
            <a:r>
              <a:rPr lang="en-US" sz="3200" dirty="0">
                <a:solidFill>
                  <a:srgbClr val="000000"/>
                </a:solidFill>
                <a:latin typeface="URW Palladio IT" pitchFamily="2" charset="0"/>
                <a:cs typeface="+mn-cs"/>
              </a:rPr>
              <a:t> </a:t>
            </a:r>
          </a:p>
          <a:p>
            <a:pPr marL="0" indent="0" algn="ctr" fontAlgn="base">
              <a:spcBef>
                <a:spcPct val="0"/>
              </a:spcBef>
              <a:spcAft>
                <a:spcPct val="0"/>
              </a:spcAft>
            </a:pPr>
            <a:r>
              <a:rPr lang="en-US" sz="3200" dirty="0" err="1">
                <a:solidFill>
                  <a:srgbClr val="000000"/>
                </a:solidFill>
                <a:latin typeface="URW Palladio IT" pitchFamily="2" charset="0"/>
                <a:cs typeface="+mn-cs"/>
              </a:rPr>
              <a:t>paçyanti</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yaà</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yogino</a:t>
            </a:r>
            <a:r>
              <a:rPr lang="en-US" sz="3200" dirty="0">
                <a:solidFill>
                  <a:srgbClr val="000000"/>
                </a:solidFill>
                <a:latin typeface="URW Palladio IT" pitchFamily="2" charset="0"/>
                <a:cs typeface="+mn-cs"/>
              </a:rPr>
              <a:t> </a:t>
            </a:r>
          </a:p>
          <a:p>
            <a:pPr marL="0" indent="0" algn="ctr" fontAlgn="base">
              <a:spcBef>
                <a:spcPct val="0"/>
              </a:spcBef>
              <a:spcAft>
                <a:spcPct val="0"/>
              </a:spcAft>
            </a:pPr>
            <a:r>
              <a:rPr lang="en-US" sz="3200" dirty="0" err="1">
                <a:solidFill>
                  <a:srgbClr val="000000"/>
                </a:solidFill>
                <a:latin typeface="URW Palladio IT" pitchFamily="2" charset="0"/>
                <a:cs typeface="+mn-cs"/>
              </a:rPr>
              <a:t>Yasyäntaà</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na</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viduù</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suragaëäù</a:t>
            </a:r>
            <a:r>
              <a:rPr lang="en-US" sz="3200" dirty="0">
                <a:solidFill>
                  <a:srgbClr val="000000"/>
                </a:solidFill>
                <a:latin typeface="URW Palladio IT" pitchFamily="2" charset="0"/>
                <a:cs typeface="+mn-cs"/>
              </a:rPr>
              <a:t> </a:t>
            </a:r>
          </a:p>
          <a:p>
            <a:pPr marL="0" indent="0" algn="ctr" fontAlgn="base">
              <a:spcBef>
                <a:spcPct val="0"/>
              </a:spcBef>
              <a:spcAft>
                <a:spcPts val="1800"/>
              </a:spcAft>
            </a:pPr>
            <a:r>
              <a:rPr lang="en-US" sz="3200" dirty="0" err="1">
                <a:solidFill>
                  <a:srgbClr val="000000"/>
                </a:solidFill>
                <a:latin typeface="URW Palladio IT" pitchFamily="2" charset="0"/>
                <a:cs typeface="+mn-cs"/>
              </a:rPr>
              <a:t>deväya</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tasmai</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namaù</a:t>
            </a:r>
            <a:r>
              <a:rPr lang="en-US" sz="3200" dirty="0">
                <a:solidFill>
                  <a:srgbClr val="000000"/>
                </a:solidFill>
                <a:latin typeface="URW Palladio IT" pitchFamily="2" charset="0"/>
                <a:cs typeface="+mn-cs"/>
              </a:rPr>
              <a:t> ||</a:t>
            </a:r>
            <a:endParaRPr lang="en-US" sz="2800" dirty="0">
              <a:solidFill>
                <a:srgbClr val="000000"/>
              </a:solidFill>
              <a:latin typeface="URW Palladio IT" pitchFamily="2" charset="0"/>
              <a:cs typeface="+mn-cs"/>
            </a:endParaRPr>
          </a:p>
          <a:p>
            <a:pPr marL="0" indent="0" algn="ctr" fontAlgn="base">
              <a:spcBef>
                <a:spcPct val="0"/>
              </a:spcBef>
              <a:spcAft>
                <a:spcPct val="0"/>
              </a:spcAft>
            </a:pPr>
            <a:r>
              <a:rPr lang="kn-IN" sz="3000" b="1" dirty="0">
                <a:solidFill>
                  <a:prstClr val="black"/>
                </a:solidFill>
                <a:latin typeface="Arial" charset="0"/>
                <a:cs typeface="Tunga"/>
              </a:rPr>
              <a:t>ಧ್ಯಾನಾವಸ್ಥಿತ ತದ್ಗತೇನ ಮನಸಾ ಪಶ್ಯಂತಿ ಯಂ ಯೋಗಿನಃ</a:t>
            </a:r>
            <a:endParaRPr lang="en-CA" sz="3000" b="1" dirty="0">
              <a:solidFill>
                <a:prstClr val="black"/>
              </a:solidFill>
              <a:latin typeface="Arial" charset="0"/>
              <a:cs typeface="+mn-cs"/>
            </a:endParaRPr>
          </a:p>
          <a:p>
            <a:pPr marL="0" indent="0" algn="ctr" fontAlgn="base">
              <a:spcBef>
                <a:spcPct val="0"/>
              </a:spcBef>
              <a:spcAft>
                <a:spcPct val="0"/>
              </a:spcAft>
            </a:pPr>
            <a:r>
              <a:rPr lang="kn-IN" sz="3000" b="1" dirty="0">
                <a:solidFill>
                  <a:prstClr val="black"/>
                </a:solidFill>
                <a:latin typeface="Arial" charset="0"/>
                <a:cs typeface="Tunga"/>
              </a:rPr>
              <a:t>ಯಸ್ಯಾಂತಂ ನ ವಿದುಃ ಸುರಾಸುರಗಣಾ ದೇವಾಯ ತಸ್ಮೈ ನಮಃ </a:t>
            </a:r>
            <a:r>
              <a:rPr lang="kn-IN" sz="3000" b="1" dirty="0" smtClean="0">
                <a:solidFill>
                  <a:prstClr val="black"/>
                </a:solidFill>
                <a:latin typeface="Arial" charset="0"/>
                <a:cs typeface="Tunga"/>
              </a:rPr>
              <a:t>||</a:t>
            </a:r>
            <a:endParaRPr lang="en-US" sz="3000" b="1" dirty="0" smtClean="0">
              <a:solidFill>
                <a:prstClr val="black"/>
              </a:solidFill>
              <a:latin typeface="Arial" charset="0"/>
              <a:cs typeface="Tunga"/>
            </a:endParaRPr>
          </a:p>
          <a:p>
            <a:pPr marL="0" indent="0" algn="ctr" fontAlgn="base">
              <a:spcBef>
                <a:spcPct val="0"/>
              </a:spcBef>
              <a:spcAft>
                <a:spcPct val="0"/>
              </a:spcAft>
            </a:pPr>
            <a:endParaRPr lang="en-US" sz="3000" b="1" dirty="0">
              <a:solidFill>
                <a:prstClr val="black"/>
              </a:solidFill>
              <a:latin typeface="Arial" charset="0"/>
              <a:cs typeface="Tunga"/>
            </a:endParaRPr>
          </a:p>
          <a:p>
            <a:pPr marL="0" indent="0" algn="ctr" fontAlgn="base">
              <a:spcBef>
                <a:spcPct val="0"/>
              </a:spcBef>
              <a:spcAft>
                <a:spcPct val="0"/>
              </a:spcAft>
            </a:pPr>
            <a:r>
              <a:rPr lang="en-IN" sz="3200" i="1" dirty="0">
                <a:solidFill>
                  <a:srgbClr val="000000"/>
                </a:solidFill>
                <a:latin typeface="Palatino Linotype" pitchFamily="18" charset="0"/>
              </a:rPr>
              <a:t>Salutations to that God... whom the Yogis see with their minds absorbed in Him through meditation, and whose ends the hosts of Devas and </a:t>
            </a:r>
            <a:r>
              <a:rPr lang="en-IN" sz="3200" i="1" dirty="0" err="1">
                <a:solidFill>
                  <a:srgbClr val="000000"/>
                </a:solidFill>
                <a:latin typeface="Palatino Linotype" pitchFamily="18" charset="0"/>
              </a:rPr>
              <a:t>Asuras</a:t>
            </a:r>
            <a:r>
              <a:rPr lang="en-IN" sz="3200" i="1" dirty="0">
                <a:solidFill>
                  <a:srgbClr val="000000"/>
                </a:solidFill>
                <a:latin typeface="Palatino Linotype" pitchFamily="18" charset="0"/>
              </a:rPr>
              <a:t> know not!</a:t>
            </a:r>
          </a:p>
          <a:p>
            <a:pPr marL="0" indent="0" algn="ctr" fontAlgn="base">
              <a:spcBef>
                <a:spcPct val="0"/>
              </a:spcBef>
              <a:spcAft>
                <a:spcPct val="0"/>
              </a:spcAft>
            </a:pPr>
            <a:endParaRPr lang="en-US" sz="3000" b="1" dirty="0">
              <a:solidFill>
                <a:srgbClr val="000000"/>
              </a:solidFill>
              <a:latin typeface="URW Palladio IT" pitchFamily="2" charset="0"/>
              <a:cs typeface="+mn-cs"/>
            </a:endParaRPr>
          </a:p>
        </p:txBody>
      </p:sp>
    </p:spTree>
    <p:extLst>
      <p:ext uri="{BB962C8B-B14F-4D97-AF65-F5344CB8AC3E}">
        <p14:creationId xmlns:p14="http://schemas.microsoft.com/office/powerpoint/2010/main" val="1981669639"/>
      </p:ext>
    </p:extLst>
  </p:cSld>
  <p:clrMapOvr>
    <a:masterClrMapping/>
  </p:clrMapOvr>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2"/>
          <p:cNvSpPr txBox="1">
            <a:spLocks/>
          </p:cNvSpPr>
          <p:nvPr/>
        </p:nvSpPr>
        <p:spPr bwMode="auto">
          <a:xfrm>
            <a:off x="191344" y="620688"/>
            <a:ext cx="11809312" cy="623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742950" indent="-742950">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marL="0" indent="0" algn="ctr" fontAlgn="base">
              <a:lnSpc>
                <a:spcPts val="4300"/>
              </a:lnSpc>
              <a:spcBef>
                <a:spcPct val="0"/>
              </a:spcBef>
              <a:spcAft>
                <a:spcPct val="0"/>
              </a:spcAft>
            </a:pPr>
            <a:r>
              <a:rPr lang="en-US" sz="4000" dirty="0" err="1">
                <a:solidFill>
                  <a:srgbClr val="000000"/>
                </a:solidFill>
                <a:latin typeface="Sanskrit 99" pitchFamily="2" charset="0"/>
                <a:cs typeface="+mn-cs"/>
              </a:rPr>
              <a:t>vsudevsut</a:t>
            </a:r>
            <a:r>
              <a:rPr lang="en-US" sz="4000" dirty="0">
                <a:solidFill>
                  <a:srgbClr val="000000"/>
                </a:solidFill>
                <a:latin typeface="Sanskrit 99" pitchFamily="2" charset="0"/>
                <a:cs typeface="+mn-cs"/>
              </a:rPr>
              <a:t>&lt; </a:t>
            </a:r>
            <a:r>
              <a:rPr lang="en-US" sz="4000" dirty="0" err="1">
                <a:solidFill>
                  <a:srgbClr val="000000"/>
                </a:solidFill>
                <a:latin typeface="Sanskrit 99" pitchFamily="2" charset="0"/>
                <a:cs typeface="+mn-cs"/>
              </a:rPr>
              <a:t>dev</a:t>
            </a:r>
            <a:r>
              <a:rPr lang="en-US" sz="4000" dirty="0">
                <a:solidFill>
                  <a:srgbClr val="000000"/>
                </a:solidFill>
                <a:latin typeface="Sanskrit 99" pitchFamily="2" charset="0"/>
                <a:cs typeface="+mn-cs"/>
              </a:rPr>
              <a:t>&lt; k&lt;</a:t>
            </a:r>
            <a:r>
              <a:rPr lang="en-US" sz="4000" dirty="0" err="1">
                <a:solidFill>
                  <a:srgbClr val="000000"/>
                </a:solidFill>
                <a:latin typeface="Sanskrit 99" pitchFamily="2" charset="0"/>
                <a:cs typeface="+mn-cs"/>
              </a:rPr>
              <a:t>sca</a:t>
            </a:r>
            <a:r>
              <a:rPr lang="en-US" sz="4000" dirty="0">
                <a:solidFill>
                  <a:srgbClr val="000000"/>
                </a:solidFill>
                <a:latin typeface="Sanskrit 99" pitchFamily="2" charset="0"/>
                <a:cs typeface="+mn-cs"/>
              </a:rPr>
              <a:t>[</a:t>
            </a:r>
            <a:r>
              <a:rPr lang="en-US" sz="4000" dirty="0" err="1">
                <a:solidFill>
                  <a:srgbClr val="000000"/>
                </a:solidFill>
                <a:latin typeface="Sanskrit 99" pitchFamily="2" charset="0"/>
                <a:cs typeface="+mn-cs"/>
              </a:rPr>
              <a:t>UrmdRnm</a:t>
            </a:r>
            <a:r>
              <a:rPr lang="en-US" sz="4000" dirty="0">
                <a:solidFill>
                  <a:srgbClr val="000000"/>
                </a:solidFill>
                <a:latin typeface="Sanskrit 99" pitchFamily="2" charset="0"/>
                <a:cs typeface="+mn-cs"/>
              </a:rPr>
              <a:t>!, </a:t>
            </a:r>
          </a:p>
          <a:p>
            <a:pPr marL="0" indent="0" algn="ctr" fontAlgn="base">
              <a:lnSpc>
                <a:spcPts val="4300"/>
              </a:lnSpc>
              <a:spcBef>
                <a:spcPct val="0"/>
              </a:spcBef>
              <a:spcAft>
                <a:spcPts val="1800"/>
              </a:spcAft>
            </a:pPr>
            <a:r>
              <a:rPr lang="en-US" sz="4000" dirty="0" err="1">
                <a:solidFill>
                  <a:srgbClr val="000000"/>
                </a:solidFill>
                <a:latin typeface="Sanskrit 99" pitchFamily="2" charset="0"/>
                <a:cs typeface="+mn-cs"/>
              </a:rPr>
              <a:t>devkIprmanNd</a:t>
            </a:r>
            <a:r>
              <a:rPr lang="en-US" sz="4000" dirty="0">
                <a:solidFill>
                  <a:srgbClr val="000000"/>
                </a:solidFill>
                <a:latin typeface="Sanskrit 99" pitchFamily="2" charset="0"/>
                <a:cs typeface="+mn-cs"/>
              </a:rPr>
              <a:t>&lt; k«:[&lt; </a:t>
            </a:r>
            <a:r>
              <a:rPr lang="en-US" sz="4000" dirty="0" err="1">
                <a:solidFill>
                  <a:srgbClr val="000000"/>
                </a:solidFill>
                <a:latin typeface="Sanskrit 99" pitchFamily="2" charset="0"/>
                <a:cs typeface="+mn-cs"/>
              </a:rPr>
              <a:t>vNde</a:t>
            </a:r>
            <a:r>
              <a:rPr lang="en-US" sz="4000" dirty="0">
                <a:solidFill>
                  <a:srgbClr val="000000"/>
                </a:solidFill>
                <a:latin typeface="Sanskrit 99" pitchFamily="2" charset="0"/>
                <a:cs typeface="+mn-cs"/>
              </a:rPr>
              <a:t> </a:t>
            </a:r>
            <a:r>
              <a:rPr lang="en-US" sz="4000" dirty="0" err="1">
                <a:solidFill>
                  <a:srgbClr val="000000"/>
                </a:solidFill>
                <a:latin typeface="Sanskrit 99" pitchFamily="2" charset="0"/>
                <a:cs typeface="+mn-cs"/>
              </a:rPr>
              <a:t>jgÌ‚ém</a:t>
            </a:r>
            <a:r>
              <a:rPr lang="en-US" sz="4000" dirty="0">
                <a:solidFill>
                  <a:srgbClr val="000000"/>
                </a:solidFill>
                <a:latin typeface="Sanskrit 99" pitchFamily="2" charset="0"/>
                <a:cs typeface="+mn-cs"/>
              </a:rPr>
              <a:t>!.</a:t>
            </a:r>
            <a:endParaRPr lang="en-US" sz="3600" dirty="0">
              <a:solidFill>
                <a:srgbClr val="000000"/>
              </a:solidFill>
              <a:latin typeface="Sanskrit 99" pitchFamily="2" charset="0"/>
              <a:cs typeface="+mn-cs"/>
            </a:endParaRPr>
          </a:p>
          <a:p>
            <a:pPr marL="0" indent="0" algn="ctr" fontAlgn="base">
              <a:lnSpc>
                <a:spcPts val="4300"/>
              </a:lnSpc>
              <a:spcBef>
                <a:spcPct val="0"/>
              </a:spcBef>
              <a:spcAft>
                <a:spcPct val="0"/>
              </a:spcAft>
            </a:pPr>
            <a:r>
              <a:rPr lang="en-US" sz="3200" dirty="0" err="1">
                <a:solidFill>
                  <a:srgbClr val="000000"/>
                </a:solidFill>
                <a:latin typeface="URW Palladio IT" pitchFamily="2" charset="0"/>
                <a:cs typeface="+mn-cs"/>
              </a:rPr>
              <a:t>Vasudevasutaà</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devaà</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Kaàsacäëüramardanam</a:t>
            </a:r>
            <a:r>
              <a:rPr lang="en-US" sz="3200" dirty="0">
                <a:solidFill>
                  <a:srgbClr val="000000"/>
                </a:solidFill>
                <a:latin typeface="URW Palladio IT" pitchFamily="2" charset="0"/>
                <a:cs typeface="+mn-cs"/>
              </a:rPr>
              <a:t> | </a:t>
            </a:r>
          </a:p>
          <a:p>
            <a:pPr marL="0" indent="0" algn="ctr" fontAlgn="base">
              <a:lnSpc>
                <a:spcPts val="4300"/>
              </a:lnSpc>
              <a:spcBef>
                <a:spcPct val="0"/>
              </a:spcBef>
              <a:spcAft>
                <a:spcPct val="0"/>
              </a:spcAft>
            </a:pPr>
            <a:r>
              <a:rPr lang="en-US" sz="3200" dirty="0" err="1">
                <a:solidFill>
                  <a:srgbClr val="000000"/>
                </a:solidFill>
                <a:latin typeface="URW Palladio IT" pitchFamily="2" charset="0"/>
                <a:cs typeface="+mn-cs"/>
              </a:rPr>
              <a:t>Devaképaramänandaà</a:t>
            </a:r>
            <a:r>
              <a:rPr lang="en-US" sz="3200" dirty="0">
                <a:solidFill>
                  <a:srgbClr val="000000"/>
                </a:solidFill>
                <a:latin typeface="URW Palladio IT" pitchFamily="2" charset="0"/>
                <a:cs typeface="+mn-cs"/>
              </a:rPr>
              <a:t> </a:t>
            </a:r>
          </a:p>
          <a:p>
            <a:pPr marL="0" indent="0" algn="ctr" fontAlgn="base">
              <a:lnSpc>
                <a:spcPts val="4300"/>
              </a:lnSpc>
              <a:spcBef>
                <a:spcPct val="0"/>
              </a:spcBef>
              <a:spcAft>
                <a:spcPts val="1800"/>
              </a:spcAft>
            </a:pPr>
            <a:r>
              <a:rPr lang="en-US" sz="3200" dirty="0" err="1">
                <a:solidFill>
                  <a:srgbClr val="000000"/>
                </a:solidFill>
                <a:latin typeface="URW Palladio IT" pitchFamily="2" charset="0"/>
                <a:cs typeface="+mn-cs"/>
              </a:rPr>
              <a:t>Kåñëaà</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vande</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jagadgurum</a:t>
            </a:r>
            <a:r>
              <a:rPr lang="en-US" sz="3200" dirty="0">
                <a:solidFill>
                  <a:srgbClr val="000000"/>
                </a:solidFill>
                <a:latin typeface="URW Palladio IT" pitchFamily="2" charset="0"/>
                <a:cs typeface="+mn-cs"/>
              </a:rPr>
              <a:t> ||</a:t>
            </a:r>
          </a:p>
          <a:p>
            <a:pPr marL="0" indent="0" algn="ctr" fontAlgn="base">
              <a:spcBef>
                <a:spcPct val="0"/>
              </a:spcBef>
              <a:spcAft>
                <a:spcPct val="0"/>
              </a:spcAft>
            </a:pPr>
            <a:r>
              <a:rPr lang="kn-IN" sz="3200" b="1" dirty="0">
                <a:solidFill>
                  <a:prstClr val="black"/>
                </a:solidFill>
                <a:latin typeface="Arial" charset="0"/>
                <a:cs typeface="Tunga"/>
              </a:rPr>
              <a:t>ವಸುದೇವ ಸುತಂ ದೇವಂ ಕಂಸಚಾಣೂರಮರ್ದನಂ</a:t>
            </a:r>
            <a:endParaRPr lang="en-CA" sz="3200" b="1" dirty="0">
              <a:solidFill>
                <a:prstClr val="black"/>
              </a:solidFill>
              <a:latin typeface="Arial" charset="0"/>
              <a:cs typeface="+mn-cs"/>
            </a:endParaRPr>
          </a:p>
          <a:p>
            <a:pPr marL="0" indent="0" algn="ctr" fontAlgn="base">
              <a:spcBef>
                <a:spcPct val="0"/>
              </a:spcBef>
              <a:spcAft>
                <a:spcPct val="0"/>
              </a:spcAft>
            </a:pPr>
            <a:r>
              <a:rPr lang="kn-IN" sz="3200" b="1" dirty="0">
                <a:solidFill>
                  <a:prstClr val="black"/>
                </a:solidFill>
                <a:latin typeface="Arial" charset="0"/>
                <a:cs typeface="Tunga"/>
              </a:rPr>
              <a:t>ದೇವಕೀ ಪರಮಾನಂದಂ ಕೃಷ್ಣಂ ವಂದೇ ಜಗದ್ಗುರುಂ ||</a:t>
            </a:r>
            <a:endParaRPr lang="en-US" sz="3200" b="1" dirty="0">
              <a:solidFill>
                <a:prstClr val="black"/>
              </a:solidFill>
              <a:latin typeface="Arial" charset="0"/>
              <a:cs typeface="Tunga"/>
            </a:endParaRPr>
          </a:p>
          <a:p>
            <a:pPr marL="0" indent="0" algn="ctr" fontAlgn="base">
              <a:spcBef>
                <a:spcPct val="0"/>
              </a:spcBef>
              <a:spcAft>
                <a:spcPct val="0"/>
              </a:spcAft>
            </a:pPr>
            <a:r>
              <a:rPr lang="en-IN" sz="3200" i="1" dirty="0">
                <a:solidFill>
                  <a:srgbClr val="000000"/>
                </a:solidFill>
                <a:latin typeface="Palatino Linotype" pitchFamily="18" charset="0"/>
              </a:rPr>
              <a:t>I salute Sri Krishna, the world-teacher, son of </a:t>
            </a:r>
            <a:r>
              <a:rPr lang="en-IN" sz="3200" i="1" dirty="0" err="1">
                <a:solidFill>
                  <a:srgbClr val="000000"/>
                </a:solidFill>
                <a:latin typeface="Palatino Linotype" pitchFamily="18" charset="0"/>
              </a:rPr>
              <a:t>Vasudeva</a:t>
            </a:r>
            <a:r>
              <a:rPr lang="en-IN" sz="3200" i="1" dirty="0">
                <a:solidFill>
                  <a:srgbClr val="000000"/>
                </a:solidFill>
                <a:latin typeface="Palatino Linotype" pitchFamily="18" charset="0"/>
              </a:rPr>
              <a:t>, the destroyer of </a:t>
            </a:r>
            <a:r>
              <a:rPr lang="en-IN" sz="3200" i="1" dirty="0" err="1">
                <a:solidFill>
                  <a:srgbClr val="000000"/>
                </a:solidFill>
                <a:latin typeface="Palatino Linotype" pitchFamily="18" charset="0"/>
              </a:rPr>
              <a:t>Kamsa</a:t>
            </a:r>
            <a:r>
              <a:rPr lang="en-IN" sz="3200" i="1" dirty="0">
                <a:solidFill>
                  <a:srgbClr val="000000"/>
                </a:solidFill>
                <a:latin typeface="Palatino Linotype" pitchFamily="18" charset="0"/>
              </a:rPr>
              <a:t> and </a:t>
            </a:r>
            <a:r>
              <a:rPr lang="en-IN" sz="3200" i="1" dirty="0" err="1">
                <a:solidFill>
                  <a:srgbClr val="000000"/>
                </a:solidFill>
                <a:latin typeface="Palatino Linotype" pitchFamily="18" charset="0"/>
              </a:rPr>
              <a:t>Chanura</a:t>
            </a:r>
            <a:r>
              <a:rPr lang="en-IN" sz="3200" i="1" dirty="0">
                <a:solidFill>
                  <a:srgbClr val="000000"/>
                </a:solidFill>
                <a:latin typeface="Palatino Linotype" pitchFamily="18" charset="0"/>
              </a:rPr>
              <a:t>, the supreme bliss of </a:t>
            </a:r>
            <a:r>
              <a:rPr lang="en-IN" sz="3200" i="1" dirty="0" err="1">
                <a:solidFill>
                  <a:srgbClr val="000000"/>
                </a:solidFill>
                <a:latin typeface="Palatino Linotype" pitchFamily="18" charset="0"/>
              </a:rPr>
              <a:t>Devaki</a:t>
            </a:r>
            <a:r>
              <a:rPr lang="en-IN" sz="3200" i="1" dirty="0">
                <a:solidFill>
                  <a:srgbClr val="000000"/>
                </a:solidFill>
                <a:latin typeface="Palatino Linotype" pitchFamily="18" charset="0"/>
              </a:rPr>
              <a:t>!</a:t>
            </a:r>
          </a:p>
          <a:p>
            <a:pPr marL="0" indent="0" algn="ctr" fontAlgn="base">
              <a:spcBef>
                <a:spcPct val="0"/>
              </a:spcBef>
              <a:spcAft>
                <a:spcPct val="0"/>
              </a:spcAft>
            </a:pPr>
            <a:endParaRPr lang="en-US" sz="3200" b="1" dirty="0">
              <a:solidFill>
                <a:srgbClr val="000000"/>
              </a:solidFill>
              <a:latin typeface="URW Palladio IT" pitchFamily="2" charset="0"/>
              <a:cs typeface="+mn-cs"/>
            </a:endParaRPr>
          </a:p>
          <a:p>
            <a:pPr marL="0" indent="0" algn="ctr" fontAlgn="base">
              <a:lnSpc>
                <a:spcPts val="4300"/>
              </a:lnSpc>
              <a:spcBef>
                <a:spcPct val="0"/>
              </a:spcBef>
              <a:spcAft>
                <a:spcPct val="0"/>
              </a:spcAft>
            </a:pPr>
            <a:endParaRPr lang="en-US" sz="2800" dirty="0">
              <a:solidFill>
                <a:srgbClr val="000000"/>
              </a:solidFill>
              <a:latin typeface="URW Palladio IT" pitchFamily="2" charset="0"/>
              <a:cs typeface="+mn-cs"/>
            </a:endParaRPr>
          </a:p>
        </p:txBody>
      </p:sp>
    </p:spTree>
    <p:extLst>
      <p:ext uri="{BB962C8B-B14F-4D97-AF65-F5344CB8AC3E}">
        <p14:creationId xmlns:p14="http://schemas.microsoft.com/office/powerpoint/2010/main" val="3825034654"/>
      </p:ext>
    </p:extLst>
  </p:cSld>
  <p:clrMapOvr>
    <a:masterClrMapping/>
  </p:clrMapOvr>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2"/>
          <p:cNvSpPr txBox="1">
            <a:spLocks/>
          </p:cNvSpPr>
          <p:nvPr/>
        </p:nvSpPr>
        <p:spPr bwMode="auto">
          <a:xfrm>
            <a:off x="191344" y="332656"/>
            <a:ext cx="11881320" cy="6525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742950" indent="-742950">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marL="0" indent="0" algn="ctr" fontAlgn="base">
              <a:lnSpc>
                <a:spcPts val="4300"/>
              </a:lnSpc>
              <a:spcBef>
                <a:spcPct val="0"/>
              </a:spcBef>
              <a:spcAft>
                <a:spcPct val="0"/>
              </a:spcAft>
            </a:pPr>
            <a:r>
              <a:rPr lang="en-US" sz="4000" dirty="0" err="1">
                <a:solidFill>
                  <a:srgbClr val="000000"/>
                </a:solidFill>
                <a:latin typeface="Sanskrit 99" pitchFamily="2" charset="0"/>
                <a:cs typeface="+mn-cs"/>
              </a:rPr>
              <a:t>mUk</a:t>
            </a:r>
            <a:r>
              <a:rPr lang="en-US" sz="4000" dirty="0">
                <a:solidFill>
                  <a:srgbClr val="000000"/>
                </a:solidFill>
                <a:latin typeface="Sanskrit 99" pitchFamily="2" charset="0"/>
                <a:cs typeface="+mn-cs"/>
              </a:rPr>
              <a:t>&lt; </a:t>
            </a:r>
            <a:r>
              <a:rPr lang="en-US" sz="4000" dirty="0" err="1">
                <a:solidFill>
                  <a:srgbClr val="000000"/>
                </a:solidFill>
                <a:latin typeface="Sanskrit 99" pitchFamily="2" charset="0"/>
                <a:cs typeface="+mn-cs"/>
              </a:rPr>
              <a:t>kraeit</a:t>
            </a:r>
            <a:r>
              <a:rPr lang="en-US" sz="4000" dirty="0">
                <a:solidFill>
                  <a:srgbClr val="000000"/>
                </a:solidFill>
                <a:latin typeface="Sanskrit 99" pitchFamily="2" charset="0"/>
                <a:cs typeface="+mn-cs"/>
              </a:rPr>
              <a:t> </a:t>
            </a:r>
            <a:r>
              <a:rPr lang="en-US" sz="4000" dirty="0" err="1">
                <a:solidFill>
                  <a:srgbClr val="000000"/>
                </a:solidFill>
                <a:latin typeface="Sanskrit 99" pitchFamily="2" charset="0"/>
                <a:cs typeface="+mn-cs"/>
              </a:rPr>
              <a:t>vacal</a:t>
            </a:r>
            <a:r>
              <a:rPr lang="en-US" sz="4000" dirty="0">
                <a:solidFill>
                  <a:srgbClr val="000000"/>
                </a:solidFill>
                <a:latin typeface="Sanskrit 99" pitchFamily="2" charset="0"/>
                <a:cs typeface="+mn-cs"/>
              </a:rPr>
              <a:t>&lt; p¼‚&lt; </a:t>
            </a:r>
            <a:r>
              <a:rPr lang="en-US" sz="4000" dirty="0" err="1">
                <a:solidFill>
                  <a:srgbClr val="000000"/>
                </a:solidFill>
                <a:latin typeface="Sanskrit 99" pitchFamily="2" charset="0"/>
                <a:cs typeface="+mn-cs"/>
              </a:rPr>
              <a:t>l'œ"yte</a:t>
            </a:r>
            <a:r>
              <a:rPr lang="en-US" sz="4000" dirty="0">
                <a:solidFill>
                  <a:srgbClr val="000000"/>
                </a:solidFill>
                <a:latin typeface="Sanskrit 99" pitchFamily="2" charset="0"/>
                <a:cs typeface="+mn-cs"/>
              </a:rPr>
              <a:t> </a:t>
            </a:r>
            <a:r>
              <a:rPr lang="en-US" sz="4000" dirty="0" err="1">
                <a:solidFill>
                  <a:srgbClr val="000000"/>
                </a:solidFill>
                <a:latin typeface="Sanskrit 99" pitchFamily="2" charset="0"/>
                <a:cs typeface="+mn-cs"/>
              </a:rPr>
              <a:t>igirm</a:t>
            </a:r>
            <a:r>
              <a:rPr lang="en-US" sz="4000" dirty="0">
                <a:solidFill>
                  <a:srgbClr val="000000"/>
                </a:solidFill>
                <a:latin typeface="Sanskrit 99" pitchFamily="2" charset="0"/>
                <a:cs typeface="+mn-cs"/>
              </a:rPr>
              <a:t>!, </a:t>
            </a:r>
          </a:p>
          <a:p>
            <a:pPr marL="0" indent="0" algn="ctr" fontAlgn="base">
              <a:lnSpc>
                <a:spcPts val="4300"/>
              </a:lnSpc>
              <a:spcBef>
                <a:spcPct val="0"/>
              </a:spcBef>
              <a:spcAft>
                <a:spcPts val="1800"/>
              </a:spcAft>
            </a:pPr>
            <a:r>
              <a:rPr lang="en-US" sz="4000" dirty="0" err="1">
                <a:solidFill>
                  <a:srgbClr val="000000"/>
                </a:solidFill>
                <a:latin typeface="Sanskrit 99" pitchFamily="2" charset="0"/>
                <a:cs typeface="+mn-cs"/>
              </a:rPr>
              <a:t>yTk«pa</a:t>
            </a:r>
            <a:r>
              <a:rPr lang="en-US" sz="4000" dirty="0">
                <a:solidFill>
                  <a:srgbClr val="000000"/>
                </a:solidFill>
                <a:latin typeface="Sanskrit 99" pitchFamily="2" charset="0"/>
                <a:cs typeface="+mn-cs"/>
              </a:rPr>
              <a:t> </a:t>
            </a:r>
            <a:r>
              <a:rPr lang="en-US" sz="4000" dirty="0" err="1">
                <a:solidFill>
                  <a:srgbClr val="000000"/>
                </a:solidFill>
                <a:latin typeface="Sanskrit 99" pitchFamily="2" charset="0"/>
                <a:cs typeface="+mn-cs"/>
              </a:rPr>
              <a:t>tmh</a:t>
            </a:r>
            <a:r>
              <a:rPr lang="en-US" sz="4000" dirty="0">
                <a:solidFill>
                  <a:srgbClr val="000000"/>
                </a:solidFill>
                <a:latin typeface="Sanskrit 99" pitchFamily="2" charset="0"/>
                <a:cs typeface="+mn-cs"/>
              </a:rPr>
              <a:t>&lt; </a:t>
            </a:r>
            <a:r>
              <a:rPr lang="en-US" sz="4000" dirty="0" err="1">
                <a:solidFill>
                  <a:srgbClr val="000000"/>
                </a:solidFill>
                <a:latin typeface="Sanskrit 99" pitchFamily="2" charset="0"/>
                <a:cs typeface="+mn-cs"/>
              </a:rPr>
              <a:t>vNde</a:t>
            </a:r>
            <a:r>
              <a:rPr lang="en-US" sz="4000" dirty="0">
                <a:solidFill>
                  <a:srgbClr val="000000"/>
                </a:solidFill>
                <a:latin typeface="Sanskrit 99" pitchFamily="2" charset="0"/>
                <a:cs typeface="+mn-cs"/>
              </a:rPr>
              <a:t> </a:t>
            </a:r>
            <a:r>
              <a:rPr lang="en-US" sz="4000" dirty="0" err="1">
                <a:solidFill>
                  <a:srgbClr val="000000"/>
                </a:solidFill>
                <a:latin typeface="Sanskrit 99" pitchFamily="2" charset="0"/>
                <a:cs typeface="+mn-cs"/>
              </a:rPr>
              <a:t>prmanNdmaxvm</a:t>
            </a:r>
            <a:r>
              <a:rPr lang="en-US" sz="4000" dirty="0">
                <a:solidFill>
                  <a:srgbClr val="000000"/>
                </a:solidFill>
                <a:latin typeface="Sanskrit 99" pitchFamily="2" charset="0"/>
                <a:cs typeface="+mn-cs"/>
              </a:rPr>
              <a:t>!.</a:t>
            </a:r>
            <a:endParaRPr lang="en-US" sz="3600" dirty="0">
              <a:solidFill>
                <a:srgbClr val="000000"/>
              </a:solidFill>
              <a:latin typeface="Sanskrit 99" pitchFamily="2" charset="0"/>
              <a:cs typeface="+mn-cs"/>
            </a:endParaRPr>
          </a:p>
          <a:p>
            <a:pPr marL="0" indent="0" algn="ctr" fontAlgn="base">
              <a:lnSpc>
                <a:spcPts val="4300"/>
              </a:lnSpc>
              <a:spcBef>
                <a:spcPct val="0"/>
              </a:spcBef>
              <a:spcAft>
                <a:spcPct val="0"/>
              </a:spcAft>
            </a:pPr>
            <a:r>
              <a:rPr lang="en-US" sz="3200" dirty="0" err="1">
                <a:solidFill>
                  <a:srgbClr val="000000"/>
                </a:solidFill>
                <a:latin typeface="URW Palladio IT" pitchFamily="2" charset="0"/>
                <a:cs typeface="+mn-cs"/>
              </a:rPr>
              <a:t>Mükaà</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karoti</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väcälaà</a:t>
            </a:r>
            <a:endParaRPr lang="en-US" sz="3200" dirty="0">
              <a:solidFill>
                <a:srgbClr val="000000"/>
              </a:solidFill>
              <a:latin typeface="URW Palladio IT" pitchFamily="2" charset="0"/>
              <a:cs typeface="+mn-cs"/>
            </a:endParaRPr>
          </a:p>
          <a:p>
            <a:pPr marL="0" indent="0" algn="ctr" fontAlgn="base">
              <a:lnSpc>
                <a:spcPts val="4300"/>
              </a:lnSpc>
              <a:spcBef>
                <a:spcPct val="0"/>
              </a:spcBef>
              <a:spcAft>
                <a:spcPct val="0"/>
              </a:spcAft>
            </a:pPr>
            <a:r>
              <a:rPr lang="en-US" sz="3200" dirty="0" err="1">
                <a:solidFill>
                  <a:srgbClr val="000000"/>
                </a:solidFill>
                <a:latin typeface="URW Palladio IT" pitchFamily="2" charset="0"/>
                <a:cs typeface="+mn-cs"/>
              </a:rPr>
              <a:t>Paìguà</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laìghayate</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girim</a:t>
            </a:r>
            <a:r>
              <a:rPr lang="en-US" sz="3200" dirty="0">
                <a:solidFill>
                  <a:srgbClr val="000000"/>
                </a:solidFill>
                <a:latin typeface="URW Palladio IT" pitchFamily="2" charset="0"/>
                <a:cs typeface="+mn-cs"/>
              </a:rPr>
              <a:t> | </a:t>
            </a:r>
          </a:p>
          <a:p>
            <a:pPr marL="0" indent="0" algn="ctr" fontAlgn="base">
              <a:lnSpc>
                <a:spcPts val="4300"/>
              </a:lnSpc>
              <a:spcBef>
                <a:spcPct val="0"/>
              </a:spcBef>
              <a:spcAft>
                <a:spcPct val="0"/>
              </a:spcAft>
            </a:pPr>
            <a:r>
              <a:rPr lang="en-US" sz="3200" dirty="0" err="1">
                <a:solidFill>
                  <a:srgbClr val="000000"/>
                </a:solidFill>
                <a:latin typeface="URW Palladio IT" pitchFamily="2" charset="0"/>
                <a:cs typeface="+mn-cs"/>
              </a:rPr>
              <a:t>Yatkåpä</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tamahaà</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vande</a:t>
            </a:r>
            <a:endParaRPr lang="en-US" sz="3200" dirty="0">
              <a:solidFill>
                <a:srgbClr val="000000"/>
              </a:solidFill>
              <a:latin typeface="URW Palladio IT" pitchFamily="2" charset="0"/>
              <a:cs typeface="+mn-cs"/>
            </a:endParaRPr>
          </a:p>
          <a:p>
            <a:pPr marL="0" indent="0" algn="ctr" fontAlgn="base">
              <a:lnSpc>
                <a:spcPts val="4300"/>
              </a:lnSpc>
              <a:spcBef>
                <a:spcPct val="0"/>
              </a:spcBef>
              <a:spcAft>
                <a:spcPts val="1800"/>
              </a:spcAft>
            </a:pPr>
            <a:r>
              <a:rPr lang="en-US" sz="3200" dirty="0" err="1">
                <a:solidFill>
                  <a:srgbClr val="000000"/>
                </a:solidFill>
                <a:latin typeface="URW Palladio IT" pitchFamily="2" charset="0"/>
                <a:cs typeface="+mn-cs"/>
              </a:rPr>
              <a:t>Paramänandamädhavam</a:t>
            </a:r>
            <a:r>
              <a:rPr lang="en-US" sz="3200" dirty="0">
                <a:solidFill>
                  <a:srgbClr val="000000"/>
                </a:solidFill>
                <a:latin typeface="URW Palladio IT" pitchFamily="2" charset="0"/>
                <a:cs typeface="+mn-cs"/>
              </a:rPr>
              <a:t> ||</a:t>
            </a:r>
          </a:p>
          <a:p>
            <a:pPr marL="0" indent="0" algn="ctr" fontAlgn="base">
              <a:spcBef>
                <a:spcPct val="0"/>
              </a:spcBef>
              <a:spcAft>
                <a:spcPct val="0"/>
              </a:spcAft>
            </a:pPr>
            <a:r>
              <a:rPr lang="kn-IN" sz="3200" b="1" dirty="0">
                <a:solidFill>
                  <a:prstClr val="black"/>
                </a:solidFill>
                <a:latin typeface="Arial" charset="0"/>
                <a:cs typeface="Tunga"/>
              </a:rPr>
              <a:t>ಮೂಕಂ ಕರೋತಿ ವಾಚಾಲಂ ಪಂಗುಂ ಲಂಘಯತೇ ಗಿರಿಂ</a:t>
            </a:r>
            <a:endParaRPr lang="en-CA" sz="3200" b="1" dirty="0">
              <a:solidFill>
                <a:prstClr val="black"/>
              </a:solidFill>
              <a:latin typeface="Arial" charset="0"/>
              <a:cs typeface="+mn-cs"/>
            </a:endParaRPr>
          </a:p>
          <a:p>
            <a:pPr marL="0" indent="0" algn="ctr" fontAlgn="base">
              <a:spcBef>
                <a:spcPct val="0"/>
              </a:spcBef>
              <a:spcAft>
                <a:spcPct val="0"/>
              </a:spcAft>
            </a:pPr>
            <a:r>
              <a:rPr lang="kn-IN" sz="3200" b="1" dirty="0">
                <a:solidFill>
                  <a:prstClr val="black"/>
                </a:solidFill>
                <a:latin typeface="Arial" charset="0"/>
                <a:cs typeface="Tunga"/>
              </a:rPr>
              <a:t>ಯತ್ಕೃಪಾ ತಮಹಂ ವಂದೇ ಪರಮಾನಂದ ಮಾಧವಂ ||</a:t>
            </a:r>
            <a:endParaRPr lang="en-US" sz="3200" b="1" dirty="0">
              <a:solidFill>
                <a:prstClr val="black"/>
              </a:solidFill>
              <a:latin typeface="Arial" charset="0"/>
              <a:cs typeface="Tunga"/>
            </a:endParaRPr>
          </a:p>
          <a:p>
            <a:pPr marL="0" indent="0" algn="ctr" fontAlgn="base">
              <a:spcBef>
                <a:spcPct val="0"/>
              </a:spcBef>
              <a:spcAft>
                <a:spcPct val="0"/>
              </a:spcAft>
            </a:pPr>
            <a:r>
              <a:rPr lang="en-IN" sz="3200" i="1" dirty="0">
                <a:solidFill>
                  <a:srgbClr val="000000"/>
                </a:solidFill>
                <a:latin typeface="Palatino Linotype" pitchFamily="18" charset="0"/>
              </a:rPr>
              <a:t>I salute that </a:t>
            </a:r>
            <a:r>
              <a:rPr lang="en-IN" sz="3200" i="1" dirty="0" err="1">
                <a:solidFill>
                  <a:srgbClr val="000000"/>
                </a:solidFill>
                <a:latin typeface="Palatino Linotype" pitchFamily="18" charset="0"/>
              </a:rPr>
              <a:t>Madhava</a:t>
            </a:r>
            <a:r>
              <a:rPr lang="en-IN" sz="3200" i="1" dirty="0">
                <a:solidFill>
                  <a:srgbClr val="000000"/>
                </a:solidFill>
                <a:latin typeface="Palatino Linotype" pitchFamily="18" charset="0"/>
              </a:rPr>
              <a:t>, the source of supreme bliss, whose Grace makes the dumb eloquent and the cripple cross mountains!</a:t>
            </a:r>
          </a:p>
          <a:p>
            <a:pPr marL="0" indent="0" algn="ctr" fontAlgn="base">
              <a:spcBef>
                <a:spcPct val="0"/>
              </a:spcBef>
              <a:spcAft>
                <a:spcPct val="0"/>
              </a:spcAft>
            </a:pPr>
            <a:endParaRPr lang="en-US" sz="3200" b="1" dirty="0">
              <a:solidFill>
                <a:srgbClr val="000000"/>
              </a:solidFill>
              <a:latin typeface="URW Palladio IT" pitchFamily="2" charset="0"/>
              <a:cs typeface="+mn-cs"/>
            </a:endParaRPr>
          </a:p>
        </p:txBody>
      </p:sp>
    </p:spTree>
    <p:extLst>
      <p:ext uri="{BB962C8B-B14F-4D97-AF65-F5344CB8AC3E}">
        <p14:creationId xmlns:p14="http://schemas.microsoft.com/office/powerpoint/2010/main" val="689961780"/>
      </p:ext>
    </p:extLst>
  </p:cSld>
  <p:clrMapOvr>
    <a:masterClrMapping/>
  </p:clrMapOvr>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2"/>
          <p:cNvSpPr txBox="1">
            <a:spLocks/>
          </p:cNvSpPr>
          <p:nvPr/>
        </p:nvSpPr>
        <p:spPr bwMode="auto">
          <a:xfrm>
            <a:off x="191344" y="332656"/>
            <a:ext cx="11881320" cy="6525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742950" indent="-742950">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marL="0" indent="0" algn="ctr" fontAlgn="base">
              <a:lnSpc>
                <a:spcPts val="3900"/>
              </a:lnSpc>
              <a:spcBef>
                <a:spcPct val="0"/>
              </a:spcBef>
              <a:spcAft>
                <a:spcPct val="0"/>
              </a:spcAft>
            </a:pPr>
            <a:r>
              <a:rPr lang="en-US" sz="4000" dirty="0" err="1">
                <a:solidFill>
                  <a:srgbClr val="000000"/>
                </a:solidFill>
                <a:latin typeface="Sanskrit 99" pitchFamily="2" charset="0"/>
                <a:cs typeface="+mn-cs"/>
              </a:rPr>
              <a:t>parazyRvcSsraejmml</a:t>
            </a:r>
            <a:r>
              <a:rPr lang="en-US" sz="4000" dirty="0">
                <a:solidFill>
                  <a:srgbClr val="000000"/>
                </a:solidFill>
                <a:latin typeface="Sanskrit 99" pitchFamily="2" charset="0"/>
                <a:cs typeface="+mn-cs"/>
              </a:rPr>
              <a:t>&lt; </a:t>
            </a:r>
            <a:r>
              <a:rPr lang="en-US" sz="4000" dirty="0" err="1">
                <a:solidFill>
                  <a:srgbClr val="000000"/>
                </a:solidFill>
                <a:latin typeface="Sanskrit 99" pitchFamily="2" charset="0"/>
                <a:cs typeface="+mn-cs"/>
              </a:rPr>
              <a:t>gItawRgNxaeTkqm</a:t>
            </a:r>
            <a:r>
              <a:rPr lang="en-US" sz="4000" dirty="0">
                <a:solidFill>
                  <a:srgbClr val="000000"/>
                </a:solidFill>
                <a:latin typeface="Sanskrit 99" pitchFamily="2" charset="0"/>
                <a:cs typeface="+mn-cs"/>
              </a:rPr>
              <a:t>! </a:t>
            </a:r>
          </a:p>
          <a:p>
            <a:pPr marL="0" indent="0" algn="ctr" fontAlgn="base">
              <a:lnSpc>
                <a:spcPts val="3900"/>
              </a:lnSpc>
              <a:spcBef>
                <a:spcPct val="0"/>
              </a:spcBef>
              <a:spcAft>
                <a:spcPts val="1800"/>
              </a:spcAft>
            </a:pPr>
            <a:r>
              <a:rPr lang="en-US" sz="4000" dirty="0" err="1">
                <a:solidFill>
                  <a:srgbClr val="000000"/>
                </a:solidFill>
                <a:latin typeface="Sanskrit 99" pitchFamily="2" charset="0"/>
                <a:cs typeface="+mn-cs"/>
              </a:rPr>
              <a:t>nanaOyankkesr</a:t>
            </a:r>
            <a:r>
              <a:rPr lang="en-US" sz="4000" dirty="0">
                <a:solidFill>
                  <a:srgbClr val="000000"/>
                </a:solidFill>
                <a:latin typeface="Sanskrit 99" pitchFamily="2" charset="0"/>
                <a:cs typeface="+mn-cs"/>
              </a:rPr>
              <a:t>&lt; </a:t>
            </a:r>
            <a:r>
              <a:rPr lang="en-US" sz="4000" dirty="0" err="1">
                <a:solidFill>
                  <a:srgbClr val="000000"/>
                </a:solidFill>
                <a:latin typeface="Sanskrit 99" pitchFamily="2" charset="0"/>
                <a:cs typeface="+mn-cs"/>
              </a:rPr>
              <a:t>hirkwasMbaexnabaeixtm</a:t>
            </a:r>
            <a:r>
              <a:rPr lang="en-US" sz="4000" dirty="0">
                <a:solidFill>
                  <a:srgbClr val="000000"/>
                </a:solidFill>
                <a:latin typeface="Sanskrit 99" pitchFamily="2" charset="0"/>
                <a:cs typeface="+mn-cs"/>
              </a:rPr>
              <a:t>!,</a:t>
            </a:r>
            <a:endParaRPr lang="en-US" sz="3600" dirty="0">
              <a:solidFill>
                <a:srgbClr val="000000"/>
              </a:solidFill>
              <a:latin typeface="Sanskrit 99" pitchFamily="2" charset="0"/>
              <a:cs typeface="+mn-cs"/>
            </a:endParaRPr>
          </a:p>
          <a:p>
            <a:pPr marL="0" indent="0" algn="ctr" fontAlgn="base">
              <a:lnSpc>
                <a:spcPts val="3900"/>
              </a:lnSpc>
              <a:spcBef>
                <a:spcPct val="0"/>
              </a:spcBef>
              <a:spcAft>
                <a:spcPct val="0"/>
              </a:spcAft>
            </a:pPr>
            <a:r>
              <a:rPr lang="en-US" sz="2800" dirty="0" err="1">
                <a:solidFill>
                  <a:srgbClr val="000000"/>
                </a:solidFill>
                <a:latin typeface="URW Palladio IT" pitchFamily="2" charset="0"/>
                <a:cs typeface="+mn-cs"/>
              </a:rPr>
              <a:t>Päräçaryavacaù</a:t>
            </a:r>
            <a:r>
              <a:rPr lang="en-US" sz="2800" dirty="0">
                <a:solidFill>
                  <a:srgbClr val="000000"/>
                </a:solidFill>
                <a:latin typeface="URW Palladio IT" pitchFamily="2" charset="0"/>
                <a:cs typeface="+mn-cs"/>
              </a:rPr>
              <a:t> </a:t>
            </a:r>
            <a:r>
              <a:rPr lang="en-US" sz="2800" dirty="0" err="1">
                <a:solidFill>
                  <a:srgbClr val="000000"/>
                </a:solidFill>
                <a:latin typeface="URW Palladio IT" pitchFamily="2" charset="0"/>
                <a:cs typeface="+mn-cs"/>
              </a:rPr>
              <a:t>sarojamamalaà</a:t>
            </a:r>
            <a:r>
              <a:rPr lang="en-US" sz="2800" dirty="0">
                <a:solidFill>
                  <a:srgbClr val="000000"/>
                </a:solidFill>
                <a:latin typeface="URW Palladio IT" pitchFamily="2" charset="0"/>
                <a:cs typeface="+mn-cs"/>
              </a:rPr>
              <a:t> </a:t>
            </a:r>
            <a:r>
              <a:rPr lang="en-US" sz="2800" dirty="0" err="1">
                <a:solidFill>
                  <a:srgbClr val="000000"/>
                </a:solidFill>
                <a:latin typeface="URW Palladio IT" pitchFamily="2" charset="0"/>
                <a:cs typeface="+mn-cs"/>
              </a:rPr>
              <a:t>gétärthagandhotkaöam</a:t>
            </a:r>
            <a:r>
              <a:rPr lang="en-US" sz="2800" dirty="0">
                <a:solidFill>
                  <a:srgbClr val="000000"/>
                </a:solidFill>
                <a:latin typeface="URW Palladio IT" pitchFamily="2" charset="0"/>
                <a:cs typeface="+mn-cs"/>
              </a:rPr>
              <a:t> </a:t>
            </a:r>
          </a:p>
          <a:p>
            <a:pPr marL="0" indent="0" algn="ctr" fontAlgn="base">
              <a:lnSpc>
                <a:spcPts val="3900"/>
              </a:lnSpc>
              <a:spcBef>
                <a:spcPct val="0"/>
              </a:spcBef>
              <a:spcAft>
                <a:spcPts val="1800"/>
              </a:spcAft>
            </a:pPr>
            <a:r>
              <a:rPr lang="en-US" sz="2800" dirty="0" err="1">
                <a:solidFill>
                  <a:srgbClr val="000000"/>
                </a:solidFill>
                <a:latin typeface="URW Palladio IT" pitchFamily="2" charset="0"/>
                <a:cs typeface="+mn-cs"/>
              </a:rPr>
              <a:t>Nänäkhyänakakesaraà</a:t>
            </a:r>
            <a:r>
              <a:rPr lang="en-US" sz="2800" dirty="0">
                <a:solidFill>
                  <a:srgbClr val="000000"/>
                </a:solidFill>
                <a:latin typeface="URW Palladio IT" pitchFamily="2" charset="0"/>
                <a:cs typeface="+mn-cs"/>
              </a:rPr>
              <a:t> </a:t>
            </a:r>
            <a:r>
              <a:rPr lang="en-US" sz="2800" dirty="0" err="1">
                <a:solidFill>
                  <a:srgbClr val="000000"/>
                </a:solidFill>
                <a:latin typeface="URW Palladio IT" pitchFamily="2" charset="0"/>
                <a:cs typeface="+mn-cs"/>
              </a:rPr>
              <a:t>harikathäsambodhanäbodhitam</a:t>
            </a:r>
            <a:endParaRPr lang="en-US" sz="2800" dirty="0">
              <a:solidFill>
                <a:srgbClr val="000000"/>
              </a:solidFill>
              <a:latin typeface="URW Palladio IT" pitchFamily="2" charset="0"/>
              <a:cs typeface="+mn-cs"/>
            </a:endParaRPr>
          </a:p>
          <a:p>
            <a:pPr marL="0" indent="0" algn="ctr" fontAlgn="base">
              <a:spcBef>
                <a:spcPct val="0"/>
              </a:spcBef>
              <a:spcAft>
                <a:spcPct val="0"/>
              </a:spcAft>
            </a:pPr>
            <a:r>
              <a:rPr lang="kn-IN" sz="3100" b="1" dirty="0">
                <a:solidFill>
                  <a:prstClr val="black"/>
                </a:solidFill>
                <a:latin typeface="Arial" charset="0"/>
                <a:cs typeface="Tunga"/>
              </a:rPr>
              <a:t>ಪಾರಾಶರ್ಯವಚಃ ಸರೋಜಮಮಲಂ</a:t>
            </a:r>
            <a:r>
              <a:rPr lang="en-CA" sz="3100" b="1" dirty="0">
                <a:solidFill>
                  <a:prstClr val="black"/>
                </a:solidFill>
                <a:latin typeface="Arial" charset="0"/>
                <a:cs typeface="+mn-cs"/>
              </a:rPr>
              <a:t> </a:t>
            </a:r>
            <a:r>
              <a:rPr lang="kn-IN" sz="3100" b="1" dirty="0">
                <a:solidFill>
                  <a:prstClr val="black"/>
                </a:solidFill>
                <a:latin typeface="Arial" charset="0"/>
                <a:cs typeface="Tunga"/>
              </a:rPr>
              <a:t>ಗೀತಾರ್ಥಗಂಧೋತ್ಕಟಮ್</a:t>
            </a:r>
            <a:endParaRPr lang="en-CA" sz="3100" b="1" dirty="0">
              <a:solidFill>
                <a:prstClr val="black"/>
              </a:solidFill>
              <a:latin typeface="Arial" charset="0"/>
              <a:cs typeface="+mn-cs"/>
            </a:endParaRPr>
          </a:p>
          <a:p>
            <a:pPr marL="0" indent="0" algn="ctr" fontAlgn="base">
              <a:spcBef>
                <a:spcPct val="0"/>
              </a:spcBef>
              <a:spcAft>
                <a:spcPct val="0"/>
              </a:spcAft>
            </a:pPr>
            <a:r>
              <a:rPr lang="kn-IN" sz="3100" b="1" dirty="0">
                <a:solidFill>
                  <a:prstClr val="black"/>
                </a:solidFill>
                <a:latin typeface="Arial" charset="0"/>
                <a:cs typeface="Tunga"/>
              </a:rPr>
              <a:t>ನಾನಾಖ್ಯಾನಕಕೇಸರಂ ಹರಿಕಥಾಸಂಬೋಧನಾ ಬೋಧಿತಮ್ |</a:t>
            </a:r>
            <a:endParaRPr lang="en-US" sz="3100" b="1" dirty="0">
              <a:solidFill>
                <a:prstClr val="black"/>
              </a:solidFill>
              <a:latin typeface="Arial" charset="0"/>
              <a:cs typeface="Tunga"/>
            </a:endParaRPr>
          </a:p>
          <a:p>
            <a:pPr marL="0" indent="0" algn="ctr" fontAlgn="base">
              <a:spcBef>
                <a:spcPct val="0"/>
              </a:spcBef>
              <a:spcAft>
                <a:spcPct val="0"/>
              </a:spcAft>
            </a:pPr>
            <a:r>
              <a:rPr lang="en-IN" sz="3200" i="1" dirty="0">
                <a:solidFill>
                  <a:srgbClr val="000000"/>
                </a:solidFill>
                <a:latin typeface="Palatino Linotype" pitchFamily="18" charset="0"/>
              </a:rPr>
              <a:t>May this lotus of the Mahabharata, born in the lake of the words of </a:t>
            </a:r>
            <a:r>
              <a:rPr lang="en-IN" sz="3200" i="1" dirty="0" err="1">
                <a:solidFill>
                  <a:srgbClr val="000000"/>
                </a:solidFill>
                <a:latin typeface="Palatino Linotype" pitchFamily="18" charset="0"/>
              </a:rPr>
              <a:t>Vyasa</a:t>
            </a:r>
            <a:r>
              <a:rPr lang="en-IN" sz="3200" i="1" dirty="0">
                <a:solidFill>
                  <a:srgbClr val="000000"/>
                </a:solidFill>
                <a:latin typeface="Palatino Linotype" pitchFamily="18" charset="0"/>
              </a:rPr>
              <a:t>, sweet with the fragrance of the meaning of the Gita, with many stories as its stamens, fully opened by the discourses of </a:t>
            </a:r>
            <a:r>
              <a:rPr lang="en-IN" sz="3200" i="1" dirty="0" err="1">
                <a:solidFill>
                  <a:srgbClr val="000000"/>
                </a:solidFill>
                <a:latin typeface="Palatino Linotype" pitchFamily="18" charset="0"/>
              </a:rPr>
              <a:t>Hari</a:t>
            </a:r>
            <a:r>
              <a:rPr lang="en-IN" sz="3200" i="1" dirty="0">
                <a:solidFill>
                  <a:srgbClr val="000000"/>
                </a:solidFill>
                <a:latin typeface="Palatino Linotype" pitchFamily="18" charset="0"/>
              </a:rPr>
              <a:t>, the destroyer of the sins of Kali, and drunk joyously by the bees of good men in the world, become day by day the </a:t>
            </a:r>
            <a:r>
              <a:rPr lang="en-IN" sz="3200" i="1" dirty="0" err="1">
                <a:solidFill>
                  <a:srgbClr val="000000"/>
                </a:solidFill>
                <a:latin typeface="Palatino Linotype" pitchFamily="18" charset="0"/>
              </a:rPr>
              <a:t>bestower</a:t>
            </a:r>
            <a:r>
              <a:rPr lang="en-IN" sz="3200" i="1" dirty="0">
                <a:solidFill>
                  <a:srgbClr val="000000"/>
                </a:solidFill>
                <a:latin typeface="Palatino Linotype" pitchFamily="18" charset="0"/>
              </a:rPr>
              <a:t> of good to us!</a:t>
            </a:r>
          </a:p>
          <a:p>
            <a:pPr marL="0" indent="0" algn="ctr" fontAlgn="base">
              <a:spcBef>
                <a:spcPct val="0"/>
              </a:spcBef>
              <a:spcAft>
                <a:spcPct val="0"/>
              </a:spcAft>
            </a:pPr>
            <a:endParaRPr lang="en-US" sz="3100" b="1" dirty="0">
              <a:solidFill>
                <a:srgbClr val="000000"/>
              </a:solidFill>
              <a:latin typeface="URW Palladio IT" pitchFamily="2" charset="0"/>
              <a:cs typeface="+mn-cs"/>
            </a:endParaRPr>
          </a:p>
        </p:txBody>
      </p:sp>
    </p:spTree>
    <p:extLst>
      <p:ext uri="{BB962C8B-B14F-4D97-AF65-F5344CB8AC3E}">
        <p14:creationId xmlns:p14="http://schemas.microsoft.com/office/powerpoint/2010/main" val="770834283"/>
      </p:ext>
    </p:extLst>
  </p:cSld>
  <p:clrMapOvr>
    <a:masterClrMapping/>
  </p:clrMapOvr>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2"/>
          <p:cNvSpPr txBox="1">
            <a:spLocks/>
          </p:cNvSpPr>
          <p:nvPr/>
        </p:nvSpPr>
        <p:spPr bwMode="auto">
          <a:xfrm>
            <a:off x="191344" y="188640"/>
            <a:ext cx="11809312" cy="6669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742950" indent="-742950">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marL="0" indent="0" algn="ctr" fontAlgn="base">
              <a:lnSpc>
                <a:spcPts val="3900"/>
              </a:lnSpc>
              <a:spcBef>
                <a:spcPct val="0"/>
              </a:spcBef>
              <a:spcAft>
                <a:spcPct val="0"/>
              </a:spcAft>
            </a:pPr>
            <a:r>
              <a:rPr lang="en-US" sz="4000" dirty="0" err="1">
                <a:solidFill>
                  <a:srgbClr val="000000"/>
                </a:solidFill>
                <a:latin typeface="Sanskrit 99" pitchFamily="2" charset="0"/>
                <a:cs typeface="+mn-cs"/>
              </a:rPr>
              <a:t>laeke</a:t>
            </a:r>
            <a:r>
              <a:rPr lang="en-US" sz="4000" dirty="0">
                <a:solidFill>
                  <a:srgbClr val="000000"/>
                </a:solidFill>
                <a:latin typeface="Sanskrit 99" pitchFamily="2" charset="0"/>
                <a:cs typeface="+mn-cs"/>
              </a:rPr>
              <a:t> s¾n;qœpdErhrh&gt; </a:t>
            </a:r>
            <a:r>
              <a:rPr lang="en-US" sz="4000" dirty="0" err="1">
                <a:solidFill>
                  <a:srgbClr val="000000"/>
                </a:solidFill>
                <a:latin typeface="Sanskrit 99" pitchFamily="2" charset="0"/>
                <a:cs typeface="+mn-cs"/>
              </a:rPr>
              <a:t>pepIyman</a:t>
            </a:r>
            <a:r>
              <a:rPr lang="en-US" sz="4000" dirty="0">
                <a:solidFill>
                  <a:srgbClr val="000000"/>
                </a:solidFill>
                <a:latin typeface="Sanskrit 99" pitchFamily="2" charset="0"/>
                <a:cs typeface="+mn-cs"/>
              </a:rPr>
              <a:t>&lt; </a:t>
            </a:r>
            <a:r>
              <a:rPr lang="en-US" sz="4000" dirty="0" err="1">
                <a:solidFill>
                  <a:srgbClr val="000000"/>
                </a:solidFill>
                <a:latin typeface="Sanskrit 99" pitchFamily="2" charset="0"/>
                <a:cs typeface="+mn-cs"/>
              </a:rPr>
              <a:t>muda</a:t>
            </a:r>
            <a:r>
              <a:rPr lang="en-US" sz="4000" dirty="0">
                <a:solidFill>
                  <a:srgbClr val="000000"/>
                </a:solidFill>
                <a:latin typeface="Sanskrit 99" pitchFamily="2" charset="0"/>
                <a:cs typeface="+mn-cs"/>
              </a:rPr>
              <a:t> </a:t>
            </a:r>
          </a:p>
          <a:p>
            <a:pPr marL="0" indent="0" algn="ctr" fontAlgn="base">
              <a:lnSpc>
                <a:spcPts val="3900"/>
              </a:lnSpc>
              <a:spcBef>
                <a:spcPct val="0"/>
              </a:spcBef>
              <a:spcAft>
                <a:spcPts val="1200"/>
              </a:spcAft>
            </a:pPr>
            <a:r>
              <a:rPr lang="en-US" sz="4000" dirty="0" err="1">
                <a:solidFill>
                  <a:srgbClr val="000000"/>
                </a:solidFill>
                <a:latin typeface="Sanskrit 99" pitchFamily="2" charset="0"/>
                <a:cs typeface="+mn-cs"/>
              </a:rPr>
              <a:t>ÉUyaÑartp»j</a:t>
            </a:r>
            <a:r>
              <a:rPr lang="en-US" sz="4000" dirty="0">
                <a:solidFill>
                  <a:srgbClr val="000000"/>
                </a:solidFill>
                <a:latin typeface="Sanskrit 99" pitchFamily="2" charset="0"/>
                <a:cs typeface="+mn-cs"/>
              </a:rPr>
              <a:t>&lt; </a:t>
            </a:r>
            <a:r>
              <a:rPr lang="en-US" sz="4000" dirty="0" err="1">
                <a:solidFill>
                  <a:srgbClr val="000000"/>
                </a:solidFill>
                <a:latin typeface="Sanskrit 99" pitchFamily="2" charset="0"/>
                <a:cs typeface="+mn-cs"/>
              </a:rPr>
              <a:t>kilmlàXv</a:t>
            </a:r>
            <a:r>
              <a:rPr lang="en-US" sz="4000" dirty="0">
                <a:solidFill>
                  <a:srgbClr val="000000"/>
                </a:solidFill>
                <a:latin typeface="Sanskrit 99" pitchFamily="2" charset="0"/>
                <a:cs typeface="+mn-cs"/>
              </a:rPr>
              <a:t>&lt;is n&gt; </a:t>
            </a:r>
            <a:r>
              <a:rPr lang="en-US" sz="4000" dirty="0" err="1">
                <a:solidFill>
                  <a:srgbClr val="000000"/>
                </a:solidFill>
                <a:latin typeface="Sanskrit 99" pitchFamily="2" charset="0"/>
                <a:cs typeface="+mn-cs"/>
              </a:rPr>
              <a:t>ïeyse</a:t>
            </a:r>
            <a:r>
              <a:rPr lang="en-US" sz="4000" dirty="0">
                <a:solidFill>
                  <a:srgbClr val="000000"/>
                </a:solidFill>
                <a:latin typeface="Sanskrit 99" pitchFamily="2" charset="0"/>
                <a:cs typeface="+mn-cs"/>
              </a:rPr>
              <a:t>.</a:t>
            </a:r>
            <a:endParaRPr lang="en-US" sz="3200" dirty="0">
              <a:solidFill>
                <a:srgbClr val="000000"/>
              </a:solidFill>
              <a:latin typeface="Sanskrit 99" pitchFamily="2" charset="0"/>
              <a:cs typeface="+mn-cs"/>
            </a:endParaRPr>
          </a:p>
          <a:p>
            <a:pPr marL="0" indent="0" algn="ctr" fontAlgn="base">
              <a:lnSpc>
                <a:spcPts val="3900"/>
              </a:lnSpc>
              <a:spcBef>
                <a:spcPct val="0"/>
              </a:spcBef>
              <a:spcAft>
                <a:spcPct val="0"/>
              </a:spcAft>
            </a:pPr>
            <a:r>
              <a:rPr lang="en-US" sz="2800" dirty="0" err="1">
                <a:solidFill>
                  <a:srgbClr val="000000"/>
                </a:solidFill>
                <a:latin typeface="URW Palladio IT" pitchFamily="2" charset="0"/>
                <a:cs typeface="+mn-cs"/>
              </a:rPr>
              <a:t>Loke</a:t>
            </a:r>
            <a:r>
              <a:rPr lang="en-US" sz="2800" dirty="0">
                <a:solidFill>
                  <a:srgbClr val="000000"/>
                </a:solidFill>
                <a:latin typeface="URW Palladio IT" pitchFamily="2" charset="0"/>
                <a:cs typeface="+mn-cs"/>
              </a:rPr>
              <a:t> </a:t>
            </a:r>
            <a:r>
              <a:rPr lang="en-US" sz="2800" dirty="0" err="1">
                <a:solidFill>
                  <a:srgbClr val="000000"/>
                </a:solidFill>
                <a:latin typeface="URW Palladio IT" pitchFamily="2" charset="0"/>
                <a:cs typeface="+mn-cs"/>
              </a:rPr>
              <a:t>sajjanañaöpadairaharahaù</a:t>
            </a:r>
            <a:r>
              <a:rPr lang="en-US" sz="2800" dirty="0">
                <a:solidFill>
                  <a:srgbClr val="000000"/>
                </a:solidFill>
                <a:latin typeface="URW Palladio IT" pitchFamily="2" charset="0"/>
                <a:cs typeface="+mn-cs"/>
              </a:rPr>
              <a:t> </a:t>
            </a:r>
            <a:r>
              <a:rPr lang="en-US" sz="2800" dirty="0" err="1">
                <a:solidFill>
                  <a:srgbClr val="000000"/>
                </a:solidFill>
                <a:latin typeface="URW Palladio IT" pitchFamily="2" charset="0"/>
                <a:cs typeface="+mn-cs"/>
              </a:rPr>
              <a:t>pepéyamänaà</a:t>
            </a:r>
            <a:r>
              <a:rPr lang="en-US" sz="2800" dirty="0">
                <a:solidFill>
                  <a:srgbClr val="000000"/>
                </a:solidFill>
                <a:latin typeface="URW Palladio IT" pitchFamily="2" charset="0"/>
                <a:cs typeface="+mn-cs"/>
              </a:rPr>
              <a:t> </a:t>
            </a:r>
            <a:r>
              <a:rPr lang="en-US" sz="2800" dirty="0" err="1">
                <a:solidFill>
                  <a:srgbClr val="000000"/>
                </a:solidFill>
                <a:latin typeface="URW Palladio IT" pitchFamily="2" charset="0"/>
                <a:cs typeface="+mn-cs"/>
              </a:rPr>
              <a:t>mudä</a:t>
            </a:r>
            <a:r>
              <a:rPr lang="en-US" sz="2800" dirty="0">
                <a:solidFill>
                  <a:srgbClr val="000000"/>
                </a:solidFill>
                <a:latin typeface="URW Palladio IT" pitchFamily="2" charset="0"/>
                <a:cs typeface="+mn-cs"/>
              </a:rPr>
              <a:t> </a:t>
            </a:r>
          </a:p>
          <a:p>
            <a:pPr marL="0" indent="0" algn="ctr" fontAlgn="base">
              <a:lnSpc>
                <a:spcPts val="3900"/>
              </a:lnSpc>
              <a:spcBef>
                <a:spcPct val="0"/>
              </a:spcBef>
              <a:spcAft>
                <a:spcPct val="0"/>
              </a:spcAft>
            </a:pPr>
            <a:r>
              <a:rPr lang="en-US" sz="2800" dirty="0" err="1">
                <a:solidFill>
                  <a:srgbClr val="000000"/>
                </a:solidFill>
                <a:latin typeface="URW Palladio IT" pitchFamily="2" charset="0"/>
                <a:cs typeface="+mn-cs"/>
              </a:rPr>
              <a:t>Bhüyädbhäratapaìkajaà</a:t>
            </a:r>
            <a:endParaRPr lang="en-US" sz="2800" dirty="0">
              <a:solidFill>
                <a:srgbClr val="000000"/>
              </a:solidFill>
              <a:latin typeface="URW Palladio IT" pitchFamily="2" charset="0"/>
              <a:cs typeface="+mn-cs"/>
            </a:endParaRPr>
          </a:p>
          <a:p>
            <a:pPr marL="0" indent="0" algn="ctr" fontAlgn="base">
              <a:lnSpc>
                <a:spcPts val="3900"/>
              </a:lnSpc>
              <a:spcBef>
                <a:spcPct val="0"/>
              </a:spcBef>
              <a:spcAft>
                <a:spcPts val="1200"/>
              </a:spcAft>
            </a:pPr>
            <a:r>
              <a:rPr lang="en-US" sz="2800" dirty="0" err="1">
                <a:solidFill>
                  <a:srgbClr val="000000"/>
                </a:solidFill>
                <a:latin typeface="URW Palladio IT" pitchFamily="2" charset="0"/>
                <a:cs typeface="+mn-cs"/>
              </a:rPr>
              <a:t>kalimalapradhvaàsi</a:t>
            </a:r>
            <a:r>
              <a:rPr lang="en-US" sz="2800" dirty="0">
                <a:solidFill>
                  <a:srgbClr val="000000"/>
                </a:solidFill>
                <a:latin typeface="URW Palladio IT" pitchFamily="2" charset="0"/>
                <a:cs typeface="+mn-cs"/>
              </a:rPr>
              <a:t> </a:t>
            </a:r>
            <a:r>
              <a:rPr lang="en-US" sz="2800" dirty="0" err="1">
                <a:solidFill>
                  <a:srgbClr val="000000"/>
                </a:solidFill>
                <a:latin typeface="URW Palladio IT" pitchFamily="2" charset="0"/>
                <a:cs typeface="+mn-cs"/>
              </a:rPr>
              <a:t>naù</a:t>
            </a:r>
            <a:r>
              <a:rPr lang="en-US" sz="2800" dirty="0">
                <a:solidFill>
                  <a:srgbClr val="000000"/>
                </a:solidFill>
                <a:latin typeface="URW Palladio IT" pitchFamily="2" charset="0"/>
                <a:cs typeface="+mn-cs"/>
              </a:rPr>
              <a:t> </a:t>
            </a:r>
            <a:r>
              <a:rPr lang="en-US" sz="2800" dirty="0" err="1">
                <a:solidFill>
                  <a:srgbClr val="000000"/>
                </a:solidFill>
                <a:latin typeface="URW Palladio IT" pitchFamily="2" charset="0"/>
                <a:cs typeface="+mn-cs"/>
              </a:rPr>
              <a:t>çreyase</a:t>
            </a:r>
            <a:r>
              <a:rPr lang="en-US" sz="2800" dirty="0">
                <a:solidFill>
                  <a:srgbClr val="000000"/>
                </a:solidFill>
                <a:latin typeface="URW Palladio IT" pitchFamily="2" charset="0"/>
                <a:cs typeface="+mn-cs"/>
              </a:rPr>
              <a:t> ||</a:t>
            </a:r>
          </a:p>
          <a:p>
            <a:pPr marL="0" indent="0" algn="ctr" fontAlgn="base">
              <a:spcBef>
                <a:spcPct val="0"/>
              </a:spcBef>
              <a:spcAft>
                <a:spcPct val="0"/>
              </a:spcAft>
            </a:pPr>
            <a:r>
              <a:rPr lang="kn-IN" sz="3100" b="1" dirty="0">
                <a:solidFill>
                  <a:prstClr val="black"/>
                </a:solidFill>
                <a:latin typeface="Arial" charset="0"/>
                <a:cs typeface="Tunga"/>
              </a:rPr>
              <a:t>ಲೋಕೇ ಸಜ್ಜನ ಷಟ್ಪದೈಃ ಅಹರಹಃ ಪೇಪೀಯಮಾನಂ ಮುದಾ</a:t>
            </a:r>
            <a:endParaRPr lang="en-CA" sz="3100" b="1" dirty="0">
              <a:solidFill>
                <a:prstClr val="black"/>
              </a:solidFill>
              <a:latin typeface="Arial" charset="0"/>
              <a:cs typeface="+mn-cs"/>
            </a:endParaRPr>
          </a:p>
          <a:p>
            <a:pPr marL="0" indent="0" algn="ctr" fontAlgn="base">
              <a:spcBef>
                <a:spcPct val="0"/>
              </a:spcBef>
              <a:spcAft>
                <a:spcPct val="0"/>
              </a:spcAft>
            </a:pPr>
            <a:r>
              <a:rPr lang="kn-IN" sz="3100" b="1" dirty="0">
                <a:solidFill>
                  <a:prstClr val="black"/>
                </a:solidFill>
                <a:latin typeface="Arial" charset="0"/>
                <a:cs typeface="Tunga"/>
              </a:rPr>
              <a:t>ಭೂಯಾತ್ ಭಾರತಪಂಕಜಂ ಕಲಿಮಲ ಪ್ರಧ್ವಂಸಿನಃ ಶ್ರೇಯಸೇ ||</a:t>
            </a:r>
            <a:endParaRPr lang="en-US" sz="3100" b="1" dirty="0">
              <a:solidFill>
                <a:prstClr val="black"/>
              </a:solidFill>
              <a:latin typeface="Arial" charset="0"/>
              <a:cs typeface="Tunga"/>
            </a:endParaRPr>
          </a:p>
          <a:p>
            <a:pPr marL="0" indent="0" algn="ctr" fontAlgn="base">
              <a:spcBef>
                <a:spcPct val="0"/>
              </a:spcBef>
              <a:spcAft>
                <a:spcPct val="0"/>
              </a:spcAft>
            </a:pPr>
            <a:r>
              <a:rPr lang="en-IN" sz="3000" i="1" dirty="0">
                <a:solidFill>
                  <a:srgbClr val="000000"/>
                </a:solidFill>
                <a:latin typeface="Palatino Linotype" pitchFamily="18" charset="0"/>
              </a:rPr>
              <a:t>May this lotus of the Mahabharata, born in the lake of the words of </a:t>
            </a:r>
            <a:r>
              <a:rPr lang="en-IN" sz="3000" i="1" dirty="0" err="1">
                <a:solidFill>
                  <a:srgbClr val="000000"/>
                </a:solidFill>
                <a:latin typeface="Palatino Linotype" pitchFamily="18" charset="0"/>
              </a:rPr>
              <a:t>Vyasa</a:t>
            </a:r>
            <a:r>
              <a:rPr lang="en-IN" sz="3000" i="1" dirty="0">
                <a:solidFill>
                  <a:srgbClr val="000000"/>
                </a:solidFill>
                <a:latin typeface="Palatino Linotype" pitchFamily="18" charset="0"/>
              </a:rPr>
              <a:t>, sweet with the fragrance of the meaning of the Gita, with many stories as its stamens, fully opened by the discourses of </a:t>
            </a:r>
            <a:r>
              <a:rPr lang="en-IN" sz="3000" i="1" dirty="0" err="1">
                <a:solidFill>
                  <a:srgbClr val="000000"/>
                </a:solidFill>
                <a:latin typeface="Palatino Linotype" pitchFamily="18" charset="0"/>
              </a:rPr>
              <a:t>Hari</a:t>
            </a:r>
            <a:r>
              <a:rPr lang="en-IN" sz="3000" i="1" dirty="0">
                <a:solidFill>
                  <a:srgbClr val="000000"/>
                </a:solidFill>
                <a:latin typeface="Palatino Linotype" pitchFamily="18" charset="0"/>
              </a:rPr>
              <a:t>, the destroyer of the sins of Kali, and drunk joyously by the bees of good men in the world, become day by day the </a:t>
            </a:r>
            <a:r>
              <a:rPr lang="en-IN" sz="3000" i="1" dirty="0" err="1">
                <a:solidFill>
                  <a:srgbClr val="000000"/>
                </a:solidFill>
                <a:latin typeface="Palatino Linotype" pitchFamily="18" charset="0"/>
              </a:rPr>
              <a:t>bestower</a:t>
            </a:r>
            <a:r>
              <a:rPr lang="en-IN" sz="3000" i="1" dirty="0">
                <a:solidFill>
                  <a:srgbClr val="000000"/>
                </a:solidFill>
                <a:latin typeface="Palatino Linotype" pitchFamily="18" charset="0"/>
              </a:rPr>
              <a:t> of good to us!</a:t>
            </a:r>
          </a:p>
          <a:p>
            <a:pPr marL="0" indent="0" algn="ctr" fontAlgn="base">
              <a:spcBef>
                <a:spcPct val="0"/>
              </a:spcBef>
              <a:spcAft>
                <a:spcPct val="0"/>
              </a:spcAft>
            </a:pPr>
            <a:endParaRPr lang="en-US" sz="3100" b="1" dirty="0">
              <a:solidFill>
                <a:srgbClr val="000000"/>
              </a:solidFill>
              <a:latin typeface="URW Palladio IT" pitchFamily="2" charset="0"/>
              <a:cs typeface="+mn-cs"/>
            </a:endParaRPr>
          </a:p>
        </p:txBody>
      </p:sp>
    </p:spTree>
    <p:extLst>
      <p:ext uri="{BB962C8B-B14F-4D97-AF65-F5344CB8AC3E}">
        <p14:creationId xmlns:p14="http://schemas.microsoft.com/office/powerpoint/2010/main" val="3776026642"/>
      </p:ext>
    </p:extLst>
  </p:cSld>
  <p:clrMapOvr>
    <a:masterClrMapping/>
  </p:clrMapOvr>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pPr eaLnBrk="1" hangingPunct="1"/>
            <a:endParaRPr lang="en-US" smtClean="0"/>
          </a:p>
        </p:txBody>
      </p:sp>
      <p:pic>
        <p:nvPicPr>
          <p:cNvPr id="26627" name="Picture 2" descr="C:\Users\YS\Desktop\MM\PPT images\images (36).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0" y="9526"/>
            <a:ext cx="12192000" cy="6848475"/>
          </a:xfrm>
        </p:spPr>
      </p:pic>
      <p:sp>
        <p:nvSpPr>
          <p:cNvPr id="26628" name="Rectangle 3"/>
          <p:cNvSpPr>
            <a:spLocks noChangeArrowheads="1"/>
          </p:cNvSpPr>
          <p:nvPr/>
        </p:nvSpPr>
        <p:spPr bwMode="auto">
          <a:xfrm>
            <a:off x="1343472" y="1052736"/>
            <a:ext cx="9361040" cy="487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9" tIns="45710" rIns="91419" bIns="45710">
            <a:spAutoFit/>
          </a:bodyPr>
          <a:lstStyle/>
          <a:p>
            <a:pPr algn="ctr" fontAlgn="base">
              <a:spcBef>
                <a:spcPct val="0"/>
              </a:spcBef>
              <a:spcAft>
                <a:spcPct val="0"/>
              </a:spcAft>
            </a:pPr>
            <a:r>
              <a:rPr lang="en-US" sz="4000" b="1" dirty="0">
                <a:solidFill>
                  <a:srgbClr val="000000"/>
                </a:solidFill>
                <a:latin typeface="Sanskrit 99" pitchFamily="2" charset="0"/>
              </a:rPr>
              <a:t>. Aw </a:t>
            </a:r>
            <a:r>
              <a:rPr lang="en-US" sz="4000" b="1" dirty="0" err="1">
                <a:solidFill>
                  <a:srgbClr val="000000"/>
                </a:solidFill>
                <a:latin typeface="Sanskrit 99" pitchFamily="2" charset="0"/>
              </a:rPr>
              <a:t>ïImÑgvÌItasu</a:t>
            </a:r>
            <a:r>
              <a:rPr lang="en-US" sz="4000" b="1" dirty="0">
                <a:solidFill>
                  <a:srgbClr val="000000"/>
                </a:solidFill>
                <a:latin typeface="Sanskrit 99" pitchFamily="2" charset="0"/>
              </a:rPr>
              <a:t> </a:t>
            </a:r>
            <a:r>
              <a:rPr lang="en-US" sz="4000" b="1" dirty="0" err="1">
                <a:solidFill>
                  <a:srgbClr val="000000"/>
                </a:solidFill>
                <a:latin typeface="Sanskrit 99" pitchFamily="2" charset="0"/>
              </a:rPr>
              <a:t>mae</a:t>
            </a:r>
            <a:r>
              <a:rPr lang="en-US" sz="4000" b="1" dirty="0">
                <a:solidFill>
                  <a:srgbClr val="000000"/>
                </a:solidFill>
                <a:latin typeface="Sanskrit 99" pitchFamily="2" charset="0"/>
              </a:rPr>
              <a:t>]aw¡ </a:t>
            </a:r>
          </a:p>
          <a:p>
            <a:pPr algn="ctr" fontAlgn="base">
              <a:spcBef>
                <a:spcPct val="0"/>
              </a:spcBef>
              <a:spcAft>
                <a:spcPct val="0"/>
              </a:spcAft>
            </a:pPr>
            <a:r>
              <a:rPr lang="en-US" sz="4000" b="1" dirty="0" err="1">
                <a:solidFill>
                  <a:srgbClr val="000000"/>
                </a:solidFill>
                <a:latin typeface="Sanskrit 99" pitchFamily="2" charset="0"/>
              </a:rPr>
              <a:t>yaegà</a:t>
            </a:r>
            <a:r>
              <a:rPr lang="en-US" sz="4000" b="1" dirty="0">
                <a:solidFill>
                  <a:srgbClr val="000000"/>
                </a:solidFill>
                <a:latin typeface="Sanskrit 99" pitchFamily="2" charset="0"/>
              </a:rPr>
              <a:t>[</a:t>
            </a:r>
            <a:r>
              <a:rPr lang="en-US" sz="4000" b="1" dirty="0" err="1">
                <a:solidFill>
                  <a:srgbClr val="000000"/>
                </a:solidFill>
                <a:latin typeface="Sanskrit 99" pitchFamily="2" charset="0"/>
              </a:rPr>
              <a:t>alIsamrSy-ðaeks'œ¢h</a:t>
            </a:r>
            <a:r>
              <a:rPr lang="en-US" sz="4000" b="1" dirty="0">
                <a:solidFill>
                  <a:srgbClr val="000000"/>
                </a:solidFill>
                <a:latin typeface="Sanskrit 99" pitchFamily="2" charset="0"/>
              </a:rPr>
              <a:t>&gt;.</a:t>
            </a:r>
          </a:p>
          <a:p>
            <a:pPr algn="ctr" fontAlgn="base">
              <a:spcBef>
                <a:spcPct val="0"/>
              </a:spcBef>
              <a:spcAft>
                <a:spcPct val="0"/>
              </a:spcAft>
            </a:pPr>
            <a:r>
              <a:rPr lang="en-US" sz="3600" b="1" dirty="0">
                <a:solidFill>
                  <a:srgbClr val="000000"/>
                </a:solidFill>
                <a:latin typeface="URW Palladio IT" pitchFamily="2" charset="0"/>
              </a:rPr>
              <a:t>|| </a:t>
            </a:r>
            <a:r>
              <a:rPr lang="en-US" sz="3600" b="1" dirty="0" err="1">
                <a:solidFill>
                  <a:srgbClr val="000000"/>
                </a:solidFill>
                <a:latin typeface="URW Palladio IT" pitchFamily="2" charset="0"/>
              </a:rPr>
              <a:t>Atha</a:t>
            </a:r>
            <a:r>
              <a:rPr lang="en-US" sz="3600" b="1" dirty="0">
                <a:solidFill>
                  <a:srgbClr val="000000"/>
                </a:solidFill>
                <a:latin typeface="URW Palladio IT" pitchFamily="2" charset="0"/>
              </a:rPr>
              <a:t> </a:t>
            </a:r>
            <a:r>
              <a:rPr lang="en-US" sz="3600" b="1" dirty="0" err="1">
                <a:solidFill>
                  <a:srgbClr val="000000"/>
                </a:solidFill>
                <a:latin typeface="URW Palladio IT" pitchFamily="2" charset="0"/>
              </a:rPr>
              <a:t>Çrémadbhagavadgétäsu</a:t>
            </a:r>
            <a:r>
              <a:rPr lang="en-US" sz="3600" b="1" dirty="0">
                <a:solidFill>
                  <a:srgbClr val="000000"/>
                </a:solidFill>
                <a:latin typeface="URW Palladio IT" pitchFamily="2" charset="0"/>
              </a:rPr>
              <a:t> </a:t>
            </a:r>
            <a:r>
              <a:rPr lang="en-US" sz="3600" b="1" dirty="0" err="1">
                <a:solidFill>
                  <a:srgbClr val="000000"/>
                </a:solidFill>
                <a:latin typeface="URW Palladio IT" pitchFamily="2" charset="0"/>
              </a:rPr>
              <a:t>Mokñärthaà</a:t>
            </a:r>
            <a:r>
              <a:rPr lang="en-US" sz="3600" b="1" dirty="0">
                <a:solidFill>
                  <a:srgbClr val="000000"/>
                </a:solidFill>
                <a:latin typeface="URW Palladio IT" pitchFamily="2" charset="0"/>
              </a:rPr>
              <a:t> </a:t>
            </a:r>
            <a:r>
              <a:rPr lang="en-US" sz="3600" b="1" dirty="0" err="1">
                <a:solidFill>
                  <a:srgbClr val="000000"/>
                </a:solidFill>
                <a:latin typeface="URW Palladio IT" pitchFamily="2" charset="0"/>
              </a:rPr>
              <a:t>Yogapraëälé</a:t>
            </a:r>
            <a:r>
              <a:rPr lang="en-US" sz="3600" b="1" dirty="0">
                <a:solidFill>
                  <a:srgbClr val="000000"/>
                </a:solidFill>
                <a:latin typeface="URW Palladio IT" pitchFamily="2" charset="0"/>
              </a:rPr>
              <a:t>- </a:t>
            </a:r>
          </a:p>
          <a:p>
            <a:pPr algn="ctr" fontAlgn="base">
              <a:spcBef>
                <a:spcPct val="0"/>
              </a:spcBef>
              <a:spcAft>
                <a:spcPts val="1800"/>
              </a:spcAft>
            </a:pPr>
            <a:r>
              <a:rPr lang="en-US" sz="3600" b="1" dirty="0" err="1">
                <a:solidFill>
                  <a:srgbClr val="000000"/>
                </a:solidFill>
                <a:latin typeface="URW Palladio IT" pitchFamily="2" charset="0"/>
              </a:rPr>
              <a:t>Sämarasya-Çloka-saìgrahaù</a:t>
            </a:r>
            <a:r>
              <a:rPr lang="en-US" sz="3600" b="1" dirty="0">
                <a:solidFill>
                  <a:srgbClr val="000000"/>
                </a:solidFill>
                <a:latin typeface="URW Palladio IT" pitchFamily="2" charset="0"/>
              </a:rPr>
              <a:t> || </a:t>
            </a:r>
          </a:p>
          <a:p>
            <a:pPr algn="ctr" fontAlgn="base">
              <a:spcBef>
                <a:spcPct val="0"/>
              </a:spcBef>
              <a:spcAft>
                <a:spcPct val="0"/>
              </a:spcAft>
            </a:pPr>
            <a:r>
              <a:rPr lang="kn-IN" sz="3600" b="1" dirty="0">
                <a:solidFill>
                  <a:prstClr val="black"/>
                </a:solidFill>
                <a:latin typeface="Arial" charset="0"/>
              </a:rPr>
              <a:t>ಅಥ ಶ್ರೀಮದ್ಭಗವದ್ಗೀತಾಸು ಮೋಕ್ಷಾರ್ಥಂ</a:t>
            </a:r>
            <a:endParaRPr lang="en-CA" sz="3600" b="1" dirty="0">
              <a:solidFill>
                <a:prstClr val="black"/>
              </a:solidFill>
              <a:latin typeface="Arial" charset="0"/>
            </a:endParaRPr>
          </a:p>
          <a:p>
            <a:pPr algn="ctr" fontAlgn="base">
              <a:spcBef>
                <a:spcPct val="0"/>
              </a:spcBef>
              <a:spcAft>
                <a:spcPct val="0"/>
              </a:spcAft>
            </a:pPr>
            <a:r>
              <a:rPr lang="kn-IN" sz="3600" b="1" dirty="0">
                <a:solidFill>
                  <a:prstClr val="black"/>
                </a:solidFill>
                <a:latin typeface="Arial" charset="0"/>
              </a:rPr>
              <a:t>ಯೋಗಪ್ರಣಾಲೀ ಸಾಮರಸ್ಯ ಶ್ಲೋಕ ಸಂಗ್ರಹಃ</a:t>
            </a:r>
            <a:endParaRPr lang="en-US" sz="3600" b="1" dirty="0">
              <a:solidFill>
                <a:srgbClr val="000000"/>
              </a:solidFill>
              <a:latin typeface="URW Palladio IT" pitchFamily="2" charset="0"/>
            </a:endParaRPr>
          </a:p>
        </p:txBody>
      </p:sp>
    </p:spTree>
    <p:extLst>
      <p:ext uri="{BB962C8B-B14F-4D97-AF65-F5344CB8AC3E}">
        <p14:creationId xmlns:p14="http://schemas.microsoft.com/office/powerpoint/2010/main" val="2524716288"/>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2"/>
          <p:cNvSpPr txBox="1">
            <a:spLocks/>
          </p:cNvSpPr>
          <p:nvPr/>
        </p:nvSpPr>
        <p:spPr bwMode="auto">
          <a:xfrm>
            <a:off x="1524000" y="76200"/>
            <a:ext cx="9144000" cy="678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742950" indent="-742950">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marL="0" indent="0" algn="ctr" fontAlgn="base">
              <a:spcBef>
                <a:spcPct val="0"/>
              </a:spcBef>
              <a:spcAft>
                <a:spcPct val="0"/>
              </a:spcAft>
            </a:pPr>
            <a:endParaRPr lang="en-US" sz="7200" b="1" dirty="0">
              <a:solidFill>
                <a:srgbClr val="000000"/>
              </a:solidFill>
              <a:latin typeface="Sanskrit 99" pitchFamily="2" charset="0"/>
              <a:cs typeface="+mn-cs"/>
            </a:endParaRPr>
          </a:p>
          <a:p>
            <a:pPr marL="0" indent="0" algn="ctr" fontAlgn="base">
              <a:spcBef>
                <a:spcPct val="0"/>
              </a:spcBef>
              <a:spcAft>
                <a:spcPct val="0"/>
              </a:spcAft>
            </a:pPr>
            <a:r>
              <a:rPr lang="en-US" sz="7200" b="1" dirty="0" err="1">
                <a:solidFill>
                  <a:srgbClr val="000000"/>
                </a:solidFill>
                <a:latin typeface="Sanskrit 99" pitchFamily="2" charset="0"/>
                <a:cs typeface="+mn-cs"/>
              </a:rPr>
              <a:t>ïIÉgvanuvac</a:t>
            </a:r>
            <a:endParaRPr lang="en-US" sz="7200" b="1" dirty="0">
              <a:solidFill>
                <a:srgbClr val="000000"/>
              </a:solidFill>
              <a:latin typeface="Sanskrit 99" pitchFamily="2" charset="0"/>
              <a:cs typeface="+mn-cs"/>
            </a:endParaRPr>
          </a:p>
          <a:p>
            <a:pPr marL="0" indent="0" algn="ctr" fontAlgn="base">
              <a:spcBef>
                <a:spcPct val="0"/>
              </a:spcBef>
              <a:spcAft>
                <a:spcPts val="1200"/>
              </a:spcAft>
            </a:pPr>
            <a:r>
              <a:rPr lang="en-US" sz="6600" b="1" dirty="0" err="1">
                <a:solidFill>
                  <a:srgbClr val="000000"/>
                </a:solidFill>
                <a:latin typeface="URW Palladio IT" pitchFamily="2" charset="0"/>
                <a:cs typeface="+mn-cs"/>
              </a:rPr>
              <a:t>ÇréBhagavänuväca</a:t>
            </a:r>
            <a:endParaRPr lang="en-US" sz="6600" b="1" dirty="0">
              <a:solidFill>
                <a:srgbClr val="000000"/>
              </a:solidFill>
              <a:latin typeface="URW Palladio IT" pitchFamily="2" charset="0"/>
              <a:cs typeface="+mn-cs"/>
            </a:endParaRPr>
          </a:p>
          <a:p>
            <a:pPr marL="0" indent="0" algn="ctr" fontAlgn="base">
              <a:spcBef>
                <a:spcPct val="0"/>
              </a:spcBef>
              <a:spcAft>
                <a:spcPct val="0"/>
              </a:spcAft>
            </a:pPr>
            <a:r>
              <a:rPr lang="en-IN" sz="6600" b="1" dirty="0" err="1">
                <a:solidFill>
                  <a:prstClr val="black"/>
                </a:solidFill>
                <a:latin typeface="Arial" charset="0"/>
                <a:cs typeface="+mn-cs"/>
              </a:rPr>
              <a:t>ಶ್ರೀ</a:t>
            </a:r>
            <a:r>
              <a:rPr lang="en-IN" sz="6600" b="1" dirty="0">
                <a:solidFill>
                  <a:prstClr val="black"/>
                </a:solidFill>
                <a:latin typeface="Arial" charset="0"/>
                <a:cs typeface="+mn-cs"/>
              </a:rPr>
              <a:t> </a:t>
            </a:r>
            <a:r>
              <a:rPr lang="en-IN" sz="6600" b="1" dirty="0" err="1">
                <a:solidFill>
                  <a:prstClr val="black"/>
                </a:solidFill>
                <a:latin typeface="Arial" charset="0"/>
                <a:cs typeface="+mn-cs"/>
              </a:rPr>
              <a:t>ಭಗವಾನ್</a:t>
            </a:r>
            <a:r>
              <a:rPr lang="en-IN" sz="6600" b="1" dirty="0">
                <a:solidFill>
                  <a:prstClr val="black"/>
                </a:solidFill>
                <a:latin typeface="Arial" charset="0"/>
                <a:cs typeface="+mn-cs"/>
              </a:rPr>
              <a:t> </a:t>
            </a:r>
            <a:r>
              <a:rPr lang="en-IN" sz="6600" b="1" dirty="0" err="1">
                <a:solidFill>
                  <a:prstClr val="black"/>
                </a:solidFill>
                <a:latin typeface="Arial" charset="0"/>
                <a:cs typeface="+mn-cs"/>
              </a:rPr>
              <a:t>ಉವಾಚ</a:t>
            </a:r>
            <a:endParaRPr lang="en-IN" sz="6600" b="1" dirty="0">
              <a:solidFill>
                <a:prstClr val="black"/>
              </a:solidFill>
              <a:latin typeface="Arial" charset="0"/>
              <a:cs typeface="+mn-cs"/>
            </a:endParaRPr>
          </a:p>
        </p:txBody>
      </p:sp>
    </p:spTree>
    <p:extLst>
      <p:ext uri="{BB962C8B-B14F-4D97-AF65-F5344CB8AC3E}">
        <p14:creationId xmlns:p14="http://schemas.microsoft.com/office/powerpoint/2010/main" val="1837657340"/>
      </p:ext>
    </p:extLst>
  </p:cSld>
  <p:clrMapOvr>
    <a:masterClrMapping/>
  </p:clrMapOvr>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2"/>
          <p:cNvSpPr txBox="1">
            <a:spLocks/>
          </p:cNvSpPr>
          <p:nvPr/>
        </p:nvSpPr>
        <p:spPr bwMode="auto">
          <a:xfrm>
            <a:off x="119336" y="260648"/>
            <a:ext cx="11953328" cy="659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742950" indent="-742950">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marL="0" indent="0" algn="ctr" fontAlgn="base">
              <a:spcBef>
                <a:spcPct val="0"/>
              </a:spcBef>
              <a:spcAft>
                <a:spcPct val="0"/>
              </a:spcAft>
            </a:pPr>
            <a:r>
              <a:rPr lang="en-US" sz="4000" dirty="0">
                <a:solidFill>
                  <a:srgbClr val="000000"/>
                </a:solidFill>
                <a:latin typeface="Sanskrit 99" pitchFamily="2" charset="0"/>
                <a:cs typeface="+mn-cs"/>
              </a:rPr>
              <a:t>1, </a:t>
            </a:r>
            <a:r>
              <a:rPr lang="en-US" sz="4000" dirty="0" err="1">
                <a:solidFill>
                  <a:srgbClr val="000000"/>
                </a:solidFill>
                <a:latin typeface="Sanskrit 99" pitchFamily="2" charset="0"/>
                <a:cs typeface="+mn-cs"/>
              </a:rPr>
              <a:t>AnekicÄivæaNta</a:t>
            </a:r>
            <a:r>
              <a:rPr lang="en-US" sz="4000" dirty="0">
                <a:solidFill>
                  <a:srgbClr val="000000"/>
                </a:solidFill>
                <a:latin typeface="Sanskrit 99" pitchFamily="2" charset="0"/>
                <a:cs typeface="+mn-cs"/>
              </a:rPr>
              <a:t>&gt; </a:t>
            </a:r>
            <a:r>
              <a:rPr lang="en-US" sz="4000" dirty="0" err="1">
                <a:solidFill>
                  <a:srgbClr val="000000"/>
                </a:solidFill>
                <a:latin typeface="Sanskrit 99" pitchFamily="2" charset="0"/>
                <a:cs typeface="+mn-cs"/>
              </a:rPr>
              <a:t>maehjalsmav&amp;ta</a:t>
            </a:r>
            <a:r>
              <a:rPr lang="en-US" sz="4000" dirty="0">
                <a:solidFill>
                  <a:srgbClr val="000000"/>
                </a:solidFill>
                <a:latin typeface="Sanskrit 99" pitchFamily="2" charset="0"/>
                <a:cs typeface="+mn-cs"/>
              </a:rPr>
              <a:t>&gt;, </a:t>
            </a:r>
          </a:p>
          <a:p>
            <a:pPr marL="0" indent="0" algn="ctr" fontAlgn="base">
              <a:spcBef>
                <a:spcPct val="0"/>
              </a:spcBef>
              <a:spcAft>
                <a:spcPts val="1200"/>
              </a:spcAft>
            </a:pPr>
            <a:r>
              <a:rPr lang="en-US" sz="4000" dirty="0" err="1">
                <a:solidFill>
                  <a:srgbClr val="000000"/>
                </a:solidFill>
                <a:latin typeface="Sanskrit 99" pitchFamily="2" charset="0"/>
                <a:cs typeface="+mn-cs"/>
              </a:rPr>
              <a:t>àsKta</a:t>
            </a:r>
            <a:r>
              <a:rPr lang="en-US" sz="4000" dirty="0">
                <a:solidFill>
                  <a:srgbClr val="000000"/>
                </a:solidFill>
                <a:latin typeface="Sanskrit 99" pitchFamily="2" charset="0"/>
                <a:cs typeface="+mn-cs"/>
              </a:rPr>
              <a:t>&gt; </a:t>
            </a:r>
            <a:r>
              <a:rPr lang="en-US" sz="4000" dirty="0" err="1">
                <a:solidFill>
                  <a:srgbClr val="000000"/>
                </a:solidFill>
                <a:latin typeface="Sanskrit 99" pitchFamily="2" charset="0"/>
                <a:cs typeface="+mn-cs"/>
              </a:rPr>
              <a:t>kamÉaege;u</a:t>
            </a:r>
            <a:r>
              <a:rPr lang="en-US" sz="4000" dirty="0">
                <a:solidFill>
                  <a:srgbClr val="000000"/>
                </a:solidFill>
                <a:latin typeface="Sanskrit 99" pitchFamily="2" charset="0"/>
                <a:cs typeface="+mn-cs"/>
              </a:rPr>
              <a:t> </a:t>
            </a:r>
            <a:r>
              <a:rPr lang="en-US" sz="4000" dirty="0" err="1">
                <a:solidFill>
                  <a:srgbClr val="000000"/>
                </a:solidFill>
                <a:latin typeface="Sanskrit 99" pitchFamily="2" charset="0"/>
                <a:cs typeface="+mn-cs"/>
              </a:rPr>
              <a:t>ptiNt</a:t>
            </a:r>
            <a:r>
              <a:rPr lang="en-US" sz="4000" dirty="0">
                <a:solidFill>
                  <a:srgbClr val="000000"/>
                </a:solidFill>
                <a:latin typeface="Sanskrit 99" pitchFamily="2" charset="0"/>
                <a:cs typeface="+mn-cs"/>
              </a:rPr>
              <a:t> </a:t>
            </a:r>
            <a:r>
              <a:rPr lang="en-US" sz="4000" dirty="0" err="1">
                <a:solidFill>
                  <a:srgbClr val="000000"/>
                </a:solidFill>
                <a:latin typeface="Sanskrit 99" pitchFamily="2" charset="0"/>
                <a:cs typeface="+mn-cs"/>
              </a:rPr>
              <a:t>nrke</a:t>
            </a:r>
            <a:r>
              <a:rPr lang="en-US" sz="4000" dirty="0">
                <a:solidFill>
                  <a:srgbClr val="000000"/>
                </a:solidFill>
                <a:latin typeface="Sanskrit 99" pitchFamily="2" charset="0"/>
                <a:cs typeface="+mn-cs"/>
              </a:rPr>
              <a:t>=zucaE.16</a:t>
            </a:r>
            <a:r>
              <a:rPr lang="en-US" sz="4000" dirty="0">
                <a:solidFill>
                  <a:srgbClr val="000000"/>
                </a:solidFill>
                <a:latin typeface="URW Palladio IT" pitchFamily="2" charset="0"/>
                <a:cs typeface="+mn-cs"/>
              </a:rPr>
              <a:t>-</a:t>
            </a:r>
            <a:r>
              <a:rPr lang="en-US" sz="4000" dirty="0">
                <a:solidFill>
                  <a:srgbClr val="000000"/>
                </a:solidFill>
                <a:latin typeface="Sanskrit 99" pitchFamily="2" charset="0"/>
                <a:cs typeface="+mn-cs"/>
              </a:rPr>
              <a:t>16.</a:t>
            </a:r>
          </a:p>
          <a:p>
            <a:pPr marL="0" indent="0" algn="ctr" fontAlgn="base">
              <a:spcBef>
                <a:spcPct val="0"/>
              </a:spcBef>
              <a:spcAft>
                <a:spcPct val="0"/>
              </a:spcAft>
            </a:pPr>
            <a:r>
              <a:rPr lang="en-US" sz="3200" dirty="0">
                <a:solidFill>
                  <a:srgbClr val="000000"/>
                </a:solidFill>
                <a:latin typeface="URW Palladio IT" pitchFamily="2" charset="0"/>
                <a:cs typeface="+mn-cs"/>
              </a:rPr>
              <a:t>1. </a:t>
            </a:r>
            <a:r>
              <a:rPr lang="en-US" sz="3200" dirty="0" err="1">
                <a:solidFill>
                  <a:srgbClr val="000000"/>
                </a:solidFill>
                <a:latin typeface="URW Palladio IT" pitchFamily="2" charset="0"/>
                <a:cs typeface="+mn-cs"/>
              </a:rPr>
              <a:t>Anekacittavibhräntä</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Mohajälasamävåtäù</a:t>
            </a:r>
            <a:r>
              <a:rPr lang="en-US" sz="3200" dirty="0">
                <a:solidFill>
                  <a:srgbClr val="000000"/>
                </a:solidFill>
                <a:latin typeface="URW Palladio IT" pitchFamily="2" charset="0"/>
                <a:cs typeface="+mn-cs"/>
              </a:rPr>
              <a:t> | </a:t>
            </a:r>
          </a:p>
          <a:p>
            <a:pPr marL="0" indent="0" algn="ctr" fontAlgn="base">
              <a:spcBef>
                <a:spcPct val="0"/>
              </a:spcBef>
              <a:spcAft>
                <a:spcPct val="0"/>
              </a:spcAft>
            </a:pPr>
            <a:r>
              <a:rPr lang="en-US" sz="3200" dirty="0" err="1">
                <a:solidFill>
                  <a:srgbClr val="000000"/>
                </a:solidFill>
                <a:latin typeface="URW Palladio IT" pitchFamily="2" charset="0"/>
                <a:cs typeface="+mn-cs"/>
              </a:rPr>
              <a:t>Prasaktäù</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kämabhogeñu</a:t>
            </a:r>
            <a:endParaRPr lang="en-US" sz="3200" dirty="0">
              <a:solidFill>
                <a:srgbClr val="000000"/>
              </a:solidFill>
              <a:latin typeface="URW Palladio IT" pitchFamily="2" charset="0"/>
              <a:cs typeface="+mn-cs"/>
            </a:endParaRPr>
          </a:p>
          <a:p>
            <a:pPr marL="0" indent="0" algn="ctr" fontAlgn="base">
              <a:spcBef>
                <a:spcPct val="0"/>
              </a:spcBef>
              <a:spcAft>
                <a:spcPts val="1800"/>
              </a:spcAft>
            </a:pPr>
            <a:r>
              <a:rPr lang="en-US" sz="3200" dirty="0" err="1">
                <a:solidFill>
                  <a:srgbClr val="000000"/>
                </a:solidFill>
                <a:latin typeface="URW Palladio IT" pitchFamily="2" charset="0"/>
                <a:cs typeface="+mn-cs"/>
              </a:rPr>
              <a:t>Patanti</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narake'çucau</a:t>
            </a:r>
            <a:r>
              <a:rPr lang="en-US" sz="3200" dirty="0">
                <a:solidFill>
                  <a:srgbClr val="000000"/>
                </a:solidFill>
                <a:latin typeface="URW Palladio IT" pitchFamily="2" charset="0"/>
                <a:cs typeface="+mn-cs"/>
              </a:rPr>
              <a:t> ||16.16||</a:t>
            </a:r>
          </a:p>
          <a:p>
            <a:pPr marL="0" indent="0" algn="ctr" fontAlgn="base">
              <a:spcBef>
                <a:spcPct val="0"/>
              </a:spcBef>
              <a:spcAft>
                <a:spcPct val="0"/>
              </a:spcAft>
            </a:pPr>
            <a:r>
              <a:rPr lang="kn-IN" sz="3200" b="1" dirty="0">
                <a:solidFill>
                  <a:prstClr val="black"/>
                </a:solidFill>
                <a:latin typeface="Arial" charset="0"/>
                <a:cs typeface="Tunga"/>
              </a:rPr>
              <a:t>೧.</a:t>
            </a:r>
            <a:r>
              <a:rPr lang="en-CA" sz="3200" b="1" dirty="0">
                <a:solidFill>
                  <a:prstClr val="black"/>
                </a:solidFill>
                <a:latin typeface="Arial" charset="0"/>
                <a:cs typeface="+mn-cs"/>
              </a:rPr>
              <a:t> </a:t>
            </a:r>
            <a:r>
              <a:rPr lang="kn-IN" sz="3200" b="1" dirty="0">
                <a:solidFill>
                  <a:prstClr val="black"/>
                </a:solidFill>
                <a:latin typeface="Arial" charset="0"/>
                <a:cs typeface="Tunga"/>
              </a:rPr>
              <a:t>ಅನೇಕಚಿತ್ತವಿಭ್ರಾನ್ತಾಃ ಮೋಹಜಾಲಸಮಾವೃತಾಃ|</a:t>
            </a:r>
          </a:p>
          <a:p>
            <a:pPr marL="0" indent="0" algn="ctr" fontAlgn="base">
              <a:spcBef>
                <a:spcPct val="0"/>
              </a:spcBef>
              <a:spcAft>
                <a:spcPct val="0"/>
              </a:spcAft>
            </a:pPr>
            <a:r>
              <a:rPr lang="kn-IN" sz="3200" b="1" dirty="0">
                <a:solidFill>
                  <a:prstClr val="black"/>
                </a:solidFill>
                <a:latin typeface="Arial" charset="0"/>
                <a:cs typeface="Tunga"/>
              </a:rPr>
              <a:t>ಪ್ರಸಕ್ತಾಃ ಕಾಮಭೋಗೇಷು ಪತನ್ತಿ ನರಕೇಽಶುಚೌ </a:t>
            </a:r>
            <a:r>
              <a:rPr lang="kn-IN" sz="2800" b="1" dirty="0">
                <a:solidFill>
                  <a:prstClr val="black"/>
                </a:solidFill>
                <a:latin typeface="Arial" charset="0"/>
                <a:cs typeface="Tunga"/>
              </a:rPr>
              <a:t>||೧೬.೧೬||</a:t>
            </a:r>
            <a:endParaRPr lang="en-US" sz="2800" b="1" dirty="0">
              <a:solidFill>
                <a:prstClr val="black"/>
              </a:solidFill>
              <a:latin typeface="Arial" charset="0"/>
              <a:cs typeface="Tunga"/>
            </a:endParaRPr>
          </a:p>
          <a:p>
            <a:pPr marL="0" indent="0" algn="ctr" fontAlgn="base">
              <a:spcBef>
                <a:spcPct val="0"/>
              </a:spcBef>
              <a:spcAft>
                <a:spcPct val="0"/>
              </a:spcAft>
            </a:pPr>
            <a:endParaRPr lang="en-US" sz="2800" b="1" dirty="0">
              <a:solidFill>
                <a:prstClr val="black"/>
              </a:solidFill>
              <a:latin typeface="Arial" charset="0"/>
              <a:cs typeface="Tunga"/>
            </a:endParaRPr>
          </a:p>
          <a:p>
            <a:pPr marL="0" indent="0" algn="ctr" fontAlgn="base">
              <a:spcBef>
                <a:spcPct val="0"/>
              </a:spcBef>
              <a:spcAft>
                <a:spcPct val="0"/>
              </a:spcAft>
            </a:pPr>
            <a:r>
              <a:rPr lang="en-IN" sz="3200" dirty="0">
                <a:solidFill>
                  <a:srgbClr val="000000"/>
                </a:solidFill>
                <a:latin typeface="Palatino Linotype" pitchFamily="18" charset="0"/>
              </a:rPr>
              <a:t>Bewildered by many a fancy, entangled in the snare of delusion, addicted to the gratification of lust, they fall into a foul hell.</a:t>
            </a:r>
          </a:p>
          <a:p>
            <a:pPr marL="0" indent="0" algn="ctr" fontAlgn="base">
              <a:spcBef>
                <a:spcPct val="0"/>
              </a:spcBef>
              <a:spcAft>
                <a:spcPct val="0"/>
              </a:spcAft>
            </a:pPr>
            <a:endParaRPr lang="en-CA" sz="3200" b="1" dirty="0">
              <a:solidFill>
                <a:prstClr val="black"/>
              </a:solidFill>
              <a:latin typeface="Arial" charset="0"/>
              <a:cs typeface="+mn-cs"/>
            </a:endParaRPr>
          </a:p>
        </p:txBody>
      </p:sp>
    </p:spTree>
    <p:extLst>
      <p:ext uri="{BB962C8B-B14F-4D97-AF65-F5344CB8AC3E}">
        <p14:creationId xmlns:p14="http://schemas.microsoft.com/office/powerpoint/2010/main" val="2508126394"/>
      </p:ext>
    </p:extLst>
  </p:cSld>
  <p:clrMapOvr>
    <a:masterClrMapping/>
  </p:clrMapOvr>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2"/>
          <p:cNvSpPr txBox="1">
            <a:spLocks/>
          </p:cNvSpPr>
          <p:nvPr/>
        </p:nvSpPr>
        <p:spPr bwMode="auto">
          <a:xfrm>
            <a:off x="119336" y="332656"/>
            <a:ext cx="11881320" cy="6525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742950" indent="-742950">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marL="0" indent="0" algn="ctr" fontAlgn="base">
              <a:spcBef>
                <a:spcPct val="0"/>
              </a:spcBef>
              <a:spcAft>
                <a:spcPct val="0"/>
              </a:spcAft>
            </a:pPr>
            <a:r>
              <a:rPr lang="en-US" sz="3600" dirty="0">
                <a:solidFill>
                  <a:srgbClr val="000000"/>
                </a:solidFill>
                <a:latin typeface="Sanskrit 99" pitchFamily="2" charset="0"/>
                <a:cs typeface="+mn-cs"/>
              </a:rPr>
              <a:t>2, ^Xv¡ </a:t>
            </a:r>
            <a:r>
              <a:rPr lang="en-US" sz="3600" dirty="0" err="1">
                <a:solidFill>
                  <a:srgbClr val="000000"/>
                </a:solidFill>
                <a:latin typeface="Sanskrit 99" pitchFamily="2" charset="0"/>
                <a:cs typeface="+mn-cs"/>
              </a:rPr>
              <a:t>gCDiNt</a:t>
            </a:r>
            <a:r>
              <a:rPr lang="en-US" sz="3600" dirty="0">
                <a:solidFill>
                  <a:srgbClr val="000000"/>
                </a:solidFill>
                <a:latin typeface="Sanskrit 99" pitchFamily="2" charset="0"/>
                <a:cs typeface="+mn-cs"/>
              </a:rPr>
              <a:t> </a:t>
            </a:r>
            <a:r>
              <a:rPr lang="en-US" sz="3600" dirty="0" err="1">
                <a:solidFill>
                  <a:srgbClr val="000000"/>
                </a:solidFill>
                <a:latin typeface="Sanskrit 99" pitchFamily="2" charset="0"/>
                <a:cs typeface="+mn-cs"/>
              </a:rPr>
              <a:t>sÅvSwa</a:t>
            </a:r>
            <a:r>
              <a:rPr lang="en-US" sz="3600" dirty="0">
                <a:solidFill>
                  <a:srgbClr val="000000"/>
                </a:solidFill>
                <a:latin typeface="Sanskrit 99" pitchFamily="2" charset="0"/>
                <a:cs typeface="+mn-cs"/>
              </a:rPr>
              <a:t>&gt; </a:t>
            </a:r>
            <a:r>
              <a:rPr lang="en-US" sz="3600" dirty="0" err="1">
                <a:solidFill>
                  <a:srgbClr val="000000"/>
                </a:solidFill>
                <a:latin typeface="Sanskrit 99" pitchFamily="2" charset="0"/>
                <a:cs typeface="+mn-cs"/>
              </a:rPr>
              <a:t>mXye</a:t>
            </a:r>
            <a:r>
              <a:rPr lang="en-US" sz="3600" dirty="0">
                <a:solidFill>
                  <a:srgbClr val="000000"/>
                </a:solidFill>
                <a:latin typeface="Sanskrit 99" pitchFamily="2" charset="0"/>
                <a:cs typeface="+mn-cs"/>
              </a:rPr>
              <a:t> </a:t>
            </a:r>
            <a:r>
              <a:rPr lang="en-US" sz="3600" dirty="0" err="1">
                <a:solidFill>
                  <a:srgbClr val="000000"/>
                </a:solidFill>
                <a:latin typeface="Sanskrit 99" pitchFamily="2" charset="0"/>
                <a:cs typeface="+mn-cs"/>
              </a:rPr>
              <a:t>itóiNt</a:t>
            </a:r>
            <a:r>
              <a:rPr lang="en-US" sz="3600" dirty="0">
                <a:solidFill>
                  <a:srgbClr val="000000"/>
                </a:solidFill>
                <a:latin typeface="Sanskrit 99" pitchFamily="2" charset="0"/>
                <a:cs typeface="+mn-cs"/>
              </a:rPr>
              <a:t> </a:t>
            </a:r>
            <a:r>
              <a:rPr lang="en-US" sz="3600" dirty="0" err="1">
                <a:solidFill>
                  <a:srgbClr val="000000"/>
                </a:solidFill>
                <a:latin typeface="Sanskrit 99" pitchFamily="2" charset="0"/>
                <a:cs typeface="+mn-cs"/>
              </a:rPr>
              <a:t>rajsa</a:t>
            </a:r>
            <a:r>
              <a:rPr lang="en-US" sz="3600" dirty="0">
                <a:solidFill>
                  <a:srgbClr val="000000"/>
                </a:solidFill>
                <a:latin typeface="Sanskrit 99" pitchFamily="2" charset="0"/>
                <a:cs typeface="+mn-cs"/>
              </a:rPr>
              <a:t>&gt;, </a:t>
            </a:r>
          </a:p>
          <a:p>
            <a:pPr marL="0" indent="0" algn="ctr" fontAlgn="base">
              <a:spcBef>
                <a:spcPct val="0"/>
              </a:spcBef>
              <a:spcAft>
                <a:spcPts val="1200"/>
              </a:spcAft>
            </a:pPr>
            <a:r>
              <a:rPr lang="en-US" sz="3600" dirty="0" err="1">
                <a:solidFill>
                  <a:srgbClr val="000000"/>
                </a:solidFill>
                <a:latin typeface="Sanskrit 99" pitchFamily="2" charset="0"/>
                <a:cs typeface="+mn-cs"/>
              </a:rPr>
              <a:t>j"Nygu</a:t>
            </a:r>
            <a:r>
              <a:rPr lang="en-US" sz="3600" dirty="0">
                <a:solidFill>
                  <a:srgbClr val="000000"/>
                </a:solidFill>
                <a:latin typeface="Sanskrit 99" pitchFamily="2" charset="0"/>
                <a:cs typeface="+mn-cs"/>
              </a:rPr>
              <a:t>[</a:t>
            </a:r>
            <a:r>
              <a:rPr lang="en-US" sz="3600" dirty="0" err="1">
                <a:solidFill>
                  <a:srgbClr val="000000"/>
                </a:solidFill>
                <a:latin typeface="Sanskrit 99" pitchFamily="2" charset="0"/>
                <a:cs typeface="+mn-cs"/>
              </a:rPr>
              <a:t>v&amp;iÄSwa</a:t>
            </a:r>
            <a:r>
              <a:rPr lang="en-US" sz="3600" dirty="0">
                <a:solidFill>
                  <a:srgbClr val="000000"/>
                </a:solidFill>
                <a:latin typeface="Sanskrit 99" pitchFamily="2" charset="0"/>
                <a:cs typeface="+mn-cs"/>
              </a:rPr>
              <a:t>&gt; </a:t>
            </a:r>
            <a:r>
              <a:rPr lang="en-US" sz="3600" dirty="0" err="1">
                <a:solidFill>
                  <a:srgbClr val="000000"/>
                </a:solidFill>
                <a:latin typeface="Sanskrit 99" pitchFamily="2" charset="0"/>
                <a:cs typeface="+mn-cs"/>
              </a:rPr>
              <a:t>Axae</a:t>
            </a:r>
            <a:r>
              <a:rPr lang="en-US" sz="3600" dirty="0">
                <a:solidFill>
                  <a:srgbClr val="000000"/>
                </a:solidFill>
                <a:latin typeface="Sanskrit 99" pitchFamily="2" charset="0"/>
                <a:cs typeface="+mn-cs"/>
              </a:rPr>
              <a:t> </a:t>
            </a:r>
            <a:r>
              <a:rPr lang="en-US" sz="3600" dirty="0" err="1">
                <a:solidFill>
                  <a:srgbClr val="000000"/>
                </a:solidFill>
                <a:latin typeface="Sanskrit 99" pitchFamily="2" charset="0"/>
                <a:cs typeface="+mn-cs"/>
              </a:rPr>
              <a:t>gCDiNt</a:t>
            </a:r>
            <a:r>
              <a:rPr lang="en-US" sz="3600" dirty="0">
                <a:solidFill>
                  <a:srgbClr val="000000"/>
                </a:solidFill>
                <a:latin typeface="Sanskrit 99" pitchFamily="2" charset="0"/>
                <a:cs typeface="+mn-cs"/>
              </a:rPr>
              <a:t> </a:t>
            </a:r>
            <a:r>
              <a:rPr lang="en-US" sz="3600" dirty="0" err="1">
                <a:solidFill>
                  <a:srgbClr val="000000"/>
                </a:solidFill>
                <a:latin typeface="Sanskrit 99" pitchFamily="2" charset="0"/>
                <a:cs typeface="+mn-cs"/>
              </a:rPr>
              <a:t>tamsa</a:t>
            </a:r>
            <a:r>
              <a:rPr lang="en-US" sz="3600" dirty="0">
                <a:solidFill>
                  <a:srgbClr val="000000"/>
                </a:solidFill>
                <a:latin typeface="Sanskrit 99" pitchFamily="2" charset="0"/>
                <a:cs typeface="+mn-cs"/>
              </a:rPr>
              <a:t>&gt;.14</a:t>
            </a:r>
            <a:r>
              <a:rPr lang="en-US" sz="3600" dirty="0">
                <a:solidFill>
                  <a:srgbClr val="000000"/>
                </a:solidFill>
                <a:latin typeface="URW Palladio IT" pitchFamily="2" charset="0"/>
                <a:cs typeface="+mn-cs"/>
              </a:rPr>
              <a:t>-</a:t>
            </a:r>
            <a:r>
              <a:rPr lang="en-US" sz="3600" dirty="0">
                <a:solidFill>
                  <a:srgbClr val="000000"/>
                </a:solidFill>
                <a:latin typeface="Sanskrit 99" pitchFamily="2" charset="0"/>
                <a:cs typeface="+mn-cs"/>
              </a:rPr>
              <a:t>18.</a:t>
            </a:r>
          </a:p>
          <a:p>
            <a:pPr marL="0" indent="0" algn="ctr" fontAlgn="base">
              <a:spcBef>
                <a:spcPct val="0"/>
              </a:spcBef>
              <a:spcAft>
                <a:spcPct val="0"/>
              </a:spcAft>
            </a:pPr>
            <a:r>
              <a:rPr lang="en-US" sz="3200" dirty="0">
                <a:solidFill>
                  <a:srgbClr val="000000"/>
                </a:solidFill>
                <a:latin typeface="URW Palladio IT" pitchFamily="2" charset="0"/>
                <a:cs typeface="+mn-cs"/>
              </a:rPr>
              <a:t>2. </a:t>
            </a:r>
            <a:r>
              <a:rPr lang="en-US" sz="3200" dirty="0" err="1">
                <a:solidFill>
                  <a:srgbClr val="000000"/>
                </a:solidFill>
                <a:latin typeface="URW Palladio IT" pitchFamily="2" charset="0"/>
                <a:cs typeface="+mn-cs"/>
              </a:rPr>
              <a:t>Ürdhvaà</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gacchanti</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sattvasthäù</a:t>
            </a:r>
            <a:r>
              <a:rPr lang="en-US" sz="3200" dirty="0">
                <a:solidFill>
                  <a:srgbClr val="000000"/>
                </a:solidFill>
                <a:latin typeface="URW Palladio IT" pitchFamily="2" charset="0"/>
                <a:cs typeface="+mn-cs"/>
              </a:rPr>
              <a:t> </a:t>
            </a:r>
          </a:p>
          <a:p>
            <a:pPr marL="0" indent="0" algn="ctr" fontAlgn="base">
              <a:spcBef>
                <a:spcPct val="0"/>
              </a:spcBef>
              <a:spcAft>
                <a:spcPct val="0"/>
              </a:spcAft>
            </a:pPr>
            <a:r>
              <a:rPr lang="en-US" sz="3200" dirty="0" err="1">
                <a:solidFill>
                  <a:srgbClr val="000000"/>
                </a:solidFill>
                <a:latin typeface="URW Palladio IT" pitchFamily="2" charset="0"/>
                <a:cs typeface="+mn-cs"/>
              </a:rPr>
              <a:t>Madhye</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tiñöhanti</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räjasäù</a:t>
            </a:r>
            <a:r>
              <a:rPr lang="en-US" sz="3200" dirty="0">
                <a:solidFill>
                  <a:srgbClr val="000000"/>
                </a:solidFill>
                <a:latin typeface="URW Palladio IT" pitchFamily="2" charset="0"/>
                <a:cs typeface="+mn-cs"/>
              </a:rPr>
              <a:t> | </a:t>
            </a:r>
            <a:endParaRPr lang="en-US" sz="2800" dirty="0">
              <a:solidFill>
                <a:srgbClr val="000000"/>
              </a:solidFill>
              <a:latin typeface="URW Palladio IT" pitchFamily="2" charset="0"/>
              <a:cs typeface="+mn-cs"/>
            </a:endParaRPr>
          </a:p>
          <a:p>
            <a:pPr marL="0" indent="0" algn="ctr" fontAlgn="base">
              <a:spcBef>
                <a:spcPct val="0"/>
              </a:spcBef>
              <a:spcAft>
                <a:spcPct val="0"/>
              </a:spcAft>
            </a:pPr>
            <a:r>
              <a:rPr lang="en-US" sz="3200" dirty="0" err="1">
                <a:solidFill>
                  <a:srgbClr val="000000"/>
                </a:solidFill>
                <a:latin typeface="URW Palladio IT" pitchFamily="2" charset="0"/>
                <a:cs typeface="+mn-cs"/>
              </a:rPr>
              <a:t>Jaghanyaguëavåttisthäù</a:t>
            </a:r>
            <a:r>
              <a:rPr lang="en-US" sz="3200" dirty="0">
                <a:solidFill>
                  <a:srgbClr val="000000"/>
                </a:solidFill>
                <a:latin typeface="URW Palladio IT" pitchFamily="2" charset="0"/>
                <a:cs typeface="+mn-cs"/>
              </a:rPr>
              <a:t> </a:t>
            </a:r>
          </a:p>
          <a:p>
            <a:pPr marL="0" indent="0" algn="ctr" fontAlgn="base">
              <a:spcBef>
                <a:spcPct val="0"/>
              </a:spcBef>
              <a:spcAft>
                <a:spcPts val="1800"/>
              </a:spcAft>
            </a:pPr>
            <a:r>
              <a:rPr lang="en-US" sz="3200" dirty="0" err="1">
                <a:solidFill>
                  <a:srgbClr val="000000"/>
                </a:solidFill>
                <a:latin typeface="URW Palladio IT" pitchFamily="2" charset="0"/>
                <a:cs typeface="+mn-cs"/>
              </a:rPr>
              <a:t>Adho</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gacchanti</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tämasäù</a:t>
            </a:r>
            <a:r>
              <a:rPr lang="en-US" sz="3200" dirty="0">
                <a:solidFill>
                  <a:srgbClr val="000000"/>
                </a:solidFill>
                <a:latin typeface="URW Palladio IT" pitchFamily="2" charset="0"/>
                <a:cs typeface="+mn-cs"/>
              </a:rPr>
              <a:t> ||14.18||</a:t>
            </a:r>
          </a:p>
          <a:p>
            <a:pPr marL="0" indent="0" algn="ctr" fontAlgn="base">
              <a:spcBef>
                <a:spcPct val="0"/>
              </a:spcBef>
              <a:spcAft>
                <a:spcPct val="0"/>
              </a:spcAft>
            </a:pPr>
            <a:r>
              <a:rPr lang="kn-IN" sz="3200" b="1" dirty="0">
                <a:solidFill>
                  <a:prstClr val="black"/>
                </a:solidFill>
                <a:latin typeface="Arial" charset="0"/>
                <a:cs typeface="Tunga"/>
              </a:rPr>
              <a:t>೨</a:t>
            </a:r>
            <a:r>
              <a:rPr lang="en-CA" sz="3200" b="1" dirty="0">
                <a:solidFill>
                  <a:prstClr val="black"/>
                </a:solidFill>
                <a:latin typeface="Arial" charset="0"/>
                <a:cs typeface="+mn-cs"/>
              </a:rPr>
              <a:t>.</a:t>
            </a:r>
            <a:r>
              <a:rPr lang="en-CA" sz="3200" dirty="0">
                <a:solidFill>
                  <a:prstClr val="black"/>
                </a:solidFill>
                <a:latin typeface="Arial" charset="0"/>
                <a:cs typeface="+mn-cs"/>
              </a:rPr>
              <a:t> </a:t>
            </a:r>
            <a:r>
              <a:rPr lang="kn-IN" sz="3200" b="1" dirty="0">
                <a:solidFill>
                  <a:prstClr val="black"/>
                </a:solidFill>
                <a:latin typeface="Arial" charset="0"/>
                <a:cs typeface="Tunga"/>
              </a:rPr>
              <a:t>ಊರ್ಧ್ವಂ ಗಚ್ಛನ್ತಿ ಸತ್ತ್ವಸ್ಥಾಃ ಮಧ್ಯೇ ತಿಷ್ಠನ್ತಿ ರಾಜಸಾಃ |</a:t>
            </a:r>
          </a:p>
          <a:p>
            <a:pPr marL="0" indent="0" algn="ctr" fontAlgn="base">
              <a:spcBef>
                <a:spcPct val="0"/>
              </a:spcBef>
              <a:spcAft>
                <a:spcPct val="0"/>
              </a:spcAft>
            </a:pPr>
            <a:r>
              <a:rPr lang="kn-IN" sz="3200" b="1" dirty="0">
                <a:solidFill>
                  <a:prstClr val="black"/>
                </a:solidFill>
                <a:latin typeface="Arial" charset="0"/>
                <a:cs typeface="Tunga"/>
              </a:rPr>
              <a:t>ಜಘನ್ಯಗುಣವೃತ್ತಿಸ್ಥಾಃ ಅಧೋ ಗಚ್ಛನ್ತಿ ತಾಮಸಾಃ ||೧೪.೧೮</a:t>
            </a:r>
            <a:r>
              <a:rPr lang="kn-IN" sz="3200" b="1" dirty="0" smtClean="0">
                <a:solidFill>
                  <a:prstClr val="black"/>
                </a:solidFill>
                <a:latin typeface="Arial" charset="0"/>
                <a:cs typeface="Tunga"/>
              </a:rPr>
              <a:t>||</a:t>
            </a:r>
            <a:endParaRPr lang="en-US" sz="3200" b="1" dirty="0" smtClean="0">
              <a:solidFill>
                <a:prstClr val="black"/>
              </a:solidFill>
              <a:latin typeface="Arial" charset="0"/>
              <a:cs typeface="Tunga"/>
            </a:endParaRPr>
          </a:p>
          <a:p>
            <a:pPr marL="0" indent="0" algn="ctr" fontAlgn="base">
              <a:spcBef>
                <a:spcPct val="0"/>
              </a:spcBef>
              <a:spcAft>
                <a:spcPct val="0"/>
              </a:spcAft>
            </a:pPr>
            <a:endParaRPr lang="en-US" sz="1400" b="1" dirty="0">
              <a:solidFill>
                <a:prstClr val="black"/>
              </a:solidFill>
              <a:latin typeface="Arial" charset="0"/>
              <a:cs typeface="Tunga"/>
            </a:endParaRPr>
          </a:p>
          <a:p>
            <a:pPr marL="0" indent="0" algn="ctr" fontAlgn="base">
              <a:spcBef>
                <a:spcPct val="0"/>
              </a:spcBef>
              <a:spcAft>
                <a:spcPct val="0"/>
              </a:spcAft>
            </a:pPr>
            <a:r>
              <a:rPr lang="en-IN" sz="3200" dirty="0">
                <a:solidFill>
                  <a:srgbClr val="000000"/>
                </a:solidFill>
                <a:latin typeface="Palatino Linotype" pitchFamily="18" charset="0"/>
              </a:rPr>
              <a:t>Those who are seated in </a:t>
            </a:r>
            <a:r>
              <a:rPr lang="en-IN" sz="3200" dirty="0" err="1">
                <a:solidFill>
                  <a:srgbClr val="000000"/>
                </a:solidFill>
                <a:latin typeface="Palatino Linotype" pitchFamily="18" charset="0"/>
              </a:rPr>
              <a:t>Sattwa</a:t>
            </a:r>
            <a:r>
              <a:rPr lang="en-IN" sz="3200" dirty="0">
                <a:solidFill>
                  <a:srgbClr val="000000"/>
                </a:solidFill>
                <a:latin typeface="Palatino Linotype" pitchFamily="18" charset="0"/>
              </a:rPr>
              <a:t> proceed upwards; the </a:t>
            </a:r>
            <a:r>
              <a:rPr lang="en-IN" sz="3200" dirty="0" err="1">
                <a:solidFill>
                  <a:srgbClr val="000000"/>
                </a:solidFill>
                <a:latin typeface="Palatino Linotype" pitchFamily="18" charset="0"/>
              </a:rPr>
              <a:t>Rajasic</a:t>
            </a:r>
            <a:r>
              <a:rPr lang="en-IN" sz="3200" dirty="0">
                <a:solidFill>
                  <a:srgbClr val="000000"/>
                </a:solidFill>
                <a:latin typeface="Palatino Linotype" pitchFamily="18" charset="0"/>
              </a:rPr>
              <a:t> dwell in the middle; and the </a:t>
            </a:r>
            <a:r>
              <a:rPr lang="en-IN" sz="3200" dirty="0" err="1">
                <a:solidFill>
                  <a:srgbClr val="000000"/>
                </a:solidFill>
                <a:latin typeface="Palatino Linotype" pitchFamily="18" charset="0"/>
              </a:rPr>
              <a:t>Tamasic</a:t>
            </a:r>
            <a:r>
              <a:rPr lang="en-IN" sz="3200" dirty="0">
                <a:solidFill>
                  <a:srgbClr val="000000"/>
                </a:solidFill>
                <a:latin typeface="Palatino Linotype" pitchFamily="18" charset="0"/>
              </a:rPr>
              <a:t>, abiding in the function of the lowest </a:t>
            </a:r>
            <a:r>
              <a:rPr lang="en-IN" sz="3200" dirty="0" err="1">
                <a:solidFill>
                  <a:srgbClr val="000000"/>
                </a:solidFill>
                <a:latin typeface="Palatino Linotype" pitchFamily="18" charset="0"/>
              </a:rPr>
              <a:t>Guna</a:t>
            </a:r>
            <a:r>
              <a:rPr lang="en-IN" sz="3200" dirty="0">
                <a:solidFill>
                  <a:srgbClr val="000000"/>
                </a:solidFill>
                <a:latin typeface="Palatino Linotype" pitchFamily="18" charset="0"/>
              </a:rPr>
              <a:t>, go downwards.</a:t>
            </a:r>
          </a:p>
          <a:p>
            <a:pPr marL="0" indent="0" algn="ctr" fontAlgn="base">
              <a:spcBef>
                <a:spcPct val="0"/>
              </a:spcBef>
              <a:spcAft>
                <a:spcPct val="0"/>
              </a:spcAft>
            </a:pPr>
            <a:endParaRPr lang="en-CA" sz="3200" b="1" dirty="0">
              <a:solidFill>
                <a:prstClr val="black"/>
              </a:solidFill>
              <a:latin typeface="Arial" charset="0"/>
              <a:cs typeface="+mn-cs"/>
            </a:endParaRPr>
          </a:p>
        </p:txBody>
      </p:sp>
    </p:spTree>
    <p:extLst>
      <p:ext uri="{BB962C8B-B14F-4D97-AF65-F5344CB8AC3E}">
        <p14:creationId xmlns:p14="http://schemas.microsoft.com/office/powerpoint/2010/main" val="2052120939"/>
      </p:ext>
    </p:extLst>
  </p:cSld>
  <p:clrMapOvr>
    <a:masterClrMapping/>
  </p:clrMapOvr>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2"/>
          <p:cNvSpPr txBox="1">
            <a:spLocks/>
          </p:cNvSpPr>
          <p:nvPr/>
        </p:nvSpPr>
        <p:spPr bwMode="auto">
          <a:xfrm>
            <a:off x="191344" y="260648"/>
            <a:ext cx="11809312" cy="659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742950" indent="-742950">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marL="0" indent="0" algn="ctr" fontAlgn="base">
              <a:spcBef>
                <a:spcPct val="0"/>
              </a:spcBef>
              <a:spcAft>
                <a:spcPct val="0"/>
              </a:spcAft>
            </a:pPr>
            <a:r>
              <a:rPr lang="en-US" sz="4000" dirty="0">
                <a:solidFill>
                  <a:srgbClr val="000000"/>
                </a:solidFill>
                <a:latin typeface="Sanskrit 99" pitchFamily="2" charset="0"/>
                <a:cs typeface="+mn-cs"/>
              </a:rPr>
              <a:t>3, </a:t>
            </a:r>
            <a:r>
              <a:rPr lang="en-US" sz="4000" dirty="0" err="1">
                <a:solidFill>
                  <a:srgbClr val="000000"/>
                </a:solidFill>
                <a:latin typeface="Sanskrit 99" pitchFamily="2" charset="0"/>
                <a:cs typeface="+mn-cs"/>
              </a:rPr>
              <a:t>ctuivRxa</a:t>
            </a:r>
            <a:r>
              <a:rPr lang="en-US" sz="4000" dirty="0">
                <a:solidFill>
                  <a:srgbClr val="000000"/>
                </a:solidFill>
                <a:latin typeface="Sanskrit 99" pitchFamily="2" charset="0"/>
                <a:cs typeface="+mn-cs"/>
              </a:rPr>
              <a:t> </a:t>
            </a:r>
            <a:r>
              <a:rPr lang="en-US" sz="4000" dirty="0" err="1">
                <a:solidFill>
                  <a:srgbClr val="000000"/>
                </a:solidFill>
                <a:latin typeface="Sanskrit 99" pitchFamily="2" charset="0"/>
                <a:cs typeface="+mn-cs"/>
              </a:rPr>
              <a:t>ÉjNte</a:t>
            </a:r>
            <a:r>
              <a:rPr lang="en-US" sz="4000" dirty="0">
                <a:solidFill>
                  <a:srgbClr val="000000"/>
                </a:solidFill>
                <a:latin typeface="Sanskrit 99" pitchFamily="2" charset="0"/>
                <a:cs typeface="+mn-cs"/>
              </a:rPr>
              <a:t> ma&lt; </a:t>
            </a:r>
            <a:r>
              <a:rPr lang="en-US" sz="4000" dirty="0" err="1">
                <a:solidFill>
                  <a:srgbClr val="000000"/>
                </a:solidFill>
                <a:latin typeface="Sanskrit 99" pitchFamily="2" charset="0"/>
                <a:cs typeface="+mn-cs"/>
              </a:rPr>
              <a:t>jna</a:t>
            </a:r>
            <a:r>
              <a:rPr lang="en-US" sz="4000" dirty="0">
                <a:solidFill>
                  <a:srgbClr val="000000"/>
                </a:solidFill>
                <a:latin typeface="Sanskrit 99" pitchFamily="2" charset="0"/>
                <a:cs typeface="+mn-cs"/>
              </a:rPr>
              <a:t>&gt; </a:t>
            </a:r>
            <a:r>
              <a:rPr lang="en-US" sz="4000" dirty="0" err="1">
                <a:solidFill>
                  <a:srgbClr val="000000"/>
                </a:solidFill>
                <a:latin typeface="Sanskrit 99" pitchFamily="2" charset="0"/>
                <a:cs typeface="+mn-cs"/>
              </a:rPr>
              <a:t>suk«itnae</a:t>
            </a:r>
            <a:r>
              <a:rPr lang="en-US" sz="4000" dirty="0">
                <a:solidFill>
                  <a:srgbClr val="000000"/>
                </a:solidFill>
                <a:latin typeface="Sanskrit 99" pitchFamily="2" charset="0"/>
                <a:cs typeface="+mn-cs"/>
              </a:rPr>
              <a:t>=</a:t>
            </a:r>
            <a:r>
              <a:rPr lang="en-US" sz="4000" dirty="0" err="1">
                <a:solidFill>
                  <a:srgbClr val="000000"/>
                </a:solidFill>
                <a:latin typeface="Sanskrit 99" pitchFamily="2" charset="0"/>
                <a:cs typeface="+mn-cs"/>
              </a:rPr>
              <a:t>juRn</a:t>
            </a:r>
            <a:r>
              <a:rPr lang="en-US" sz="4000" dirty="0">
                <a:solidFill>
                  <a:srgbClr val="000000"/>
                </a:solidFill>
                <a:latin typeface="Sanskrit 99" pitchFamily="2" charset="0"/>
                <a:cs typeface="+mn-cs"/>
              </a:rPr>
              <a:t>, </a:t>
            </a:r>
          </a:p>
          <a:p>
            <a:pPr marL="0" indent="0" algn="ctr" fontAlgn="base">
              <a:spcBef>
                <a:spcPct val="0"/>
              </a:spcBef>
              <a:spcAft>
                <a:spcPts val="1200"/>
              </a:spcAft>
            </a:pPr>
            <a:r>
              <a:rPr lang="en-US" sz="4000" dirty="0" err="1">
                <a:solidFill>
                  <a:srgbClr val="000000"/>
                </a:solidFill>
                <a:latin typeface="Sanskrit 99" pitchFamily="2" charset="0"/>
                <a:cs typeface="+mn-cs"/>
              </a:rPr>
              <a:t>AataeR</a:t>
            </a:r>
            <a:r>
              <a:rPr lang="en-US" sz="4000" dirty="0">
                <a:solidFill>
                  <a:srgbClr val="000000"/>
                </a:solidFill>
                <a:latin typeface="Sanskrit 99" pitchFamily="2" charset="0"/>
                <a:cs typeface="+mn-cs"/>
              </a:rPr>
              <a:t> </a:t>
            </a:r>
            <a:r>
              <a:rPr lang="en-US" sz="4000" dirty="0" err="1">
                <a:solidFill>
                  <a:srgbClr val="000000"/>
                </a:solidFill>
                <a:latin typeface="Sanskrit 99" pitchFamily="2" charset="0"/>
                <a:cs typeface="+mn-cs"/>
              </a:rPr>
              <a:t>ij</a:t>
            </a:r>
            <a:r>
              <a:rPr lang="en-US" sz="4000" dirty="0">
                <a:solidFill>
                  <a:srgbClr val="000000"/>
                </a:solidFill>
                <a:latin typeface="Sanskrit 99" pitchFamily="2" charset="0"/>
                <a:cs typeface="+mn-cs"/>
              </a:rPr>
              <a:t>}</a:t>
            </a:r>
            <a:r>
              <a:rPr lang="en-US" sz="4000" dirty="0" err="1">
                <a:solidFill>
                  <a:srgbClr val="000000"/>
                </a:solidFill>
                <a:latin typeface="Sanskrit 99" pitchFamily="2" charset="0"/>
                <a:cs typeface="+mn-cs"/>
              </a:rPr>
              <a:t>asurwaRwIR</a:t>
            </a:r>
            <a:r>
              <a:rPr lang="en-US" sz="4000" dirty="0">
                <a:solidFill>
                  <a:srgbClr val="000000"/>
                </a:solidFill>
                <a:latin typeface="Sanskrit 99" pitchFamily="2" charset="0"/>
                <a:cs typeface="+mn-cs"/>
              </a:rPr>
              <a:t> }</a:t>
            </a:r>
            <a:r>
              <a:rPr lang="en-US" sz="4000" dirty="0" err="1">
                <a:solidFill>
                  <a:srgbClr val="000000"/>
                </a:solidFill>
                <a:latin typeface="Sanskrit 99" pitchFamily="2" charset="0"/>
                <a:cs typeface="+mn-cs"/>
              </a:rPr>
              <a:t>anI</a:t>
            </a:r>
            <a:r>
              <a:rPr lang="en-US" sz="4000" dirty="0">
                <a:solidFill>
                  <a:srgbClr val="000000"/>
                </a:solidFill>
                <a:latin typeface="Sanskrit 99" pitchFamily="2" charset="0"/>
                <a:cs typeface="+mn-cs"/>
              </a:rPr>
              <a:t> c Ért;RÉ.7</a:t>
            </a:r>
            <a:r>
              <a:rPr lang="en-US" sz="4000" dirty="0">
                <a:solidFill>
                  <a:srgbClr val="000000"/>
                </a:solidFill>
                <a:latin typeface="URW Palladio IT" pitchFamily="2" charset="0"/>
                <a:cs typeface="+mn-cs"/>
              </a:rPr>
              <a:t>-</a:t>
            </a:r>
            <a:r>
              <a:rPr lang="en-US" sz="4000" dirty="0">
                <a:solidFill>
                  <a:srgbClr val="000000"/>
                </a:solidFill>
                <a:latin typeface="Sanskrit 99" pitchFamily="2" charset="0"/>
                <a:cs typeface="+mn-cs"/>
              </a:rPr>
              <a:t>16. </a:t>
            </a:r>
            <a:endParaRPr lang="en-US" sz="3600" dirty="0">
              <a:solidFill>
                <a:srgbClr val="000000"/>
              </a:solidFill>
              <a:latin typeface="Sanskrit 99" pitchFamily="2" charset="0"/>
              <a:cs typeface="+mn-cs"/>
            </a:endParaRPr>
          </a:p>
          <a:p>
            <a:pPr marL="0" indent="0" algn="ctr" fontAlgn="base">
              <a:spcBef>
                <a:spcPct val="0"/>
              </a:spcBef>
              <a:spcAft>
                <a:spcPct val="0"/>
              </a:spcAft>
            </a:pPr>
            <a:r>
              <a:rPr lang="en-US" sz="2000" dirty="0">
                <a:solidFill>
                  <a:srgbClr val="000000"/>
                </a:solidFill>
                <a:latin typeface="Sanskrit 99" pitchFamily="2" charset="0"/>
                <a:cs typeface="+mn-cs"/>
              </a:rPr>
              <a:t> </a:t>
            </a:r>
            <a:r>
              <a:rPr lang="en-US" sz="3200" dirty="0">
                <a:solidFill>
                  <a:srgbClr val="000000"/>
                </a:solidFill>
                <a:latin typeface="URW Palladio IT" pitchFamily="2" charset="0"/>
                <a:cs typeface="+mn-cs"/>
              </a:rPr>
              <a:t>3. </a:t>
            </a:r>
            <a:r>
              <a:rPr lang="en-US" sz="3200" dirty="0" err="1">
                <a:solidFill>
                  <a:srgbClr val="000000"/>
                </a:solidFill>
                <a:latin typeface="URW Palladio IT" pitchFamily="2" charset="0"/>
                <a:cs typeface="+mn-cs"/>
              </a:rPr>
              <a:t>Caturvidhä</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bhajante</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mäà</a:t>
            </a:r>
            <a:r>
              <a:rPr lang="en-US" sz="3200" dirty="0">
                <a:solidFill>
                  <a:srgbClr val="000000"/>
                </a:solidFill>
                <a:latin typeface="URW Palladio IT" pitchFamily="2" charset="0"/>
                <a:cs typeface="+mn-cs"/>
              </a:rPr>
              <a:t> </a:t>
            </a:r>
          </a:p>
          <a:p>
            <a:pPr marL="0" indent="0" algn="ctr" fontAlgn="base">
              <a:spcBef>
                <a:spcPct val="0"/>
              </a:spcBef>
              <a:spcAft>
                <a:spcPct val="0"/>
              </a:spcAft>
            </a:pPr>
            <a:r>
              <a:rPr lang="en-US" sz="3200" dirty="0" err="1">
                <a:solidFill>
                  <a:srgbClr val="000000"/>
                </a:solidFill>
                <a:latin typeface="URW Palladio IT" pitchFamily="2" charset="0"/>
                <a:cs typeface="+mn-cs"/>
              </a:rPr>
              <a:t>Janäù</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sukåtino'rjuna</a:t>
            </a:r>
            <a:r>
              <a:rPr lang="en-US" sz="3200" dirty="0">
                <a:solidFill>
                  <a:srgbClr val="000000"/>
                </a:solidFill>
                <a:latin typeface="URW Palladio IT" pitchFamily="2" charset="0"/>
                <a:cs typeface="+mn-cs"/>
              </a:rPr>
              <a:t> | </a:t>
            </a:r>
          </a:p>
          <a:p>
            <a:pPr marL="0" indent="0" algn="ctr" fontAlgn="base">
              <a:spcBef>
                <a:spcPct val="0"/>
              </a:spcBef>
              <a:spcAft>
                <a:spcPct val="0"/>
              </a:spcAft>
            </a:pPr>
            <a:r>
              <a:rPr lang="en-US" sz="3200" dirty="0" err="1">
                <a:solidFill>
                  <a:srgbClr val="000000"/>
                </a:solidFill>
                <a:latin typeface="URW Palladio IT" pitchFamily="2" charset="0"/>
                <a:cs typeface="+mn-cs"/>
              </a:rPr>
              <a:t>Ärto</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jijïäsurarthärthé</a:t>
            </a:r>
            <a:r>
              <a:rPr lang="en-US" sz="3200" dirty="0">
                <a:solidFill>
                  <a:srgbClr val="000000"/>
                </a:solidFill>
                <a:latin typeface="URW Palladio IT" pitchFamily="2" charset="0"/>
                <a:cs typeface="+mn-cs"/>
              </a:rPr>
              <a:t> </a:t>
            </a:r>
          </a:p>
          <a:p>
            <a:pPr marL="0" indent="0" algn="ctr" fontAlgn="base">
              <a:spcBef>
                <a:spcPct val="0"/>
              </a:spcBef>
              <a:spcAft>
                <a:spcPts val="1800"/>
              </a:spcAft>
            </a:pPr>
            <a:r>
              <a:rPr lang="en-US" sz="3200" dirty="0" err="1">
                <a:solidFill>
                  <a:srgbClr val="000000"/>
                </a:solidFill>
                <a:latin typeface="URW Palladio IT" pitchFamily="2" charset="0"/>
                <a:cs typeface="+mn-cs"/>
              </a:rPr>
              <a:t>Jïäné</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ca</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bharatarñabha</a:t>
            </a:r>
            <a:r>
              <a:rPr lang="en-US" sz="3200" dirty="0">
                <a:solidFill>
                  <a:srgbClr val="000000"/>
                </a:solidFill>
                <a:latin typeface="URW Palladio IT" pitchFamily="2" charset="0"/>
                <a:cs typeface="+mn-cs"/>
              </a:rPr>
              <a:t> ||7.16|| </a:t>
            </a:r>
          </a:p>
          <a:p>
            <a:pPr marL="0" indent="0" algn="ctr" fontAlgn="base">
              <a:spcBef>
                <a:spcPct val="0"/>
              </a:spcBef>
              <a:spcAft>
                <a:spcPct val="0"/>
              </a:spcAft>
            </a:pPr>
            <a:r>
              <a:rPr lang="kn-IN" sz="3200" b="1" dirty="0">
                <a:solidFill>
                  <a:prstClr val="black"/>
                </a:solidFill>
                <a:latin typeface="Arial" charset="0"/>
                <a:cs typeface="Tunga"/>
              </a:rPr>
              <a:t>೩</a:t>
            </a:r>
            <a:r>
              <a:rPr lang="en-CA" sz="3200" b="1" dirty="0">
                <a:solidFill>
                  <a:prstClr val="black"/>
                </a:solidFill>
                <a:latin typeface="Arial" charset="0"/>
                <a:cs typeface="+mn-cs"/>
              </a:rPr>
              <a:t>. </a:t>
            </a:r>
            <a:r>
              <a:rPr lang="kn-IN" sz="3200" b="1" dirty="0">
                <a:solidFill>
                  <a:prstClr val="black"/>
                </a:solidFill>
                <a:latin typeface="Arial" charset="0"/>
                <a:cs typeface="Tunga"/>
              </a:rPr>
              <a:t>ಚತುರ್ವಿಧಾ ಭಜನ್ತೇ ಮಾಂ ಜನಾಃ ಸುಕೃತಿನೋಽರ್ಜುನ</a:t>
            </a:r>
          </a:p>
          <a:p>
            <a:pPr marL="0" indent="0" algn="ctr" fontAlgn="base">
              <a:spcBef>
                <a:spcPct val="0"/>
              </a:spcBef>
              <a:spcAft>
                <a:spcPct val="0"/>
              </a:spcAft>
            </a:pPr>
            <a:r>
              <a:rPr lang="kn-IN" sz="3200" b="1" dirty="0">
                <a:solidFill>
                  <a:prstClr val="black"/>
                </a:solidFill>
                <a:latin typeface="Arial" charset="0"/>
                <a:cs typeface="Tunga"/>
              </a:rPr>
              <a:t>ಆರ್ತೋ ಜಿಜ್ಞಾಸುರರ್ಥಾರ್ಥೀ ಜ್ಞಾನೀ ಚ ಭರತರ್ಷಭ ||೭.೧೬||</a:t>
            </a:r>
            <a:endParaRPr lang="en-US" sz="3200" b="1" dirty="0">
              <a:solidFill>
                <a:prstClr val="black"/>
              </a:solidFill>
              <a:latin typeface="Arial" charset="0"/>
              <a:cs typeface="Tunga"/>
            </a:endParaRPr>
          </a:p>
          <a:p>
            <a:pPr marL="0" indent="0" algn="ctr" fontAlgn="base">
              <a:spcBef>
                <a:spcPct val="0"/>
              </a:spcBef>
              <a:spcAft>
                <a:spcPct val="0"/>
              </a:spcAft>
            </a:pPr>
            <a:r>
              <a:rPr lang="en-IN" sz="3200" dirty="0">
                <a:solidFill>
                  <a:srgbClr val="000000"/>
                </a:solidFill>
                <a:latin typeface="Palatino Linotype" pitchFamily="18" charset="0"/>
              </a:rPr>
              <a:t>Four kinds of virtuous men worship Me, O </a:t>
            </a:r>
            <a:r>
              <a:rPr lang="en-IN" sz="3200" dirty="0" err="1">
                <a:solidFill>
                  <a:srgbClr val="000000"/>
                </a:solidFill>
                <a:latin typeface="Palatino Linotype" pitchFamily="18" charset="0"/>
              </a:rPr>
              <a:t>Arjuna</a:t>
            </a:r>
            <a:r>
              <a:rPr lang="en-IN" sz="3200" dirty="0">
                <a:solidFill>
                  <a:srgbClr val="000000"/>
                </a:solidFill>
                <a:latin typeface="Palatino Linotype" pitchFamily="18" charset="0"/>
              </a:rPr>
              <a:t>! They are the distressed, the seeker of knowledge, the seeker of wealth, and the wise, O lord of the </a:t>
            </a:r>
            <a:r>
              <a:rPr lang="en-IN" sz="3200" dirty="0" err="1">
                <a:solidFill>
                  <a:srgbClr val="000000"/>
                </a:solidFill>
                <a:latin typeface="Palatino Linotype" pitchFamily="18" charset="0"/>
              </a:rPr>
              <a:t>Bharatas</a:t>
            </a:r>
            <a:r>
              <a:rPr lang="en-IN" sz="3200" dirty="0">
                <a:solidFill>
                  <a:srgbClr val="000000"/>
                </a:solidFill>
                <a:latin typeface="Palatino Linotype" pitchFamily="18" charset="0"/>
              </a:rPr>
              <a:t>!</a:t>
            </a:r>
          </a:p>
          <a:p>
            <a:pPr marL="0" indent="0" algn="ctr" fontAlgn="base">
              <a:spcBef>
                <a:spcPct val="0"/>
              </a:spcBef>
              <a:spcAft>
                <a:spcPct val="0"/>
              </a:spcAft>
            </a:pPr>
            <a:endParaRPr lang="en-CA" sz="3200" b="1" dirty="0">
              <a:solidFill>
                <a:prstClr val="black"/>
              </a:solidFill>
              <a:latin typeface="Arial" charset="0"/>
              <a:cs typeface="+mn-cs"/>
            </a:endParaRPr>
          </a:p>
        </p:txBody>
      </p:sp>
    </p:spTree>
    <p:extLst>
      <p:ext uri="{BB962C8B-B14F-4D97-AF65-F5344CB8AC3E}">
        <p14:creationId xmlns:p14="http://schemas.microsoft.com/office/powerpoint/2010/main" val="557822236"/>
      </p:ext>
    </p:extLst>
  </p:cSld>
  <p:clrMapOvr>
    <a:masterClrMapping/>
  </p:clrMapOvr>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2"/>
          <p:cNvSpPr txBox="1">
            <a:spLocks/>
          </p:cNvSpPr>
          <p:nvPr/>
        </p:nvSpPr>
        <p:spPr bwMode="auto">
          <a:xfrm>
            <a:off x="191344" y="260648"/>
            <a:ext cx="11809312" cy="659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742950" indent="-742950">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marL="0" indent="0" algn="ctr" fontAlgn="base">
              <a:spcBef>
                <a:spcPct val="0"/>
              </a:spcBef>
              <a:spcAft>
                <a:spcPct val="0"/>
              </a:spcAft>
            </a:pPr>
            <a:r>
              <a:rPr lang="en-US" sz="4000" dirty="0">
                <a:solidFill>
                  <a:srgbClr val="000000"/>
                </a:solidFill>
                <a:latin typeface="Sanskrit 99" pitchFamily="2" charset="0"/>
                <a:cs typeface="+mn-cs"/>
              </a:rPr>
              <a:t>4, </a:t>
            </a:r>
            <a:r>
              <a:rPr lang="en-US" sz="4000" dirty="0" err="1">
                <a:solidFill>
                  <a:srgbClr val="000000"/>
                </a:solidFill>
                <a:latin typeface="Sanskrit 99" pitchFamily="2" charset="0"/>
                <a:cs typeface="+mn-cs"/>
              </a:rPr>
              <a:t>kayen</a:t>
            </a:r>
            <a:r>
              <a:rPr lang="en-US" sz="4000" dirty="0">
                <a:solidFill>
                  <a:srgbClr val="000000"/>
                </a:solidFill>
                <a:latin typeface="Sanskrit 99" pitchFamily="2" charset="0"/>
                <a:cs typeface="+mn-cs"/>
              </a:rPr>
              <a:t> </a:t>
            </a:r>
            <a:r>
              <a:rPr lang="en-US" sz="4000" dirty="0" err="1">
                <a:solidFill>
                  <a:srgbClr val="000000"/>
                </a:solidFill>
                <a:latin typeface="Sanskrit 99" pitchFamily="2" charset="0"/>
                <a:cs typeface="+mn-cs"/>
              </a:rPr>
              <a:t>mnsa</a:t>
            </a:r>
            <a:r>
              <a:rPr lang="en-US" sz="4000" dirty="0">
                <a:solidFill>
                  <a:srgbClr val="000000"/>
                </a:solidFill>
                <a:latin typeface="Sanskrit 99" pitchFamily="2" charset="0"/>
                <a:cs typeface="+mn-cs"/>
              </a:rPr>
              <a:t> </a:t>
            </a:r>
            <a:r>
              <a:rPr lang="en-US" sz="4000" dirty="0" err="1">
                <a:solidFill>
                  <a:srgbClr val="000000"/>
                </a:solidFill>
                <a:latin typeface="Sanskrit 99" pitchFamily="2" charset="0"/>
                <a:cs typeface="+mn-cs"/>
              </a:rPr>
              <a:t>buÏ</a:t>
            </a:r>
            <a:r>
              <a:rPr lang="en-US" sz="4000" dirty="0">
                <a:solidFill>
                  <a:srgbClr val="000000"/>
                </a:solidFill>
                <a:latin typeface="Sanskrit 99" pitchFamily="2" charset="0"/>
                <a:cs typeface="+mn-cs"/>
              </a:rPr>
              <a:t>(a </a:t>
            </a:r>
            <a:r>
              <a:rPr lang="en-US" sz="4000" dirty="0" err="1">
                <a:solidFill>
                  <a:srgbClr val="000000"/>
                </a:solidFill>
                <a:latin typeface="Sanskrit 99" pitchFamily="2" charset="0"/>
                <a:cs typeface="+mn-cs"/>
              </a:rPr>
              <a:t>kevlEiriNÔyErip</a:t>
            </a:r>
            <a:r>
              <a:rPr lang="en-US" sz="4000" dirty="0">
                <a:solidFill>
                  <a:srgbClr val="000000"/>
                </a:solidFill>
                <a:latin typeface="Sanskrit 99" pitchFamily="2" charset="0"/>
                <a:cs typeface="+mn-cs"/>
              </a:rPr>
              <a:t>, </a:t>
            </a:r>
          </a:p>
          <a:p>
            <a:pPr marL="0" indent="0" algn="ctr" fontAlgn="base">
              <a:spcBef>
                <a:spcPct val="0"/>
              </a:spcBef>
              <a:spcAft>
                <a:spcPts val="1200"/>
              </a:spcAft>
            </a:pPr>
            <a:r>
              <a:rPr lang="en-US" sz="4000" dirty="0" err="1">
                <a:solidFill>
                  <a:srgbClr val="000000"/>
                </a:solidFill>
                <a:latin typeface="Sanskrit 99" pitchFamily="2" charset="0"/>
                <a:cs typeface="+mn-cs"/>
              </a:rPr>
              <a:t>yaeign</a:t>
            </a:r>
            <a:r>
              <a:rPr lang="en-US" sz="4000" dirty="0">
                <a:solidFill>
                  <a:srgbClr val="000000"/>
                </a:solidFill>
                <a:latin typeface="Sanskrit 99" pitchFamily="2" charset="0"/>
                <a:cs typeface="+mn-cs"/>
              </a:rPr>
              <a:t>&gt; </a:t>
            </a:r>
            <a:r>
              <a:rPr lang="en-US" sz="4000" dirty="0" err="1">
                <a:solidFill>
                  <a:srgbClr val="000000"/>
                </a:solidFill>
                <a:latin typeface="Sanskrit 99" pitchFamily="2" charset="0"/>
                <a:cs typeface="+mn-cs"/>
              </a:rPr>
              <a:t>kmR</a:t>
            </a:r>
            <a:r>
              <a:rPr lang="en-US" sz="4000" dirty="0">
                <a:solidFill>
                  <a:srgbClr val="000000"/>
                </a:solidFill>
                <a:latin typeface="Sanskrit 99" pitchFamily="2" charset="0"/>
                <a:cs typeface="+mn-cs"/>
              </a:rPr>
              <a:t> k…</a:t>
            </a:r>
            <a:r>
              <a:rPr lang="en-US" sz="4000" dirty="0" err="1">
                <a:solidFill>
                  <a:srgbClr val="000000"/>
                </a:solidFill>
                <a:latin typeface="Sanskrit 99" pitchFamily="2" charset="0"/>
                <a:cs typeface="+mn-cs"/>
              </a:rPr>
              <a:t>vRiNt</a:t>
            </a:r>
            <a:r>
              <a:rPr lang="en-US" sz="4000" dirty="0">
                <a:solidFill>
                  <a:srgbClr val="000000"/>
                </a:solidFill>
                <a:latin typeface="Sanskrit 99" pitchFamily="2" charset="0"/>
                <a:cs typeface="+mn-cs"/>
              </a:rPr>
              <a:t> s¼&lt; Ty®vaTmzuÏye.5-11.</a:t>
            </a:r>
            <a:endParaRPr lang="en-US" sz="3600" dirty="0">
              <a:solidFill>
                <a:srgbClr val="000000"/>
              </a:solidFill>
              <a:latin typeface="Sanskrit 99" pitchFamily="2" charset="0"/>
              <a:cs typeface="+mn-cs"/>
            </a:endParaRPr>
          </a:p>
          <a:p>
            <a:pPr marL="0" indent="0" algn="ctr" fontAlgn="base">
              <a:spcBef>
                <a:spcPct val="0"/>
              </a:spcBef>
              <a:spcAft>
                <a:spcPct val="0"/>
              </a:spcAft>
            </a:pPr>
            <a:r>
              <a:rPr lang="en-US" sz="3200" dirty="0">
                <a:solidFill>
                  <a:srgbClr val="000000"/>
                </a:solidFill>
                <a:latin typeface="URW Palladio IT" pitchFamily="2" charset="0"/>
                <a:cs typeface="+mn-cs"/>
              </a:rPr>
              <a:t>4. </a:t>
            </a:r>
            <a:r>
              <a:rPr lang="en-US" sz="3200" dirty="0" err="1">
                <a:solidFill>
                  <a:srgbClr val="000000"/>
                </a:solidFill>
                <a:latin typeface="URW Palladio IT" pitchFamily="2" charset="0"/>
                <a:cs typeface="+mn-cs"/>
              </a:rPr>
              <a:t>Käyena</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manasä</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buddhyä</a:t>
            </a:r>
            <a:r>
              <a:rPr lang="en-US" sz="3200" dirty="0">
                <a:solidFill>
                  <a:srgbClr val="000000"/>
                </a:solidFill>
                <a:latin typeface="URW Palladio IT" pitchFamily="2" charset="0"/>
                <a:cs typeface="+mn-cs"/>
              </a:rPr>
              <a:t> </a:t>
            </a:r>
          </a:p>
          <a:p>
            <a:pPr marL="0" indent="0" algn="ctr" fontAlgn="base">
              <a:spcBef>
                <a:spcPct val="0"/>
              </a:spcBef>
              <a:spcAft>
                <a:spcPct val="0"/>
              </a:spcAft>
            </a:pPr>
            <a:r>
              <a:rPr lang="en-US" sz="3200" dirty="0" err="1">
                <a:solidFill>
                  <a:srgbClr val="000000"/>
                </a:solidFill>
                <a:latin typeface="URW Palladio IT" pitchFamily="2" charset="0"/>
                <a:cs typeface="+mn-cs"/>
              </a:rPr>
              <a:t>Kevalairindriyairapi</a:t>
            </a:r>
            <a:r>
              <a:rPr lang="en-US" sz="3200" dirty="0">
                <a:solidFill>
                  <a:srgbClr val="000000"/>
                </a:solidFill>
                <a:latin typeface="URW Palladio IT" pitchFamily="2" charset="0"/>
                <a:cs typeface="+mn-cs"/>
              </a:rPr>
              <a:t> | </a:t>
            </a:r>
          </a:p>
          <a:p>
            <a:pPr marL="0" indent="0" algn="ctr" fontAlgn="base">
              <a:spcBef>
                <a:spcPct val="0"/>
              </a:spcBef>
              <a:spcAft>
                <a:spcPct val="0"/>
              </a:spcAft>
            </a:pPr>
            <a:r>
              <a:rPr lang="en-US" sz="3200" dirty="0" err="1">
                <a:solidFill>
                  <a:srgbClr val="000000"/>
                </a:solidFill>
                <a:latin typeface="URW Palladio IT" pitchFamily="2" charset="0"/>
                <a:cs typeface="+mn-cs"/>
              </a:rPr>
              <a:t>Yoginaù</a:t>
            </a:r>
            <a:r>
              <a:rPr lang="en-US" sz="3200" dirty="0">
                <a:solidFill>
                  <a:srgbClr val="000000"/>
                </a:solidFill>
                <a:latin typeface="URW Palladio IT" pitchFamily="2" charset="0"/>
                <a:cs typeface="+mn-cs"/>
              </a:rPr>
              <a:t> karma </a:t>
            </a:r>
            <a:r>
              <a:rPr lang="en-US" sz="3200" dirty="0" err="1">
                <a:solidFill>
                  <a:srgbClr val="000000"/>
                </a:solidFill>
                <a:latin typeface="URW Palladio IT" pitchFamily="2" charset="0"/>
                <a:cs typeface="+mn-cs"/>
              </a:rPr>
              <a:t>kurvanti</a:t>
            </a:r>
            <a:r>
              <a:rPr lang="en-US" sz="3200" dirty="0">
                <a:solidFill>
                  <a:srgbClr val="000000"/>
                </a:solidFill>
                <a:latin typeface="URW Palladio IT" pitchFamily="2" charset="0"/>
                <a:cs typeface="+mn-cs"/>
              </a:rPr>
              <a:t> </a:t>
            </a:r>
          </a:p>
          <a:p>
            <a:pPr marL="0" indent="0" algn="ctr" fontAlgn="base">
              <a:spcBef>
                <a:spcPct val="0"/>
              </a:spcBef>
              <a:spcAft>
                <a:spcPts val="1800"/>
              </a:spcAft>
            </a:pPr>
            <a:r>
              <a:rPr lang="en-US" sz="3200" dirty="0" err="1">
                <a:solidFill>
                  <a:srgbClr val="000000"/>
                </a:solidFill>
                <a:latin typeface="URW Palladio IT" pitchFamily="2" charset="0"/>
                <a:cs typeface="+mn-cs"/>
              </a:rPr>
              <a:t>Saìgaà</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tyaktvätmaçuddhaye</a:t>
            </a:r>
            <a:r>
              <a:rPr lang="en-US" sz="3200" dirty="0">
                <a:solidFill>
                  <a:srgbClr val="000000"/>
                </a:solidFill>
                <a:latin typeface="URW Palladio IT" pitchFamily="2" charset="0"/>
                <a:cs typeface="+mn-cs"/>
              </a:rPr>
              <a:t> ||5.11||</a:t>
            </a:r>
            <a:endParaRPr lang="en-US" sz="2800" dirty="0">
              <a:solidFill>
                <a:srgbClr val="000000"/>
              </a:solidFill>
              <a:latin typeface="URW Palladio IT" pitchFamily="2" charset="0"/>
              <a:cs typeface="+mn-cs"/>
            </a:endParaRPr>
          </a:p>
          <a:p>
            <a:pPr marL="0" indent="0" algn="ctr" fontAlgn="base">
              <a:spcBef>
                <a:spcPct val="0"/>
              </a:spcBef>
              <a:spcAft>
                <a:spcPct val="0"/>
              </a:spcAft>
            </a:pPr>
            <a:r>
              <a:rPr lang="kn-IN" sz="3200" b="1" dirty="0">
                <a:solidFill>
                  <a:prstClr val="black"/>
                </a:solidFill>
                <a:latin typeface="Arial" charset="0"/>
                <a:cs typeface="Tunga"/>
              </a:rPr>
              <a:t>೪</a:t>
            </a:r>
            <a:r>
              <a:rPr lang="en-CA" sz="3200" b="1" dirty="0">
                <a:solidFill>
                  <a:prstClr val="black"/>
                </a:solidFill>
                <a:latin typeface="Arial" charset="0"/>
                <a:cs typeface="+mn-cs"/>
              </a:rPr>
              <a:t>. </a:t>
            </a:r>
            <a:r>
              <a:rPr lang="kn-IN" sz="3200" b="1" dirty="0">
                <a:solidFill>
                  <a:prstClr val="black"/>
                </a:solidFill>
                <a:latin typeface="Arial" charset="0"/>
                <a:cs typeface="Tunga"/>
              </a:rPr>
              <a:t>ಕಾಯೇನ ಮನಸಾ ಬುದ್ಧ್ಯಾ ಕೇವಲೈರಿನ್ದ್ರಿಯೈರಪಿ |</a:t>
            </a:r>
          </a:p>
          <a:p>
            <a:pPr marL="0" indent="0" algn="ctr" fontAlgn="base">
              <a:spcBef>
                <a:spcPct val="0"/>
              </a:spcBef>
              <a:spcAft>
                <a:spcPct val="0"/>
              </a:spcAft>
            </a:pPr>
            <a:r>
              <a:rPr lang="kn-IN" sz="3200" b="1" dirty="0">
                <a:solidFill>
                  <a:prstClr val="black"/>
                </a:solidFill>
                <a:latin typeface="Arial" charset="0"/>
                <a:cs typeface="Tunga"/>
              </a:rPr>
              <a:t>ಯೋಗಿನಃ ಕರ್ಮ ಕುರ್ವನ್ತಿ ಸಂಗಂ ತ್ಯಕ್ತ್ವಾತ್ಮಶುದ್ಧಯೇ ||೫.೧೧</a:t>
            </a:r>
            <a:r>
              <a:rPr lang="kn-IN" sz="3200" b="1" dirty="0" smtClean="0">
                <a:solidFill>
                  <a:prstClr val="black"/>
                </a:solidFill>
                <a:latin typeface="Arial" charset="0"/>
                <a:cs typeface="Tunga"/>
              </a:rPr>
              <a:t>||</a:t>
            </a:r>
            <a:endParaRPr lang="en-IN" sz="3200" dirty="0">
              <a:solidFill>
                <a:srgbClr val="000000"/>
              </a:solidFill>
              <a:latin typeface="Palatino Linotype" pitchFamily="18" charset="0"/>
            </a:endParaRPr>
          </a:p>
          <a:p>
            <a:pPr marL="0" indent="0" algn="ctr" fontAlgn="base">
              <a:spcBef>
                <a:spcPct val="0"/>
              </a:spcBef>
              <a:spcAft>
                <a:spcPct val="0"/>
              </a:spcAft>
            </a:pPr>
            <a:r>
              <a:rPr lang="en-IN" sz="3200" dirty="0">
                <a:solidFill>
                  <a:srgbClr val="000000"/>
                </a:solidFill>
                <a:latin typeface="Palatino Linotype" pitchFamily="18" charset="0"/>
              </a:rPr>
              <a:t>Yogis, having abandoned attachment, perform actions only by the body, mind, intellect and also by the senses, for the purification of the self.</a:t>
            </a:r>
          </a:p>
          <a:p>
            <a:pPr marL="0" indent="0" algn="ctr" fontAlgn="base">
              <a:spcBef>
                <a:spcPct val="0"/>
              </a:spcBef>
              <a:spcAft>
                <a:spcPct val="0"/>
              </a:spcAft>
            </a:pPr>
            <a:endParaRPr lang="en-CA" sz="3200" b="1" dirty="0">
              <a:solidFill>
                <a:prstClr val="black"/>
              </a:solidFill>
              <a:latin typeface="Arial" charset="0"/>
              <a:cs typeface="+mn-cs"/>
            </a:endParaRPr>
          </a:p>
        </p:txBody>
      </p:sp>
    </p:spTree>
    <p:extLst>
      <p:ext uri="{BB962C8B-B14F-4D97-AF65-F5344CB8AC3E}">
        <p14:creationId xmlns:p14="http://schemas.microsoft.com/office/powerpoint/2010/main" val="1258185586"/>
      </p:ext>
    </p:extLst>
  </p:cSld>
  <p:clrMapOvr>
    <a:masterClrMapping/>
  </p:clrMapOvr>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2"/>
          <p:cNvSpPr txBox="1">
            <a:spLocks/>
          </p:cNvSpPr>
          <p:nvPr/>
        </p:nvSpPr>
        <p:spPr bwMode="auto">
          <a:xfrm>
            <a:off x="191344" y="332656"/>
            <a:ext cx="11881320" cy="6525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742950" indent="-742950">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marL="0" indent="0" algn="ctr" fontAlgn="base">
              <a:spcBef>
                <a:spcPct val="0"/>
              </a:spcBef>
              <a:spcAft>
                <a:spcPct val="0"/>
              </a:spcAft>
            </a:pPr>
            <a:r>
              <a:rPr lang="en-US" sz="4000" dirty="0">
                <a:solidFill>
                  <a:srgbClr val="000000"/>
                </a:solidFill>
                <a:latin typeface="Sanskrit 99" pitchFamily="2" charset="0"/>
                <a:cs typeface="+mn-cs"/>
              </a:rPr>
              <a:t>5, %</a:t>
            </a:r>
            <a:r>
              <a:rPr lang="en-US" sz="4000" dirty="0" err="1">
                <a:solidFill>
                  <a:srgbClr val="000000"/>
                </a:solidFill>
                <a:latin typeface="Sanskrit 99" pitchFamily="2" charset="0"/>
                <a:cs typeface="+mn-cs"/>
              </a:rPr>
              <a:t>Äm</a:t>
            </a:r>
            <a:r>
              <a:rPr lang="en-US" sz="4000" dirty="0">
                <a:solidFill>
                  <a:srgbClr val="000000"/>
                </a:solidFill>
                <a:latin typeface="Sanskrit 99" pitchFamily="2" charset="0"/>
                <a:cs typeface="+mn-cs"/>
              </a:rPr>
              <a:t>&gt; </a:t>
            </a:r>
            <a:r>
              <a:rPr lang="en-US" sz="4000" dirty="0" err="1">
                <a:solidFill>
                  <a:srgbClr val="000000"/>
                </a:solidFill>
                <a:latin typeface="Sanskrit 99" pitchFamily="2" charset="0"/>
                <a:cs typeface="+mn-cs"/>
              </a:rPr>
              <a:t>pué;STvNy</a:t>
            </a:r>
            <a:r>
              <a:rPr lang="en-US" sz="4000" dirty="0">
                <a:solidFill>
                  <a:srgbClr val="000000"/>
                </a:solidFill>
                <a:latin typeface="Sanskrit 99" pitchFamily="2" charset="0"/>
                <a:cs typeface="+mn-cs"/>
              </a:rPr>
              <a:t>&gt; </a:t>
            </a:r>
            <a:r>
              <a:rPr lang="en-US" sz="4000" dirty="0" err="1">
                <a:solidFill>
                  <a:srgbClr val="000000"/>
                </a:solidFill>
                <a:latin typeface="Sanskrit 99" pitchFamily="2" charset="0"/>
                <a:cs typeface="+mn-cs"/>
              </a:rPr>
              <a:t>prmaTmeTyudaùt</a:t>
            </a:r>
            <a:r>
              <a:rPr lang="en-US" sz="4000" dirty="0">
                <a:solidFill>
                  <a:srgbClr val="000000"/>
                </a:solidFill>
                <a:latin typeface="Sanskrit 99" pitchFamily="2" charset="0"/>
                <a:cs typeface="+mn-cs"/>
              </a:rPr>
              <a:t>&gt;,</a:t>
            </a:r>
          </a:p>
          <a:p>
            <a:pPr marL="0" indent="0" algn="ctr" fontAlgn="base">
              <a:spcBef>
                <a:spcPct val="0"/>
              </a:spcBef>
              <a:spcAft>
                <a:spcPts val="1200"/>
              </a:spcAft>
            </a:pPr>
            <a:r>
              <a:rPr lang="en-US" sz="4000" dirty="0" err="1">
                <a:solidFill>
                  <a:srgbClr val="000000"/>
                </a:solidFill>
                <a:latin typeface="Sanskrit 99" pitchFamily="2" charset="0"/>
                <a:cs typeface="+mn-cs"/>
              </a:rPr>
              <a:t>yae</a:t>
            </a:r>
            <a:r>
              <a:rPr lang="en-US" sz="4000" dirty="0">
                <a:solidFill>
                  <a:srgbClr val="000000"/>
                </a:solidFill>
                <a:latin typeface="Sanskrit 99" pitchFamily="2" charset="0"/>
                <a:cs typeface="+mn-cs"/>
              </a:rPr>
              <a:t> </a:t>
            </a:r>
            <a:r>
              <a:rPr lang="en-US" sz="4000" dirty="0" err="1">
                <a:solidFill>
                  <a:srgbClr val="000000"/>
                </a:solidFill>
                <a:latin typeface="Sanskrit 99" pitchFamily="2" charset="0"/>
                <a:cs typeface="+mn-cs"/>
              </a:rPr>
              <a:t>laekÇymaivZy</a:t>
            </a:r>
            <a:r>
              <a:rPr lang="en-US" sz="4000" dirty="0">
                <a:solidFill>
                  <a:srgbClr val="000000"/>
                </a:solidFill>
                <a:latin typeface="Sanskrit 99" pitchFamily="2" charset="0"/>
                <a:cs typeface="+mn-cs"/>
              </a:rPr>
              <a:t> </a:t>
            </a:r>
            <a:r>
              <a:rPr lang="en-US" sz="4000" dirty="0" err="1">
                <a:solidFill>
                  <a:srgbClr val="000000"/>
                </a:solidFill>
                <a:latin typeface="Sanskrit 99" pitchFamily="2" charset="0"/>
                <a:cs typeface="+mn-cs"/>
              </a:rPr>
              <a:t>ibÉTyRVyy</a:t>
            </a:r>
            <a:r>
              <a:rPr lang="en-US" sz="4000" dirty="0">
                <a:solidFill>
                  <a:srgbClr val="000000"/>
                </a:solidFill>
                <a:latin typeface="Sanskrit 99" pitchFamily="2" charset="0"/>
                <a:cs typeface="+mn-cs"/>
              </a:rPr>
              <a:t> $</a:t>
            </a:r>
            <a:r>
              <a:rPr lang="en-US" sz="4000" dirty="0" err="1">
                <a:solidFill>
                  <a:srgbClr val="000000"/>
                </a:solidFill>
                <a:latin typeface="Sanskrit 99" pitchFamily="2" charset="0"/>
                <a:cs typeface="+mn-cs"/>
              </a:rPr>
              <a:t>ñr</a:t>
            </a:r>
            <a:r>
              <a:rPr lang="en-US" sz="4000" dirty="0">
                <a:solidFill>
                  <a:srgbClr val="000000"/>
                </a:solidFill>
                <a:latin typeface="Sanskrit 99" pitchFamily="2" charset="0"/>
                <a:cs typeface="+mn-cs"/>
              </a:rPr>
              <a:t>&gt;</a:t>
            </a:r>
            <a:r>
              <a:rPr lang="en-US" sz="3600" dirty="0">
                <a:solidFill>
                  <a:srgbClr val="000000"/>
                </a:solidFill>
                <a:latin typeface="Sanskrit 99" pitchFamily="2" charset="0"/>
                <a:cs typeface="+mn-cs"/>
              </a:rPr>
              <a:t>.15-17.</a:t>
            </a:r>
            <a:endParaRPr lang="en-US" sz="4000" dirty="0">
              <a:solidFill>
                <a:srgbClr val="000000"/>
              </a:solidFill>
              <a:latin typeface="Sanskrit 99" pitchFamily="2" charset="0"/>
              <a:cs typeface="+mn-cs"/>
            </a:endParaRPr>
          </a:p>
          <a:p>
            <a:pPr marL="0" indent="0" algn="ctr" fontAlgn="base">
              <a:spcBef>
                <a:spcPct val="0"/>
              </a:spcBef>
              <a:spcAft>
                <a:spcPct val="0"/>
              </a:spcAft>
            </a:pPr>
            <a:r>
              <a:rPr lang="en-US" sz="3200" dirty="0">
                <a:solidFill>
                  <a:srgbClr val="000000"/>
                </a:solidFill>
                <a:latin typeface="URW Palladio IT" pitchFamily="2" charset="0"/>
                <a:cs typeface="+mn-cs"/>
              </a:rPr>
              <a:t>5. </a:t>
            </a:r>
            <a:r>
              <a:rPr lang="en-US" sz="3200" dirty="0" err="1">
                <a:solidFill>
                  <a:srgbClr val="000000"/>
                </a:solidFill>
                <a:latin typeface="URW Palladio IT" pitchFamily="2" charset="0"/>
                <a:cs typeface="+mn-cs"/>
              </a:rPr>
              <a:t>Uttamaù</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puruñastvanyaù</a:t>
            </a:r>
            <a:endParaRPr lang="en-US" sz="3200" dirty="0">
              <a:solidFill>
                <a:srgbClr val="000000"/>
              </a:solidFill>
              <a:latin typeface="URW Palladio IT" pitchFamily="2" charset="0"/>
              <a:cs typeface="+mn-cs"/>
            </a:endParaRPr>
          </a:p>
          <a:p>
            <a:pPr marL="0" indent="0" algn="ctr" fontAlgn="base">
              <a:spcBef>
                <a:spcPct val="0"/>
              </a:spcBef>
              <a:spcAft>
                <a:spcPct val="0"/>
              </a:spcAft>
            </a:pPr>
            <a:r>
              <a:rPr lang="en-US" sz="3200" dirty="0" err="1">
                <a:solidFill>
                  <a:srgbClr val="000000"/>
                </a:solidFill>
                <a:latin typeface="URW Palladio IT" pitchFamily="2" charset="0"/>
                <a:cs typeface="+mn-cs"/>
              </a:rPr>
              <a:t>Paramätmetyudähåtaù</a:t>
            </a:r>
            <a:r>
              <a:rPr lang="en-US" sz="3200" dirty="0">
                <a:solidFill>
                  <a:srgbClr val="000000"/>
                </a:solidFill>
                <a:latin typeface="URW Palladio IT" pitchFamily="2" charset="0"/>
                <a:cs typeface="+mn-cs"/>
              </a:rPr>
              <a:t> | </a:t>
            </a:r>
          </a:p>
          <a:p>
            <a:pPr marL="0" indent="0" algn="ctr" fontAlgn="base">
              <a:spcBef>
                <a:spcPct val="0"/>
              </a:spcBef>
              <a:spcAft>
                <a:spcPct val="0"/>
              </a:spcAft>
            </a:pPr>
            <a:r>
              <a:rPr lang="en-US" sz="3200" dirty="0" err="1">
                <a:solidFill>
                  <a:srgbClr val="000000"/>
                </a:solidFill>
                <a:latin typeface="URW Palladio IT" pitchFamily="2" charset="0"/>
                <a:cs typeface="+mn-cs"/>
              </a:rPr>
              <a:t>Yo</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lokatrayamäviçya</a:t>
            </a:r>
            <a:endParaRPr lang="en-US" sz="3200" dirty="0">
              <a:solidFill>
                <a:srgbClr val="000000"/>
              </a:solidFill>
              <a:latin typeface="URW Palladio IT" pitchFamily="2" charset="0"/>
              <a:cs typeface="+mn-cs"/>
            </a:endParaRPr>
          </a:p>
          <a:p>
            <a:pPr marL="0" indent="0" algn="ctr" fontAlgn="base">
              <a:spcBef>
                <a:spcPct val="0"/>
              </a:spcBef>
              <a:spcAft>
                <a:spcPts val="1800"/>
              </a:spcAft>
            </a:pPr>
            <a:r>
              <a:rPr lang="en-US" sz="3200" dirty="0" err="1">
                <a:solidFill>
                  <a:srgbClr val="000000"/>
                </a:solidFill>
                <a:latin typeface="URW Palladio IT" pitchFamily="2" charset="0"/>
                <a:cs typeface="+mn-cs"/>
              </a:rPr>
              <a:t>Bibhartyavyaya</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éçvaraù</a:t>
            </a:r>
            <a:r>
              <a:rPr lang="en-US" sz="3200" dirty="0">
                <a:solidFill>
                  <a:srgbClr val="000000"/>
                </a:solidFill>
                <a:latin typeface="URW Palladio IT" pitchFamily="2" charset="0"/>
                <a:cs typeface="+mn-cs"/>
              </a:rPr>
              <a:t> ||15.17||</a:t>
            </a:r>
          </a:p>
          <a:p>
            <a:pPr marL="0" indent="0" algn="ctr" fontAlgn="base">
              <a:spcBef>
                <a:spcPct val="0"/>
              </a:spcBef>
              <a:spcAft>
                <a:spcPct val="0"/>
              </a:spcAft>
            </a:pPr>
            <a:r>
              <a:rPr lang="kn-IN" sz="3200" b="1" dirty="0">
                <a:solidFill>
                  <a:prstClr val="black"/>
                </a:solidFill>
                <a:latin typeface="Arial" charset="0"/>
                <a:cs typeface="Tunga"/>
              </a:rPr>
              <a:t>೫</a:t>
            </a:r>
            <a:r>
              <a:rPr lang="en-CA" sz="3200" b="1" dirty="0">
                <a:solidFill>
                  <a:prstClr val="black"/>
                </a:solidFill>
                <a:latin typeface="Arial" charset="0"/>
                <a:cs typeface="+mn-cs"/>
              </a:rPr>
              <a:t>. </a:t>
            </a:r>
            <a:r>
              <a:rPr lang="kn-IN" sz="3200" b="1" dirty="0">
                <a:solidFill>
                  <a:prstClr val="black"/>
                </a:solidFill>
                <a:latin typeface="Arial" charset="0"/>
                <a:cs typeface="Tunga"/>
              </a:rPr>
              <a:t>ಉತ್ತಮಃ ಪುರುಷಸ್ತ್ವನ್ಯಃ ಪರಮಾತ್ಮೇತ್ಯುದಾಹೃತಃ |</a:t>
            </a:r>
          </a:p>
          <a:p>
            <a:pPr marL="0" indent="0" algn="ctr" fontAlgn="base">
              <a:spcBef>
                <a:spcPct val="0"/>
              </a:spcBef>
              <a:spcAft>
                <a:spcPct val="0"/>
              </a:spcAft>
            </a:pPr>
            <a:r>
              <a:rPr lang="kn-IN" sz="3200" b="1" dirty="0">
                <a:solidFill>
                  <a:prstClr val="black"/>
                </a:solidFill>
                <a:latin typeface="Arial" charset="0"/>
                <a:cs typeface="Tunga"/>
              </a:rPr>
              <a:t>ಯೋ ಲೋಕತ್ರಯಮಾವಿಶ್ಯ ಬಿಭರ್ತ್ಯವ್ಯಯ ಈಶ್ವರಃ </a:t>
            </a:r>
            <a:r>
              <a:rPr lang="kn-IN" sz="2400" b="1" dirty="0">
                <a:solidFill>
                  <a:prstClr val="black"/>
                </a:solidFill>
                <a:latin typeface="Arial" charset="0"/>
                <a:cs typeface="Tunga"/>
              </a:rPr>
              <a:t>||೧೫.೧೭||</a:t>
            </a:r>
            <a:endParaRPr lang="en-US" sz="2400" b="1" dirty="0">
              <a:solidFill>
                <a:prstClr val="black"/>
              </a:solidFill>
              <a:latin typeface="Arial" charset="0"/>
              <a:cs typeface="Tunga"/>
            </a:endParaRPr>
          </a:p>
          <a:p>
            <a:pPr marL="0" indent="0" algn="ctr" fontAlgn="base">
              <a:spcBef>
                <a:spcPct val="0"/>
              </a:spcBef>
              <a:spcAft>
                <a:spcPct val="0"/>
              </a:spcAft>
            </a:pPr>
            <a:endParaRPr lang="en-IN" sz="3200" dirty="0">
              <a:solidFill>
                <a:srgbClr val="000000"/>
              </a:solidFill>
              <a:latin typeface="Palatino Linotype" pitchFamily="18" charset="0"/>
            </a:endParaRPr>
          </a:p>
          <a:p>
            <a:pPr marL="0" indent="0" algn="ctr" fontAlgn="base">
              <a:spcBef>
                <a:spcPct val="0"/>
              </a:spcBef>
              <a:spcAft>
                <a:spcPct val="0"/>
              </a:spcAft>
            </a:pPr>
            <a:r>
              <a:rPr lang="en-IN" sz="3200" dirty="0">
                <a:solidFill>
                  <a:srgbClr val="000000"/>
                </a:solidFill>
                <a:latin typeface="Palatino Linotype" pitchFamily="18" charset="0"/>
              </a:rPr>
              <a:t>But distinct is the Supreme </a:t>
            </a:r>
            <a:r>
              <a:rPr lang="en-IN" sz="3200" dirty="0" err="1">
                <a:solidFill>
                  <a:srgbClr val="000000"/>
                </a:solidFill>
                <a:latin typeface="Palatino Linotype" pitchFamily="18" charset="0"/>
              </a:rPr>
              <a:t>Purusha</a:t>
            </a:r>
            <a:r>
              <a:rPr lang="en-IN" sz="3200" dirty="0">
                <a:solidFill>
                  <a:srgbClr val="000000"/>
                </a:solidFill>
                <a:latin typeface="Palatino Linotype" pitchFamily="18" charset="0"/>
              </a:rPr>
              <a:t> called the highest Self, the indestructible Lord who, pervading the three worlds, sustains them.</a:t>
            </a:r>
          </a:p>
          <a:p>
            <a:pPr marL="0" indent="0" algn="ctr" fontAlgn="base">
              <a:spcBef>
                <a:spcPct val="0"/>
              </a:spcBef>
              <a:spcAft>
                <a:spcPct val="0"/>
              </a:spcAft>
            </a:pPr>
            <a:endParaRPr lang="en-CA" sz="3200" b="1" dirty="0">
              <a:solidFill>
                <a:prstClr val="black"/>
              </a:solidFill>
              <a:latin typeface="Arial" charset="0"/>
              <a:cs typeface="+mn-cs"/>
            </a:endParaRPr>
          </a:p>
        </p:txBody>
      </p:sp>
    </p:spTree>
    <p:extLst>
      <p:ext uri="{BB962C8B-B14F-4D97-AF65-F5344CB8AC3E}">
        <p14:creationId xmlns:p14="http://schemas.microsoft.com/office/powerpoint/2010/main" val="4025902206"/>
      </p:ext>
    </p:extLst>
  </p:cSld>
  <p:clrMapOvr>
    <a:masterClrMapping/>
  </p:clrMapOvr>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2"/>
          <p:cNvSpPr txBox="1">
            <a:spLocks/>
          </p:cNvSpPr>
          <p:nvPr/>
        </p:nvSpPr>
        <p:spPr bwMode="auto">
          <a:xfrm>
            <a:off x="119336" y="332656"/>
            <a:ext cx="11881320" cy="6525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742950" indent="-742950">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marL="0" indent="0" algn="ctr" fontAlgn="base">
              <a:spcBef>
                <a:spcPct val="0"/>
              </a:spcBef>
              <a:spcAft>
                <a:spcPct val="0"/>
              </a:spcAft>
            </a:pPr>
            <a:r>
              <a:rPr lang="en-US" sz="4000" dirty="0">
                <a:solidFill>
                  <a:srgbClr val="000000"/>
                </a:solidFill>
                <a:latin typeface="Sanskrit 99" pitchFamily="2" charset="0"/>
                <a:cs typeface="+mn-cs"/>
              </a:rPr>
              <a:t>6, </a:t>
            </a:r>
            <a:r>
              <a:rPr lang="en-US" sz="4000" dirty="0" err="1">
                <a:solidFill>
                  <a:srgbClr val="000000"/>
                </a:solidFill>
                <a:latin typeface="Sanskrit 99" pitchFamily="2" charset="0"/>
                <a:cs typeface="+mn-cs"/>
              </a:rPr>
              <a:t>tSmaCDaô</a:t>
            </a:r>
            <a:r>
              <a:rPr lang="en-US" sz="4000" dirty="0">
                <a:solidFill>
                  <a:srgbClr val="000000"/>
                </a:solidFill>
                <a:latin typeface="Sanskrit 99" pitchFamily="2" charset="0"/>
                <a:cs typeface="+mn-cs"/>
              </a:rPr>
              <a:t>&lt; </a:t>
            </a:r>
            <a:r>
              <a:rPr lang="en-US" sz="4000" dirty="0" err="1">
                <a:solidFill>
                  <a:srgbClr val="000000"/>
                </a:solidFill>
                <a:latin typeface="Sanskrit 99" pitchFamily="2" charset="0"/>
                <a:cs typeface="+mn-cs"/>
              </a:rPr>
              <a:t>àma</a:t>
            </a:r>
            <a:r>
              <a:rPr lang="en-US" sz="4000" dirty="0">
                <a:solidFill>
                  <a:srgbClr val="000000"/>
                </a:solidFill>
                <a:latin typeface="Sanskrit 99" pitchFamily="2" charset="0"/>
                <a:cs typeface="+mn-cs"/>
              </a:rPr>
              <a:t>[&lt; </a:t>
            </a:r>
            <a:r>
              <a:rPr lang="en-US" sz="4000" dirty="0" err="1">
                <a:solidFill>
                  <a:srgbClr val="000000"/>
                </a:solidFill>
                <a:latin typeface="Sanskrit 99" pitchFamily="2" charset="0"/>
                <a:cs typeface="+mn-cs"/>
              </a:rPr>
              <a:t>te</a:t>
            </a:r>
            <a:r>
              <a:rPr lang="en-US" sz="4000" dirty="0">
                <a:solidFill>
                  <a:srgbClr val="000000"/>
                </a:solidFill>
                <a:latin typeface="Sanskrit 99" pitchFamily="2" charset="0"/>
                <a:cs typeface="+mn-cs"/>
              </a:rPr>
              <a:t> </a:t>
            </a:r>
            <a:r>
              <a:rPr lang="en-US" sz="4000" dirty="0" err="1">
                <a:solidFill>
                  <a:srgbClr val="000000"/>
                </a:solidFill>
                <a:latin typeface="Sanskrit 99" pitchFamily="2" charset="0"/>
                <a:cs typeface="+mn-cs"/>
              </a:rPr>
              <a:t>kayaRkayRVyviSwtaE</a:t>
            </a:r>
            <a:r>
              <a:rPr lang="en-US" sz="4000" dirty="0">
                <a:solidFill>
                  <a:srgbClr val="000000"/>
                </a:solidFill>
                <a:latin typeface="Sanskrit 99" pitchFamily="2" charset="0"/>
                <a:cs typeface="+mn-cs"/>
              </a:rPr>
              <a:t>, </a:t>
            </a:r>
          </a:p>
          <a:p>
            <a:pPr marL="0" indent="0" algn="ctr" fontAlgn="base">
              <a:spcBef>
                <a:spcPct val="0"/>
              </a:spcBef>
              <a:spcAft>
                <a:spcPts val="1200"/>
              </a:spcAft>
            </a:pPr>
            <a:r>
              <a:rPr lang="en-US" sz="4000" dirty="0">
                <a:solidFill>
                  <a:srgbClr val="000000"/>
                </a:solidFill>
                <a:latin typeface="Sanskrit 99" pitchFamily="2" charset="0"/>
                <a:cs typeface="+mn-cs"/>
              </a:rPr>
              <a:t>}</a:t>
            </a:r>
            <a:r>
              <a:rPr lang="en-US" sz="4000" dirty="0" err="1">
                <a:solidFill>
                  <a:srgbClr val="000000"/>
                </a:solidFill>
                <a:latin typeface="Sanskrit 99" pitchFamily="2" charset="0"/>
                <a:cs typeface="+mn-cs"/>
              </a:rPr>
              <a:t>aTva</a:t>
            </a:r>
            <a:r>
              <a:rPr lang="en-US" sz="4000" dirty="0">
                <a:solidFill>
                  <a:srgbClr val="000000"/>
                </a:solidFill>
                <a:latin typeface="Sanskrit 99" pitchFamily="2" charset="0"/>
                <a:cs typeface="+mn-cs"/>
              </a:rPr>
              <a:t> </a:t>
            </a:r>
            <a:r>
              <a:rPr lang="en-US" sz="4000" dirty="0" err="1">
                <a:solidFill>
                  <a:srgbClr val="000000"/>
                </a:solidFill>
                <a:latin typeface="Sanskrit 99" pitchFamily="2" charset="0"/>
                <a:cs typeface="+mn-cs"/>
              </a:rPr>
              <a:t>zaôivxanaeKt</a:t>
            </a:r>
            <a:r>
              <a:rPr lang="en-US" sz="4000" dirty="0">
                <a:solidFill>
                  <a:srgbClr val="000000"/>
                </a:solidFill>
                <a:latin typeface="Sanskrit 99" pitchFamily="2" charset="0"/>
                <a:cs typeface="+mn-cs"/>
              </a:rPr>
              <a:t>&lt; </a:t>
            </a:r>
            <a:r>
              <a:rPr lang="en-US" sz="4000" dirty="0" err="1">
                <a:solidFill>
                  <a:srgbClr val="000000"/>
                </a:solidFill>
                <a:latin typeface="Sanskrit 99" pitchFamily="2" charset="0"/>
                <a:cs typeface="+mn-cs"/>
              </a:rPr>
              <a:t>kmR</a:t>
            </a:r>
            <a:r>
              <a:rPr lang="en-US" sz="4000" dirty="0">
                <a:solidFill>
                  <a:srgbClr val="000000"/>
                </a:solidFill>
                <a:latin typeface="Sanskrit 99" pitchFamily="2" charset="0"/>
                <a:cs typeface="+mn-cs"/>
              </a:rPr>
              <a:t> ktuRimhahRis</a:t>
            </a:r>
            <a:r>
              <a:rPr lang="en-US" sz="3600" dirty="0">
                <a:solidFill>
                  <a:srgbClr val="000000"/>
                </a:solidFill>
                <a:latin typeface="Sanskrit 99" pitchFamily="2" charset="0"/>
                <a:cs typeface="+mn-cs"/>
              </a:rPr>
              <a:t>.16-24.</a:t>
            </a:r>
          </a:p>
          <a:p>
            <a:pPr marL="0" indent="0" algn="ctr" fontAlgn="base">
              <a:spcBef>
                <a:spcPct val="0"/>
              </a:spcBef>
              <a:spcAft>
                <a:spcPct val="0"/>
              </a:spcAft>
            </a:pPr>
            <a:r>
              <a:rPr lang="en-US" sz="3200" dirty="0">
                <a:solidFill>
                  <a:srgbClr val="000000"/>
                </a:solidFill>
                <a:latin typeface="URW Palladio IT" pitchFamily="2" charset="0"/>
                <a:cs typeface="+mn-cs"/>
              </a:rPr>
              <a:t>6. </a:t>
            </a:r>
            <a:r>
              <a:rPr lang="en-US" sz="3200" dirty="0" err="1">
                <a:solidFill>
                  <a:srgbClr val="000000"/>
                </a:solidFill>
                <a:latin typeface="URW Palladio IT" pitchFamily="2" charset="0"/>
                <a:cs typeface="+mn-cs"/>
              </a:rPr>
              <a:t>Tasmäcchästraà</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pramäëaà</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te</a:t>
            </a:r>
            <a:r>
              <a:rPr lang="en-US" sz="3200" dirty="0">
                <a:solidFill>
                  <a:srgbClr val="000000"/>
                </a:solidFill>
                <a:latin typeface="URW Palladio IT" pitchFamily="2" charset="0"/>
                <a:cs typeface="+mn-cs"/>
              </a:rPr>
              <a:t> </a:t>
            </a:r>
          </a:p>
          <a:p>
            <a:pPr marL="0" indent="0" algn="ctr" fontAlgn="base">
              <a:spcBef>
                <a:spcPct val="0"/>
              </a:spcBef>
              <a:spcAft>
                <a:spcPct val="0"/>
              </a:spcAft>
            </a:pPr>
            <a:r>
              <a:rPr lang="en-US" sz="3200" dirty="0" err="1">
                <a:solidFill>
                  <a:srgbClr val="000000"/>
                </a:solidFill>
                <a:latin typeface="URW Palladio IT" pitchFamily="2" charset="0"/>
                <a:cs typeface="+mn-cs"/>
              </a:rPr>
              <a:t>Käryäkäryavyavasthitau</a:t>
            </a:r>
            <a:r>
              <a:rPr lang="en-US" sz="3200" dirty="0">
                <a:solidFill>
                  <a:srgbClr val="000000"/>
                </a:solidFill>
                <a:latin typeface="URW Palladio IT" pitchFamily="2" charset="0"/>
                <a:cs typeface="+mn-cs"/>
              </a:rPr>
              <a:t> | </a:t>
            </a:r>
          </a:p>
          <a:p>
            <a:pPr marL="0" indent="0" algn="ctr" fontAlgn="base">
              <a:spcBef>
                <a:spcPct val="0"/>
              </a:spcBef>
              <a:spcAft>
                <a:spcPct val="0"/>
              </a:spcAft>
            </a:pPr>
            <a:r>
              <a:rPr lang="en-US" sz="3200" dirty="0" err="1">
                <a:solidFill>
                  <a:srgbClr val="000000"/>
                </a:solidFill>
                <a:latin typeface="URW Palladio IT" pitchFamily="2" charset="0"/>
                <a:cs typeface="+mn-cs"/>
              </a:rPr>
              <a:t>Jïätvä</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çästravidhänoktaà</a:t>
            </a:r>
            <a:r>
              <a:rPr lang="en-US" sz="3200" dirty="0">
                <a:solidFill>
                  <a:srgbClr val="000000"/>
                </a:solidFill>
                <a:latin typeface="URW Palladio IT" pitchFamily="2" charset="0"/>
                <a:cs typeface="+mn-cs"/>
              </a:rPr>
              <a:t> </a:t>
            </a:r>
          </a:p>
          <a:p>
            <a:pPr marL="0" indent="0" algn="ctr" fontAlgn="base">
              <a:spcBef>
                <a:spcPct val="0"/>
              </a:spcBef>
              <a:spcAft>
                <a:spcPts val="1800"/>
              </a:spcAft>
            </a:pPr>
            <a:r>
              <a:rPr lang="en-US" sz="3200" dirty="0">
                <a:solidFill>
                  <a:srgbClr val="000000"/>
                </a:solidFill>
                <a:latin typeface="URW Palladio IT" pitchFamily="2" charset="0"/>
                <a:cs typeface="+mn-cs"/>
              </a:rPr>
              <a:t>Karma </a:t>
            </a:r>
            <a:r>
              <a:rPr lang="en-US" sz="3200" dirty="0" err="1">
                <a:solidFill>
                  <a:srgbClr val="000000"/>
                </a:solidFill>
                <a:latin typeface="URW Palladio IT" pitchFamily="2" charset="0"/>
                <a:cs typeface="+mn-cs"/>
              </a:rPr>
              <a:t>kartumihärhasi</a:t>
            </a:r>
            <a:r>
              <a:rPr lang="en-US" sz="3200" dirty="0">
                <a:solidFill>
                  <a:srgbClr val="000000"/>
                </a:solidFill>
                <a:latin typeface="URW Palladio IT" pitchFamily="2" charset="0"/>
                <a:cs typeface="+mn-cs"/>
              </a:rPr>
              <a:t> ||16.24||</a:t>
            </a:r>
            <a:endParaRPr lang="en-US" sz="2800" dirty="0">
              <a:solidFill>
                <a:srgbClr val="000000"/>
              </a:solidFill>
              <a:latin typeface="URW Palladio IT" pitchFamily="2" charset="0"/>
              <a:cs typeface="+mn-cs"/>
            </a:endParaRPr>
          </a:p>
          <a:p>
            <a:pPr marL="0" indent="0" algn="ctr" fontAlgn="base">
              <a:spcBef>
                <a:spcPct val="0"/>
              </a:spcBef>
              <a:spcAft>
                <a:spcPct val="0"/>
              </a:spcAft>
            </a:pPr>
            <a:r>
              <a:rPr lang="kn-IN" sz="3000" b="1" dirty="0">
                <a:solidFill>
                  <a:prstClr val="black"/>
                </a:solidFill>
                <a:latin typeface="Arial" charset="0"/>
                <a:cs typeface="Tunga"/>
              </a:rPr>
              <a:t>೬</a:t>
            </a:r>
            <a:r>
              <a:rPr lang="en-CA" sz="3000" b="1" dirty="0">
                <a:solidFill>
                  <a:prstClr val="black"/>
                </a:solidFill>
                <a:latin typeface="Arial" charset="0"/>
                <a:cs typeface="+mn-cs"/>
              </a:rPr>
              <a:t>. </a:t>
            </a:r>
            <a:r>
              <a:rPr lang="kn-IN" sz="3000" b="1" dirty="0">
                <a:solidFill>
                  <a:prstClr val="black"/>
                </a:solidFill>
                <a:latin typeface="Arial" charset="0"/>
                <a:cs typeface="Tunga"/>
              </a:rPr>
              <a:t>ತಸ್ಮಾಚ್ಛಾಸ್ತ್ರಂ ಪ್ರಮಾಣಂ ತೇ ಕಾರ್ಯಾಕಾರ್ಯವ್ಯವಸ್ಥಿತೌ |</a:t>
            </a:r>
          </a:p>
          <a:p>
            <a:pPr marL="0" indent="0" algn="ctr" fontAlgn="base">
              <a:spcBef>
                <a:spcPct val="0"/>
              </a:spcBef>
              <a:spcAft>
                <a:spcPct val="0"/>
              </a:spcAft>
            </a:pPr>
            <a:r>
              <a:rPr lang="kn-IN" sz="3000" b="1" dirty="0">
                <a:solidFill>
                  <a:prstClr val="black"/>
                </a:solidFill>
                <a:latin typeface="Arial" charset="0"/>
                <a:cs typeface="Tunga"/>
              </a:rPr>
              <a:t>ಜ್ಞಾತ್ವಾ ಶಾಸ್ತ್ರವಿಧಾನೋಕ್ತಂ ಕರ್ಮ ಕರ್ತುಮಿಹಾರ್ಹಸಿ ||೧೬.೨೪||</a:t>
            </a:r>
            <a:endParaRPr lang="en-US" sz="3000" b="1" dirty="0">
              <a:solidFill>
                <a:prstClr val="black"/>
              </a:solidFill>
              <a:latin typeface="Arial" charset="0"/>
              <a:cs typeface="Tunga"/>
            </a:endParaRPr>
          </a:p>
          <a:p>
            <a:pPr marL="0" indent="0" algn="ctr" fontAlgn="base">
              <a:spcBef>
                <a:spcPct val="0"/>
              </a:spcBef>
              <a:spcAft>
                <a:spcPct val="0"/>
              </a:spcAft>
            </a:pPr>
            <a:r>
              <a:rPr lang="en-IN" sz="3000" dirty="0">
                <a:solidFill>
                  <a:srgbClr val="000000"/>
                </a:solidFill>
                <a:latin typeface="Palatino Linotype" pitchFamily="18" charset="0"/>
              </a:rPr>
              <a:t>Therefore, let the scripture be the authority in determining what ought to be done and what ought not to be done. Having known what is said in the ordinance of the scriptures, thou should act here in this world.</a:t>
            </a:r>
          </a:p>
          <a:p>
            <a:pPr marL="0" indent="0" algn="ctr" fontAlgn="base">
              <a:spcBef>
                <a:spcPct val="0"/>
              </a:spcBef>
              <a:spcAft>
                <a:spcPct val="0"/>
              </a:spcAft>
            </a:pPr>
            <a:endParaRPr lang="en-CA" sz="3000" b="1" dirty="0">
              <a:solidFill>
                <a:prstClr val="black"/>
              </a:solidFill>
              <a:latin typeface="Arial" charset="0"/>
              <a:cs typeface="+mn-cs"/>
            </a:endParaRPr>
          </a:p>
        </p:txBody>
      </p:sp>
    </p:spTree>
    <p:extLst>
      <p:ext uri="{BB962C8B-B14F-4D97-AF65-F5344CB8AC3E}">
        <p14:creationId xmlns:p14="http://schemas.microsoft.com/office/powerpoint/2010/main" val="3195249473"/>
      </p:ext>
    </p:extLst>
  </p:cSld>
  <p:clrMapOvr>
    <a:masterClrMapping/>
  </p:clrMapOvr>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2"/>
          <p:cNvSpPr txBox="1">
            <a:spLocks/>
          </p:cNvSpPr>
          <p:nvPr/>
        </p:nvSpPr>
        <p:spPr bwMode="auto">
          <a:xfrm>
            <a:off x="191344" y="404664"/>
            <a:ext cx="11881320" cy="6453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742950" indent="-742950">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marL="0" indent="0" algn="ctr" fontAlgn="base">
              <a:spcBef>
                <a:spcPct val="0"/>
              </a:spcBef>
              <a:spcAft>
                <a:spcPct val="0"/>
              </a:spcAft>
            </a:pPr>
            <a:r>
              <a:rPr lang="en-US" sz="4000" dirty="0">
                <a:solidFill>
                  <a:srgbClr val="000000"/>
                </a:solidFill>
                <a:latin typeface="Sanskrit 99" pitchFamily="2" charset="0"/>
                <a:cs typeface="+mn-cs"/>
              </a:rPr>
              <a:t>7, </a:t>
            </a:r>
            <a:r>
              <a:rPr lang="en-US" sz="4000" dirty="0" err="1">
                <a:solidFill>
                  <a:srgbClr val="000000"/>
                </a:solidFill>
                <a:latin typeface="Sanskrit 99" pitchFamily="2" charset="0"/>
                <a:cs typeface="+mn-cs"/>
              </a:rPr>
              <a:t>smÊ</a:t>
            </a:r>
            <a:r>
              <a:rPr lang="en-US" sz="4000" dirty="0">
                <a:solidFill>
                  <a:srgbClr val="000000"/>
                </a:solidFill>
                <a:latin typeface="Sanskrit 99" pitchFamily="2" charset="0"/>
                <a:cs typeface="+mn-cs"/>
              </a:rPr>
              <a:t>&gt;</a:t>
            </a:r>
            <a:r>
              <a:rPr lang="en-US" sz="4000" dirty="0" err="1">
                <a:solidFill>
                  <a:srgbClr val="000000"/>
                </a:solidFill>
                <a:latin typeface="Sanskrit 99" pitchFamily="2" charset="0"/>
                <a:cs typeface="+mn-cs"/>
              </a:rPr>
              <a:t>osuo</a:t>
            </a:r>
            <a:r>
              <a:rPr lang="en-US" sz="4000" dirty="0">
                <a:solidFill>
                  <a:srgbClr val="000000"/>
                </a:solidFill>
                <a:latin typeface="Sanskrit 99" pitchFamily="2" charset="0"/>
                <a:cs typeface="+mn-cs"/>
              </a:rPr>
              <a:t>&gt; </a:t>
            </a:r>
            <a:r>
              <a:rPr lang="en-US" sz="4000" dirty="0" err="1">
                <a:solidFill>
                  <a:srgbClr val="000000"/>
                </a:solidFill>
                <a:latin typeface="Sanskrit 99" pitchFamily="2" charset="0"/>
                <a:cs typeface="+mn-cs"/>
              </a:rPr>
              <a:t>SvSw</a:t>
            </a:r>
            <a:r>
              <a:rPr lang="en-US" sz="4000" dirty="0">
                <a:solidFill>
                  <a:srgbClr val="000000"/>
                </a:solidFill>
                <a:latin typeface="Sanskrit 99" pitchFamily="2" charset="0"/>
                <a:cs typeface="+mn-cs"/>
              </a:rPr>
              <a:t>&gt; </a:t>
            </a:r>
            <a:r>
              <a:rPr lang="en-US" sz="4000" dirty="0" err="1">
                <a:solidFill>
                  <a:srgbClr val="000000"/>
                </a:solidFill>
                <a:latin typeface="Sanskrit 99" pitchFamily="2" charset="0"/>
                <a:cs typeface="+mn-cs"/>
              </a:rPr>
              <a:t>smlaeòaZmkaÂn</a:t>
            </a:r>
            <a:r>
              <a:rPr lang="en-US" sz="4000" dirty="0">
                <a:solidFill>
                  <a:srgbClr val="000000"/>
                </a:solidFill>
                <a:latin typeface="Sanskrit 99" pitchFamily="2" charset="0"/>
                <a:cs typeface="+mn-cs"/>
              </a:rPr>
              <a:t>&gt;, </a:t>
            </a:r>
          </a:p>
          <a:p>
            <a:pPr marL="0" indent="0" algn="ctr" fontAlgn="base">
              <a:spcBef>
                <a:spcPct val="0"/>
              </a:spcBef>
              <a:spcAft>
                <a:spcPts val="1200"/>
              </a:spcAft>
            </a:pPr>
            <a:r>
              <a:rPr lang="en-US" sz="4000" dirty="0" err="1">
                <a:solidFill>
                  <a:srgbClr val="000000"/>
                </a:solidFill>
                <a:latin typeface="Sanskrit 99" pitchFamily="2" charset="0"/>
                <a:cs typeface="+mn-cs"/>
              </a:rPr>
              <a:t>tuLyiàyaiàyae</a:t>
            </a:r>
            <a:r>
              <a:rPr lang="en-US" sz="4000" dirty="0">
                <a:solidFill>
                  <a:srgbClr val="000000"/>
                </a:solidFill>
                <a:latin typeface="Sanskrit 99" pitchFamily="2" charset="0"/>
                <a:cs typeface="+mn-cs"/>
              </a:rPr>
              <a:t> </a:t>
            </a:r>
            <a:r>
              <a:rPr lang="en-US" sz="4000" dirty="0" err="1">
                <a:solidFill>
                  <a:srgbClr val="000000"/>
                </a:solidFill>
                <a:latin typeface="Sanskrit 99" pitchFamily="2" charset="0"/>
                <a:cs typeface="+mn-cs"/>
              </a:rPr>
              <a:t>xIr</a:t>
            </a:r>
            <a:r>
              <a:rPr lang="en-US" sz="4000" dirty="0">
                <a:solidFill>
                  <a:srgbClr val="000000"/>
                </a:solidFill>
                <a:latin typeface="Sanskrit 99" pitchFamily="2" charset="0"/>
                <a:cs typeface="+mn-cs"/>
              </a:rPr>
              <a:t>&gt; </a:t>
            </a:r>
            <a:r>
              <a:rPr lang="en-US" sz="4000" dirty="0" err="1">
                <a:solidFill>
                  <a:srgbClr val="000000"/>
                </a:solidFill>
                <a:latin typeface="Sanskrit 99" pitchFamily="2" charset="0"/>
                <a:cs typeface="+mn-cs"/>
              </a:rPr>
              <a:t>tuLyinNdaTms</a:t>
            </a:r>
            <a:r>
              <a:rPr lang="en-US" sz="4000" dirty="0">
                <a:solidFill>
                  <a:srgbClr val="000000"/>
                </a:solidFill>
                <a:latin typeface="Sanskrit 99" pitchFamily="2" charset="0"/>
                <a:cs typeface="+mn-cs"/>
              </a:rPr>
              <a:t>&lt;</a:t>
            </a:r>
            <a:r>
              <a:rPr lang="en-US" sz="4000" dirty="0" err="1">
                <a:solidFill>
                  <a:srgbClr val="000000"/>
                </a:solidFill>
                <a:latin typeface="Sanskrit 99" pitchFamily="2" charset="0"/>
                <a:cs typeface="+mn-cs"/>
              </a:rPr>
              <a:t>Stuit</a:t>
            </a:r>
            <a:r>
              <a:rPr lang="en-US" sz="4000" dirty="0">
                <a:solidFill>
                  <a:srgbClr val="000000"/>
                </a:solidFill>
                <a:latin typeface="Sanskrit 99" pitchFamily="2" charset="0"/>
                <a:cs typeface="+mn-cs"/>
              </a:rPr>
              <a:t>&gt;</a:t>
            </a:r>
            <a:r>
              <a:rPr lang="en-US" sz="3200" dirty="0">
                <a:solidFill>
                  <a:srgbClr val="000000"/>
                </a:solidFill>
                <a:latin typeface="Sanskrit 99" pitchFamily="2" charset="0"/>
                <a:cs typeface="+mn-cs"/>
              </a:rPr>
              <a:t>.14-24.</a:t>
            </a:r>
            <a:endParaRPr lang="en-US" sz="3600" dirty="0">
              <a:solidFill>
                <a:srgbClr val="000000"/>
              </a:solidFill>
              <a:latin typeface="Sanskrit 99" pitchFamily="2" charset="0"/>
              <a:cs typeface="+mn-cs"/>
            </a:endParaRPr>
          </a:p>
          <a:p>
            <a:pPr marL="0" indent="0" algn="ctr" fontAlgn="base">
              <a:spcBef>
                <a:spcPct val="0"/>
              </a:spcBef>
              <a:spcAft>
                <a:spcPct val="0"/>
              </a:spcAft>
            </a:pPr>
            <a:r>
              <a:rPr lang="en-US" sz="3200" dirty="0">
                <a:solidFill>
                  <a:srgbClr val="000000"/>
                </a:solidFill>
                <a:latin typeface="URW Palladio IT" pitchFamily="2" charset="0"/>
                <a:cs typeface="+mn-cs"/>
              </a:rPr>
              <a:t>7. </a:t>
            </a:r>
            <a:r>
              <a:rPr lang="en-US" sz="3200" dirty="0" err="1">
                <a:solidFill>
                  <a:srgbClr val="000000"/>
                </a:solidFill>
                <a:latin typeface="URW Palladio IT" pitchFamily="2" charset="0"/>
                <a:cs typeface="+mn-cs"/>
              </a:rPr>
              <a:t>Samaduùkhasukhaù</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svasthaù</a:t>
            </a:r>
            <a:r>
              <a:rPr lang="en-US" sz="3200" dirty="0">
                <a:solidFill>
                  <a:srgbClr val="000000"/>
                </a:solidFill>
                <a:latin typeface="URW Palladio IT" pitchFamily="2" charset="0"/>
                <a:cs typeface="+mn-cs"/>
              </a:rPr>
              <a:t> </a:t>
            </a:r>
          </a:p>
          <a:p>
            <a:pPr marL="0" indent="0" algn="ctr" fontAlgn="base">
              <a:spcBef>
                <a:spcPct val="0"/>
              </a:spcBef>
              <a:spcAft>
                <a:spcPct val="0"/>
              </a:spcAft>
            </a:pPr>
            <a:r>
              <a:rPr lang="en-US" sz="3200" dirty="0" err="1">
                <a:solidFill>
                  <a:srgbClr val="000000"/>
                </a:solidFill>
                <a:latin typeface="URW Palladio IT" pitchFamily="2" charset="0"/>
                <a:cs typeface="+mn-cs"/>
              </a:rPr>
              <a:t>Samaloñöäçmakäïcanaù</a:t>
            </a:r>
            <a:r>
              <a:rPr lang="en-US" sz="3200" dirty="0">
                <a:solidFill>
                  <a:srgbClr val="000000"/>
                </a:solidFill>
                <a:latin typeface="URW Palladio IT" pitchFamily="2" charset="0"/>
                <a:cs typeface="+mn-cs"/>
              </a:rPr>
              <a:t> | </a:t>
            </a:r>
          </a:p>
          <a:p>
            <a:pPr marL="0" indent="0" algn="ctr" fontAlgn="base">
              <a:spcBef>
                <a:spcPct val="0"/>
              </a:spcBef>
              <a:spcAft>
                <a:spcPct val="0"/>
              </a:spcAft>
            </a:pPr>
            <a:r>
              <a:rPr lang="en-US" sz="3200" dirty="0" err="1">
                <a:solidFill>
                  <a:srgbClr val="000000"/>
                </a:solidFill>
                <a:latin typeface="URW Palladio IT" pitchFamily="2" charset="0"/>
                <a:cs typeface="+mn-cs"/>
              </a:rPr>
              <a:t>Tulyapriyäpriyo</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dhéra</a:t>
            </a:r>
            <a:r>
              <a:rPr lang="en-US" sz="3200" dirty="0">
                <a:solidFill>
                  <a:srgbClr val="000000"/>
                </a:solidFill>
                <a:latin typeface="URW Palladio IT" pitchFamily="2" charset="0"/>
                <a:cs typeface="+mn-cs"/>
              </a:rPr>
              <a:t> </a:t>
            </a:r>
          </a:p>
          <a:p>
            <a:pPr marL="0" indent="0" algn="ctr" fontAlgn="base">
              <a:spcBef>
                <a:spcPct val="0"/>
              </a:spcBef>
              <a:spcAft>
                <a:spcPts val="1800"/>
              </a:spcAft>
            </a:pPr>
            <a:r>
              <a:rPr lang="en-US" sz="3200" dirty="0" err="1">
                <a:solidFill>
                  <a:srgbClr val="000000"/>
                </a:solidFill>
                <a:latin typeface="URW Palladio IT" pitchFamily="2" charset="0"/>
                <a:cs typeface="+mn-cs"/>
              </a:rPr>
              <a:t>Tulyanindätmasaàstutiù</a:t>
            </a:r>
            <a:r>
              <a:rPr lang="en-US" sz="3200" dirty="0">
                <a:solidFill>
                  <a:srgbClr val="000000"/>
                </a:solidFill>
                <a:latin typeface="URW Palladio IT" pitchFamily="2" charset="0"/>
                <a:cs typeface="+mn-cs"/>
              </a:rPr>
              <a:t> ||14.24||</a:t>
            </a:r>
          </a:p>
          <a:p>
            <a:pPr marL="0" indent="0" algn="ctr" fontAlgn="base">
              <a:spcBef>
                <a:spcPct val="0"/>
              </a:spcBef>
              <a:spcAft>
                <a:spcPct val="0"/>
              </a:spcAft>
            </a:pPr>
            <a:r>
              <a:rPr lang="kn-IN" sz="3200" b="1" dirty="0">
                <a:solidFill>
                  <a:prstClr val="black"/>
                </a:solidFill>
                <a:latin typeface="Arial" charset="0"/>
                <a:cs typeface="Tunga"/>
              </a:rPr>
              <a:t>೭</a:t>
            </a:r>
            <a:r>
              <a:rPr lang="en-CA" sz="3200" b="1" dirty="0">
                <a:solidFill>
                  <a:prstClr val="black"/>
                </a:solidFill>
                <a:latin typeface="Arial" charset="0"/>
                <a:cs typeface="+mn-cs"/>
              </a:rPr>
              <a:t>. </a:t>
            </a:r>
            <a:r>
              <a:rPr lang="kn-IN" sz="3200" b="1" dirty="0">
                <a:solidFill>
                  <a:prstClr val="black"/>
                </a:solidFill>
                <a:latin typeface="Arial" charset="0"/>
                <a:cs typeface="Tunga"/>
              </a:rPr>
              <a:t>ಸಮದುಃಖಸುಖಃ ಸ್ವಸ್ಥಃ ಸಮಲೋಷ್ಟಾಶ್ಮಕಾಂಚನಃ |</a:t>
            </a:r>
          </a:p>
          <a:p>
            <a:pPr marL="0" indent="0" algn="ctr" fontAlgn="base">
              <a:spcBef>
                <a:spcPct val="0"/>
              </a:spcBef>
              <a:spcAft>
                <a:spcPct val="0"/>
              </a:spcAft>
            </a:pPr>
            <a:r>
              <a:rPr lang="kn-IN" sz="3200" b="1" dirty="0">
                <a:solidFill>
                  <a:prstClr val="black"/>
                </a:solidFill>
                <a:latin typeface="Arial" charset="0"/>
                <a:cs typeface="Tunga"/>
              </a:rPr>
              <a:t>ತುಲ್ಯಪ್ರಿಯಾಪ್ರಿಯೋ ಧೀರಃ ತುಲ್ಯನಿನ್ದಾತ್ಮಸಂಸ್ತುತಿಃ </a:t>
            </a:r>
            <a:r>
              <a:rPr lang="kn-IN" sz="2800" b="1" dirty="0">
                <a:solidFill>
                  <a:prstClr val="black"/>
                </a:solidFill>
                <a:latin typeface="Arial" charset="0"/>
                <a:cs typeface="Tunga"/>
              </a:rPr>
              <a:t>||೧೪.೨೪||</a:t>
            </a:r>
            <a:endParaRPr lang="en-US" sz="2800" b="1" dirty="0">
              <a:solidFill>
                <a:prstClr val="black"/>
              </a:solidFill>
              <a:latin typeface="Arial" charset="0"/>
              <a:cs typeface="Tunga"/>
            </a:endParaRPr>
          </a:p>
          <a:p>
            <a:pPr marL="0" indent="0" algn="ctr" fontAlgn="base">
              <a:spcBef>
                <a:spcPct val="0"/>
              </a:spcBef>
              <a:spcAft>
                <a:spcPct val="0"/>
              </a:spcAft>
            </a:pPr>
            <a:r>
              <a:rPr lang="en-IN" sz="3200" dirty="0">
                <a:solidFill>
                  <a:srgbClr val="000000"/>
                </a:solidFill>
                <a:latin typeface="Palatino Linotype" pitchFamily="18" charset="0"/>
              </a:rPr>
              <a:t>Alike in pleasure and pain, who dwells in the Self, to whom a clod of earth, stone and gold are alike, to whom the dear and the unfriendly are alike, firm, the same in censure and praise</a:t>
            </a:r>
          </a:p>
          <a:p>
            <a:pPr marL="0" indent="0" algn="ctr" fontAlgn="base">
              <a:spcBef>
                <a:spcPct val="0"/>
              </a:spcBef>
              <a:spcAft>
                <a:spcPct val="0"/>
              </a:spcAft>
            </a:pPr>
            <a:endParaRPr lang="en-CA" sz="3200" b="1" dirty="0">
              <a:solidFill>
                <a:prstClr val="black"/>
              </a:solidFill>
              <a:latin typeface="Arial" charset="0"/>
              <a:cs typeface="+mn-cs"/>
            </a:endParaRPr>
          </a:p>
        </p:txBody>
      </p:sp>
    </p:spTree>
    <p:extLst>
      <p:ext uri="{BB962C8B-B14F-4D97-AF65-F5344CB8AC3E}">
        <p14:creationId xmlns:p14="http://schemas.microsoft.com/office/powerpoint/2010/main" val="305211566"/>
      </p:ext>
    </p:extLst>
  </p:cSld>
  <p:clrMapOvr>
    <a:masterClrMapping/>
  </p:clrMapOvr>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2"/>
          <p:cNvSpPr txBox="1">
            <a:spLocks/>
          </p:cNvSpPr>
          <p:nvPr/>
        </p:nvSpPr>
        <p:spPr bwMode="auto">
          <a:xfrm>
            <a:off x="263352" y="260648"/>
            <a:ext cx="11809312" cy="659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742950" indent="-742950">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marL="0" indent="0" algn="ctr" fontAlgn="base">
              <a:spcBef>
                <a:spcPct val="0"/>
              </a:spcBef>
              <a:spcAft>
                <a:spcPct val="0"/>
              </a:spcAft>
            </a:pPr>
            <a:r>
              <a:rPr lang="en-US" sz="4000" dirty="0">
                <a:solidFill>
                  <a:srgbClr val="000000"/>
                </a:solidFill>
                <a:latin typeface="Sanskrit 99" pitchFamily="2" charset="0"/>
                <a:cs typeface="+mn-cs"/>
              </a:rPr>
              <a:t>8, </a:t>
            </a:r>
            <a:r>
              <a:rPr lang="en-US" sz="4000" dirty="0" err="1">
                <a:solidFill>
                  <a:srgbClr val="000000"/>
                </a:solidFill>
                <a:latin typeface="Sanskrit 99" pitchFamily="2" charset="0"/>
                <a:cs typeface="+mn-cs"/>
              </a:rPr>
              <a:t>tuLyinNdaStuitmaERnI</a:t>
            </a:r>
            <a:r>
              <a:rPr lang="en-US" sz="4000" dirty="0">
                <a:solidFill>
                  <a:srgbClr val="000000"/>
                </a:solidFill>
                <a:latin typeface="Sanskrit 99" pitchFamily="2" charset="0"/>
                <a:cs typeface="+mn-cs"/>
              </a:rPr>
              <a:t> </a:t>
            </a:r>
            <a:r>
              <a:rPr lang="en-US" sz="4000" dirty="0" err="1">
                <a:solidFill>
                  <a:srgbClr val="000000"/>
                </a:solidFill>
                <a:latin typeface="Sanskrit 99" pitchFamily="2" charset="0"/>
                <a:cs typeface="+mn-cs"/>
              </a:rPr>
              <a:t>sNtuòae</a:t>
            </a:r>
            <a:r>
              <a:rPr lang="en-US" sz="4000" dirty="0">
                <a:solidFill>
                  <a:srgbClr val="000000"/>
                </a:solidFill>
                <a:latin typeface="Sanskrit 99" pitchFamily="2" charset="0"/>
                <a:cs typeface="+mn-cs"/>
              </a:rPr>
              <a:t> yen </a:t>
            </a:r>
            <a:r>
              <a:rPr lang="en-US" sz="4000" dirty="0" err="1">
                <a:solidFill>
                  <a:srgbClr val="000000"/>
                </a:solidFill>
                <a:latin typeface="Sanskrit 99" pitchFamily="2" charset="0"/>
                <a:cs typeface="+mn-cs"/>
              </a:rPr>
              <a:t>kenict</a:t>
            </a:r>
            <a:r>
              <a:rPr lang="en-US" sz="4000" dirty="0">
                <a:solidFill>
                  <a:srgbClr val="000000"/>
                </a:solidFill>
                <a:latin typeface="Sanskrit 99" pitchFamily="2" charset="0"/>
                <a:cs typeface="+mn-cs"/>
              </a:rPr>
              <a:t>!, </a:t>
            </a:r>
          </a:p>
          <a:p>
            <a:pPr marL="0" indent="0" algn="ctr" fontAlgn="base">
              <a:spcBef>
                <a:spcPct val="0"/>
              </a:spcBef>
              <a:spcAft>
                <a:spcPts val="1200"/>
              </a:spcAft>
            </a:pPr>
            <a:r>
              <a:rPr lang="en-US" sz="4000" dirty="0" err="1">
                <a:solidFill>
                  <a:srgbClr val="000000"/>
                </a:solidFill>
                <a:latin typeface="Sanskrit 99" pitchFamily="2" charset="0"/>
                <a:cs typeface="+mn-cs"/>
              </a:rPr>
              <a:t>Ainket</a:t>
            </a:r>
            <a:r>
              <a:rPr lang="en-US" sz="4000" dirty="0">
                <a:solidFill>
                  <a:srgbClr val="000000"/>
                </a:solidFill>
                <a:latin typeface="Sanskrit 99" pitchFamily="2" charset="0"/>
                <a:cs typeface="+mn-cs"/>
              </a:rPr>
              <a:t>&gt; </a:t>
            </a:r>
            <a:r>
              <a:rPr lang="en-US" sz="4000" dirty="0" err="1">
                <a:solidFill>
                  <a:srgbClr val="000000"/>
                </a:solidFill>
                <a:latin typeface="Sanskrit 99" pitchFamily="2" charset="0"/>
                <a:cs typeface="+mn-cs"/>
              </a:rPr>
              <a:t>iSwrmit</a:t>
            </a:r>
            <a:r>
              <a:rPr lang="en-US" sz="4000" dirty="0">
                <a:solidFill>
                  <a:srgbClr val="000000"/>
                </a:solidFill>
                <a:latin typeface="Sanskrit 99" pitchFamily="2" charset="0"/>
                <a:cs typeface="+mn-cs"/>
              </a:rPr>
              <a:t>&gt; </a:t>
            </a:r>
            <a:r>
              <a:rPr lang="en-US" sz="4000" dirty="0" err="1">
                <a:solidFill>
                  <a:srgbClr val="000000"/>
                </a:solidFill>
                <a:latin typeface="Sanskrit 99" pitchFamily="2" charset="0"/>
                <a:cs typeface="+mn-cs"/>
              </a:rPr>
              <a:t>ÉiKtmaNme</a:t>
            </a:r>
            <a:r>
              <a:rPr lang="en-US" sz="4000" dirty="0">
                <a:solidFill>
                  <a:srgbClr val="000000"/>
                </a:solidFill>
                <a:latin typeface="Sanskrit 99" pitchFamily="2" charset="0"/>
                <a:cs typeface="+mn-cs"/>
              </a:rPr>
              <a:t> </a:t>
            </a:r>
            <a:r>
              <a:rPr lang="en-US" sz="4000" dirty="0" err="1">
                <a:solidFill>
                  <a:srgbClr val="000000"/>
                </a:solidFill>
                <a:latin typeface="Sanskrit 99" pitchFamily="2" charset="0"/>
                <a:cs typeface="+mn-cs"/>
              </a:rPr>
              <a:t>iàyae</a:t>
            </a:r>
            <a:r>
              <a:rPr lang="en-US" sz="4000" dirty="0">
                <a:solidFill>
                  <a:srgbClr val="000000"/>
                </a:solidFill>
                <a:latin typeface="Sanskrit 99" pitchFamily="2" charset="0"/>
                <a:cs typeface="+mn-cs"/>
              </a:rPr>
              <a:t> nr&gt;</a:t>
            </a:r>
            <a:r>
              <a:rPr lang="en-US" sz="3200" dirty="0">
                <a:solidFill>
                  <a:srgbClr val="000000"/>
                </a:solidFill>
                <a:latin typeface="Sanskrit 99" pitchFamily="2" charset="0"/>
                <a:cs typeface="+mn-cs"/>
              </a:rPr>
              <a:t>.12-19.</a:t>
            </a:r>
            <a:endParaRPr lang="en-US" sz="3600" dirty="0">
              <a:solidFill>
                <a:srgbClr val="000000"/>
              </a:solidFill>
              <a:latin typeface="Sanskrit 99" pitchFamily="2" charset="0"/>
              <a:cs typeface="+mn-cs"/>
            </a:endParaRPr>
          </a:p>
          <a:p>
            <a:pPr marL="0" indent="0" algn="ctr" fontAlgn="base">
              <a:spcBef>
                <a:spcPct val="0"/>
              </a:spcBef>
              <a:spcAft>
                <a:spcPct val="0"/>
              </a:spcAft>
            </a:pPr>
            <a:r>
              <a:rPr lang="en-US" sz="3200" dirty="0">
                <a:solidFill>
                  <a:srgbClr val="000000"/>
                </a:solidFill>
                <a:latin typeface="URW Palladio IT" pitchFamily="2" charset="0"/>
                <a:cs typeface="+mn-cs"/>
              </a:rPr>
              <a:t>8. </a:t>
            </a:r>
            <a:r>
              <a:rPr lang="en-US" sz="3200" dirty="0" err="1">
                <a:solidFill>
                  <a:srgbClr val="000000"/>
                </a:solidFill>
                <a:latin typeface="URW Palladio IT" pitchFamily="2" charset="0"/>
                <a:cs typeface="+mn-cs"/>
              </a:rPr>
              <a:t>Tulyanindästutirmauné</a:t>
            </a:r>
            <a:r>
              <a:rPr lang="en-US" sz="3200" dirty="0">
                <a:solidFill>
                  <a:srgbClr val="000000"/>
                </a:solidFill>
                <a:latin typeface="URW Palladio IT" pitchFamily="2" charset="0"/>
                <a:cs typeface="+mn-cs"/>
              </a:rPr>
              <a:t> </a:t>
            </a:r>
          </a:p>
          <a:p>
            <a:pPr marL="0" indent="0" algn="ctr" fontAlgn="base">
              <a:spcBef>
                <a:spcPct val="0"/>
              </a:spcBef>
              <a:spcAft>
                <a:spcPct val="0"/>
              </a:spcAft>
            </a:pPr>
            <a:r>
              <a:rPr lang="en-US" sz="3200" dirty="0" err="1">
                <a:solidFill>
                  <a:srgbClr val="000000"/>
                </a:solidFill>
                <a:latin typeface="URW Palladio IT" pitchFamily="2" charset="0"/>
                <a:cs typeface="+mn-cs"/>
              </a:rPr>
              <a:t>Santuñöo</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yena</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kenacit</a:t>
            </a:r>
            <a:r>
              <a:rPr lang="en-US" sz="3200" dirty="0">
                <a:solidFill>
                  <a:srgbClr val="000000"/>
                </a:solidFill>
                <a:latin typeface="URW Palladio IT" pitchFamily="2" charset="0"/>
                <a:cs typeface="+mn-cs"/>
              </a:rPr>
              <a:t> | </a:t>
            </a:r>
          </a:p>
          <a:p>
            <a:pPr marL="0" indent="0" algn="ctr" fontAlgn="base">
              <a:spcBef>
                <a:spcPct val="0"/>
              </a:spcBef>
              <a:spcAft>
                <a:spcPct val="0"/>
              </a:spcAft>
            </a:pPr>
            <a:r>
              <a:rPr lang="en-US" sz="3200" dirty="0" err="1">
                <a:solidFill>
                  <a:srgbClr val="000000"/>
                </a:solidFill>
                <a:latin typeface="URW Palladio IT" pitchFamily="2" charset="0"/>
                <a:cs typeface="+mn-cs"/>
              </a:rPr>
              <a:t>Aniketaù</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sthiramatir</a:t>
            </a:r>
            <a:endParaRPr lang="en-US" sz="3200" dirty="0">
              <a:solidFill>
                <a:srgbClr val="000000"/>
              </a:solidFill>
              <a:latin typeface="URW Palladio IT" pitchFamily="2" charset="0"/>
              <a:cs typeface="+mn-cs"/>
            </a:endParaRPr>
          </a:p>
          <a:p>
            <a:pPr marL="0" indent="0" algn="ctr" fontAlgn="base">
              <a:spcBef>
                <a:spcPct val="0"/>
              </a:spcBef>
              <a:spcAft>
                <a:spcPts val="1800"/>
              </a:spcAft>
            </a:pPr>
            <a:r>
              <a:rPr lang="en-US" sz="3200" dirty="0" err="1">
                <a:solidFill>
                  <a:srgbClr val="000000"/>
                </a:solidFill>
                <a:latin typeface="URW Palladio IT" pitchFamily="2" charset="0"/>
                <a:cs typeface="+mn-cs"/>
              </a:rPr>
              <a:t>Bhaktimänme</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priyo</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naraù</a:t>
            </a:r>
            <a:r>
              <a:rPr lang="en-US" sz="3200" dirty="0">
                <a:solidFill>
                  <a:srgbClr val="000000"/>
                </a:solidFill>
                <a:latin typeface="URW Palladio IT" pitchFamily="2" charset="0"/>
                <a:cs typeface="+mn-cs"/>
              </a:rPr>
              <a:t> ||</a:t>
            </a:r>
            <a:r>
              <a:rPr lang="en-US" sz="2800" dirty="0">
                <a:solidFill>
                  <a:srgbClr val="000000"/>
                </a:solidFill>
                <a:latin typeface="URW Palladio IT" pitchFamily="2" charset="0"/>
                <a:cs typeface="+mn-cs"/>
              </a:rPr>
              <a:t>12.19|| </a:t>
            </a:r>
          </a:p>
          <a:p>
            <a:pPr marL="0" indent="0" algn="ctr" fontAlgn="base">
              <a:spcBef>
                <a:spcPct val="0"/>
              </a:spcBef>
              <a:spcAft>
                <a:spcPct val="0"/>
              </a:spcAft>
            </a:pPr>
            <a:r>
              <a:rPr lang="kn-IN" sz="3200" b="1" dirty="0">
                <a:solidFill>
                  <a:prstClr val="black"/>
                </a:solidFill>
                <a:latin typeface="Arial" charset="0"/>
                <a:cs typeface="Tunga"/>
              </a:rPr>
              <a:t>೮</a:t>
            </a:r>
            <a:r>
              <a:rPr lang="en-CA" sz="3200" b="1" dirty="0">
                <a:solidFill>
                  <a:prstClr val="black"/>
                </a:solidFill>
                <a:latin typeface="Arial" charset="0"/>
                <a:cs typeface="+mn-cs"/>
              </a:rPr>
              <a:t>. </a:t>
            </a:r>
            <a:r>
              <a:rPr lang="kn-IN" sz="3200" b="1" dirty="0">
                <a:solidFill>
                  <a:prstClr val="black"/>
                </a:solidFill>
                <a:latin typeface="Arial" charset="0"/>
                <a:cs typeface="Tunga"/>
              </a:rPr>
              <a:t>ತುಲ್ಯನಿನ್ದಾಸ್ತುತಿರ್ಮೌನೀ ಸನ್ತುಷ್ಟೋ ಯೇನ ಕೇನಚಿತ್ |</a:t>
            </a:r>
          </a:p>
          <a:p>
            <a:pPr marL="0" indent="0" algn="ctr" fontAlgn="base">
              <a:spcBef>
                <a:spcPct val="0"/>
              </a:spcBef>
              <a:spcAft>
                <a:spcPct val="0"/>
              </a:spcAft>
            </a:pPr>
            <a:r>
              <a:rPr lang="kn-IN" sz="3200" b="1" dirty="0">
                <a:solidFill>
                  <a:prstClr val="black"/>
                </a:solidFill>
                <a:latin typeface="Arial" charset="0"/>
                <a:cs typeface="Tunga"/>
              </a:rPr>
              <a:t>ಅನಿಕೇತಃ ಸ್ಥಿರಮತಿಃ ಭಕ್ತಿಮಾನ್ ಮೇ ಪ್ರಿಯೋ ನರಃ ||೧೨.೧೯||</a:t>
            </a:r>
            <a:endParaRPr lang="en-US" sz="3200" b="1" dirty="0">
              <a:solidFill>
                <a:prstClr val="black"/>
              </a:solidFill>
              <a:latin typeface="Arial" charset="0"/>
              <a:cs typeface="Tunga"/>
            </a:endParaRPr>
          </a:p>
          <a:p>
            <a:pPr marL="0" indent="0" algn="ctr" fontAlgn="base">
              <a:spcBef>
                <a:spcPct val="0"/>
              </a:spcBef>
              <a:spcAft>
                <a:spcPct val="0"/>
              </a:spcAft>
            </a:pPr>
            <a:r>
              <a:rPr lang="en-IN" sz="3200" dirty="0">
                <a:solidFill>
                  <a:srgbClr val="000000"/>
                </a:solidFill>
                <a:latin typeface="Palatino Linotype" pitchFamily="18" charset="0"/>
              </a:rPr>
              <a:t>He to whom censure and praise are equal, who is silent, content with anything, homeless, of a steady mind, and full of devotion—that man is dear to Me.</a:t>
            </a:r>
          </a:p>
          <a:p>
            <a:pPr marL="0" indent="0" algn="ctr" fontAlgn="base">
              <a:spcBef>
                <a:spcPct val="0"/>
              </a:spcBef>
              <a:spcAft>
                <a:spcPct val="0"/>
              </a:spcAft>
            </a:pPr>
            <a:endParaRPr lang="en-CA" sz="3200" b="1" dirty="0">
              <a:solidFill>
                <a:prstClr val="black"/>
              </a:solidFill>
              <a:latin typeface="Arial" charset="0"/>
              <a:cs typeface="+mn-cs"/>
            </a:endParaRPr>
          </a:p>
        </p:txBody>
      </p:sp>
    </p:spTree>
    <p:extLst>
      <p:ext uri="{BB962C8B-B14F-4D97-AF65-F5344CB8AC3E}">
        <p14:creationId xmlns:p14="http://schemas.microsoft.com/office/powerpoint/2010/main" val="1648298691"/>
      </p:ext>
    </p:extLst>
  </p:cSld>
  <p:clrMapOvr>
    <a:masterClrMapping/>
  </p:clrMapOvr>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2"/>
          <p:cNvSpPr txBox="1">
            <a:spLocks/>
          </p:cNvSpPr>
          <p:nvPr/>
        </p:nvSpPr>
        <p:spPr bwMode="auto">
          <a:xfrm>
            <a:off x="0" y="332656"/>
            <a:ext cx="12192000" cy="6525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742950" indent="-742950">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marL="0" indent="0" algn="ctr" fontAlgn="base">
              <a:spcBef>
                <a:spcPct val="0"/>
              </a:spcBef>
              <a:spcAft>
                <a:spcPct val="0"/>
              </a:spcAft>
            </a:pPr>
            <a:r>
              <a:rPr lang="en-US" sz="4000" dirty="0">
                <a:solidFill>
                  <a:srgbClr val="000000"/>
                </a:solidFill>
                <a:latin typeface="Sanskrit 99" pitchFamily="2" charset="0"/>
                <a:cs typeface="+mn-cs"/>
              </a:rPr>
              <a:t>9, </a:t>
            </a:r>
            <a:r>
              <a:rPr lang="en-US" sz="4000" dirty="0" err="1">
                <a:solidFill>
                  <a:srgbClr val="000000"/>
                </a:solidFill>
                <a:latin typeface="Sanskrit 99" pitchFamily="2" charset="0"/>
                <a:cs typeface="+mn-cs"/>
              </a:rPr>
              <a:t>suoÊ</a:t>
            </a:r>
            <a:r>
              <a:rPr lang="en-US" sz="4000" dirty="0">
                <a:solidFill>
                  <a:srgbClr val="000000"/>
                </a:solidFill>
                <a:latin typeface="Sanskrit 99" pitchFamily="2" charset="0"/>
                <a:cs typeface="+mn-cs"/>
              </a:rPr>
              <a:t>&gt;</a:t>
            </a:r>
            <a:r>
              <a:rPr lang="en-US" sz="4000" dirty="0" err="1">
                <a:solidFill>
                  <a:srgbClr val="000000"/>
                </a:solidFill>
                <a:latin typeface="Sanskrit 99" pitchFamily="2" charset="0"/>
                <a:cs typeface="+mn-cs"/>
              </a:rPr>
              <a:t>oe</a:t>
            </a:r>
            <a:r>
              <a:rPr lang="en-US" sz="4000" dirty="0">
                <a:solidFill>
                  <a:srgbClr val="000000"/>
                </a:solidFill>
                <a:latin typeface="Sanskrit 99" pitchFamily="2" charset="0"/>
                <a:cs typeface="+mn-cs"/>
              </a:rPr>
              <a:t> </a:t>
            </a:r>
            <a:r>
              <a:rPr lang="en-US" sz="4000" dirty="0" err="1">
                <a:solidFill>
                  <a:srgbClr val="000000"/>
                </a:solidFill>
                <a:latin typeface="Sanskrit 99" pitchFamily="2" charset="0"/>
                <a:cs typeface="+mn-cs"/>
              </a:rPr>
              <a:t>sme</a:t>
            </a:r>
            <a:r>
              <a:rPr lang="en-US" sz="4000" dirty="0">
                <a:solidFill>
                  <a:srgbClr val="000000"/>
                </a:solidFill>
                <a:latin typeface="Sanskrit 99" pitchFamily="2" charset="0"/>
                <a:cs typeface="+mn-cs"/>
              </a:rPr>
              <a:t> </a:t>
            </a:r>
            <a:r>
              <a:rPr lang="en-US" sz="4000" dirty="0" err="1">
                <a:solidFill>
                  <a:srgbClr val="000000"/>
                </a:solidFill>
                <a:latin typeface="Sanskrit 99" pitchFamily="2" charset="0"/>
                <a:cs typeface="+mn-cs"/>
              </a:rPr>
              <a:t>k«Tva</a:t>
            </a:r>
            <a:r>
              <a:rPr lang="en-US" sz="4000" dirty="0">
                <a:solidFill>
                  <a:srgbClr val="000000"/>
                </a:solidFill>
                <a:latin typeface="Sanskrit 99" pitchFamily="2" charset="0"/>
                <a:cs typeface="+mn-cs"/>
              </a:rPr>
              <a:t> </a:t>
            </a:r>
            <a:r>
              <a:rPr lang="en-US" sz="4000" dirty="0" err="1">
                <a:solidFill>
                  <a:srgbClr val="000000"/>
                </a:solidFill>
                <a:latin typeface="Sanskrit 99" pitchFamily="2" charset="0"/>
                <a:cs typeface="+mn-cs"/>
              </a:rPr>
              <a:t>laÉalaÉaE</a:t>
            </a:r>
            <a:r>
              <a:rPr lang="en-US" sz="4000" dirty="0">
                <a:solidFill>
                  <a:srgbClr val="000000"/>
                </a:solidFill>
                <a:latin typeface="Sanskrit 99" pitchFamily="2" charset="0"/>
                <a:cs typeface="+mn-cs"/>
              </a:rPr>
              <a:t> </a:t>
            </a:r>
            <a:r>
              <a:rPr lang="en-US" sz="4000" dirty="0" err="1">
                <a:solidFill>
                  <a:srgbClr val="000000"/>
                </a:solidFill>
                <a:latin typeface="Sanskrit 99" pitchFamily="2" charset="0"/>
                <a:cs typeface="+mn-cs"/>
              </a:rPr>
              <a:t>jyajyaE</a:t>
            </a:r>
            <a:r>
              <a:rPr lang="en-US" sz="4000" dirty="0">
                <a:solidFill>
                  <a:srgbClr val="000000"/>
                </a:solidFill>
                <a:latin typeface="Sanskrit 99" pitchFamily="2" charset="0"/>
                <a:cs typeface="+mn-cs"/>
              </a:rPr>
              <a:t>, </a:t>
            </a:r>
          </a:p>
          <a:p>
            <a:pPr marL="0" indent="0" algn="ctr" fontAlgn="base">
              <a:spcBef>
                <a:spcPct val="0"/>
              </a:spcBef>
              <a:spcAft>
                <a:spcPts val="1200"/>
              </a:spcAft>
            </a:pPr>
            <a:r>
              <a:rPr lang="en-US" sz="4000" dirty="0" err="1">
                <a:solidFill>
                  <a:srgbClr val="000000"/>
                </a:solidFill>
                <a:latin typeface="Sanskrit 99" pitchFamily="2" charset="0"/>
                <a:cs typeface="+mn-cs"/>
              </a:rPr>
              <a:t>ttae</a:t>
            </a:r>
            <a:r>
              <a:rPr lang="en-US" sz="4000" dirty="0">
                <a:solidFill>
                  <a:srgbClr val="000000"/>
                </a:solidFill>
                <a:latin typeface="Sanskrit 99" pitchFamily="2" charset="0"/>
                <a:cs typeface="+mn-cs"/>
              </a:rPr>
              <a:t> </a:t>
            </a:r>
            <a:r>
              <a:rPr lang="en-US" sz="4000" dirty="0" err="1">
                <a:solidFill>
                  <a:srgbClr val="000000"/>
                </a:solidFill>
                <a:latin typeface="Sanskrit 99" pitchFamily="2" charset="0"/>
                <a:cs typeface="+mn-cs"/>
              </a:rPr>
              <a:t>yuÏay</a:t>
            </a:r>
            <a:r>
              <a:rPr lang="en-US" sz="4000" dirty="0">
                <a:solidFill>
                  <a:srgbClr val="000000"/>
                </a:solidFill>
                <a:latin typeface="Sanskrit 99" pitchFamily="2" charset="0"/>
                <a:cs typeface="+mn-cs"/>
              </a:rPr>
              <a:t> </a:t>
            </a:r>
            <a:r>
              <a:rPr lang="en-US" sz="4000" dirty="0" err="1">
                <a:solidFill>
                  <a:srgbClr val="000000"/>
                </a:solidFill>
                <a:latin typeface="Sanskrit 99" pitchFamily="2" charset="0"/>
                <a:cs typeface="+mn-cs"/>
              </a:rPr>
              <a:t>yuJySv</a:t>
            </a:r>
            <a:r>
              <a:rPr lang="en-US" sz="4000" dirty="0">
                <a:solidFill>
                  <a:srgbClr val="000000"/>
                </a:solidFill>
                <a:latin typeface="Sanskrit 99" pitchFamily="2" charset="0"/>
                <a:cs typeface="+mn-cs"/>
              </a:rPr>
              <a:t> </a:t>
            </a:r>
            <a:r>
              <a:rPr lang="en-US" sz="4000" dirty="0" err="1">
                <a:solidFill>
                  <a:srgbClr val="000000"/>
                </a:solidFill>
                <a:latin typeface="Sanskrit 99" pitchFamily="2" charset="0"/>
                <a:cs typeface="+mn-cs"/>
              </a:rPr>
              <a:t>nEv</a:t>
            </a:r>
            <a:r>
              <a:rPr lang="en-US" sz="4000" dirty="0">
                <a:solidFill>
                  <a:srgbClr val="000000"/>
                </a:solidFill>
                <a:latin typeface="Sanskrit 99" pitchFamily="2" charset="0"/>
                <a:cs typeface="+mn-cs"/>
              </a:rPr>
              <a:t>&lt; papmvaPSyis.2-38.</a:t>
            </a:r>
          </a:p>
          <a:p>
            <a:pPr marL="0" indent="0" algn="ctr" fontAlgn="base">
              <a:spcBef>
                <a:spcPct val="0"/>
              </a:spcBef>
              <a:spcAft>
                <a:spcPct val="0"/>
              </a:spcAft>
            </a:pPr>
            <a:r>
              <a:rPr lang="en-US" sz="3200" dirty="0">
                <a:solidFill>
                  <a:srgbClr val="000000"/>
                </a:solidFill>
                <a:latin typeface="URW Palladio IT" pitchFamily="2" charset="0"/>
                <a:cs typeface="+mn-cs"/>
              </a:rPr>
              <a:t>9. </a:t>
            </a:r>
            <a:r>
              <a:rPr lang="en-US" sz="3200" dirty="0" err="1">
                <a:solidFill>
                  <a:srgbClr val="000000"/>
                </a:solidFill>
                <a:latin typeface="URW Palladio IT" pitchFamily="2" charset="0"/>
                <a:cs typeface="+mn-cs"/>
              </a:rPr>
              <a:t>Sukhaduùkhe</a:t>
            </a:r>
            <a:r>
              <a:rPr lang="en-US" sz="3200" dirty="0">
                <a:solidFill>
                  <a:srgbClr val="000000"/>
                </a:solidFill>
                <a:latin typeface="URW Palladio IT" pitchFamily="2" charset="0"/>
                <a:cs typeface="+mn-cs"/>
              </a:rPr>
              <a:t> same </a:t>
            </a:r>
            <a:r>
              <a:rPr lang="en-US" sz="3200" dirty="0" err="1">
                <a:solidFill>
                  <a:srgbClr val="000000"/>
                </a:solidFill>
                <a:latin typeface="URW Palladio IT" pitchFamily="2" charset="0"/>
                <a:cs typeface="+mn-cs"/>
              </a:rPr>
              <a:t>kåtvä</a:t>
            </a:r>
            <a:r>
              <a:rPr lang="en-US" sz="3200" dirty="0">
                <a:solidFill>
                  <a:srgbClr val="000000"/>
                </a:solidFill>
                <a:latin typeface="URW Palladio IT" pitchFamily="2" charset="0"/>
                <a:cs typeface="+mn-cs"/>
              </a:rPr>
              <a:t> </a:t>
            </a:r>
          </a:p>
          <a:p>
            <a:pPr marL="0" indent="0" algn="ctr" fontAlgn="base">
              <a:spcBef>
                <a:spcPct val="0"/>
              </a:spcBef>
              <a:spcAft>
                <a:spcPct val="0"/>
              </a:spcAft>
            </a:pPr>
            <a:r>
              <a:rPr lang="en-US" sz="3200" dirty="0" err="1">
                <a:solidFill>
                  <a:srgbClr val="000000"/>
                </a:solidFill>
                <a:latin typeface="URW Palladio IT" pitchFamily="2" charset="0"/>
                <a:cs typeface="+mn-cs"/>
              </a:rPr>
              <a:t>Läbhäläbhau</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jayäjayau</a:t>
            </a:r>
            <a:r>
              <a:rPr lang="en-US" sz="3200" dirty="0">
                <a:solidFill>
                  <a:srgbClr val="000000"/>
                </a:solidFill>
                <a:latin typeface="URW Palladio IT" pitchFamily="2" charset="0"/>
                <a:cs typeface="+mn-cs"/>
              </a:rPr>
              <a:t> | </a:t>
            </a:r>
          </a:p>
          <a:p>
            <a:pPr marL="0" indent="0" algn="ctr" fontAlgn="base">
              <a:spcBef>
                <a:spcPct val="0"/>
              </a:spcBef>
              <a:spcAft>
                <a:spcPct val="0"/>
              </a:spcAft>
            </a:pPr>
            <a:r>
              <a:rPr lang="en-US" sz="3200" dirty="0" err="1">
                <a:solidFill>
                  <a:srgbClr val="000000"/>
                </a:solidFill>
                <a:latin typeface="URW Palladio IT" pitchFamily="2" charset="0"/>
                <a:cs typeface="+mn-cs"/>
              </a:rPr>
              <a:t>Tato</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yuddhäya</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yujyasva</a:t>
            </a:r>
            <a:r>
              <a:rPr lang="en-US" sz="3200" dirty="0">
                <a:solidFill>
                  <a:srgbClr val="000000"/>
                </a:solidFill>
                <a:latin typeface="URW Palladio IT" pitchFamily="2" charset="0"/>
                <a:cs typeface="+mn-cs"/>
              </a:rPr>
              <a:t> </a:t>
            </a:r>
          </a:p>
          <a:p>
            <a:pPr marL="0" indent="0" algn="ctr" fontAlgn="base">
              <a:spcBef>
                <a:spcPct val="0"/>
              </a:spcBef>
              <a:spcAft>
                <a:spcPts val="1800"/>
              </a:spcAft>
            </a:pPr>
            <a:r>
              <a:rPr lang="en-US" sz="3200" dirty="0" err="1">
                <a:solidFill>
                  <a:srgbClr val="000000"/>
                </a:solidFill>
                <a:latin typeface="URW Palladio IT" pitchFamily="2" charset="0"/>
                <a:cs typeface="+mn-cs"/>
              </a:rPr>
              <a:t>Naivaà</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päpamaväpsyasi</a:t>
            </a:r>
            <a:r>
              <a:rPr lang="en-US" sz="3200" dirty="0">
                <a:solidFill>
                  <a:srgbClr val="000000"/>
                </a:solidFill>
                <a:latin typeface="URW Palladio IT" pitchFamily="2" charset="0"/>
                <a:cs typeface="+mn-cs"/>
              </a:rPr>
              <a:t> ||2.38||</a:t>
            </a:r>
          </a:p>
          <a:p>
            <a:pPr marL="0" indent="0" algn="ctr" fontAlgn="base">
              <a:spcBef>
                <a:spcPct val="0"/>
              </a:spcBef>
              <a:spcAft>
                <a:spcPct val="0"/>
              </a:spcAft>
            </a:pPr>
            <a:r>
              <a:rPr lang="kn-IN" sz="3200" b="1" dirty="0">
                <a:solidFill>
                  <a:prstClr val="black"/>
                </a:solidFill>
                <a:latin typeface="Arial" charset="0"/>
                <a:cs typeface="Tunga"/>
              </a:rPr>
              <a:t>೯.</a:t>
            </a:r>
            <a:r>
              <a:rPr lang="en-CA" sz="3200" b="1" dirty="0">
                <a:solidFill>
                  <a:prstClr val="black"/>
                </a:solidFill>
                <a:latin typeface="Arial" charset="0"/>
                <a:cs typeface="+mn-cs"/>
              </a:rPr>
              <a:t> </a:t>
            </a:r>
            <a:r>
              <a:rPr lang="kn-IN" sz="3200" b="1" dirty="0">
                <a:solidFill>
                  <a:prstClr val="black"/>
                </a:solidFill>
                <a:latin typeface="Arial" charset="0"/>
                <a:cs typeface="Tunga"/>
              </a:rPr>
              <a:t>ಸುಖದುಃಖೇ ಸಮೇ ಕೃತ್ವಾ ಲಾಭಾಲಾಭೌ ಜಯಾಜಯೌ |</a:t>
            </a:r>
          </a:p>
          <a:p>
            <a:pPr marL="0" indent="0" algn="ctr" fontAlgn="base">
              <a:spcBef>
                <a:spcPct val="0"/>
              </a:spcBef>
              <a:spcAft>
                <a:spcPct val="0"/>
              </a:spcAft>
            </a:pPr>
            <a:r>
              <a:rPr lang="kn-IN" sz="3200" b="1" dirty="0">
                <a:solidFill>
                  <a:prstClr val="black"/>
                </a:solidFill>
                <a:latin typeface="Arial" charset="0"/>
                <a:cs typeface="Tunga"/>
              </a:rPr>
              <a:t>ತತೋ ಯುದ್ಧಾಯ ಯುಜ್ಯಸ್ವ ನೈವಂ ಪಾಪಮವಾಪ್ಸ್ಯಸಿ </a:t>
            </a:r>
            <a:r>
              <a:rPr lang="kn-IN" sz="2800" b="1" dirty="0">
                <a:solidFill>
                  <a:prstClr val="black"/>
                </a:solidFill>
                <a:latin typeface="Arial" charset="0"/>
                <a:cs typeface="Tunga"/>
              </a:rPr>
              <a:t>||೨.೩೮</a:t>
            </a:r>
            <a:r>
              <a:rPr lang="kn-IN" sz="2800" b="1" dirty="0" smtClean="0">
                <a:solidFill>
                  <a:prstClr val="black"/>
                </a:solidFill>
                <a:latin typeface="Arial" charset="0"/>
                <a:cs typeface="Tunga"/>
              </a:rPr>
              <a:t>||</a:t>
            </a:r>
            <a:endParaRPr lang="en-US" sz="2800" b="1" dirty="0" smtClean="0">
              <a:solidFill>
                <a:prstClr val="black"/>
              </a:solidFill>
              <a:latin typeface="Arial" charset="0"/>
              <a:cs typeface="Tunga"/>
            </a:endParaRPr>
          </a:p>
          <a:p>
            <a:pPr marL="0" indent="0" algn="ctr" fontAlgn="base">
              <a:spcBef>
                <a:spcPct val="0"/>
              </a:spcBef>
              <a:spcAft>
                <a:spcPct val="0"/>
              </a:spcAft>
            </a:pPr>
            <a:endParaRPr lang="en-US" sz="1400" b="1" dirty="0">
              <a:solidFill>
                <a:prstClr val="black"/>
              </a:solidFill>
              <a:latin typeface="Arial" charset="0"/>
              <a:cs typeface="Tunga"/>
            </a:endParaRPr>
          </a:p>
          <a:p>
            <a:pPr marL="0" indent="0" algn="ctr" fontAlgn="base">
              <a:spcBef>
                <a:spcPct val="0"/>
              </a:spcBef>
              <a:spcAft>
                <a:spcPct val="0"/>
              </a:spcAft>
            </a:pPr>
            <a:r>
              <a:rPr lang="en-IN" sz="3200" dirty="0">
                <a:solidFill>
                  <a:srgbClr val="000000"/>
                </a:solidFill>
                <a:latin typeface="Palatino Linotype" pitchFamily="18" charset="0"/>
              </a:rPr>
              <a:t>Having made pleasure and pain, gain and loss, victory and defeat the same, engage thou in battle for the sake of battle; thus thou shall not incur sin.</a:t>
            </a:r>
          </a:p>
          <a:p>
            <a:pPr marL="0" indent="0" algn="ctr" fontAlgn="base">
              <a:spcBef>
                <a:spcPct val="0"/>
              </a:spcBef>
              <a:spcAft>
                <a:spcPct val="0"/>
              </a:spcAft>
            </a:pPr>
            <a:endParaRPr lang="en-CA" sz="3200" b="1" dirty="0">
              <a:solidFill>
                <a:prstClr val="black"/>
              </a:solidFill>
              <a:latin typeface="Arial" charset="0"/>
              <a:cs typeface="+mn-cs"/>
            </a:endParaRPr>
          </a:p>
        </p:txBody>
      </p:sp>
    </p:spTree>
    <p:extLst>
      <p:ext uri="{BB962C8B-B14F-4D97-AF65-F5344CB8AC3E}">
        <p14:creationId xmlns:p14="http://schemas.microsoft.com/office/powerpoint/2010/main" val="3184448973"/>
      </p:ext>
    </p:extLst>
  </p:cSld>
  <p:clrMapOvr>
    <a:masterClrMapping/>
  </p:clrMapOvr>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2"/>
          <p:cNvSpPr txBox="1">
            <a:spLocks/>
          </p:cNvSpPr>
          <p:nvPr/>
        </p:nvSpPr>
        <p:spPr bwMode="auto">
          <a:xfrm>
            <a:off x="191344" y="332656"/>
            <a:ext cx="11809312" cy="6525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742950" indent="-742950">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marL="0" indent="0" algn="ctr" fontAlgn="base">
              <a:spcBef>
                <a:spcPct val="0"/>
              </a:spcBef>
              <a:spcAft>
                <a:spcPct val="0"/>
              </a:spcAft>
            </a:pPr>
            <a:r>
              <a:rPr lang="en-US" sz="3200" b="1" dirty="0">
                <a:solidFill>
                  <a:srgbClr val="000000"/>
                </a:solidFill>
                <a:latin typeface="Sanskrit 99" pitchFamily="2" charset="0"/>
                <a:cs typeface="+mn-cs"/>
              </a:rPr>
              <a:t>10, </a:t>
            </a:r>
            <a:r>
              <a:rPr lang="en-US" sz="3200" b="1" dirty="0" err="1">
                <a:solidFill>
                  <a:srgbClr val="000000"/>
                </a:solidFill>
                <a:latin typeface="Sanskrit 99" pitchFamily="2" charset="0"/>
                <a:cs typeface="+mn-cs"/>
              </a:rPr>
              <a:t>AaíyRvTpZyit</a:t>
            </a:r>
            <a:r>
              <a:rPr lang="en-US" sz="3200" b="1" dirty="0">
                <a:solidFill>
                  <a:srgbClr val="000000"/>
                </a:solidFill>
                <a:latin typeface="Sanskrit 99" pitchFamily="2" charset="0"/>
                <a:cs typeface="+mn-cs"/>
              </a:rPr>
              <a:t> </a:t>
            </a:r>
            <a:r>
              <a:rPr lang="en-US" sz="3200" b="1" dirty="0" err="1">
                <a:solidFill>
                  <a:srgbClr val="000000"/>
                </a:solidFill>
                <a:latin typeface="Sanskrit 99" pitchFamily="2" charset="0"/>
                <a:cs typeface="+mn-cs"/>
              </a:rPr>
              <a:t>kiídenm</a:t>
            </a:r>
            <a:r>
              <a:rPr lang="en-US" sz="3200" b="1" dirty="0">
                <a:solidFill>
                  <a:srgbClr val="000000"/>
                </a:solidFill>
                <a:latin typeface="Sanskrit 99" pitchFamily="2" charset="0"/>
                <a:cs typeface="+mn-cs"/>
              </a:rPr>
              <a:t>! </a:t>
            </a:r>
            <a:r>
              <a:rPr lang="en-US" sz="3200" b="1" dirty="0" err="1">
                <a:solidFill>
                  <a:srgbClr val="000000"/>
                </a:solidFill>
                <a:latin typeface="Sanskrit 99" pitchFamily="2" charset="0"/>
                <a:cs typeface="+mn-cs"/>
              </a:rPr>
              <a:t>AaíyRvÖdit</a:t>
            </a:r>
            <a:r>
              <a:rPr lang="en-US" sz="3200" b="1" dirty="0">
                <a:solidFill>
                  <a:srgbClr val="000000"/>
                </a:solidFill>
                <a:latin typeface="Sanskrit 99" pitchFamily="2" charset="0"/>
                <a:cs typeface="+mn-cs"/>
              </a:rPr>
              <a:t> </a:t>
            </a:r>
            <a:r>
              <a:rPr lang="en-US" sz="3200" b="1" dirty="0" err="1">
                <a:solidFill>
                  <a:srgbClr val="000000"/>
                </a:solidFill>
                <a:latin typeface="Sanskrit 99" pitchFamily="2" charset="0"/>
                <a:cs typeface="+mn-cs"/>
              </a:rPr>
              <a:t>twEv</a:t>
            </a:r>
            <a:r>
              <a:rPr lang="en-US" sz="3200" b="1" dirty="0">
                <a:solidFill>
                  <a:srgbClr val="000000"/>
                </a:solidFill>
                <a:latin typeface="Sanskrit 99" pitchFamily="2" charset="0"/>
                <a:cs typeface="+mn-cs"/>
              </a:rPr>
              <a:t> </a:t>
            </a:r>
            <a:r>
              <a:rPr lang="en-US" sz="3200" b="1" dirty="0" err="1">
                <a:solidFill>
                  <a:srgbClr val="000000"/>
                </a:solidFill>
                <a:latin typeface="Sanskrit 99" pitchFamily="2" charset="0"/>
                <a:cs typeface="+mn-cs"/>
              </a:rPr>
              <a:t>caNy</a:t>
            </a:r>
            <a:r>
              <a:rPr lang="en-US" sz="3200" b="1" dirty="0">
                <a:solidFill>
                  <a:srgbClr val="000000"/>
                </a:solidFill>
                <a:latin typeface="Sanskrit 99" pitchFamily="2" charset="0"/>
                <a:cs typeface="+mn-cs"/>
              </a:rPr>
              <a:t>&gt;,</a:t>
            </a:r>
          </a:p>
          <a:p>
            <a:pPr marL="0" indent="0" algn="ctr" fontAlgn="base">
              <a:spcBef>
                <a:spcPct val="0"/>
              </a:spcBef>
              <a:spcAft>
                <a:spcPct val="0"/>
              </a:spcAft>
            </a:pPr>
            <a:r>
              <a:rPr lang="en-US" sz="3600" dirty="0">
                <a:solidFill>
                  <a:srgbClr val="000000"/>
                </a:solidFill>
                <a:latin typeface="Sanskrit 99" pitchFamily="2" charset="0"/>
                <a:cs typeface="+mn-cs"/>
              </a:rPr>
              <a:t>AaíyRv½EnmNy&gt; </a:t>
            </a:r>
            <a:r>
              <a:rPr lang="en-US" sz="3600" dirty="0" err="1">
                <a:solidFill>
                  <a:srgbClr val="000000"/>
                </a:solidFill>
                <a:latin typeface="Sanskrit 99" pitchFamily="2" charset="0"/>
                <a:cs typeface="+mn-cs"/>
              </a:rPr>
              <a:t>ïu</a:t>
            </a:r>
            <a:r>
              <a:rPr lang="en-US" sz="3600" dirty="0">
                <a:solidFill>
                  <a:srgbClr val="000000"/>
                </a:solidFill>
                <a:latin typeface="Sanskrit 99" pitchFamily="2" charset="0"/>
                <a:cs typeface="+mn-cs"/>
              </a:rPr>
              <a:t>[</a:t>
            </a:r>
            <a:r>
              <a:rPr lang="en-US" sz="3600" dirty="0" err="1">
                <a:solidFill>
                  <a:srgbClr val="000000"/>
                </a:solidFill>
                <a:latin typeface="Sanskrit 99" pitchFamily="2" charset="0"/>
                <a:cs typeface="+mn-cs"/>
              </a:rPr>
              <a:t>aeit</a:t>
            </a:r>
            <a:r>
              <a:rPr lang="en-US" sz="3600" dirty="0">
                <a:solidFill>
                  <a:srgbClr val="000000"/>
                </a:solidFill>
                <a:latin typeface="Sanskrit 99" pitchFamily="2" charset="0"/>
                <a:cs typeface="+mn-cs"/>
              </a:rPr>
              <a:t> </a:t>
            </a:r>
          </a:p>
          <a:p>
            <a:pPr marL="0" indent="0" algn="ctr" fontAlgn="base">
              <a:spcBef>
                <a:spcPct val="0"/>
              </a:spcBef>
              <a:spcAft>
                <a:spcPts val="1200"/>
              </a:spcAft>
            </a:pPr>
            <a:r>
              <a:rPr lang="en-US" sz="3600" dirty="0" err="1">
                <a:solidFill>
                  <a:srgbClr val="000000"/>
                </a:solidFill>
                <a:latin typeface="Sanskrit 99" pitchFamily="2" charset="0"/>
                <a:cs typeface="+mn-cs"/>
              </a:rPr>
              <a:t>ïuTva</a:t>
            </a:r>
            <a:r>
              <a:rPr lang="en-US" sz="3600" dirty="0">
                <a:solidFill>
                  <a:srgbClr val="000000"/>
                </a:solidFill>
                <a:latin typeface="Sanskrit 99" pitchFamily="2" charset="0"/>
                <a:cs typeface="+mn-cs"/>
              </a:rPr>
              <a:t>=</a:t>
            </a:r>
            <a:r>
              <a:rPr lang="en-US" sz="3600" dirty="0" err="1">
                <a:solidFill>
                  <a:srgbClr val="000000"/>
                </a:solidFill>
                <a:latin typeface="Sanskrit 99" pitchFamily="2" charset="0"/>
                <a:cs typeface="+mn-cs"/>
              </a:rPr>
              <a:t>Pyen</a:t>
            </a:r>
            <a:r>
              <a:rPr lang="en-US" sz="3600" dirty="0">
                <a:solidFill>
                  <a:srgbClr val="000000"/>
                </a:solidFill>
                <a:latin typeface="Sanskrit 99" pitchFamily="2" charset="0"/>
                <a:cs typeface="+mn-cs"/>
              </a:rPr>
              <a:t>&lt; </a:t>
            </a:r>
            <a:r>
              <a:rPr lang="en-US" sz="3600" dirty="0" err="1">
                <a:solidFill>
                  <a:srgbClr val="000000"/>
                </a:solidFill>
                <a:latin typeface="Sanskrit 99" pitchFamily="2" charset="0"/>
                <a:cs typeface="+mn-cs"/>
              </a:rPr>
              <a:t>ved</a:t>
            </a:r>
            <a:r>
              <a:rPr lang="en-US" sz="3600" dirty="0">
                <a:solidFill>
                  <a:srgbClr val="000000"/>
                </a:solidFill>
                <a:latin typeface="Sanskrit 99" pitchFamily="2" charset="0"/>
                <a:cs typeface="+mn-cs"/>
              </a:rPr>
              <a:t> n </a:t>
            </a:r>
            <a:r>
              <a:rPr lang="en-US" sz="3600" dirty="0" err="1">
                <a:solidFill>
                  <a:srgbClr val="000000"/>
                </a:solidFill>
                <a:latin typeface="Sanskrit 99" pitchFamily="2" charset="0"/>
                <a:cs typeface="+mn-cs"/>
              </a:rPr>
              <a:t>cEv</a:t>
            </a:r>
            <a:r>
              <a:rPr lang="en-US" sz="3600" dirty="0">
                <a:solidFill>
                  <a:srgbClr val="000000"/>
                </a:solidFill>
                <a:latin typeface="Sanskrit 99" pitchFamily="2" charset="0"/>
                <a:cs typeface="+mn-cs"/>
              </a:rPr>
              <a:t> kiít!.2-29.</a:t>
            </a:r>
          </a:p>
          <a:p>
            <a:pPr marL="0" indent="0" algn="ctr" fontAlgn="base">
              <a:spcBef>
                <a:spcPct val="0"/>
              </a:spcBef>
              <a:spcAft>
                <a:spcPct val="0"/>
              </a:spcAft>
            </a:pPr>
            <a:r>
              <a:rPr lang="en-US" sz="2800" dirty="0">
                <a:solidFill>
                  <a:srgbClr val="000000"/>
                </a:solidFill>
                <a:latin typeface="URW Palladio IT" pitchFamily="2" charset="0"/>
                <a:cs typeface="+mn-cs"/>
              </a:rPr>
              <a:t>10. </a:t>
            </a:r>
            <a:r>
              <a:rPr lang="en-US" sz="2800" dirty="0" err="1">
                <a:solidFill>
                  <a:srgbClr val="000000"/>
                </a:solidFill>
                <a:latin typeface="URW Palladio IT" pitchFamily="2" charset="0"/>
                <a:cs typeface="+mn-cs"/>
              </a:rPr>
              <a:t>Äçcaryavatpaçyati</a:t>
            </a:r>
            <a:r>
              <a:rPr lang="en-US" sz="2800" dirty="0">
                <a:solidFill>
                  <a:srgbClr val="000000"/>
                </a:solidFill>
                <a:latin typeface="URW Palladio IT" pitchFamily="2" charset="0"/>
                <a:cs typeface="+mn-cs"/>
              </a:rPr>
              <a:t> </a:t>
            </a:r>
            <a:r>
              <a:rPr lang="en-US" sz="2800" dirty="0" err="1">
                <a:solidFill>
                  <a:srgbClr val="000000"/>
                </a:solidFill>
                <a:latin typeface="URW Palladio IT" pitchFamily="2" charset="0"/>
                <a:cs typeface="+mn-cs"/>
              </a:rPr>
              <a:t>kaçcidenam</a:t>
            </a:r>
            <a:r>
              <a:rPr lang="en-US" sz="2800" dirty="0">
                <a:solidFill>
                  <a:srgbClr val="000000"/>
                </a:solidFill>
                <a:latin typeface="URW Palladio IT" pitchFamily="2" charset="0"/>
                <a:cs typeface="+mn-cs"/>
              </a:rPr>
              <a:t> </a:t>
            </a:r>
          </a:p>
          <a:p>
            <a:pPr marL="0" indent="0" algn="ctr" fontAlgn="base">
              <a:spcBef>
                <a:spcPct val="0"/>
              </a:spcBef>
              <a:spcAft>
                <a:spcPct val="0"/>
              </a:spcAft>
            </a:pPr>
            <a:r>
              <a:rPr lang="en-US" sz="2800" dirty="0" err="1">
                <a:solidFill>
                  <a:srgbClr val="000000"/>
                </a:solidFill>
                <a:latin typeface="URW Palladio IT" pitchFamily="2" charset="0"/>
                <a:cs typeface="+mn-cs"/>
              </a:rPr>
              <a:t>Äçcaryavadvadati</a:t>
            </a:r>
            <a:r>
              <a:rPr lang="en-US" sz="2800" dirty="0">
                <a:solidFill>
                  <a:srgbClr val="000000"/>
                </a:solidFill>
                <a:latin typeface="URW Palladio IT" pitchFamily="2" charset="0"/>
                <a:cs typeface="+mn-cs"/>
              </a:rPr>
              <a:t> </a:t>
            </a:r>
            <a:r>
              <a:rPr lang="en-US" sz="2800" dirty="0" err="1">
                <a:solidFill>
                  <a:srgbClr val="000000"/>
                </a:solidFill>
                <a:latin typeface="URW Palladio IT" pitchFamily="2" charset="0"/>
                <a:cs typeface="+mn-cs"/>
              </a:rPr>
              <a:t>tathaiva</a:t>
            </a:r>
            <a:r>
              <a:rPr lang="en-US" sz="2800" dirty="0">
                <a:solidFill>
                  <a:srgbClr val="000000"/>
                </a:solidFill>
                <a:latin typeface="URW Palladio IT" pitchFamily="2" charset="0"/>
                <a:cs typeface="+mn-cs"/>
              </a:rPr>
              <a:t> </a:t>
            </a:r>
            <a:r>
              <a:rPr lang="en-US" sz="2800" dirty="0" err="1">
                <a:solidFill>
                  <a:srgbClr val="000000"/>
                </a:solidFill>
                <a:latin typeface="URW Palladio IT" pitchFamily="2" charset="0"/>
                <a:cs typeface="+mn-cs"/>
              </a:rPr>
              <a:t>cänyaù</a:t>
            </a:r>
            <a:r>
              <a:rPr lang="en-US" sz="2800" dirty="0">
                <a:solidFill>
                  <a:srgbClr val="000000"/>
                </a:solidFill>
                <a:latin typeface="URW Palladio IT" pitchFamily="2" charset="0"/>
                <a:cs typeface="+mn-cs"/>
              </a:rPr>
              <a:t> | </a:t>
            </a:r>
          </a:p>
          <a:p>
            <a:pPr marL="0" indent="0" algn="ctr" fontAlgn="base">
              <a:spcBef>
                <a:spcPct val="0"/>
              </a:spcBef>
              <a:spcAft>
                <a:spcPct val="0"/>
              </a:spcAft>
            </a:pPr>
            <a:r>
              <a:rPr lang="en-US" sz="2800" dirty="0" err="1">
                <a:solidFill>
                  <a:srgbClr val="000000"/>
                </a:solidFill>
                <a:latin typeface="URW Palladio IT" pitchFamily="2" charset="0"/>
                <a:cs typeface="+mn-cs"/>
              </a:rPr>
              <a:t>Äçcaryavaccainamanyaù</a:t>
            </a:r>
            <a:r>
              <a:rPr lang="en-US" sz="2800" dirty="0">
                <a:solidFill>
                  <a:srgbClr val="000000"/>
                </a:solidFill>
                <a:latin typeface="URW Palladio IT" pitchFamily="2" charset="0"/>
                <a:cs typeface="+mn-cs"/>
              </a:rPr>
              <a:t> </a:t>
            </a:r>
            <a:r>
              <a:rPr lang="en-US" sz="2800" dirty="0" err="1">
                <a:solidFill>
                  <a:srgbClr val="000000"/>
                </a:solidFill>
                <a:latin typeface="URW Palladio IT" pitchFamily="2" charset="0"/>
                <a:cs typeface="+mn-cs"/>
              </a:rPr>
              <a:t>çruiëoti</a:t>
            </a:r>
            <a:r>
              <a:rPr lang="en-US" sz="2800" dirty="0">
                <a:solidFill>
                  <a:srgbClr val="000000"/>
                </a:solidFill>
                <a:latin typeface="URW Palladio IT" pitchFamily="2" charset="0"/>
                <a:cs typeface="+mn-cs"/>
              </a:rPr>
              <a:t> </a:t>
            </a:r>
          </a:p>
          <a:p>
            <a:pPr marL="0" indent="0" algn="ctr" fontAlgn="base">
              <a:spcBef>
                <a:spcPct val="0"/>
              </a:spcBef>
              <a:spcAft>
                <a:spcPts val="1800"/>
              </a:spcAft>
            </a:pPr>
            <a:r>
              <a:rPr lang="en-US" sz="2800" dirty="0" err="1">
                <a:solidFill>
                  <a:srgbClr val="000000"/>
                </a:solidFill>
                <a:latin typeface="URW Palladio IT" pitchFamily="2" charset="0"/>
                <a:cs typeface="+mn-cs"/>
              </a:rPr>
              <a:t>Çrutvä'pyenaà</a:t>
            </a:r>
            <a:r>
              <a:rPr lang="en-US" sz="2800" dirty="0">
                <a:solidFill>
                  <a:srgbClr val="000000"/>
                </a:solidFill>
                <a:latin typeface="URW Palladio IT" pitchFamily="2" charset="0"/>
                <a:cs typeface="+mn-cs"/>
              </a:rPr>
              <a:t> </a:t>
            </a:r>
            <a:r>
              <a:rPr lang="en-US" sz="2800" dirty="0" err="1">
                <a:solidFill>
                  <a:srgbClr val="000000"/>
                </a:solidFill>
                <a:latin typeface="URW Palladio IT" pitchFamily="2" charset="0"/>
                <a:cs typeface="+mn-cs"/>
              </a:rPr>
              <a:t>veda</a:t>
            </a:r>
            <a:r>
              <a:rPr lang="en-US" sz="2800" dirty="0">
                <a:solidFill>
                  <a:srgbClr val="000000"/>
                </a:solidFill>
                <a:latin typeface="URW Palladio IT" pitchFamily="2" charset="0"/>
                <a:cs typeface="+mn-cs"/>
              </a:rPr>
              <a:t> </a:t>
            </a:r>
            <a:r>
              <a:rPr lang="en-US" sz="2800" dirty="0" err="1">
                <a:solidFill>
                  <a:srgbClr val="000000"/>
                </a:solidFill>
                <a:latin typeface="URW Palladio IT" pitchFamily="2" charset="0"/>
                <a:cs typeface="+mn-cs"/>
              </a:rPr>
              <a:t>na</a:t>
            </a:r>
            <a:r>
              <a:rPr lang="en-US" sz="2800" dirty="0">
                <a:solidFill>
                  <a:srgbClr val="000000"/>
                </a:solidFill>
                <a:latin typeface="URW Palladio IT" pitchFamily="2" charset="0"/>
                <a:cs typeface="+mn-cs"/>
              </a:rPr>
              <a:t> </a:t>
            </a:r>
            <a:r>
              <a:rPr lang="en-US" sz="2800" dirty="0" err="1">
                <a:solidFill>
                  <a:srgbClr val="000000"/>
                </a:solidFill>
                <a:latin typeface="URW Palladio IT" pitchFamily="2" charset="0"/>
                <a:cs typeface="+mn-cs"/>
              </a:rPr>
              <a:t>caiva</a:t>
            </a:r>
            <a:r>
              <a:rPr lang="en-US" sz="2800" dirty="0">
                <a:solidFill>
                  <a:srgbClr val="000000"/>
                </a:solidFill>
                <a:latin typeface="URW Palladio IT" pitchFamily="2" charset="0"/>
                <a:cs typeface="+mn-cs"/>
              </a:rPr>
              <a:t> </a:t>
            </a:r>
            <a:r>
              <a:rPr lang="en-US" sz="2800" dirty="0" err="1">
                <a:solidFill>
                  <a:srgbClr val="000000"/>
                </a:solidFill>
                <a:latin typeface="URW Palladio IT" pitchFamily="2" charset="0"/>
                <a:cs typeface="+mn-cs"/>
              </a:rPr>
              <a:t>kaçcit</a:t>
            </a:r>
            <a:r>
              <a:rPr lang="en-US" sz="2800" dirty="0">
                <a:solidFill>
                  <a:srgbClr val="000000"/>
                </a:solidFill>
                <a:latin typeface="URW Palladio IT" pitchFamily="2" charset="0"/>
                <a:cs typeface="+mn-cs"/>
              </a:rPr>
              <a:t> ||2.29||</a:t>
            </a:r>
          </a:p>
          <a:p>
            <a:pPr marL="0" indent="0" algn="ctr" fontAlgn="base">
              <a:spcBef>
                <a:spcPct val="0"/>
              </a:spcBef>
              <a:spcAft>
                <a:spcPct val="0"/>
              </a:spcAft>
            </a:pPr>
            <a:r>
              <a:rPr lang="kn-IN" sz="2400" b="1" dirty="0">
                <a:solidFill>
                  <a:prstClr val="black"/>
                </a:solidFill>
                <a:latin typeface="Arial" charset="0"/>
                <a:cs typeface="Tunga"/>
              </a:rPr>
              <a:t>೧೦</a:t>
            </a:r>
            <a:r>
              <a:rPr lang="en-CA" sz="2400" b="1" dirty="0">
                <a:solidFill>
                  <a:prstClr val="black"/>
                </a:solidFill>
                <a:latin typeface="Arial" charset="0"/>
                <a:cs typeface="+mn-cs"/>
              </a:rPr>
              <a:t>. </a:t>
            </a:r>
            <a:r>
              <a:rPr lang="kn-IN" sz="2400" b="1" dirty="0">
                <a:solidFill>
                  <a:prstClr val="black"/>
                </a:solidFill>
                <a:latin typeface="Arial" charset="0"/>
                <a:cs typeface="Tunga"/>
              </a:rPr>
              <a:t>ಆಶ್ಚರ್ಯವತ್ ಪಶ್ಯತಿ ಕಶ್ಚಿದೇನಂ</a:t>
            </a:r>
            <a:r>
              <a:rPr lang="en-CA" sz="2400" b="1" dirty="0">
                <a:solidFill>
                  <a:prstClr val="black"/>
                </a:solidFill>
                <a:latin typeface="Arial" charset="0"/>
                <a:cs typeface="+mn-cs"/>
              </a:rPr>
              <a:t> </a:t>
            </a:r>
            <a:r>
              <a:rPr lang="kn-IN" sz="2400" b="1" dirty="0">
                <a:solidFill>
                  <a:prstClr val="black"/>
                </a:solidFill>
                <a:latin typeface="Arial" charset="0"/>
                <a:cs typeface="Tunga"/>
              </a:rPr>
              <a:t>ಆಶ್ಚರ್ಯವದ್ವದತಿ ತಥೈವ ಚಾನ್ಯಃ|</a:t>
            </a:r>
          </a:p>
          <a:p>
            <a:pPr marL="0" indent="0" algn="ctr" fontAlgn="base">
              <a:spcBef>
                <a:spcPct val="0"/>
              </a:spcBef>
              <a:spcAft>
                <a:spcPct val="0"/>
              </a:spcAft>
            </a:pPr>
            <a:r>
              <a:rPr lang="kn-IN" sz="2400" b="1" dirty="0">
                <a:solidFill>
                  <a:prstClr val="black"/>
                </a:solidFill>
                <a:latin typeface="Arial" charset="0"/>
                <a:cs typeface="Tunga"/>
              </a:rPr>
              <a:t>ಆಶ್ಚರ್ಯವಚ್ಚೈನಮನ್ಯಃ ಶ್ರುಣೋತಿ</a:t>
            </a:r>
            <a:endParaRPr lang="en-CA" sz="2400" b="1" dirty="0">
              <a:solidFill>
                <a:prstClr val="black"/>
              </a:solidFill>
              <a:latin typeface="Arial" charset="0"/>
              <a:cs typeface="+mn-cs"/>
            </a:endParaRPr>
          </a:p>
          <a:p>
            <a:pPr marL="0" indent="0" algn="ctr" fontAlgn="base">
              <a:spcBef>
                <a:spcPct val="0"/>
              </a:spcBef>
              <a:spcAft>
                <a:spcPct val="0"/>
              </a:spcAft>
            </a:pPr>
            <a:r>
              <a:rPr lang="kn-IN" sz="2400" b="1" dirty="0">
                <a:solidFill>
                  <a:prstClr val="black"/>
                </a:solidFill>
                <a:latin typeface="Arial" charset="0"/>
                <a:cs typeface="Tunga"/>
              </a:rPr>
              <a:t>ಶ್ರುತ್ವಾಪ್ಯೇನಂ ವೇದ ನ ಚೈವ ಕಶ್ಚಿತ್ ||೨.೨೯</a:t>
            </a:r>
            <a:r>
              <a:rPr lang="kn-IN" sz="2400" b="1" dirty="0" smtClean="0">
                <a:solidFill>
                  <a:prstClr val="black"/>
                </a:solidFill>
                <a:latin typeface="Arial" charset="0"/>
                <a:cs typeface="Tunga"/>
              </a:rPr>
              <a:t>||</a:t>
            </a:r>
            <a:endParaRPr lang="en-US" sz="2400" b="1" dirty="0" smtClean="0">
              <a:solidFill>
                <a:prstClr val="black"/>
              </a:solidFill>
              <a:latin typeface="Arial" charset="0"/>
              <a:cs typeface="Tunga"/>
            </a:endParaRPr>
          </a:p>
          <a:p>
            <a:pPr marL="0" indent="0" algn="ctr" fontAlgn="base">
              <a:spcBef>
                <a:spcPct val="0"/>
              </a:spcBef>
              <a:spcAft>
                <a:spcPct val="0"/>
              </a:spcAft>
            </a:pPr>
            <a:endParaRPr lang="en-US" sz="1400" b="1" dirty="0" smtClean="0">
              <a:solidFill>
                <a:prstClr val="black"/>
              </a:solidFill>
              <a:latin typeface="Arial" charset="0"/>
              <a:cs typeface="Tunga"/>
            </a:endParaRPr>
          </a:p>
          <a:p>
            <a:pPr marL="0" indent="0" fontAlgn="base">
              <a:spcBef>
                <a:spcPct val="0"/>
              </a:spcBef>
              <a:spcAft>
                <a:spcPct val="0"/>
              </a:spcAft>
            </a:pPr>
            <a:r>
              <a:rPr lang="en-IN" sz="2800" dirty="0" smtClean="0">
                <a:solidFill>
                  <a:srgbClr val="000000"/>
                </a:solidFill>
                <a:latin typeface="Palatino Linotype" pitchFamily="18" charset="0"/>
              </a:rPr>
              <a:t>One sees This (the Self) as a wonder; another speaks of It as a wonder; another hears of It as a wonder; yet, having heard, none understands It at all.</a:t>
            </a:r>
          </a:p>
          <a:p>
            <a:pPr marL="0" indent="0" algn="ctr" fontAlgn="base">
              <a:spcBef>
                <a:spcPct val="0"/>
              </a:spcBef>
              <a:spcAft>
                <a:spcPct val="0"/>
              </a:spcAft>
            </a:pPr>
            <a:endParaRPr lang="en-CA" sz="2800" b="1" dirty="0">
              <a:solidFill>
                <a:prstClr val="black"/>
              </a:solidFill>
              <a:latin typeface="Arial" charset="0"/>
              <a:cs typeface="+mn-cs"/>
            </a:endParaRPr>
          </a:p>
        </p:txBody>
      </p:sp>
    </p:spTree>
    <p:extLst>
      <p:ext uri="{BB962C8B-B14F-4D97-AF65-F5344CB8AC3E}">
        <p14:creationId xmlns:p14="http://schemas.microsoft.com/office/powerpoint/2010/main" val="158897004"/>
      </p:ext>
    </p:extLst>
  </p:cSld>
  <p:clrMapOvr>
    <a:masterClrMapping/>
  </p:clrMapOvr>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2"/>
          <p:cNvSpPr txBox="1">
            <a:spLocks/>
          </p:cNvSpPr>
          <p:nvPr/>
        </p:nvSpPr>
        <p:spPr bwMode="auto">
          <a:xfrm>
            <a:off x="191344" y="332656"/>
            <a:ext cx="11881320" cy="6525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742950" indent="-742950">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marL="0" indent="0" algn="ctr" fontAlgn="base">
              <a:spcBef>
                <a:spcPct val="0"/>
              </a:spcBef>
              <a:spcAft>
                <a:spcPct val="0"/>
              </a:spcAft>
            </a:pPr>
            <a:r>
              <a:rPr lang="en-US" sz="4000" dirty="0">
                <a:solidFill>
                  <a:srgbClr val="000000"/>
                </a:solidFill>
                <a:latin typeface="Sanskrit 99" pitchFamily="2" charset="0"/>
                <a:cs typeface="+mn-cs"/>
              </a:rPr>
              <a:t>11, y&lt; </a:t>
            </a:r>
            <a:r>
              <a:rPr lang="en-US" sz="4000" dirty="0" err="1">
                <a:solidFill>
                  <a:srgbClr val="000000"/>
                </a:solidFill>
                <a:latin typeface="Sanskrit 99" pitchFamily="2" charset="0"/>
                <a:cs typeface="+mn-cs"/>
              </a:rPr>
              <a:t>lBXva</a:t>
            </a:r>
            <a:r>
              <a:rPr lang="en-US" sz="4000" dirty="0">
                <a:solidFill>
                  <a:srgbClr val="000000"/>
                </a:solidFill>
                <a:latin typeface="Sanskrit 99" pitchFamily="2" charset="0"/>
                <a:cs typeface="+mn-cs"/>
              </a:rPr>
              <a:t> </a:t>
            </a:r>
            <a:r>
              <a:rPr lang="en-US" sz="4000" dirty="0" err="1">
                <a:solidFill>
                  <a:srgbClr val="000000"/>
                </a:solidFill>
                <a:latin typeface="Sanskrit 99" pitchFamily="2" charset="0"/>
                <a:cs typeface="+mn-cs"/>
              </a:rPr>
              <a:t>capr</a:t>
            </a:r>
            <a:r>
              <a:rPr lang="en-US" sz="4000" dirty="0">
                <a:solidFill>
                  <a:srgbClr val="000000"/>
                </a:solidFill>
                <a:latin typeface="Sanskrit 99" pitchFamily="2" charset="0"/>
                <a:cs typeface="+mn-cs"/>
              </a:rPr>
              <a:t>&lt; </a:t>
            </a:r>
            <a:r>
              <a:rPr lang="en-US" sz="4000" dirty="0" err="1">
                <a:solidFill>
                  <a:srgbClr val="000000"/>
                </a:solidFill>
                <a:latin typeface="Sanskrit 99" pitchFamily="2" charset="0"/>
                <a:cs typeface="+mn-cs"/>
              </a:rPr>
              <a:t>laÉ</a:t>
            </a:r>
            <a:r>
              <a:rPr lang="en-US" sz="4000" dirty="0">
                <a:solidFill>
                  <a:srgbClr val="000000"/>
                </a:solidFill>
                <a:latin typeface="Sanskrit 99" pitchFamily="2" charset="0"/>
                <a:cs typeface="+mn-cs"/>
              </a:rPr>
              <a:t>&lt; </a:t>
            </a:r>
            <a:r>
              <a:rPr lang="en-US" sz="4000" dirty="0" err="1">
                <a:solidFill>
                  <a:srgbClr val="000000"/>
                </a:solidFill>
                <a:latin typeface="Sanskrit 99" pitchFamily="2" charset="0"/>
                <a:cs typeface="+mn-cs"/>
              </a:rPr>
              <a:t>mNyte</a:t>
            </a:r>
            <a:r>
              <a:rPr lang="en-US" sz="4000" dirty="0">
                <a:solidFill>
                  <a:srgbClr val="000000"/>
                </a:solidFill>
                <a:latin typeface="Sanskrit 99" pitchFamily="2" charset="0"/>
                <a:cs typeface="+mn-cs"/>
              </a:rPr>
              <a:t> </a:t>
            </a:r>
            <a:r>
              <a:rPr lang="en-US" sz="4000" dirty="0" err="1">
                <a:solidFill>
                  <a:srgbClr val="000000"/>
                </a:solidFill>
                <a:latin typeface="Sanskrit 99" pitchFamily="2" charset="0"/>
                <a:cs typeface="+mn-cs"/>
              </a:rPr>
              <a:t>naixk</a:t>
            </a:r>
            <a:r>
              <a:rPr lang="en-US" sz="4000" dirty="0">
                <a:solidFill>
                  <a:srgbClr val="000000"/>
                </a:solidFill>
                <a:latin typeface="Sanskrit 99" pitchFamily="2" charset="0"/>
                <a:cs typeface="+mn-cs"/>
              </a:rPr>
              <a:t>&lt; </a:t>
            </a:r>
            <a:r>
              <a:rPr lang="en-US" sz="4000" dirty="0" err="1">
                <a:solidFill>
                  <a:srgbClr val="000000"/>
                </a:solidFill>
                <a:latin typeface="Sanskrit 99" pitchFamily="2" charset="0"/>
                <a:cs typeface="+mn-cs"/>
              </a:rPr>
              <a:t>tt</a:t>
            </a:r>
            <a:r>
              <a:rPr lang="en-US" sz="4000" dirty="0">
                <a:solidFill>
                  <a:srgbClr val="000000"/>
                </a:solidFill>
                <a:latin typeface="Sanskrit 99" pitchFamily="2" charset="0"/>
                <a:cs typeface="+mn-cs"/>
              </a:rPr>
              <a:t>&gt;, </a:t>
            </a:r>
          </a:p>
          <a:p>
            <a:pPr marL="0" indent="0" algn="ctr" fontAlgn="base">
              <a:spcBef>
                <a:spcPct val="0"/>
              </a:spcBef>
              <a:spcAft>
                <a:spcPts val="1200"/>
              </a:spcAft>
            </a:pPr>
            <a:r>
              <a:rPr lang="en-US" sz="4000" dirty="0" err="1">
                <a:solidFill>
                  <a:srgbClr val="000000"/>
                </a:solidFill>
                <a:latin typeface="Sanskrit 99" pitchFamily="2" charset="0"/>
                <a:cs typeface="+mn-cs"/>
              </a:rPr>
              <a:t>yiSmiNSwtae</a:t>
            </a:r>
            <a:r>
              <a:rPr lang="en-US" sz="4000" dirty="0">
                <a:solidFill>
                  <a:srgbClr val="000000"/>
                </a:solidFill>
                <a:latin typeface="Sanskrit 99" pitchFamily="2" charset="0"/>
                <a:cs typeface="+mn-cs"/>
              </a:rPr>
              <a:t> n Ê&gt;</a:t>
            </a:r>
            <a:r>
              <a:rPr lang="en-US" sz="4000" dirty="0" err="1">
                <a:solidFill>
                  <a:srgbClr val="000000"/>
                </a:solidFill>
                <a:latin typeface="Sanskrit 99" pitchFamily="2" charset="0"/>
                <a:cs typeface="+mn-cs"/>
              </a:rPr>
              <a:t>oen</a:t>
            </a:r>
            <a:r>
              <a:rPr lang="en-US" sz="4000" dirty="0">
                <a:solidFill>
                  <a:srgbClr val="000000"/>
                </a:solidFill>
                <a:latin typeface="Sanskrit 99" pitchFamily="2" charset="0"/>
                <a:cs typeface="+mn-cs"/>
              </a:rPr>
              <a:t> </a:t>
            </a:r>
            <a:r>
              <a:rPr lang="en-US" sz="4000" dirty="0" err="1">
                <a:solidFill>
                  <a:srgbClr val="000000"/>
                </a:solidFill>
                <a:latin typeface="Sanskrit 99" pitchFamily="2" charset="0"/>
                <a:cs typeface="+mn-cs"/>
              </a:rPr>
              <a:t>gué</a:t>
            </a:r>
            <a:r>
              <a:rPr lang="en-US" sz="4000" dirty="0">
                <a:solidFill>
                  <a:srgbClr val="000000"/>
                </a:solidFill>
                <a:latin typeface="Sanskrit 99" pitchFamily="2" charset="0"/>
                <a:cs typeface="+mn-cs"/>
              </a:rPr>
              <a:t>[</a:t>
            </a:r>
            <a:r>
              <a:rPr lang="en-US" sz="4000" dirty="0" err="1">
                <a:solidFill>
                  <a:srgbClr val="000000"/>
                </a:solidFill>
                <a:latin typeface="Sanskrit 99" pitchFamily="2" charset="0"/>
                <a:cs typeface="+mn-cs"/>
              </a:rPr>
              <a:t>aip</a:t>
            </a:r>
            <a:r>
              <a:rPr lang="en-US" sz="4000" dirty="0">
                <a:solidFill>
                  <a:srgbClr val="000000"/>
                </a:solidFill>
                <a:latin typeface="Sanskrit 99" pitchFamily="2" charset="0"/>
                <a:cs typeface="+mn-cs"/>
              </a:rPr>
              <a:t> ivcaLyte</a:t>
            </a:r>
            <a:r>
              <a:rPr lang="en-US" sz="3600" dirty="0">
                <a:solidFill>
                  <a:srgbClr val="000000"/>
                </a:solidFill>
                <a:latin typeface="Sanskrit 99" pitchFamily="2" charset="0"/>
                <a:cs typeface="+mn-cs"/>
              </a:rPr>
              <a:t>.6-22.</a:t>
            </a:r>
          </a:p>
          <a:p>
            <a:pPr marL="0" indent="0" algn="ctr" fontAlgn="base">
              <a:spcBef>
                <a:spcPct val="0"/>
              </a:spcBef>
              <a:spcAft>
                <a:spcPct val="0"/>
              </a:spcAft>
            </a:pPr>
            <a:r>
              <a:rPr lang="en-US" sz="3200" dirty="0">
                <a:solidFill>
                  <a:srgbClr val="000000"/>
                </a:solidFill>
                <a:latin typeface="URW Palladio IT" pitchFamily="2" charset="0"/>
                <a:cs typeface="+mn-cs"/>
              </a:rPr>
              <a:t>11. </a:t>
            </a:r>
            <a:r>
              <a:rPr lang="en-US" sz="3200" dirty="0" err="1">
                <a:solidFill>
                  <a:srgbClr val="000000"/>
                </a:solidFill>
                <a:latin typeface="URW Palladio IT" pitchFamily="2" charset="0"/>
                <a:cs typeface="+mn-cs"/>
              </a:rPr>
              <a:t>Yaà</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labdhvä</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cäparaà</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läbhaà</a:t>
            </a:r>
            <a:endParaRPr lang="en-US" sz="3200" dirty="0">
              <a:solidFill>
                <a:srgbClr val="000000"/>
              </a:solidFill>
              <a:latin typeface="URW Palladio IT" pitchFamily="2" charset="0"/>
              <a:cs typeface="+mn-cs"/>
            </a:endParaRPr>
          </a:p>
          <a:p>
            <a:pPr marL="0" indent="0" algn="ctr" fontAlgn="base">
              <a:spcBef>
                <a:spcPct val="0"/>
              </a:spcBef>
              <a:spcAft>
                <a:spcPct val="0"/>
              </a:spcAft>
            </a:pPr>
            <a:r>
              <a:rPr lang="en-US" sz="3200" dirty="0" err="1">
                <a:solidFill>
                  <a:srgbClr val="000000"/>
                </a:solidFill>
                <a:latin typeface="URW Palladio IT" pitchFamily="2" charset="0"/>
                <a:cs typeface="+mn-cs"/>
              </a:rPr>
              <a:t>Manyate</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nädhikaà</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tataù</a:t>
            </a:r>
            <a:r>
              <a:rPr lang="en-US" sz="3200" dirty="0">
                <a:solidFill>
                  <a:srgbClr val="000000"/>
                </a:solidFill>
                <a:latin typeface="URW Palladio IT" pitchFamily="2" charset="0"/>
                <a:cs typeface="+mn-cs"/>
              </a:rPr>
              <a:t> |</a:t>
            </a:r>
          </a:p>
          <a:p>
            <a:pPr marL="0" indent="0" algn="ctr" fontAlgn="base">
              <a:spcBef>
                <a:spcPct val="0"/>
              </a:spcBef>
              <a:spcAft>
                <a:spcPct val="0"/>
              </a:spcAft>
            </a:pPr>
            <a:r>
              <a:rPr lang="en-US" sz="3200" dirty="0" err="1">
                <a:solidFill>
                  <a:srgbClr val="000000"/>
                </a:solidFill>
                <a:latin typeface="URW Palladio IT" pitchFamily="2" charset="0"/>
                <a:cs typeface="+mn-cs"/>
              </a:rPr>
              <a:t>Yasminsthito</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na</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duùkhena</a:t>
            </a:r>
            <a:endParaRPr lang="en-US" sz="3200" dirty="0">
              <a:solidFill>
                <a:srgbClr val="000000"/>
              </a:solidFill>
              <a:latin typeface="URW Palladio IT" pitchFamily="2" charset="0"/>
              <a:cs typeface="+mn-cs"/>
            </a:endParaRPr>
          </a:p>
          <a:p>
            <a:pPr marL="0" indent="0" algn="ctr" fontAlgn="base">
              <a:spcBef>
                <a:spcPct val="0"/>
              </a:spcBef>
              <a:spcAft>
                <a:spcPts val="1800"/>
              </a:spcAft>
            </a:pPr>
            <a:r>
              <a:rPr lang="en-US" sz="3200" dirty="0" err="1">
                <a:solidFill>
                  <a:srgbClr val="000000"/>
                </a:solidFill>
                <a:latin typeface="URW Palladio IT" pitchFamily="2" charset="0"/>
                <a:cs typeface="+mn-cs"/>
              </a:rPr>
              <a:t>Guruëäpi</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vicälyate</a:t>
            </a:r>
            <a:r>
              <a:rPr lang="en-US" sz="3200" dirty="0">
                <a:solidFill>
                  <a:srgbClr val="000000"/>
                </a:solidFill>
                <a:latin typeface="URW Palladio IT" pitchFamily="2" charset="0"/>
                <a:cs typeface="+mn-cs"/>
              </a:rPr>
              <a:t> ||6.22||</a:t>
            </a:r>
          </a:p>
          <a:p>
            <a:pPr marL="0" indent="0" algn="ctr" fontAlgn="base">
              <a:spcBef>
                <a:spcPct val="0"/>
              </a:spcBef>
              <a:spcAft>
                <a:spcPct val="0"/>
              </a:spcAft>
            </a:pPr>
            <a:r>
              <a:rPr lang="kn-IN" sz="3200" b="1" dirty="0">
                <a:solidFill>
                  <a:prstClr val="black"/>
                </a:solidFill>
                <a:latin typeface="Arial" charset="0"/>
                <a:cs typeface="Tunga"/>
              </a:rPr>
              <a:t>೧೧</a:t>
            </a:r>
            <a:r>
              <a:rPr lang="en-CA" sz="3200" b="1" dirty="0">
                <a:solidFill>
                  <a:prstClr val="black"/>
                </a:solidFill>
                <a:latin typeface="Arial" charset="0"/>
                <a:cs typeface="+mn-cs"/>
              </a:rPr>
              <a:t>. </a:t>
            </a:r>
            <a:r>
              <a:rPr lang="kn-IN" sz="3200" b="1" dirty="0">
                <a:solidFill>
                  <a:prstClr val="black"/>
                </a:solidFill>
                <a:latin typeface="Arial" charset="0"/>
                <a:cs typeface="Tunga"/>
              </a:rPr>
              <a:t>ಯಂ ಲಬ್ಧ್ವಾ ಚಾಪರಂ ಲಾಭಂ ಮನ್ಯತೇ ನಾಧಿಕಂ ತತಃ |</a:t>
            </a:r>
          </a:p>
          <a:p>
            <a:pPr marL="0" indent="0" algn="ctr" fontAlgn="base">
              <a:spcBef>
                <a:spcPct val="0"/>
              </a:spcBef>
              <a:spcAft>
                <a:spcPct val="0"/>
              </a:spcAft>
            </a:pPr>
            <a:r>
              <a:rPr lang="kn-IN" sz="3200" b="1" dirty="0">
                <a:solidFill>
                  <a:prstClr val="black"/>
                </a:solidFill>
                <a:latin typeface="Arial" charset="0"/>
                <a:cs typeface="Tunga"/>
              </a:rPr>
              <a:t>ಯಸ್ಮಿನ್ ಸ್ಥಿತೋ ನ ದುಃಖೇನ ಗುರುಣಾಪಿ ವಿಚಾಲ್ಯತೇ ||೬.೨೨||</a:t>
            </a:r>
            <a:endParaRPr lang="en-US" sz="3200" b="1" dirty="0">
              <a:solidFill>
                <a:prstClr val="black"/>
              </a:solidFill>
              <a:latin typeface="Arial" charset="0"/>
              <a:cs typeface="Tunga"/>
            </a:endParaRPr>
          </a:p>
          <a:p>
            <a:pPr marL="0" indent="0" algn="ctr" fontAlgn="base">
              <a:spcBef>
                <a:spcPct val="0"/>
              </a:spcBef>
              <a:spcAft>
                <a:spcPct val="0"/>
              </a:spcAft>
            </a:pPr>
            <a:endParaRPr lang="en-IN" sz="3200" dirty="0">
              <a:solidFill>
                <a:srgbClr val="000000"/>
              </a:solidFill>
              <a:latin typeface="Palatino Linotype" pitchFamily="18" charset="0"/>
            </a:endParaRPr>
          </a:p>
          <a:p>
            <a:pPr marL="0" indent="0" algn="ctr" fontAlgn="base">
              <a:spcBef>
                <a:spcPct val="0"/>
              </a:spcBef>
              <a:spcAft>
                <a:spcPct val="0"/>
              </a:spcAft>
            </a:pPr>
            <a:r>
              <a:rPr lang="en-IN" sz="3200" dirty="0">
                <a:solidFill>
                  <a:srgbClr val="000000"/>
                </a:solidFill>
                <a:latin typeface="Palatino Linotype" pitchFamily="18" charset="0"/>
              </a:rPr>
              <a:t>Which, having obtained, he thinks there is no other gain superior to it; wherein established, he is not moved even by heavy sorrow,</a:t>
            </a:r>
          </a:p>
          <a:p>
            <a:pPr marL="0" indent="0" algn="ctr" fontAlgn="base">
              <a:spcBef>
                <a:spcPct val="0"/>
              </a:spcBef>
              <a:spcAft>
                <a:spcPct val="0"/>
              </a:spcAft>
            </a:pPr>
            <a:endParaRPr lang="en-CA" sz="3200" b="1" dirty="0">
              <a:solidFill>
                <a:prstClr val="black"/>
              </a:solidFill>
              <a:latin typeface="Arial" charset="0"/>
              <a:cs typeface="+mn-cs"/>
            </a:endParaRPr>
          </a:p>
        </p:txBody>
      </p:sp>
    </p:spTree>
    <p:extLst>
      <p:ext uri="{BB962C8B-B14F-4D97-AF65-F5344CB8AC3E}">
        <p14:creationId xmlns:p14="http://schemas.microsoft.com/office/powerpoint/2010/main" val="749905726"/>
      </p:ext>
    </p:extLst>
  </p:cSld>
  <p:clrMapOvr>
    <a:masterClrMapping/>
  </p:clrMapOvr>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2"/>
          <p:cNvSpPr txBox="1">
            <a:spLocks/>
          </p:cNvSpPr>
          <p:nvPr/>
        </p:nvSpPr>
        <p:spPr bwMode="auto">
          <a:xfrm>
            <a:off x="119336" y="260648"/>
            <a:ext cx="11953328" cy="659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742950" indent="-742950">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marL="0" indent="0" algn="ctr" fontAlgn="base">
              <a:spcBef>
                <a:spcPct val="0"/>
              </a:spcBef>
              <a:spcAft>
                <a:spcPct val="0"/>
              </a:spcAft>
            </a:pPr>
            <a:r>
              <a:rPr lang="en-US" sz="4000" dirty="0">
                <a:solidFill>
                  <a:srgbClr val="000000"/>
                </a:solidFill>
                <a:latin typeface="Sanskrit 99" pitchFamily="2" charset="0"/>
                <a:cs typeface="+mn-cs"/>
              </a:rPr>
              <a:t>12, muKts¼ae=</a:t>
            </a:r>
            <a:r>
              <a:rPr lang="en-US" sz="4000" dirty="0" err="1">
                <a:solidFill>
                  <a:srgbClr val="000000"/>
                </a:solidFill>
                <a:latin typeface="Sanskrit 99" pitchFamily="2" charset="0"/>
                <a:cs typeface="+mn-cs"/>
              </a:rPr>
              <a:t>nh</a:t>
            </a:r>
            <a:r>
              <a:rPr lang="en-US" sz="4000" dirty="0">
                <a:solidFill>
                  <a:srgbClr val="000000"/>
                </a:solidFill>
                <a:latin typeface="Sanskrit 99" pitchFamily="2" charset="0"/>
                <a:cs typeface="+mn-cs"/>
              </a:rPr>
              <a:t>&lt;</a:t>
            </a:r>
            <a:r>
              <a:rPr lang="en-US" sz="4000" dirty="0" err="1">
                <a:solidFill>
                  <a:srgbClr val="000000"/>
                </a:solidFill>
                <a:latin typeface="Sanskrit 99" pitchFamily="2" charset="0"/>
                <a:cs typeface="+mn-cs"/>
              </a:rPr>
              <a:t>vadI</a:t>
            </a:r>
            <a:r>
              <a:rPr lang="en-US" sz="4000" dirty="0">
                <a:solidFill>
                  <a:srgbClr val="000000"/>
                </a:solidFill>
                <a:latin typeface="Sanskrit 99" pitchFamily="2" charset="0"/>
                <a:cs typeface="+mn-cs"/>
              </a:rPr>
              <a:t> </a:t>
            </a:r>
            <a:r>
              <a:rPr lang="en-US" sz="4000" dirty="0" err="1">
                <a:solidFill>
                  <a:srgbClr val="000000"/>
                </a:solidFill>
                <a:latin typeface="Sanskrit 99" pitchFamily="2" charset="0"/>
                <a:cs typeface="+mn-cs"/>
              </a:rPr>
              <a:t>x&amp;TyuTsahsmiNvt</a:t>
            </a:r>
            <a:r>
              <a:rPr lang="en-US" sz="4000" dirty="0">
                <a:solidFill>
                  <a:srgbClr val="000000"/>
                </a:solidFill>
                <a:latin typeface="Sanskrit 99" pitchFamily="2" charset="0"/>
                <a:cs typeface="+mn-cs"/>
              </a:rPr>
              <a:t>&gt;,</a:t>
            </a:r>
            <a:r>
              <a:rPr lang="en-US" sz="3600" dirty="0">
                <a:solidFill>
                  <a:srgbClr val="000000"/>
                </a:solidFill>
                <a:latin typeface="Sanskrit 99" pitchFamily="2" charset="0"/>
                <a:cs typeface="+mn-cs"/>
              </a:rPr>
              <a:t> </a:t>
            </a:r>
          </a:p>
          <a:p>
            <a:pPr marL="0" indent="0" algn="ctr" fontAlgn="base">
              <a:spcBef>
                <a:spcPct val="0"/>
              </a:spcBef>
              <a:spcAft>
                <a:spcPts val="1200"/>
              </a:spcAft>
            </a:pPr>
            <a:r>
              <a:rPr lang="en-US" sz="4000" dirty="0" err="1">
                <a:solidFill>
                  <a:srgbClr val="000000"/>
                </a:solidFill>
                <a:latin typeface="Sanskrit 99" pitchFamily="2" charset="0"/>
                <a:cs typeface="+mn-cs"/>
              </a:rPr>
              <a:t>isÏ</a:t>
            </a:r>
            <a:r>
              <a:rPr lang="en-US" sz="4000" dirty="0">
                <a:solidFill>
                  <a:srgbClr val="000000"/>
                </a:solidFill>
                <a:latin typeface="Sanskrit 99" pitchFamily="2" charset="0"/>
                <a:cs typeface="+mn-cs"/>
              </a:rPr>
              <a:t>(</a:t>
            </a:r>
            <a:r>
              <a:rPr lang="en-US" sz="4000" dirty="0" err="1">
                <a:solidFill>
                  <a:srgbClr val="000000"/>
                </a:solidFill>
                <a:latin typeface="Sanskrit 99" pitchFamily="2" charset="0"/>
                <a:cs typeface="+mn-cs"/>
              </a:rPr>
              <a:t>isÏ</a:t>
            </a:r>
            <a:r>
              <a:rPr lang="en-US" sz="4000" dirty="0">
                <a:solidFill>
                  <a:srgbClr val="000000"/>
                </a:solidFill>
                <a:latin typeface="Sanskrit 99" pitchFamily="2" charset="0"/>
                <a:cs typeface="+mn-cs"/>
              </a:rPr>
              <a:t>(</a:t>
            </a:r>
            <a:r>
              <a:rPr lang="en-US" sz="4000" dirty="0" err="1">
                <a:solidFill>
                  <a:srgbClr val="000000"/>
                </a:solidFill>
                <a:latin typeface="Sanskrit 99" pitchFamily="2" charset="0"/>
                <a:cs typeface="+mn-cs"/>
              </a:rPr>
              <a:t>aeinRivRkar</a:t>
            </a:r>
            <a:r>
              <a:rPr lang="en-US" sz="4000" dirty="0">
                <a:solidFill>
                  <a:srgbClr val="000000"/>
                </a:solidFill>
                <a:latin typeface="Sanskrit 99" pitchFamily="2" charset="0"/>
                <a:cs typeface="+mn-cs"/>
              </a:rPr>
              <a:t>&gt; </a:t>
            </a:r>
            <a:r>
              <a:rPr lang="en-US" sz="4000" dirty="0" err="1">
                <a:solidFill>
                  <a:srgbClr val="000000"/>
                </a:solidFill>
                <a:latin typeface="Sanskrit 99" pitchFamily="2" charset="0"/>
                <a:cs typeface="+mn-cs"/>
              </a:rPr>
              <a:t>ktaR</a:t>
            </a:r>
            <a:r>
              <a:rPr lang="en-US" sz="4000" dirty="0">
                <a:solidFill>
                  <a:srgbClr val="000000"/>
                </a:solidFill>
                <a:latin typeface="Sanskrit 99" pitchFamily="2" charset="0"/>
                <a:cs typeface="+mn-cs"/>
              </a:rPr>
              <a:t> </a:t>
            </a:r>
            <a:r>
              <a:rPr lang="en-US" sz="4000" dirty="0" err="1">
                <a:solidFill>
                  <a:srgbClr val="000000"/>
                </a:solidFill>
                <a:latin typeface="Sanskrit 99" pitchFamily="2" charset="0"/>
                <a:cs typeface="+mn-cs"/>
              </a:rPr>
              <a:t>saiÅvk</a:t>
            </a:r>
            <a:r>
              <a:rPr lang="en-US" sz="4000" dirty="0">
                <a:solidFill>
                  <a:srgbClr val="000000"/>
                </a:solidFill>
                <a:latin typeface="Sanskrit 99" pitchFamily="2" charset="0"/>
                <a:cs typeface="+mn-cs"/>
              </a:rPr>
              <a:t> %Cyte</a:t>
            </a:r>
            <a:r>
              <a:rPr lang="en-US" sz="2800" dirty="0">
                <a:solidFill>
                  <a:srgbClr val="000000"/>
                </a:solidFill>
                <a:latin typeface="Sanskrit 99" pitchFamily="2" charset="0"/>
                <a:cs typeface="+mn-cs"/>
              </a:rPr>
              <a:t>.18-26.</a:t>
            </a:r>
            <a:endParaRPr lang="en-US" sz="3600" dirty="0">
              <a:solidFill>
                <a:srgbClr val="000000"/>
              </a:solidFill>
              <a:latin typeface="Sanskrit 99" pitchFamily="2" charset="0"/>
              <a:cs typeface="+mn-cs"/>
            </a:endParaRPr>
          </a:p>
          <a:p>
            <a:pPr marL="0" indent="0" algn="ctr" fontAlgn="base">
              <a:spcBef>
                <a:spcPct val="0"/>
              </a:spcBef>
              <a:spcAft>
                <a:spcPct val="0"/>
              </a:spcAft>
            </a:pPr>
            <a:r>
              <a:rPr lang="en-US" sz="3200" dirty="0">
                <a:solidFill>
                  <a:srgbClr val="000000"/>
                </a:solidFill>
                <a:latin typeface="URW Palladio IT" pitchFamily="2" charset="0"/>
                <a:cs typeface="+mn-cs"/>
              </a:rPr>
              <a:t>12. </a:t>
            </a:r>
            <a:r>
              <a:rPr lang="en-US" sz="3200" dirty="0" err="1">
                <a:solidFill>
                  <a:srgbClr val="000000"/>
                </a:solidFill>
                <a:latin typeface="URW Palladio IT" pitchFamily="2" charset="0"/>
                <a:cs typeface="+mn-cs"/>
              </a:rPr>
              <a:t>Muktasaìgo'nahaàvädé</a:t>
            </a:r>
            <a:r>
              <a:rPr lang="en-US" sz="3200" dirty="0">
                <a:solidFill>
                  <a:srgbClr val="000000"/>
                </a:solidFill>
                <a:latin typeface="URW Palladio IT" pitchFamily="2" charset="0"/>
                <a:cs typeface="+mn-cs"/>
              </a:rPr>
              <a:t> </a:t>
            </a:r>
          </a:p>
          <a:p>
            <a:pPr marL="0" indent="0" algn="ctr" fontAlgn="base">
              <a:spcBef>
                <a:spcPct val="0"/>
              </a:spcBef>
              <a:spcAft>
                <a:spcPct val="0"/>
              </a:spcAft>
            </a:pPr>
            <a:r>
              <a:rPr lang="en-US" sz="3200" dirty="0" err="1">
                <a:solidFill>
                  <a:srgbClr val="000000"/>
                </a:solidFill>
                <a:latin typeface="URW Palladio IT" pitchFamily="2" charset="0"/>
                <a:cs typeface="+mn-cs"/>
              </a:rPr>
              <a:t>Dhåtyutsähasamanvitaù</a:t>
            </a:r>
            <a:r>
              <a:rPr lang="en-US" sz="3200" dirty="0">
                <a:solidFill>
                  <a:srgbClr val="000000"/>
                </a:solidFill>
                <a:latin typeface="URW Palladio IT" pitchFamily="2" charset="0"/>
                <a:cs typeface="+mn-cs"/>
              </a:rPr>
              <a:t> | </a:t>
            </a:r>
          </a:p>
          <a:p>
            <a:pPr marL="0" indent="0" algn="ctr" fontAlgn="base">
              <a:spcBef>
                <a:spcPct val="0"/>
              </a:spcBef>
              <a:spcAft>
                <a:spcPct val="0"/>
              </a:spcAft>
            </a:pPr>
            <a:r>
              <a:rPr lang="en-US" sz="3200" dirty="0" err="1">
                <a:solidFill>
                  <a:srgbClr val="000000"/>
                </a:solidFill>
                <a:latin typeface="URW Palladio IT" pitchFamily="2" charset="0"/>
                <a:cs typeface="+mn-cs"/>
              </a:rPr>
              <a:t>Siddhyasiddhyornirvikäraù</a:t>
            </a:r>
            <a:r>
              <a:rPr lang="en-US" sz="3200" dirty="0">
                <a:solidFill>
                  <a:srgbClr val="000000"/>
                </a:solidFill>
                <a:latin typeface="URW Palladio IT" pitchFamily="2" charset="0"/>
                <a:cs typeface="+mn-cs"/>
              </a:rPr>
              <a:t> </a:t>
            </a:r>
          </a:p>
          <a:p>
            <a:pPr marL="0" indent="0" algn="ctr" fontAlgn="base">
              <a:spcBef>
                <a:spcPct val="0"/>
              </a:spcBef>
              <a:spcAft>
                <a:spcPts val="1800"/>
              </a:spcAft>
            </a:pPr>
            <a:r>
              <a:rPr lang="en-US" sz="3200" dirty="0" err="1">
                <a:solidFill>
                  <a:srgbClr val="000000"/>
                </a:solidFill>
                <a:latin typeface="URW Palladio IT" pitchFamily="2" charset="0"/>
                <a:cs typeface="+mn-cs"/>
              </a:rPr>
              <a:t>Kartä</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sättvika</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ucyate</a:t>
            </a:r>
            <a:r>
              <a:rPr lang="en-US" sz="3200" dirty="0">
                <a:solidFill>
                  <a:srgbClr val="000000"/>
                </a:solidFill>
                <a:latin typeface="URW Palladio IT" pitchFamily="2" charset="0"/>
                <a:cs typeface="+mn-cs"/>
              </a:rPr>
              <a:t> ||18.26||</a:t>
            </a:r>
          </a:p>
          <a:p>
            <a:pPr marL="0" indent="0" algn="ctr" fontAlgn="base">
              <a:spcBef>
                <a:spcPct val="0"/>
              </a:spcBef>
              <a:spcAft>
                <a:spcPct val="0"/>
              </a:spcAft>
            </a:pPr>
            <a:r>
              <a:rPr lang="kn-IN" sz="2800" b="1" dirty="0">
                <a:solidFill>
                  <a:prstClr val="black"/>
                </a:solidFill>
                <a:latin typeface="Arial" charset="0"/>
                <a:cs typeface="Tunga"/>
              </a:rPr>
              <a:t>೧೨</a:t>
            </a:r>
            <a:r>
              <a:rPr lang="en-CA" sz="2800" b="1" dirty="0">
                <a:solidFill>
                  <a:prstClr val="black"/>
                </a:solidFill>
                <a:latin typeface="Arial" charset="0"/>
                <a:cs typeface="+mn-cs"/>
              </a:rPr>
              <a:t>. </a:t>
            </a:r>
            <a:r>
              <a:rPr lang="kn-IN" sz="2800" b="1" dirty="0">
                <a:solidFill>
                  <a:prstClr val="black"/>
                </a:solidFill>
                <a:latin typeface="Arial" charset="0"/>
                <a:cs typeface="Tunga"/>
              </a:rPr>
              <a:t>ಮುಕ್ತಸಂಗೋಽನಹಂವಾದೀ ಧೃತ್ಯುತ್ಸಾಹಸಮನ್ವಿತಃ |</a:t>
            </a:r>
          </a:p>
          <a:p>
            <a:pPr marL="0" indent="0" algn="ctr" fontAlgn="base">
              <a:spcBef>
                <a:spcPct val="0"/>
              </a:spcBef>
              <a:spcAft>
                <a:spcPct val="0"/>
              </a:spcAft>
            </a:pPr>
            <a:r>
              <a:rPr lang="kn-IN" sz="2800" b="1" dirty="0">
                <a:solidFill>
                  <a:prstClr val="black"/>
                </a:solidFill>
                <a:latin typeface="Arial" charset="0"/>
                <a:cs typeface="Tunga"/>
              </a:rPr>
              <a:t>ಸಿದ್ಧ್ಯಸಿದ್ಧ್ಯೋರ್ನಿರ್ವಿಕಾರಃ ಕರ್ತಾ ಸಾತ್ತ್ವಿಕ ಉಚ್ಯತೇ ||೧೮.೨೬||</a:t>
            </a:r>
            <a:endParaRPr lang="en-US" sz="2800" b="1" dirty="0">
              <a:solidFill>
                <a:prstClr val="black"/>
              </a:solidFill>
              <a:latin typeface="Arial" charset="0"/>
              <a:cs typeface="Tunga"/>
            </a:endParaRPr>
          </a:p>
          <a:p>
            <a:pPr marL="0" indent="0" algn="ctr" fontAlgn="base">
              <a:spcBef>
                <a:spcPct val="0"/>
              </a:spcBef>
              <a:spcAft>
                <a:spcPct val="0"/>
              </a:spcAft>
            </a:pPr>
            <a:endParaRPr lang="en-IN" sz="1400" dirty="0">
              <a:solidFill>
                <a:srgbClr val="000000"/>
              </a:solidFill>
              <a:latin typeface="Palatino Linotype" pitchFamily="18" charset="0"/>
            </a:endParaRPr>
          </a:p>
          <a:p>
            <a:pPr marL="0" indent="0" algn="ctr" fontAlgn="base">
              <a:spcBef>
                <a:spcPct val="0"/>
              </a:spcBef>
              <a:spcAft>
                <a:spcPct val="0"/>
              </a:spcAft>
            </a:pPr>
            <a:r>
              <a:rPr lang="en-IN" sz="3200" dirty="0">
                <a:solidFill>
                  <a:srgbClr val="000000"/>
                </a:solidFill>
                <a:latin typeface="Palatino Linotype" pitchFamily="18" charset="0"/>
              </a:rPr>
              <a:t>He who is free from attachment, non-egoistic, endowed with firmness and enthusiasm and unaffected by success or failure, is called </a:t>
            </a:r>
            <a:r>
              <a:rPr lang="en-IN" sz="3200" dirty="0" err="1">
                <a:solidFill>
                  <a:srgbClr val="000000"/>
                </a:solidFill>
                <a:latin typeface="Palatino Linotype" pitchFamily="18" charset="0"/>
              </a:rPr>
              <a:t>Sattwic</a:t>
            </a:r>
            <a:r>
              <a:rPr lang="en-IN" sz="3200" dirty="0">
                <a:solidFill>
                  <a:srgbClr val="000000"/>
                </a:solidFill>
                <a:latin typeface="Palatino Linotype" pitchFamily="18" charset="0"/>
              </a:rPr>
              <a:t>.</a:t>
            </a:r>
          </a:p>
          <a:p>
            <a:pPr marL="0" indent="0" algn="ctr" fontAlgn="base">
              <a:spcBef>
                <a:spcPct val="0"/>
              </a:spcBef>
              <a:spcAft>
                <a:spcPct val="0"/>
              </a:spcAft>
            </a:pPr>
            <a:endParaRPr lang="en-CA" sz="3200" b="1" dirty="0">
              <a:solidFill>
                <a:prstClr val="black"/>
              </a:solidFill>
              <a:latin typeface="Arial" charset="0"/>
              <a:cs typeface="+mn-cs"/>
            </a:endParaRPr>
          </a:p>
        </p:txBody>
      </p:sp>
    </p:spTree>
    <p:extLst>
      <p:ext uri="{BB962C8B-B14F-4D97-AF65-F5344CB8AC3E}">
        <p14:creationId xmlns:p14="http://schemas.microsoft.com/office/powerpoint/2010/main" val="2362392720"/>
      </p:ext>
    </p:extLst>
  </p:cSld>
  <p:clrMapOvr>
    <a:masterClrMapping/>
  </p:clrMapOvr>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2"/>
          <p:cNvSpPr txBox="1">
            <a:spLocks/>
          </p:cNvSpPr>
          <p:nvPr/>
        </p:nvSpPr>
        <p:spPr bwMode="auto">
          <a:xfrm>
            <a:off x="191344" y="260648"/>
            <a:ext cx="11809312" cy="659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742950" indent="-742950">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marL="0" indent="0" algn="ctr" fontAlgn="base">
              <a:spcBef>
                <a:spcPct val="0"/>
              </a:spcBef>
              <a:spcAft>
                <a:spcPct val="0"/>
              </a:spcAft>
            </a:pPr>
            <a:r>
              <a:rPr lang="en-US" sz="4000" dirty="0">
                <a:solidFill>
                  <a:srgbClr val="000000"/>
                </a:solidFill>
                <a:latin typeface="Sanskrit 99" pitchFamily="2" charset="0"/>
                <a:cs typeface="+mn-cs"/>
              </a:rPr>
              <a:t>13, </a:t>
            </a:r>
            <a:r>
              <a:rPr lang="en-US" sz="4000" dirty="0" err="1">
                <a:solidFill>
                  <a:srgbClr val="000000"/>
                </a:solidFill>
                <a:latin typeface="Sanskrit 99" pitchFamily="2" charset="0"/>
                <a:cs typeface="+mn-cs"/>
              </a:rPr>
              <a:t>miCcÄa</a:t>
            </a:r>
            <a:r>
              <a:rPr lang="en-US" sz="4000" dirty="0">
                <a:solidFill>
                  <a:srgbClr val="000000"/>
                </a:solidFill>
                <a:latin typeface="Sanskrit 99" pitchFamily="2" charset="0"/>
                <a:cs typeface="+mn-cs"/>
              </a:rPr>
              <a:t> </a:t>
            </a:r>
            <a:r>
              <a:rPr lang="en-US" sz="4000" dirty="0" err="1">
                <a:solidFill>
                  <a:srgbClr val="000000"/>
                </a:solidFill>
                <a:latin typeface="Sanskrit 99" pitchFamily="2" charset="0"/>
                <a:cs typeface="+mn-cs"/>
              </a:rPr>
              <a:t>mÌtàa</a:t>
            </a:r>
            <a:r>
              <a:rPr lang="en-US" sz="4000" dirty="0">
                <a:solidFill>
                  <a:srgbClr val="000000"/>
                </a:solidFill>
                <a:latin typeface="Sanskrit 99" pitchFamily="2" charset="0"/>
                <a:cs typeface="+mn-cs"/>
              </a:rPr>
              <a:t>[a&gt; </a:t>
            </a:r>
            <a:r>
              <a:rPr lang="en-US" sz="4000" dirty="0" err="1">
                <a:solidFill>
                  <a:srgbClr val="000000"/>
                </a:solidFill>
                <a:latin typeface="Sanskrit 99" pitchFamily="2" charset="0"/>
                <a:cs typeface="+mn-cs"/>
              </a:rPr>
              <a:t>baexyNt</a:t>
            </a:r>
            <a:r>
              <a:rPr lang="en-US" sz="4000" dirty="0">
                <a:solidFill>
                  <a:srgbClr val="000000"/>
                </a:solidFill>
                <a:latin typeface="Sanskrit 99" pitchFamily="2" charset="0"/>
                <a:cs typeface="+mn-cs"/>
              </a:rPr>
              <a:t>&gt; </a:t>
            </a:r>
            <a:r>
              <a:rPr lang="en-US" sz="4000" dirty="0" err="1">
                <a:solidFill>
                  <a:srgbClr val="000000"/>
                </a:solidFill>
                <a:latin typeface="Sanskrit 99" pitchFamily="2" charset="0"/>
                <a:cs typeface="+mn-cs"/>
              </a:rPr>
              <a:t>prSprm</a:t>
            </a:r>
            <a:r>
              <a:rPr lang="en-US" sz="4000" dirty="0">
                <a:solidFill>
                  <a:srgbClr val="000000"/>
                </a:solidFill>
                <a:latin typeface="Sanskrit 99" pitchFamily="2" charset="0"/>
                <a:cs typeface="+mn-cs"/>
              </a:rPr>
              <a:t>!, </a:t>
            </a:r>
          </a:p>
          <a:p>
            <a:pPr marL="0" indent="0" algn="ctr" fontAlgn="base">
              <a:spcBef>
                <a:spcPct val="0"/>
              </a:spcBef>
              <a:spcAft>
                <a:spcPts val="1200"/>
              </a:spcAft>
            </a:pPr>
            <a:r>
              <a:rPr lang="en-US" sz="4000" dirty="0" err="1">
                <a:solidFill>
                  <a:srgbClr val="000000"/>
                </a:solidFill>
                <a:latin typeface="Sanskrit 99" pitchFamily="2" charset="0"/>
                <a:cs typeface="+mn-cs"/>
              </a:rPr>
              <a:t>kwyNtí</a:t>
            </a:r>
            <a:r>
              <a:rPr lang="en-US" sz="4000" dirty="0">
                <a:solidFill>
                  <a:srgbClr val="000000"/>
                </a:solidFill>
                <a:latin typeface="Sanskrit 99" pitchFamily="2" charset="0"/>
                <a:cs typeface="+mn-cs"/>
              </a:rPr>
              <a:t> ma&lt; </a:t>
            </a:r>
            <a:r>
              <a:rPr lang="en-US" sz="4000" dirty="0" err="1">
                <a:solidFill>
                  <a:srgbClr val="000000"/>
                </a:solidFill>
                <a:latin typeface="Sanskrit 99" pitchFamily="2" charset="0"/>
                <a:cs typeface="+mn-cs"/>
              </a:rPr>
              <a:t>inTy</a:t>
            </a:r>
            <a:r>
              <a:rPr lang="en-US" sz="4000" dirty="0">
                <a:solidFill>
                  <a:srgbClr val="000000"/>
                </a:solidFill>
                <a:latin typeface="Sanskrit 99" pitchFamily="2" charset="0"/>
                <a:cs typeface="+mn-cs"/>
              </a:rPr>
              <a:t>&lt; </a:t>
            </a:r>
            <a:r>
              <a:rPr lang="en-US" sz="4000" dirty="0" err="1">
                <a:solidFill>
                  <a:srgbClr val="000000"/>
                </a:solidFill>
                <a:latin typeface="Sanskrit 99" pitchFamily="2" charset="0"/>
                <a:cs typeface="+mn-cs"/>
              </a:rPr>
              <a:t>tu:yiNt</a:t>
            </a:r>
            <a:r>
              <a:rPr lang="en-US" sz="4000" dirty="0">
                <a:solidFill>
                  <a:srgbClr val="000000"/>
                </a:solidFill>
                <a:latin typeface="Sanskrit 99" pitchFamily="2" charset="0"/>
                <a:cs typeface="+mn-cs"/>
              </a:rPr>
              <a:t> c </a:t>
            </a:r>
            <a:r>
              <a:rPr lang="en-US" sz="4000" dirty="0" err="1">
                <a:solidFill>
                  <a:srgbClr val="000000"/>
                </a:solidFill>
                <a:latin typeface="Sanskrit 99" pitchFamily="2" charset="0"/>
                <a:cs typeface="+mn-cs"/>
              </a:rPr>
              <a:t>rmiNt</a:t>
            </a:r>
            <a:r>
              <a:rPr lang="en-US" sz="4000" dirty="0">
                <a:solidFill>
                  <a:srgbClr val="000000"/>
                </a:solidFill>
                <a:latin typeface="Sanskrit 99" pitchFamily="2" charset="0"/>
                <a:cs typeface="+mn-cs"/>
              </a:rPr>
              <a:t> c</a:t>
            </a:r>
            <a:r>
              <a:rPr lang="en-US" sz="3600" dirty="0">
                <a:solidFill>
                  <a:srgbClr val="000000"/>
                </a:solidFill>
                <a:latin typeface="Sanskrit 99" pitchFamily="2" charset="0"/>
                <a:cs typeface="+mn-cs"/>
              </a:rPr>
              <a:t>.10-9.</a:t>
            </a:r>
          </a:p>
          <a:p>
            <a:pPr marL="0" indent="0" algn="ctr" fontAlgn="base">
              <a:spcBef>
                <a:spcPct val="0"/>
              </a:spcBef>
              <a:spcAft>
                <a:spcPct val="0"/>
              </a:spcAft>
            </a:pPr>
            <a:r>
              <a:rPr lang="en-US" sz="3200" dirty="0">
                <a:solidFill>
                  <a:srgbClr val="000000"/>
                </a:solidFill>
                <a:latin typeface="URW Palladio IT" pitchFamily="2" charset="0"/>
                <a:cs typeface="+mn-cs"/>
              </a:rPr>
              <a:t>13. </a:t>
            </a:r>
            <a:r>
              <a:rPr lang="en-US" sz="3200" dirty="0" err="1">
                <a:solidFill>
                  <a:srgbClr val="000000"/>
                </a:solidFill>
                <a:latin typeface="URW Palladio IT" pitchFamily="2" charset="0"/>
                <a:cs typeface="+mn-cs"/>
              </a:rPr>
              <a:t>Maccittä</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madgatapräëäù</a:t>
            </a:r>
            <a:r>
              <a:rPr lang="en-US" sz="3200" dirty="0">
                <a:solidFill>
                  <a:srgbClr val="000000"/>
                </a:solidFill>
                <a:latin typeface="URW Palladio IT" pitchFamily="2" charset="0"/>
                <a:cs typeface="+mn-cs"/>
              </a:rPr>
              <a:t> </a:t>
            </a:r>
          </a:p>
          <a:p>
            <a:pPr marL="0" indent="0" algn="ctr" fontAlgn="base">
              <a:spcBef>
                <a:spcPct val="0"/>
              </a:spcBef>
              <a:spcAft>
                <a:spcPct val="0"/>
              </a:spcAft>
            </a:pPr>
            <a:r>
              <a:rPr lang="en-US" sz="3200" dirty="0" err="1">
                <a:solidFill>
                  <a:srgbClr val="000000"/>
                </a:solidFill>
                <a:latin typeface="URW Palladio IT" pitchFamily="2" charset="0"/>
                <a:cs typeface="+mn-cs"/>
              </a:rPr>
              <a:t>Bodhayantaù</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parasparam</a:t>
            </a:r>
            <a:r>
              <a:rPr lang="en-US" sz="3200" dirty="0">
                <a:solidFill>
                  <a:srgbClr val="000000"/>
                </a:solidFill>
                <a:latin typeface="URW Palladio IT" pitchFamily="2" charset="0"/>
                <a:cs typeface="+mn-cs"/>
              </a:rPr>
              <a:t> | </a:t>
            </a:r>
          </a:p>
          <a:p>
            <a:pPr marL="0" indent="0" algn="ctr" fontAlgn="base">
              <a:spcBef>
                <a:spcPct val="0"/>
              </a:spcBef>
              <a:spcAft>
                <a:spcPct val="0"/>
              </a:spcAft>
            </a:pPr>
            <a:r>
              <a:rPr lang="en-US" sz="3200" dirty="0" err="1">
                <a:solidFill>
                  <a:srgbClr val="000000"/>
                </a:solidFill>
                <a:latin typeface="URW Palladio IT" pitchFamily="2" charset="0"/>
                <a:cs typeface="+mn-cs"/>
              </a:rPr>
              <a:t>Kathayantaçca</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mäà</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nityaà</a:t>
            </a:r>
            <a:r>
              <a:rPr lang="en-US" sz="3200" dirty="0">
                <a:solidFill>
                  <a:srgbClr val="000000"/>
                </a:solidFill>
                <a:latin typeface="URW Palladio IT" pitchFamily="2" charset="0"/>
                <a:cs typeface="+mn-cs"/>
              </a:rPr>
              <a:t> </a:t>
            </a:r>
          </a:p>
          <a:p>
            <a:pPr marL="0" indent="0" algn="ctr" fontAlgn="base">
              <a:spcBef>
                <a:spcPct val="0"/>
              </a:spcBef>
              <a:spcAft>
                <a:spcPts val="1800"/>
              </a:spcAft>
            </a:pPr>
            <a:r>
              <a:rPr lang="en-US" sz="3200" dirty="0" err="1">
                <a:solidFill>
                  <a:srgbClr val="000000"/>
                </a:solidFill>
                <a:latin typeface="URW Palladio IT" pitchFamily="2" charset="0"/>
                <a:cs typeface="+mn-cs"/>
              </a:rPr>
              <a:t>Tuñyanti</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ca</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ramanti</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ca</a:t>
            </a:r>
            <a:r>
              <a:rPr lang="en-US" sz="3200" dirty="0">
                <a:solidFill>
                  <a:srgbClr val="000000"/>
                </a:solidFill>
                <a:latin typeface="URW Palladio IT" pitchFamily="2" charset="0"/>
                <a:cs typeface="+mn-cs"/>
              </a:rPr>
              <a:t> ||10.9||</a:t>
            </a:r>
          </a:p>
          <a:p>
            <a:pPr marL="0" indent="0" algn="ctr" fontAlgn="base">
              <a:spcBef>
                <a:spcPct val="0"/>
              </a:spcBef>
              <a:spcAft>
                <a:spcPct val="0"/>
              </a:spcAft>
            </a:pPr>
            <a:r>
              <a:rPr lang="kn-IN" sz="3200" b="1" dirty="0">
                <a:solidFill>
                  <a:prstClr val="black"/>
                </a:solidFill>
                <a:latin typeface="Arial" charset="0"/>
                <a:cs typeface="Tunga"/>
              </a:rPr>
              <a:t>೧೩</a:t>
            </a:r>
            <a:r>
              <a:rPr lang="en-CA" sz="3200" b="1" dirty="0">
                <a:solidFill>
                  <a:prstClr val="black"/>
                </a:solidFill>
                <a:latin typeface="Arial" charset="0"/>
                <a:cs typeface="+mn-cs"/>
              </a:rPr>
              <a:t>. </a:t>
            </a:r>
            <a:r>
              <a:rPr lang="kn-IN" sz="3200" b="1" dirty="0">
                <a:solidFill>
                  <a:prstClr val="black"/>
                </a:solidFill>
                <a:latin typeface="Arial" charset="0"/>
                <a:cs typeface="Tunga"/>
              </a:rPr>
              <a:t>ಮಚ್ಚಿತಾ ಮದ್ಗತಪ್ರಾಣಾಃ ಬೋಧಯನ್ತಃ ಪರಸ್ಪರಮ್ |</a:t>
            </a:r>
          </a:p>
          <a:p>
            <a:pPr marL="0" indent="0" algn="ctr" fontAlgn="base">
              <a:spcBef>
                <a:spcPct val="0"/>
              </a:spcBef>
              <a:spcAft>
                <a:spcPct val="0"/>
              </a:spcAft>
            </a:pPr>
            <a:r>
              <a:rPr lang="kn-IN" sz="3200" b="1" dirty="0">
                <a:solidFill>
                  <a:prstClr val="black"/>
                </a:solidFill>
                <a:latin typeface="Arial" charset="0"/>
                <a:cs typeface="Tunga"/>
              </a:rPr>
              <a:t>ಕಥಯನ್ತಶ್ಚ ಮಾಂ ನಿತ್ಯಂ ತುಷ್ಯನ್ತಿ ಚ ರಮನ್ತಿ ಚ ||೧೦.೯||</a:t>
            </a:r>
            <a:endParaRPr lang="en-US" sz="3200" b="1" dirty="0">
              <a:solidFill>
                <a:prstClr val="black"/>
              </a:solidFill>
              <a:latin typeface="Arial" charset="0"/>
              <a:cs typeface="Tunga"/>
            </a:endParaRPr>
          </a:p>
          <a:p>
            <a:pPr marL="0" indent="0" algn="ctr" fontAlgn="base">
              <a:spcBef>
                <a:spcPct val="0"/>
              </a:spcBef>
              <a:spcAft>
                <a:spcPct val="0"/>
              </a:spcAft>
            </a:pPr>
            <a:endParaRPr lang="en-IN" sz="1400" dirty="0">
              <a:solidFill>
                <a:srgbClr val="000000"/>
              </a:solidFill>
              <a:latin typeface="Palatino Linotype" pitchFamily="18" charset="0"/>
            </a:endParaRPr>
          </a:p>
          <a:p>
            <a:pPr marL="0" indent="0" algn="ctr" fontAlgn="base">
              <a:spcBef>
                <a:spcPct val="0"/>
              </a:spcBef>
              <a:spcAft>
                <a:spcPct val="0"/>
              </a:spcAft>
            </a:pPr>
            <a:r>
              <a:rPr lang="en-IN" sz="3200" dirty="0">
                <a:solidFill>
                  <a:srgbClr val="000000"/>
                </a:solidFill>
                <a:latin typeface="Palatino Linotype" pitchFamily="18" charset="0"/>
              </a:rPr>
              <a:t>With their minds and lives entirely absorbed in Me, enlightening each other and always speaking of Me, they are satisfied and delighted.</a:t>
            </a:r>
          </a:p>
          <a:p>
            <a:pPr marL="0" indent="0" algn="ctr" fontAlgn="base">
              <a:spcBef>
                <a:spcPct val="0"/>
              </a:spcBef>
              <a:spcAft>
                <a:spcPct val="0"/>
              </a:spcAft>
            </a:pPr>
            <a:endParaRPr lang="en-CA" sz="3200" b="1" dirty="0">
              <a:solidFill>
                <a:prstClr val="black"/>
              </a:solidFill>
              <a:latin typeface="Arial" charset="0"/>
              <a:cs typeface="+mn-cs"/>
            </a:endParaRPr>
          </a:p>
        </p:txBody>
      </p:sp>
    </p:spTree>
    <p:extLst>
      <p:ext uri="{BB962C8B-B14F-4D97-AF65-F5344CB8AC3E}">
        <p14:creationId xmlns:p14="http://schemas.microsoft.com/office/powerpoint/2010/main" val="630780189"/>
      </p:ext>
    </p:extLst>
  </p:cSld>
  <p:clrMapOvr>
    <a:masterClrMapping/>
  </p:clrMapOvr>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2"/>
          <p:cNvSpPr txBox="1">
            <a:spLocks/>
          </p:cNvSpPr>
          <p:nvPr/>
        </p:nvSpPr>
        <p:spPr bwMode="auto">
          <a:xfrm>
            <a:off x="191344" y="332656"/>
            <a:ext cx="11809312" cy="6525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742950" indent="-742950">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marL="0" indent="0" algn="ctr" fontAlgn="base">
              <a:spcBef>
                <a:spcPct val="0"/>
              </a:spcBef>
              <a:spcAft>
                <a:spcPct val="0"/>
              </a:spcAft>
            </a:pPr>
            <a:r>
              <a:rPr lang="en-US" sz="4000" dirty="0">
                <a:solidFill>
                  <a:srgbClr val="000000"/>
                </a:solidFill>
                <a:latin typeface="Sanskrit 99" pitchFamily="2" charset="0"/>
                <a:cs typeface="+mn-cs"/>
              </a:rPr>
              <a:t>14, </a:t>
            </a:r>
            <a:r>
              <a:rPr lang="en-US" sz="4000" dirty="0" err="1">
                <a:solidFill>
                  <a:srgbClr val="000000"/>
                </a:solidFill>
                <a:latin typeface="Sanskrit 99" pitchFamily="2" charset="0"/>
                <a:cs typeface="+mn-cs"/>
              </a:rPr>
              <a:t>bøin</a:t>
            </a:r>
            <a:r>
              <a:rPr lang="en-US" sz="4000" dirty="0">
                <a:solidFill>
                  <a:srgbClr val="000000"/>
                </a:solidFill>
                <a:latin typeface="Sanskrit 99" pitchFamily="2" charset="0"/>
                <a:cs typeface="+mn-cs"/>
              </a:rPr>
              <a:t> me </a:t>
            </a:r>
            <a:r>
              <a:rPr lang="en-US" sz="4000" dirty="0" err="1">
                <a:solidFill>
                  <a:srgbClr val="000000"/>
                </a:solidFill>
                <a:latin typeface="Sanskrit 99" pitchFamily="2" charset="0"/>
                <a:cs typeface="+mn-cs"/>
              </a:rPr>
              <a:t>VytItain</a:t>
            </a:r>
            <a:r>
              <a:rPr lang="en-US" sz="4000" dirty="0">
                <a:solidFill>
                  <a:srgbClr val="000000"/>
                </a:solidFill>
                <a:latin typeface="Sanskrit 99" pitchFamily="2" charset="0"/>
                <a:cs typeface="+mn-cs"/>
              </a:rPr>
              <a:t> </a:t>
            </a:r>
            <a:r>
              <a:rPr lang="en-US" sz="4000" dirty="0" err="1">
                <a:solidFill>
                  <a:srgbClr val="000000"/>
                </a:solidFill>
                <a:latin typeface="Sanskrit 99" pitchFamily="2" charset="0"/>
                <a:cs typeface="+mn-cs"/>
              </a:rPr>
              <a:t>jNmain</a:t>
            </a:r>
            <a:r>
              <a:rPr lang="en-US" sz="4000" dirty="0">
                <a:solidFill>
                  <a:srgbClr val="000000"/>
                </a:solidFill>
                <a:latin typeface="Sanskrit 99" pitchFamily="2" charset="0"/>
                <a:cs typeface="+mn-cs"/>
              </a:rPr>
              <a:t> </a:t>
            </a:r>
            <a:r>
              <a:rPr lang="en-US" sz="4000" dirty="0" err="1">
                <a:solidFill>
                  <a:srgbClr val="000000"/>
                </a:solidFill>
                <a:latin typeface="Sanskrit 99" pitchFamily="2" charset="0"/>
                <a:cs typeface="+mn-cs"/>
              </a:rPr>
              <a:t>tv</a:t>
            </a:r>
            <a:r>
              <a:rPr lang="en-US" sz="4000" dirty="0">
                <a:solidFill>
                  <a:srgbClr val="000000"/>
                </a:solidFill>
                <a:latin typeface="Sanskrit 99" pitchFamily="2" charset="0"/>
                <a:cs typeface="+mn-cs"/>
              </a:rPr>
              <a:t> </a:t>
            </a:r>
            <a:r>
              <a:rPr lang="en-US" sz="4000" dirty="0" err="1">
                <a:solidFill>
                  <a:srgbClr val="000000"/>
                </a:solidFill>
                <a:latin typeface="Sanskrit 99" pitchFamily="2" charset="0"/>
                <a:cs typeface="+mn-cs"/>
              </a:rPr>
              <a:t>cajuRn</a:t>
            </a:r>
            <a:r>
              <a:rPr lang="en-US" sz="4000" dirty="0">
                <a:solidFill>
                  <a:srgbClr val="000000"/>
                </a:solidFill>
                <a:latin typeface="Sanskrit 99" pitchFamily="2" charset="0"/>
                <a:cs typeface="+mn-cs"/>
              </a:rPr>
              <a:t>, </a:t>
            </a:r>
          </a:p>
          <a:p>
            <a:pPr marL="0" indent="0" algn="ctr" fontAlgn="base">
              <a:spcBef>
                <a:spcPct val="0"/>
              </a:spcBef>
              <a:spcAft>
                <a:spcPts val="1200"/>
              </a:spcAft>
            </a:pPr>
            <a:r>
              <a:rPr lang="en-US" sz="4000" dirty="0" err="1">
                <a:solidFill>
                  <a:srgbClr val="000000"/>
                </a:solidFill>
                <a:latin typeface="Sanskrit 99" pitchFamily="2" charset="0"/>
                <a:cs typeface="+mn-cs"/>
              </a:rPr>
              <a:t>taNyh</a:t>
            </a:r>
            <a:r>
              <a:rPr lang="en-US" sz="4000" dirty="0">
                <a:solidFill>
                  <a:srgbClr val="000000"/>
                </a:solidFill>
                <a:latin typeface="Sanskrit 99" pitchFamily="2" charset="0"/>
                <a:cs typeface="+mn-cs"/>
              </a:rPr>
              <a:t>&lt; </a:t>
            </a:r>
            <a:r>
              <a:rPr lang="en-US" sz="4000" dirty="0" err="1">
                <a:solidFill>
                  <a:srgbClr val="000000"/>
                </a:solidFill>
                <a:latin typeface="Sanskrit 99" pitchFamily="2" charset="0"/>
                <a:cs typeface="+mn-cs"/>
              </a:rPr>
              <a:t>ved</a:t>
            </a:r>
            <a:r>
              <a:rPr lang="en-US" sz="4000" dirty="0">
                <a:solidFill>
                  <a:srgbClr val="000000"/>
                </a:solidFill>
                <a:latin typeface="Sanskrit 99" pitchFamily="2" charset="0"/>
                <a:cs typeface="+mn-cs"/>
              </a:rPr>
              <a:t> </a:t>
            </a:r>
            <a:r>
              <a:rPr lang="en-US" sz="4000" dirty="0" err="1">
                <a:solidFill>
                  <a:srgbClr val="000000"/>
                </a:solidFill>
                <a:latin typeface="Sanskrit 99" pitchFamily="2" charset="0"/>
                <a:cs typeface="+mn-cs"/>
              </a:rPr>
              <a:t>svaRi</a:t>
            </a:r>
            <a:r>
              <a:rPr lang="en-US" sz="4000" dirty="0">
                <a:solidFill>
                  <a:srgbClr val="000000"/>
                </a:solidFill>
                <a:latin typeface="Sanskrit 99" pitchFamily="2" charset="0"/>
                <a:cs typeface="+mn-cs"/>
              </a:rPr>
              <a:t>[ n </a:t>
            </a:r>
            <a:r>
              <a:rPr lang="en-US" sz="4000" dirty="0" err="1">
                <a:solidFill>
                  <a:srgbClr val="000000"/>
                </a:solidFill>
                <a:latin typeface="Sanskrit 99" pitchFamily="2" charset="0"/>
                <a:cs typeface="+mn-cs"/>
              </a:rPr>
              <a:t>Tv</a:t>
            </a:r>
            <a:r>
              <a:rPr lang="en-US" sz="4000" dirty="0">
                <a:solidFill>
                  <a:srgbClr val="000000"/>
                </a:solidFill>
                <a:latin typeface="Sanskrit 99" pitchFamily="2" charset="0"/>
                <a:cs typeface="+mn-cs"/>
              </a:rPr>
              <a:t>&lt; </a:t>
            </a:r>
            <a:r>
              <a:rPr lang="en-US" sz="4000" dirty="0" err="1">
                <a:solidFill>
                  <a:srgbClr val="000000"/>
                </a:solidFill>
                <a:latin typeface="Sanskrit 99" pitchFamily="2" charset="0"/>
                <a:cs typeface="+mn-cs"/>
              </a:rPr>
              <a:t>veTw</a:t>
            </a:r>
            <a:r>
              <a:rPr lang="en-US" sz="4000" dirty="0">
                <a:solidFill>
                  <a:srgbClr val="000000"/>
                </a:solidFill>
                <a:latin typeface="Sanskrit 99" pitchFamily="2" charset="0"/>
                <a:cs typeface="+mn-cs"/>
              </a:rPr>
              <a:t> prNtp.4-5.</a:t>
            </a:r>
          </a:p>
          <a:p>
            <a:pPr marL="0" indent="0" algn="ctr" fontAlgn="base">
              <a:spcBef>
                <a:spcPct val="0"/>
              </a:spcBef>
              <a:spcAft>
                <a:spcPct val="0"/>
              </a:spcAft>
            </a:pPr>
            <a:r>
              <a:rPr lang="en-US" sz="3200" dirty="0">
                <a:solidFill>
                  <a:srgbClr val="000000"/>
                </a:solidFill>
                <a:latin typeface="URW Palladio IT" pitchFamily="2" charset="0"/>
                <a:cs typeface="+mn-cs"/>
              </a:rPr>
              <a:t>14. </a:t>
            </a:r>
            <a:r>
              <a:rPr lang="en-US" sz="3200" dirty="0" err="1">
                <a:solidFill>
                  <a:srgbClr val="000000"/>
                </a:solidFill>
                <a:latin typeface="URW Palladio IT" pitchFamily="2" charset="0"/>
                <a:cs typeface="+mn-cs"/>
              </a:rPr>
              <a:t>Bahüni</a:t>
            </a:r>
            <a:r>
              <a:rPr lang="en-US" sz="3200" dirty="0">
                <a:solidFill>
                  <a:srgbClr val="000000"/>
                </a:solidFill>
                <a:latin typeface="URW Palladio IT" pitchFamily="2" charset="0"/>
                <a:cs typeface="+mn-cs"/>
              </a:rPr>
              <a:t> me </a:t>
            </a:r>
            <a:r>
              <a:rPr lang="en-US" sz="3200" dirty="0" err="1">
                <a:solidFill>
                  <a:srgbClr val="000000"/>
                </a:solidFill>
                <a:latin typeface="URW Palladio IT" pitchFamily="2" charset="0"/>
                <a:cs typeface="+mn-cs"/>
              </a:rPr>
              <a:t>vyatétäni</a:t>
            </a:r>
            <a:endParaRPr lang="en-US" sz="3200" dirty="0">
              <a:solidFill>
                <a:srgbClr val="000000"/>
              </a:solidFill>
              <a:latin typeface="URW Palladio IT" pitchFamily="2" charset="0"/>
              <a:cs typeface="+mn-cs"/>
            </a:endParaRPr>
          </a:p>
          <a:p>
            <a:pPr marL="0" indent="0" algn="ctr" fontAlgn="base">
              <a:spcBef>
                <a:spcPct val="0"/>
              </a:spcBef>
              <a:spcAft>
                <a:spcPct val="0"/>
              </a:spcAft>
            </a:pPr>
            <a:r>
              <a:rPr lang="en-US" sz="3200" dirty="0" err="1">
                <a:solidFill>
                  <a:srgbClr val="000000"/>
                </a:solidFill>
                <a:latin typeface="URW Palladio IT" pitchFamily="2" charset="0"/>
                <a:cs typeface="+mn-cs"/>
              </a:rPr>
              <a:t>Janmäni</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tava</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cärjuna</a:t>
            </a:r>
            <a:r>
              <a:rPr lang="en-US" sz="3200" dirty="0">
                <a:solidFill>
                  <a:srgbClr val="000000"/>
                </a:solidFill>
                <a:latin typeface="URW Palladio IT" pitchFamily="2" charset="0"/>
                <a:cs typeface="+mn-cs"/>
              </a:rPr>
              <a:t> | </a:t>
            </a:r>
          </a:p>
          <a:p>
            <a:pPr marL="0" indent="0" algn="ctr" fontAlgn="base">
              <a:spcBef>
                <a:spcPct val="0"/>
              </a:spcBef>
              <a:spcAft>
                <a:spcPct val="0"/>
              </a:spcAft>
            </a:pPr>
            <a:r>
              <a:rPr lang="en-US" sz="3200" dirty="0" err="1">
                <a:solidFill>
                  <a:srgbClr val="000000"/>
                </a:solidFill>
                <a:latin typeface="URW Palladio IT" pitchFamily="2" charset="0"/>
                <a:cs typeface="+mn-cs"/>
              </a:rPr>
              <a:t>Tänyahaà</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veda</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sarväëi</a:t>
            </a:r>
            <a:r>
              <a:rPr lang="en-US" sz="3200" dirty="0">
                <a:solidFill>
                  <a:srgbClr val="000000"/>
                </a:solidFill>
                <a:latin typeface="URW Palladio IT" pitchFamily="2" charset="0"/>
                <a:cs typeface="+mn-cs"/>
              </a:rPr>
              <a:t> </a:t>
            </a:r>
          </a:p>
          <a:p>
            <a:pPr marL="0" indent="0" algn="ctr" fontAlgn="base">
              <a:spcBef>
                <a:spcPct val="0"/>
              </a:spcBef>
              <a:spcAft>
                <a:spcPts val="1800"/>
              </a:spcAft>
            </a:pPr>
            <a:r>
              <a:rPr lang="en-US" sz="3200" dirty="0">
                <a:solidFill>
                  <a:srgbClr val="000000"/>
                </a:solidFill>
                <a:latin typeface="URW Palladio IT" pitchFamily="2" charset="0"/>
                <a:cs typeface="+mn-cs"/>
              </a:rPr>
              <a:t>Na </a:t>
            </a:r>
            <a:r>
              <a:rPr lang="en-US" sz="3200" dirty="0" err="1">
                <a:solidFill>
                  <a:srgbClr val="000000"/>
                </a:solidFill>
                <a:latin typeface="URW Palladio IT" pitchFamily="2" charset="0"/>
                <a:cs typeface="+mn-cs"/>
              </a:rPr>
              <a:t>tvaà</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vettha</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parantapa</a:t>
            </a:r>
            <a:r>
              <a:rPr lang="en-US" sz="3200" dirty="0">
                <a:solidFill>
                  <a:srgbClr val="000000"/>
                </a:solidFill>
                <a:latin typeface="URW Palladio IT" pitchFamily="2" charset="0"/>
                <a:cs typeface="+mn-cs"/>
              </a:rPr>
              <a:t> ||4.5||</a:t>
            </a:r>
            <a:endParaRPr lang="en-US" sz="2800" dirty="0">
              <a:solidFill>
                <a:srgbClr val="000000"/>
              </a:solidFill>
              <a:latin typeface="URW Palladio IT" pitchFamily="2" charset="0"/>
              <a:cs typeface="+mn-cs"/>
            </a:endParaRPr>
          </a:p>
          <a:p>
            <a:pPr marL="0" indent="0" algn="ctr" fontAlgn="base">
              <a:spcBef>
                <a:spcPct val="0"/>
              </a:spcBef>
              <a:spcAft>
                <a:spcPct val="0"/>
              </a:spcAft>
            </a:pPr>
            <a:r>
              <a:rPr lang="kn-IN" sz="3200" b="1" dirty="0">
                <a:solidFill>
                  <a:prstClr val="black"/>
                </a:solidFill>
                <a:latin typeface="Arial" charset="0"/>
                <a:cs typeface="Tunga"/>
              </a:rPr>
              <a:t>೧೪</a:t>
            </a:r>
            <a:r>
              <a:rPr lang="en-CA" sz="3200" b="1" dirty="0">
                <a:solidFill>
                  <a:prstClr val="black"/>
                </a:solidFill>
                <a:latin typeface="Arial" charset="0"/>
                <a:cs typeface="+mn-cs"/>
              </a:rPr>
              <a:t>. </a:t>
            </a:r>
            <a:r>
              <a:rPr lang="kn-IN" sz="3200" b="1" dirty="0">
                <a:solidFill>
                  <a:prstClr val="black"/>
                </a:solidFill>
                <a:latin typeface="Arial" charset="0"/>
                <a:cs typeface="Tunga"/>
              </a:rPr>
              <a:t>ಬಹೂನಿ ಮೇ ವ್ಯತೀತಾನಿ ಜನ್ಮಾನಿ ತವ ಚಾರ್ಜುನ |</a:t>
            </a:r>
          </a:p>
          <a:p>
            <a:pPr marL="0" indent="0" algn="ctr" fontAlgn="base">
              <a:spcBef>
                <a:spcPct val="0"/>
              </a:spcBef>
              <a:spcAft>
                <a:spcPct val="0"/>
              </a:spcAft>
            </a:pPr>
            <a:r>
              <a:rPr lang="kn-IN" sz="3200" b="1" dirty="0">
                <a:solidFill>
                  <a:prstClr val="black"/>
                </a:solidFill>
                <a:latin typeface="Arial" charset="0"/>
                <a:cs typeface="Tunga"/>
              </a:rPr>
              <a:t>ತಾನ್ಯಹಂ ವೇದ ಸರ್ವಾಣಿ ನ ತ್ವಂ ವೇತ್ಥ ಪರಂತಪ ||೪.೫||</a:t>
            </a:r>
            <a:endParaRPr lang="en-US" sz="3200" b="1" dirty="0">
              <a:solidFill>
                <a:prstClr val="black"/>
              </a:solidFill>
              <a:latin typeface="Arial" charset="0"/>
              <a:cs typeface="Tunga"/>
            </a:endParaRPr>
          </a:p>
          <a:p>
            <a:pPr marL="0" indent="0" algn="ctr" fontAlgn="base">
              <a:spcBef>
                <a:spcPct val="0"/>
              </a:spcBef>
              <a:spcAft>
                <a:spcPct val="0"/>
              </a:spcAft>
            </a:pPr>
            <a:endParaRPr lang="en-IN" sz="1400" dirty="0">
              <a:solidFill>
                <a:srgbClr val="000000"/>
              </a:solidFill>
              <a:latin typeface="Palatino Linotype" pitchFamily="18" charset="0"/>
            </a:endParaRPr>
          </a:p>
          <a:p>
            <a:pPr marL="0" indent="0" algn="ctr" fontAlgn="base">
              <a:spcBef>
                <a:spcPct val="0"/>
              </a:spcBef>
              <a:spcAft>
                <a:spcPct val="0"/>
              </a:spcAft>
            </a:pPr>
            <a:r>
              <a:rPr lang="en-IN" sz="3200" dirty="0">
                <a:solidFill>
                  <a:srgbClr val="000000"/>
                </a:solidFill>
                <a:latin typeface="Palatino Linotype" pitchFamily="18" charset="0"/>
              </a:rPr>
              <a:t>Many births of Mine have passed, as well as of </a:t>
            </a:r>
            <a:r>
              <a:rPr lang="en-IN" sz="3200" dirty="0" err="1">
                <a:solidFill>
                  <a:srgbClr val="000000"/>
                </a:solidFill>
                <a:latin typeface="Palatino Linotype" pitchFamily="18" charset="0"/>
              </a:rPr>
              <a:t>thine</a:t>
            </a:r>
            <a:r>
              <a:rPr lang="en-IN" sz="3200" dirty="0">
                <a:solidFill>
                  <a:srgbClr val="000000"/>
                </a:solidFill>
                <a:latin typeface="Palatino Linotype" pitchFamily="18" charset="0"/>
              </a:rPr>
              <a:t>, O </a:t>
            </a:r>
            <a:r>
              <a:rPr lang="en-IN" sz="3200" dirty="0" err="1">
                <a:solidFill>
                  <a:srgbClr val="000000"/>
                </a:solidFill>
                <a:latin typeface="Palatino Linotype" pitchFamily="18" charset="0"/>
              </a:rPr>
              <a:t>Arjuna</a:t>
            </a:r>
            <a:r>
              <a:rPr lang="en-IN" sz="3200" dirty="0">
                <a:solidFill>
                  <a:srgbClr val="000000"/>
                </a:solidFill>
                <a:latin typeface="Palatino Linotype" pitchFamily="18" charset="0"/>
              </a:rPr>
              <a:t>!   I know them all but thou </a:t>
            </a:r>
            <a:r>
              <a:rPr lang="en-IN" sz="3200" dirty="0" err="1">
                <a:solidFill>
                  <a:srgbClr val="000000"/>
                </a:solidFill>
                <a:latin typeface="Palatino Linotype" pitchFamily="18" charset="0"/>
              </a:rPr>
              <a:t>knowest</a:t>
            </a:r>
            <a:r>
              <a:rPr lang="en-IN" sz="3200" dirty="0">
                <a:solidFill>
                  <a:srgbClr val="000000"/>
                </a:solidFill>
                <a:latin typeface="Palatino Linotype" pitchFamily="18" charset="0"/>
              </a:rPr>
              <a:t> not, O </a:t>
            </a:r>
            <a:r>
              <a:rPr lang="en-IN" sz="3200" dirty="0" err="1">
                <a:solidFill>
                  <a:srgbClr val="000000"/>
                </a:solidFill>
                <a:latin typeface="Palatino Linotype" pitchFamily="18" charset="0"/>
              </a:rPr>
              <a:t>Parantapa</a:t>
            </a:r>
            <a:r>
              <a:rPr lang="en-IN" sz="3200" dirty="0">
                <a:solidFill>
                  <a:srgbClr val="000000"/>
                </a:solidFill>
                <a:latin typeface="Palatino Linotype" pitchFamily="18" charset="0"/>
              </a:rPr>
              <a:t>!</a:t>
            </a:r>
          </a:p>
          <a:p>
            <a:pPr marL="0" indent="0" algn="ctr" fontAlgn="base">
              <a:spcBef>
                <a:spcPct val="0"/>
              </a:spcBef>
              <a:spcAft>
                <a:spcPct val="0"/>
              </a:spcAft>
            </a:pPr>
            <a:endParaRPr lang="en-CA" sz="3200" b="1" dirty="0">
              <a:solidFill>
                <a:prstClr val="black"/>
              </a:solidFill>
              <a:latin typeface="Arial" charset="0"/>
              <a:cs typeface="+mn-cs"/>
            </a:endParaRPr>
          </a:p>
        </p:txBody>
      </p:sp>
    </p:spTree>
    <p:extLst>
      <p:ext uri="{BB962C8B-B14F-4D97-AF65-F5344CB8AC3E}">
        <p14:creationId xmlns:p14="http://schemas.microsoft.com/office/powerpoint/2010/main" val="2177112062"/>
      </p:ext>
    </p:extLst>
  </p:cSld>
  <p:clrMapOvr>
    <a:masterClrMapping/>
  </p:clrMapOvr>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2"/>
          <p:cNvSpPr txBox="1">
            <a:spLocks/>
          </p:cNvSpPr>
          <p:nvPr/>
        </p:nvSpPr>
        <p:spPr bwMode="auto">
          <a:xfrm>
            <a:off x="191344" y="332656"/>
            <a:ext cx="11809312" cy="6525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742950" indent="-742950">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marL="0" indent="0" algn="ctr" fontAlgn="base">
              <a:spcBef>
                <a:spcPct val="0"/>
              </a:spcBef>
              <a:spcAft>
                <a:spcPct val="0"/>
              </a:spcAft>
            </a:pPr>
            <a:r>
              <a:rPr lang="en-US" sz="3600" dirty="0">
                <a:solidFill>
                  <a:srgbClr val="000000"/>
                </a:solidFill>
                <a:latin typeface="Sanskrit 99" pitchFamily="2" charset="0"/>
                <a:cs typeface="+mn-cs"/>
              </a:rPr>
              <a:t>15, </a:t>
            </a:r>
            <a:r>
              <a:rPr lang="en-US" sz="3600" dirty="0" err="1">
                <a:solidFill>
                  <a:srgbClr val="000000"/>
                </a:solidFill>
                <a:latin typeface="Sanskrit 99" pitchFamily="2" charset="0"/>
                <a:cs typeface="+mn-cs"/>
              </a:rPr>
              <a:t>ySy</a:t>
            </a:r>
            <a:r>
              <a:rPr lang="en-US" sz="3600" dirty="0">
                <a:solidFill>
                  <a:srgbClr val="000000"/>
                </a:solidFill>
                <a:latin typeface="Sanskrit 99" pitchFamily="2" charset="0"/>
                <a:cs typeface="+mn-cs"/>
              </a:rPr>
              <a:t> </a:t>
            </a:r>
            <a:r>
              <a:rPr lang="en-US" sz="3600" dirty="0" err="1">
                <a:solidFill>
                  <a:srgbClr val="000000"/>
                </a:solidFill>
                <a:latin typeface="Sanskrit 99" pitchFamily="2" charset="0"/>
                <a:cs typeface="+mn-cs"/>
              </a:rPr>
              <a:t>nah»¯tae</a:t>
            </a:r>
            <a:r>
              <a:rPr lang="en-US" sz="3600" dirty="0">
                <a:solidFill>
                  <a:srgbClr val="000000"/>
                </a:solidFill>
                <a:latin typeface="Sanskrit 99" pitchFamily="2" charset="0"/>
                <a:cs typeface="+mn-cs"/>
              </a:rPr>
              <a:t> </a:t>
            </a:r>
            <a:r>
              <a:rPr lang="en-US" sz="3600" dirty="0" err="1">
                <a:solidFill>
                  <a:srgbClr val="000000"/>
                </a:solidFill>
                <a:latin typeface="Sanskrit 99" pitchFamily="2" charset="0"/>
                <a:cs typeface="+mn-cs"/>
              </a:rPr>
              <a:t>Éav</a:t>
            </a:r>
            <a:r>
              <a:rPr lang="en-US" sz="3600" dirty="0">
                <a:solidFill>
                  <a:srgbClr val="000000"/>
                </a:solidFill>
                <a:latin typeface="Sanskrit 99" pitchFamily="2" charset="0"/>
                <a:cs typeface="+mn-cs"/>
              </a:rPr>
              <a:t>&gt; </a:t>
            </a:r>
            <a:r>
              <a:rPr lang="en-US" sz="3600" dirty="0" err="1">
                <a:solidFill>
                  <a:srgbClr val="000000"/>
                </a:solidFill>
                <a:latin typeface="Sanskrit 99" pitchFamily="2" charset="0"/>
                <a:cs typeface="+mn-cs"/>
              </a:rPr>
              <a:t>buiÏyRSy</a:t>
            </a:r>
            <a:r>
              <a:rPr lang="en-US" sz="3600" dirty="0">
                <a:solidFill>
                  <a:srgbClr val="000000"/>
                </a:solidFill>
                <a:latin typeface="Sanskrit 99" pitchFamily="2" charset="0"/>
                <a:cs typeface="+mn-cs"/>
              </a:rPr>
              <a:t> n </a:t>
            </a:r>
            <a:r>
              <a:rPr lang="en-US" sz="3600" dirty="0" err="1">
                <a:solidFill>
                  <a:srgbClr val="000000"/>
                </a:solidFill>
                <a:latin typeface="Sanskrit 99" pitchFamily="2" charset="0"/>
                <a:cs typeface="+mn-cs"/>
              </a:rPr>
              <a:t>ilPyte</a:t>
            </a:r>
            <a:r>
              <a:rPr lang="en-US" sz="3600" dirty="0">
                <a:solidFill>
                  <a:srgbClr val="000000"/>
                </a:solidFill>
                <a:latin typeface="Sanskrit 99" pitchFamily="2" charset="0"/>
                <a:cs typeface="+mn-cs"/>
              </a:rPr>
              <a:t>, </a:t>
            </a:r>
          </a:p>
          <a:p>
            <a:pPr marL="0" indent="0" algn="ctr" fontAlgn="base">
              <a:spcBef>
                <a:spcPct val="0"/>
              </a:spcBef>
              <a:spcAft>
                <a:spcPts val="1200"/>
              </a:spcAft>
            </a:pPr>
            <a:r>
              <a:rPr lang="en-US" sz="3600" dirty="0" err="1">
                <a:solidFill>
                  <a:srgbClr val="000000"/>
                </a:solidFill>
                <a:latin typeface="Sanskrit 99" pitchFamily="2" charset="0"/>
                <a:cs typeface="+mn-cs"/>
              </a:rPr>
              <a:t>hTva</a:t>
            </a:r>
            <a:r>
              <a:rPr lang="en-US" sz="3600" dirty="0">
                <a:solidFill>
                  <a:srgbClr val="000000"/>
                </a:solidFill>
                <a:latin typeface="Sanskrit 99" pitchFamily="2" charset="0"/>
                <a:cs typeface="+mn-cs"/>
              </a:rPr>
              <a:t>=</a:t>
            </a:r>
            <a:r>
              <a:rPr lang="en-US" sz="3600" dirty="0" err="1">
                <a:solidFill>
                  <a:srgbClr val="000000"/>
                </a:solidFill>
                <a:latin typeface="Sanskrit 99" pitchFamily="2" charset="0"/>
                <a:cs typeface="+mn-cs"/>
              </a:rPr>
              <a:t>ip</a:t>
            </a:r>
            <a:r>
              <a:rPr lang="en-US" sz="3600" dirty="0">
                <a:solidFill>
                  <a:srgbClr val="000000"/>
                </a:solidFill>
                <a:latin typeface="Sanskrit 99" pitchFamily="2" charset="0"/>
                <a:cs typeface="+mn-cs"/>
              </a:rPr>
              <a:t> s #ma~‘</a:t>
            </a:r>
            <a:r>
              <a:rPr lang="en-US" sz="3600" dirty="0" err="1">
                <a:solidFill>
                  <a:srgbClr val="000000"/>
                </a:solidFill>
                <a:latin typeface="Sanskrit 99" pitchFamily="2" charset="0"/>
                <a:cs typeface="+mn-cs"/>
              </a:rPr>
              <a:t>aekan</a:t>
            </a:r>
            <a:r>
              <a:rPr lang="en-US" sz="3600" dirty="0">
                <a:solidFill>
                  <a:srgbClr val="000000"/>
                </a:solidFill>
                <a:latin typeface="Sanskrit 99" pitchFamily="2" charset="0"/>
                <a:cs typeface="+mn-cs"/>
              </a:rPr>
              <a:t>! n </a:t>
            </a:r>
            <a:r>
              <a:rPr lang="en-US" sz="3600" dirty="0" err="1">
                <a:solidFill>
                  <a:srgbClr val="000000"/>
                </a:solidFill>
                <a:latin typeface="Sanskrit 99" pitchFamily="2" charset="0"/>
                <a:cs typeface="+mn-cs"/>
              </a:rPr>
              <a:t>hiNt</a:t>
            </a:r>
            <a:r>
              <a:rPr lang="en-US" sz="3600" dirty="0">
                <a:solidFill>
                  <a:srgbClr val="000000"/>
                </a:solidFill>
                <a:latin typeface="Sanskrit 99" pitchFamily="2" charset="0"/>
                <a:cs typeface="+mn-cs"/>
              </a:rPr>
              <a:t> n inbXyte.18-17.</a:t>
            </a:r>
          </a:p>
          <a:p>
            <a:pPr marL="0" indent="0" algn="ctr" fontAlgn="base">
              <a:spcBef>
                <a:spcPct val="0"/>
              </a:spcBef>
              <a:spcAft>
                <a:spcPct val="0"/>
              </a:spcAft>
            </a:pPr>
            <a:r>
              <a:rPr lang="en-US" sz="3000" dirty="0">
                <a:solidFill>
                  <a:srgbClr val="000000"/>
                </a:solidFill>
                <a:latin typeface="URW Palladio IT" pitchFamily="2" charset="0"/>
                <a:cs typeface="+mn-cs"/>
              </a:rPr>
              <a:t>15. </a:t>
            </a:r>
            <a:r>
              <a:rPr lang="en-US" sz="3000" dirty="0" err="1">
                <a:solidFill>
                  <a:srgbClr val="000000"/>
                </a:solidFill>
                <a:latin typeface="URW Palladio IT" pitchFamily="2" charset="0"/>
                <a:cs typeface="+mn-cs"/>
              </a:rPr>
              <a:t>Yasya</a:t>
            </a:r>
            <a:r>
              <a:rPr lang="en-US" sz="3000" dirty="0">
                <a:solidFill>
                  <a:srgbClr val="000000"/>
                </a:solidFill>
                <a:latin typeface="URW Palladio IT" pitchFamily="2" charset="0"/>
                <a:cs typeface="+mn-cs"/>
              </a:rPr>
              <a:t> </a:t>
            </a:r>
            <a:r>
              <a:rPr lang="en-US" sz="3000" dirty="0" err="1">
                <a:solidFill>
                  <a:srgbClr val="000000"/>
                </a:solidFill>
                <a:latin typeface="URW Palladio IT" pitchFamily="2" charset="0"/>
                <a:cs typeface="+mn-cs"/>
              </a:rPr>
              <a:t>nähaìkåto</a:t>
            </a:r>
            <a:r>
              <a:rPr lang="en-US" sz="3000" dirty="0">
                <a:solidFill>
                  <a:srgbClr val="000000"/>
                </a:solidFill>
                <a:latin typeface="URW Palladio IT" pitchFamily="2" charset="0"/>
                <a:cs typeface="+mn-cs"/>
              </a:rPr>
              <a:t> </a:t>
            </a:r>
            <a:r>
              <a:rPr lang="en-US" sz="3000" dirty="0" err="1">
                <a:solidFill>
                  <a:srgbClr val="000000"/>
                </a:solidFill>
                <a:latin typeface="URW Palladio IT" pitchFamily="2" charset="0"/>
                <a:cs typeface="+mn-cs"/>
              </a:rPr>
              <a:t>bhävaù</a:t>
            </a:r>
            <a:endParaRPr lang="en-US" sz="3000" dirty="0">
              <a:solidFill>
                <a:srgbClr val="000000"/>
              </a:solidFill>
              <a:latin typeface="URW Palladio IT" pitchFamily="2" charset="0"/>
              <a:cs typeface="+mn-cs"/>
            </a:endParaRPr>
          </a:p>
          <a:p>
            <a:pPr marL="0" indent="0" algn="ctr" fontAlgn="base">
              <a:spcBef>
                <a:spcPct val="0"/>
              </a:spcBef>
              <a:spcAft>
                <a:spcPct val="0"/>
              </a:spcAft>
            </a:pPr>
            <a:r>
              <a:rPr lang="en-US" sz="3000" dirty="0" err="1">
                <a:solidFill>
                  <a:srgbClr val="000000"/>
                </a:solidFill>
                <a:latin typeface="URW Palladio IT" pitchFamily="2" charset="0"/>
                <a:cs typeface="+mn-cs"/>
              </a:rPr>
              <a:t>Buddhiryasya</a:t>
            </a:r>
            <a:r>
              <a:rPr lang="en-US" sz="3000" dirty="0">
                <a:solidFill>
                  <a:srgbClr val="000000"/>
                </a:solidFill>
                <a:latin typeface="URW Palladio IT" pitchFamily="2" charset="0"/>
                <a:cs typeface="+mn-cs"/>
              </a:rPr>
              <a:t> </a:t>
            </a:r>
            <a:r>
              <a:rPr lang="en-US" sz="3000" dirty="0" err="1">
                <a:solidFill>
                  <a:srgbClr val="000000"/>
                </a:solidFill>
                <a:latin typeface="URW Palladio IT" pitchFamily="2" charset="0"/>
                <a:cs typeface="+mn-cs"/>
              </a:rPr>
              <a:t>na</a:t>
            </a:r>
            <a:r>
              <a:rPr lang="en-US" sz="3000" dirty="0">
                <a:solidFill>
                  <a:srgbClr val="000000"/>
                </a:solidFill>
                <a:latin typeface="URW Palladio IT" pitchFamily="2" charset="0"/>
                <a:cs typeface="+mn-cs"/>
              </a:rPr>
              <a:t> </a:t>
            </a:r>
            <a:r>
              <a:rPr lang="en-US" sz="3000" dirty="0" err="1">
                <a:solidFill>
                  <a:srgbClr val="000000"/>
                </a:solidFill>
                <a:latin typeface="URW Palladio IT" pitchFamily="2" charset="0"/>
                <a:cs typeface="+mn-cs"/>
              </a:rPr>
              <a:t>lipyate</a:t>
            </a:r>
            <a:r>
              <a:rPr lang="en-US" sz="3000" dirty="0">
                <a:solidFill>
                  <a:srgbClr val="000000"/>
                </a:solidFill>
                <a:latin typeface="URW Palladio IT" pitchFamily="2" charset="0"/>
                <a:cs typeface="+mn-cs"/>
              </a:rPr>
              <a:t> | </a:t>
            </a:r>
          </a:p>
          <a:p>
            <a:pPr marL="0" indent="0" algn="ctr" fontAlgn="base">
              <a:spcBef>
                <a:spcPct val="0"/>
              </a:spcBef>
              <a:spcAft>
                <a:spcPct val="0"/>
              </a:spcAft>
            </a:pPr>
            <a:r>
              <a:rPr lang="en-US" sz="3000" dirty="0" err="1">
                <a:solidFill>
                  <a:srgbClr val="000000"/>
                </a:solidFill>
                <a:latin typeface="URW Palladio IT" pitchFamily="2" charset="0"/>
                <a:cs typeface="+mn-cs"/>
              </a:rPr>
              <a:t>Hatvä'pi</a:t>
            </a:r>
            <a:r>
              <a:rPr lang="en-US" sz="3000" dirty="0">
                <a:solidFill>
                  <a:srgbClr val="000000"/>
                </a:solidFill>
                <a:latin typeface="URW Palladio IT" pitchFamily="2" charset="0"/>
                <a:cs typeface="+mn-cs"/>
              </a:rPr>
              <a:t> </a:t>
            </a:r>
            <a:r>
              <a:rPr lang="en-US" sz="3000" dirty="0" err="1">
                <a:solidFill>
                  <a:srgbClr val="000000"/>
                </a:solidFill>
                <a:latin typeface="URW Palladio IT" pitchFamily="2" charset="0"/>
                <a:cs typeface="+mn-cs"/>
              </a:rPr>
              <a:t>sa</a:t>
            </a:r>
            <a:r>
              <a:rPr lang="en-US" sz="3000" dirty="0">
                <a:solidFill>
                  <a:srgbClr val="000000"/>
                </a:solidFill>
                <a:latin typeface="URW Palladio IT" pitchFamily="2" charset="0"/>
                <a:cs typeface="+mn-cs"/>
              </a:rPr>
              <a:t> </a:t>
            </a:r>
            <a:r>
              <a:rPr lang="en-US" sz="3000" dirty="0" err="1">
                <a:solidFill>
                  <a:srgbClr val="000000"/>
                </a:solidFill>
                <a:latin typeface="URW Palladio IT" pitchFamily="2" charset="0"/>
                <a:cs typeface="+mn-cs"/>
              </a:rPr>
              <a:t>imäðllokän</a:t>
            </a:r>
            <a:endParaRPr lang="en-US" sz="3000" dirty="0">
              <a:solidFill>
                <a:srgbClr val="000000"/>
              </a:solidFill>
              <a:latin typeface="URW Palladio IT" pitchFamily="2" charset="0"/>
              <a:cs typeface="+mn-cs"/>
            </a:endParaRPr>
          </a:p>
          <a:p>
            <a:pPr marL="0" indent="0" algn="ctr" fontAlgn="base">
              <a:spcBef>
                <a:spcPct val="0"/>
              </a:spcBef>
              <a:spcAft>
                <a:spcPts val="1800"/>
              </a:spcAft>
            </a:pPr>
            <a:r>
              <a:rPr lang="en-US" sz="3000" dirty="0">
                <a:solidFill>
                  <a:srgbClr val="000000"/>
                </a:solidFill>
                <a:latin typeface="URW Palladio IT" pitchFamily="2" charset="0"/>
                <a:cs typeface="+mn-cs"/>
              </a:rPr>
              <a:t>Na </a:t>
            </a:r>
            <a:r>
              <a:rPr lang="en-US" sz="3000" dirty="0" err="1">
                <a:solidFill>
                  <a:srgbClr val="000000"/>
                </a:solidFill>
                <a:latin typeface="URW Palladio IT" pitchFamily="2" charset="0"/>
                <a:cs typeface="+mn-cs"/>
              </a:rPr>
              <a:t>hanti</a:t>
            </a:r>
            <a:r>
              <a:rPr lang="en-US" sz="3000" dirty="0">
                <a:solidFill>
                  <a:srgbClr val="000000"/>
                </a:solidFill>
                <a:latin typeface="URW Palladio IT" pitchFamily="2" charset="0"/>
                <a:cs typeface="+mn-cs"/>
              </a:rPr>
              <a:t> </a:t>
            </a:r>
            <a:r>
              <a:rPr lang="en-US" sz="3000" dirty="0" err="1">
                <a:solidFill>
                  <a:srgbClr val="000000"/>
                </a:solidFill>
                <a:latin typeface="URW Palladio IT" pitchFamily="2" charset="0"/>
                <a:cs typeface="+mn-cs"/>
              </a:rPr>
              <a:t>na</a:t>
            </a:r>
            <a:r>
              <a:rPr lang="en-US" sz="3000" dirty="0">
                <a:solidFill>
                  <a:srgbClr val="000000"/>
                </a:solidFill>
                <a:latin typeface="URW Palladio IT" pitchFamily="2" charset="0"/>
                <a:cs typeface="+mn-cs"/>
              </a:rPr>
              <a:t> </a:t>
            </a:r>
            <a:r>
              <a:rPr lang="en-US" sz="3000" dirty="0" err="1">
                <a:solidFill>
                  <a:srgbClr val="000000"/>
                </a:solidFill>
                <a:latin typeface="URW Palladio IT" pitchFamily="2" charset="0"/>
                <a:cs typeface="+mn-cs"/>
              </a:rPr>
              <a:t>nibadhyate</a:t>
            </a:r>
            <a:r>
              <a:rPr lang="en-US" sz="3000" dirty="0">
                <a:solidFill>
                  <a:srgbClr val="000000"/>
                </a:solidFill>
                <a:latin typeface="URW Palladio IT" pitchFamily="2" charset="0"/>
                <a:cs typeface="+mn-cs"/>
              </a:rPr>
              <a:t> ||18.17||</a:t>
            </a:r>
          </a:p>
          <a:p>
            <a:pPr marL="0" indent="0" algn="ctr" fontAlgn="base">
              <a:spcBef>
                <a:spcPct val="0"/>
              </a:spcBef>
              <a:spcAft>
                <a:spcPct val="0"/>
              </a:spcAft>
            </a:pPr>
            <a:r>
              <a:rPr lang="kn-IN" sz="3000" b="1" dirty="0">
                <a:solidFill>
                  <a:prstClr val="black"/>
                </a:solidFill>
                <a:latin typeface="Arial" charset="0"/>
                <a:cs typeface="Tunga"/>
              </a:rPr>
              <a:t>೧೫</a:t>
            </a:r>
            <a:r>
              <a:rPr lang="en-CA" sz="3000" b="1" dirty="0">
                <a:solidFill>
                  <a:prstClr val="black"/>
                </a:solidFill>
                <a:latin typeface="Arial" charset="0"/>
                <a:cs typeface="+mn-cs"/>
              </a:rPr>
              <a:t>. </a:t>
            </a:r>
            <a:r>
              <a:rPr lang="kn-IN" sz="3000" b="1" dirty="0">
                <a:solidFill>
                  <a:prstClr val="black"/>
                </a:solidFill>
                <a:latin typeface="Arial" charset="0"/>
                <a:cs typeface="Tunga"/>
              </a:rPr>
              <a:t>ಯಸ್ಯ ನಾಹಂಕೃತೋ ಭಾವಃ ಬುದ್ಧಿರ್ಯಸ್ಯ ನ ಲಿಪ್ಯತೇ |</a:t>
            </a:r>
          </a:p>
          <a:p>
            <a:pPr marL="0" indent="0" algn="ctr" fontAlgn="base">
              <a:spcBef>
                <a:spcPct val="0"/>
              </a:spcBef>
              <a:spcAft>
                <a:spcPct val="0"/>
              </a:spcAft>
            </a:pPr>
            <a:r>
              <a:rPr lang="kn-IN" sz="3000" b="1" dirty="0">
                <a:solidFill>
                  <a:prstClr val="black"/>
                </a:solidFill>
                <a:latin typeface="Arial" charset="0"/>
                <a:cs typeface="Tunga"/>
              </a:rPr>
              <a:t>ಹತ್ವಾಪಿ ಸ ಇಮಾನ್ ಲೋಕಾನ್ ನ ಹನ್ತಿ ನ ನಿಬಧ್ಯತೇ ||೧೮.೧೭||</a:t>
            </a:r>
            <a:endParaRPr lang="en-US" sz="3000" b="1" dirty="0">
              <a:solidFill>
                <a:prstClr val="black"/>
              </a:solidFill>
              <a:latin typeface="Arial" charset="0"/>
              <a:cs typeface="Tunga"/>
            </a:endParaRPr>
          </a:p>
          <a:p>
            <a:pPr marL="0" indent="0" algn="ctr" fontAlgn="base">
              <a:spcBef>
                <a:spcPct val="0"/>
              </a:spcBef>
              <a:spcAft>
                <a:spcPct val="0"/>
              </a:spcAft>
            </a:pPr>
            <a:endParaRPr lang="en-IN" sz="3200" dirty="0">
              <a:solidFill>
                <a:srgbClr val="000000"/>
              </a:solidFill>
              <a:latin typeface="Palatino Linotype" pitchFamily="18" charset="0"/>
            </a:endParaRPr>
          </a:p>
          <a:p>
            <a:pPr marL="0" indent="0" algn="ctr" fontAlgn="base">
              <a:spcBef>
                <a:spcPct val="0"/>
              </a:spcBef>
              <a:spcAft>
                <a:spcPct val="0"/>
              </a:spcAft>
            </a:pPr>
            <a:r>
              <a:rPr lang="en-IN" sz="3200" dirty="0">
                <a:solidFill>
                  <a:srgbClr val="000000"/>
                </a:solidFill>
                <a:latin typeface="Palatino Linotype" pitchFamily="18" charset="0"/>
              </a:rPr>
              <a:t>He who is ever free from the egoistic notion, whose intelligence is not tainted by (good or evil), though he slays these people, he </a:t>
            </a:r>
            <a:r>
              <a:rPr lang="en-IN" sz="3200" dirty="0" err="1">
                <a:solidFill>
                  <a:srgbClr val="000000"/>
                </a:solidFill>
                <a:latin typeface="Palatino Linotype" pitchFamily="18" charset="0"/>
              </a:rPr>
              <a:t>slayeth</a:t>
            </a:r>
            <a:r>
              <a:rPr lang="en-IN" sz="3200" dirty="0">
                <a:solidFill>
                  <a:srgbClr val="000000"/>
                </a:solidFill>
                <a:latin typeface="Palatino Linotype" pitchFamily="18" charset="0"/>
              </a:rPr>
              <a:t> not, nor is he bound (by the action).</a:t>
            </a:r>
          </a:p>
          <a:p>
            <a:pPr marL="0" indent="0" algn="ctr" fontAlgn="base">
              <a:spcBef>
                <a:spcPct val="0"/>
              </a:spcBef>
              <a:spcAft>
                <a:spcPct val="0"/>
              </a:spcAft>
            </a:pPr>
            <a:endParaRPr lang="en-CA" sz="3000" b="1" dirty="0">
              <a:solidFill>
                <a:prstClr val="black"/>
              </a:solidFill>
              <a:latin typeface="Arial" charset="0"/>
              <a:cs typeface="+mn-cs"/>
            </a:endParaRPr>
          </a:p>
        </p:txBody>
      </p:sp>
    </p:spTree>
    <p:extLst>
      <p:ext uri="{BB962C8B-B14F-4D97-AF65-F5344CB8AC3E}">
        <p14:creationId xmlns:p14="http://schemas.microsoft.com/office/powerpoint/2010/main" val="2678894612"/>
      </p:ext>
    </p:extLst>
  </p:cSld>
  <p:clrMapOvr>
    <a:masterClrMapping/>
  </p:clrMapOvr>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2"/>
          <p:cNvSpPr txBox="1">
            <a:spLocks/>
          </p:cNvSpPr>
          <p:nvPr/>
        </p:nvSpPr>
        <p:spPr bwMode="auto">
          <a:xfrm>
            <a:off x="191344" y="332656"/>
            <a:ext cx="11881320" cy="6525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742950" indent="-742950">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marL="0" indent="0" algn="ctr" fontAlgn="base">
              <a:spcBef>
                <a:spcPct val="0"/>
              </a:spcBef>
              <a:spcAft>
                <a:spcPct val="0"/>
              </a:spcAft>
            </a:pPr>
            <a:r>
              <a:rPr lang="en-US" sz="4000" dirty="0">
                <a:solidFill>
                  <a:srgbClr val="000000"/>
                </a:solidFill>
                <a:latin typeface="Sanskrit 99" pitchFamily="2" charset="0"/>
                <a:cs typeface="+mn-cs"/>
              </a:rPr>
              <a:t>16, </a:t>
            </a:r>
            <a:r>
              <a:rPr lang="en-US" sz="4000" dirty="0" err="1">
                <a:solidFill>
                  <a:srgbClr val="000000"/>
                </a:solidFill>
                <a:latin typeface="Sanskrit 99" pitchFamily="2" charset="0"/>
                <a:cs typeface="+mn-cs"/>
              </a:rPr>
              <a:t>isiÏ</a:t>
            </a:r>
            <a:r>
              <a:rPr lang="en-US" sz="4000" dirty="0">
                <a:solidFill>
                  <a:srgbClr val="000000"/>
                </a:solidFill>
                <a:latin typeface="Sanskrit 99" pitchFamily="2" charset="0"/>
                <a:cs typeface="+mn-cs"/>
              </a:rPr>
              <a:t>&lt; </a:t>
            </a:r>
            <a:r>
              <a:rPr lang="en-US" sz="4000" dirty="0" err="1">
                <a:solidFill>
                  <a:srgbClr val="000000"/>
                </a:solidFill>
                <a:latin typeface="Sanskrit 99" pitchFamily="2" charset="0"/>
                <a:cs typeface="+mn-cs"/>
              </a:rPr>
              <a:t>àaÝae</a:t>
            </a:r>
            <a:r>
              <a:rPr lang="en-US" sz="4000" dirty="0">
                <a:solidFill>
                  <a:srgbClr val="000000"/>
                </a:solidFill>
                <a:latin typeface="Sanskrit 99" pitchFamily="2" charset="0"/>
                <a:cs typeface="+mn-cs"/>
              </a:rPr>
              <a:t> </a:t>
            </a:r>
            <a:r>
              <a:rPr lang="en-US" sz="4000" dirty="0" err="1">
                <a:solidFill>
                  <a:srgbClr val="000000"/>
                </a:solidFill>
                <a:latin typeface="Sanskrit 99" pitchFamily="2" charset="0"/>
                <a:cs typeface="+mn-cs"/>
              </a:rPr>
              <a:t>ywa</a:t>
            </a:r>
            <a:r>
              <a:rPr lang="en-US" sz="4000" dirty="0">
                <a:solidFill>
                  <a:srgbClr val="000000"/>
                </a:solidFill>
                <a:latin typeface="Sanskrit 99" pitchFamily="2" charset="0"/>
                <a:cs typeface="+mn-cs"/>
              </a:rPr>
              <a:t> </a:t>
            </a:r>
            <a:r>
              <a:rPr lang="en-US" sz="4000" dirty="0" err="1">
                <a:solidFill>
                  <a:srgbClr val="000000"/>
                </a:solidFill>
                <a:latin typeface="Sanskrit 99" pitchFamily="2" charset="0"/>
                <a:cs typeface="+mn-cs"/>
              </a:rPr>
              <a:t>äü</a:t>
            </a:r>
            <a:r>
              <a:rPr lang="en-US" sz="4000" dirty="0">
                <a:solidFill>
                  <a:srgbClr val="000000"/>
                </a:solidFill>
                <a:latin typeface="Sanskrit 99" pitchFamily="2" charset="0"/>
                <a:cs typeface="+mn-cs"/>
              </a:rPr>
              <a:t> </a:t>
            </a:r>
            <a:r>
              <a:rPr lang="en-US" sz="4000" dirty="0" err="1">
                <a:solidFill>
                  <a:srgbClr val="000000"/>
                </a:solidFill>
                <a:latin typeface="Sanskrit 99" pitchFamily="2" charset="0"/>
                <a:cs typeface="+mn-cs"/>
              </a:rPr>
              <a:t>twaPnaeit</a:t>
            </a:r>
            <a:r>
              <a:rPr lang="en-US" sz="4000" dirty="0">
                <a:solidFill>
                  <a:srgbClr val="000000"/>
                </a:solidFill>
                <a:latin typeface="Sanskrit 99" pitchFamily="2" charset="0"/>
                <a:cs typeface="+mn-cs"/>
              </a:rPr>
              <a:t> </a:t>
            </a:r>
            <a:r>
              <a:rPr lang="en-US" sz="4000" dirty="0" err="1">
                <a:solidFill>
                  <a:srgbClr val="000000"/>
                </a:solidFill>
                <a:latin typeface="Sanskrit 99" pitchFamily="2" charset="0"/>
                <a:cs typeface="+mn-cs"/>
              </a:rPr>
              <a:t>inbaex</a:t>
            </a:r>
            <a:r>
              <a:rPr lang="en-US" sz="4000" dirty="0">
                <a:solidFill>
                  <a:srgbClr val="000000"/>
                </a:solidFill>
                <a:latin typeface="Sanskrit 99" pitchFamily="2" charset="0"/>
                <a:cs typeface="+mn-cs"/>
              </a:rPr>
              <a:t> me, </a:t>
            </a:r>
          </a:p>
          <a:p>
            <a:pPr marL="0" indent="0" algn="ctr" fontAlgn="base">
              <a:spcBef>
                <a:spcPct val="0"/>
              </a:spcBef>
              <a:spcAft>
                <a:spcPts val="1200"/>
              </a:spcAft>
            </a:pPr>
            <a:r>
              <a:rPr lang="en-US" sz="4000" dirty="0" err="1">
                <a:solidFill>
                  <a:srgbClr val="000000"/>
                </a:solidFill>
                <a:latin typeface="Sanskrit 99" pitchFamily="2" charset="0"/>
                <a:cs typeface="+mn-cs"/>
              </a:rPr>
              <a:t>smasenEv</a:t>
            </a:r>
            <a:r>
              <a:rPr lang="en-US" sz="4000" dirty="0">
                <a:solidFill>
                  <a:srgbClr val="000000"/>
                </a:solidFill>
                <a:latin typeface="Sanskrit 99" pitchFamily="2" charset="0"/>
                <a:cs typeface="+mn-cs"/>
              </a:rPr>
              <a:t> </a:t>
            </a:r>
            <a:r>
              <a:rPr lang="en-US" sz="4000" dirty="0" err="1">
                <a:solidFill>
                  <a:srgbClr val="000000"/>
                </a:solidFill>
                <a:latin typeface="Sanskrit 99" pitchFamily="2" charset="0"/>
                <a:cs typeface="+mn-cs"/>
              </a:rPr>
              <a:t>kaENtey</a:t>
            </a:r>
            <a:r>
              <a:rPr lang="en-US" sz="4000" dirty="0">
                <a:solidFill>
                  <a:srgbClr val="000000"/>
                </a:solidFill>
                <a:latin typeface="Sanskrit 99" pitchFamily="2" charset="0"/>
                <a:cs typeface="+mn-cs"/>
              </a:rPr>
              <a:t> </a:t>
            </a:r>
            <a:r>
              <a:rPr lang="en-US" sz="4000" dirty="0" err="1">
                <a:solidFill>
                  <a:srgbClr val="000000"/>
                </a:solidFill>
                <a:latin typeface="Sanskrit 99" pitchFamily="2" charset="0"/>
                <a:cs typeface="+mn-cs"/>
              </a:rPr>
              <a:t>inóa</a:t>
            </a:r>
            <a:r>
              <a:rPr lang="en-US" sz="4000" dirty="0">
                <a:solidFill>
                  <a:srgbClr val="000000"/>
                </a:solidFill>
                <a:latin typeface="Sanskrit 99" pitchFamily="2" charset="0"/>
                <a:cs typeface="+mn-cs"/>
              </a:rPr>
              <a:t> }</a:t>
            </a:r>
            <a:r>
              <a:rPr lang="en-US" sz="4000" dirty="0" err="1">
                <a:solidFill>
                  <a:srgbClr val="000000"/>
                </a:solidFill>
                <a:latin typeface="Sanskrit 99" pitchFamily="2" charset="0"/>
                <a:cs typeface="+mn-cs"/>
              </a:rPr>
              <a:t>anSy</a:t>
            </a:r>
            <a:r>
              <a:rPr lang="en-US" sz="4000" dirty="0">
                <a:solidFill>
                  <a:srgbClr val="000000"/>
                </a:solidFill>
                <a:latin typeface="Sanskrit 99" pitchFamily="2" charset="0"/>
                <a:cs typeface="+mn-cs"/>
              </a:rPr>
              <a:t> </a:t>
            </a:r>
            <a:r>
              <a:rPr lang="en-US" sz="4000" dirty="0" err="1">
                <a:solidFill>
                  <a:srgbClr val="000000"/>
                </a:solidFill>
                <a:latin typeface="Sanskrit 99" pitchFamily="2" charset="0"/>
                <a:cs typeface="+mn-cs"/>
              </a:rPr>
              <a:t>ya</a:t>
            </a:r>
            <a:r>
              <a:rPr lang="en-US" sz="4000" dirty="0">
                <a:solidFill>
                  <a:srgbClr val="000000"/>
                </a:solidFill>
                <a:latin typeface="Sanskrit 99" pitchFamily="2" charset="0"/>
                <a:cs typeface="+mn-cs"/>
              </a:rPr>
              <a:t> pra.18-50.</a:t>
            </a:r>
          </a:p>
          <a:p>
            <a:pPr marL="0" indent="0" algn="ctr" fontAlgn="base">
              <a:spcBef>
                <a:spcPct val="0"/>
              </a:spcBef>
              <a:spcAft>
                <a:spcPct val="0"/>
              </a:spcAft>
            </a:pPr>
            <a:r>
              <a:rPr lang="en-US" sz="3200" dirty="0">
                <a:solidFill>
                  <a:srgbClr val="000000"/>
                </a:solidFill>
                <a:latin typeface="URW Palladio IT" pitchFamily="2" charset="0"/>
                <a:cs typeface="+mn-cs"/>
              </a:rPr>
              <a:t>16. </a:t>
            </a:r>
            <a:r>
              <a:rPr lang="en-US" sz="3200" dirty="0" err="1">
                <a:solidFill>
                  <a:srgbClr val="000000"/>
                </a:solidFill>
                <a:latin typeface="URW Palladio IT" pitchFamily="2" charset="0"/>
                <a:cs typeface="+mn-cs"/>
              </a:rPr>
              <a:t>Siddhià</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präpto</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yathä</a:t>
            </a:r>
            <a:r>
              <a:rPr lang="en-US" sz="3200" dirty="0">
                <a:solidFill>
                  <a:srgbClr val="000000"/>
                </a:solidFill>
                <a:latin typeface="URW Palladio IT" pitchFamily="2" charset="0"/>
                <a:cs typeface="+mn-cs"/>
              </a:rPr>
              <a:t> brahma </a:t>
            </a:r>
          </a:p>
          <a:p>
            <a:pPr marL="0" indent="0" algn="ctr" fontAlgn="base">
              <a:spcBef>
                <a:spcPct val="0"/>
              </a:spcBef>
              <a:spcAft>
                <a:spcPct val="0"/>
              </a:spcAft>
            </a:pPr>
            <a:r>
              <a:rPr lang="en-US" sz="3200" dirty="0" err="1">
                <a:solidFill>
                  <a:srgbClr val="000000"/>
                </a:solidFill>
                <a:latin typeface="URW Palladio IT" pitchFamily="2" charset="0"/>
                <a:cs typeface="+mn-cs"/>
              </a:rPr>
              <a:t>Tathäpnoti</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nibodha</a:t>
            </a:r>
            <a:r>
              <a:rPr lang="en-US" sz="3200" dirty="0">
                <a:solidFill>
                  <a:srgbClr val="000000"/>
                </a:solidFill>
                <a:latin typeface="URW Palladio IT" pitchFamily="2" charset="0"/>
                <a:cs typeface="+mn-cs"/>
              </a:rPr>
              <a:t> me | </a:t>
            </a:r>
          </a:p>
          <a:p>
            <a:pPr marL="0" indent="0" algn="ctr" fontAlgn="base">
              <a:spcBef>
                <a:spcPct val="0"/>
              </a:spcBef>
              <a:spcAft>
                <a:spcPct val="0"/>
              </a:spcAft>
            </a:pPr>
            <a:r>
              <a:rPr lang="en-US" sz="3200" dirty="0" err="1">
                <a:solidFill>
                  <a:srgbClr val="000000"/>
                </a:solidFill>
                <a:latin typeface="URW Palladio IT" pitchFamily="2" charset="0"/>
                <a:cs typeface="+mn-cs"/>
              </a:rPr>
              <a:t>Samäsenaiva</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kaunteya</a:t>
            </a:r>
            <a:r>
              <a:rPr lang="en-US" sz="3200" dirty="0">
                <a:solidFill>
                  <a:srgbClr val="000000"/>
                </a:solidFill>
                <a:latin typeface="URW Palladio IT" pitchFamily="2" charset="0"/>
                <a:cs typeface="+mn-cs"/>
              </a:rPr>
              <a:t> </a:t>
            </a:r>
          </a:p>
          <a:p>
            <a:pPr marL="0" indent="0" algn="ctr" fontAlgn="base">
              <a:spcBef>
                <a:spcPct val="0"/>
              </a:spcBef>
              <a:spcAft>
                <a:spcPts val="1800"/>
              </a:spcAft>
            </a:pPr>
            <a:r>
              <a:rPr lang="en-US" sz="3200" dirty="0" err="1">
                <a:solidFill>
                  <a:srgbClr val="000000"/>
                </a:solidFill>
                <a:latin typeface="URW Palladio IT" pitchFamily="2" charset="0"/>
                <a:cs typeface="+mn-cs"/>
              </a:rPr>
              <a:t>Niñöhä</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jïänasya</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yä</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parä</a:t>
            </a:r>
            <a:r>
              <a:rPr lang="en-US" sz="3200" dirty="0">
                <a:solidFill>
                  <a:srgbClr val="000000"/>
                </a:solidFill>
                <a:latin typeface="URW Palladio IT" pitchFamily="2" charset="0"/>
                <a:cs typeface="+mn-cs"/>
              </a:rPr>
              <a:t> ||18.50||</a:t>
            </a:r>
          </a:p>
          <a:p>
            <a:pPr marL="0" indent="0" algn="ctr" fontAlgn="base">
              <a:spcBef>
                <a:spcPct val="0"/>
              </a:spcBef>
              <a:spcAft>
                <a:spcPct val="0"/>
              </a:spcAft>
            </a:pPr>
            <a:r>
              <a:rPr lang="kn-IN" sz="3100" b="1" dirty="0">
                <a:solidFill>
                  <a:prstClr val="black"/>
                </a:solidFill>
                <a:latin typeface="Arial" charset="0"/>
                <a:cs typeface="Tunga"/>
              </a:rPr>
              <a:t>೧೬</a:t>
            </a:r>
            <a:r>
              <a:rPr lang="en-CA" sz="3100" b="1" dirty="0">
                <a:solidFill>
                  <a:prstClr val="black"/>
                </a:solidFill>
                <a:latin typeface="Arial" charset="0"/>
                <a:cs typeface="+mn-cs"/>
              </a:rPr>
              <a:t>. </a:t>
            </a:r>
            <a:r>
              <a:rPr lang="kn-IN" sz="3100" b="1" dirty="0">
                <a:solidFill>
                  <a:prstClr val="black"/>
                </a:solidFill>
                <a:latin typeface="Arial" charset="0"/>
                <a:cs typeface="Tunga"/>
              </a:rPr>
              <a:t>ಸಿದ್ಧಿಂ ಪ್ರಾಪ್ತೋ ಯಥಾ ಬ್ರಹ್ಮ ತಥಾಪ್ನೋತಿ ನಿಬೋಧ ಮೇ |</a:t>
            </a:r>
          </a:p>
          <a:p>
            <a:pPr marL="0" indent="0" algn="ctr" fontAlgn="base">
              <a:spcBef>
                <a:spcPct val="0"/>
              </a:spcBef>
              <a:spcAft>
                <a:spcPct val="0"/>
              </a:spcAft>
            </a:pPr>
            <a:r>
              <a:rPr lang="kn-IN" sz="3100" b="1" dirty="0">
                <a:solidFill>
                  <a:prstClr val="black"/>
                </a:solidFill>
                <a:latin typeface="Arial" charset="0"/>
                <a:cs typeface="Tunga"/>
              </a:rPr>
              <a:t>ಸಮಾಸೇನೈವ ಕೌನ್ತೇಯ ನಿಷ್ಠಾ ಜ್ಞಾನಸ್ಯ ಯಾ ಪರಾ ||೧೮.೫೦||</a:t>
            </a:r>
            <a:endParaRPr lang="en-US" sz="3100" b="1" dirty="0">
              <a:solidFill>
                <a:prstClr val="black"/>
              </a:solidFill>
              <a:latin typeface="Arial" charset="0"/>
              <a:cs typeface="Tunga"/>
            </a:endParaRPr>
          </a:p>
          <a:p>
            <a:pPr marL="0" indent="0" algn="ctr" fontAlgn="base">
              <a:spcBef>
                <a:spcPct val="0"/>
              </a:spcBef>
              <a:spcAft>
                <a:spcPct val="0"/>
              </a:spcAft>
            </a:pPr>
            <a:endParaRPr lang="en-IN" sz="1400" dirty="0">
              <a:solidFill>
                <a:srgbClr val="000000"/>
              </a:solidFill>
              <a:latin typeface="Palatino Linotype" pitchFamily="18" charset="0"/>
            </a:endParaRPr>
          </a:p>
          <a:p>
            <a:pPr marL="0" indent="0" algn="ctr" fontAlgn="base">
              <a:spcBef>
                <a:spcPct val="0"/>
              </a:spcBef>
              <a:spcAft>
                <a:spcPct val="0"/>
              </a:spcAft>
            </a:pPr>
            <a:r>
              <a:rPr lang="en-IN" sz="3200" dirty="0">
                <a:solidFill>
                  <a:srgbClr val="000000"/>
                </a:solidFill>
                <a:latin typeface="Palatino Linotype" pitchFamily="18" charset="0"/>
              </a:rPr>
              <a:t>Learn from Me in brief, O </a:t>
            </a:r>
            <a:r>
              <a:rPr lang="en-IN" sz="3200" dirty="0" err="1">
                <a:solidFill>
                  <a:srgbClr val="000000"/>
                </a:solidFill>
                <a:latin typeface="Palatino Linotype" pitchFamily="18" charset="0"/>
              </a:rPr>
              <a:t>Arjuna</a:t>
            </a:r>
            <a:r>
              <a:rPr lang="en-IN" sz="3200" dirty="0">
                <a:solidFill>
                  <a:srgbClr val="000000"/>
                </a:solidFill>
                <a:latin typeface="Palatino Linotype" pitchFamily="18" charset="0"/>
              </a:rPr>
              <a:t>, how he who has attained perfection reaches Brahman, that supreme state of knowledge.</a:t>
            </a:r>
          </a:p>
          <a:p>
            <a:pPr marL="0" indent="0" algn="ctr" fontAlgn="base">
              <a:spcBef>
                <a:spcPct val="0"/>
              </a:spcBef>
              <a:spcAft>
                <a:spcPct val="0"/>
              </a:spcAft>
            </a:pPr>
            <a:endParaRPr lang="en-CA" sz="3100" b="1" dirty="0">
              <a:solidFill>
                <a:prstClr val="black"/>
              </a:solidFill>
              <a:latin typeface="Arial" charset="0"/>
              <a:cs typeface="+mn-cs"/>
            </a:endParaRPr>
          </a:p>
        </p:txBody>
      </p:sp>
    </p:spTree>
    <p:extLst>
      <p:ext uri="{BB962C8B-B14F-4D97-AF65-F5344CB8AC3E}">
        <p14:creationId xmlns:p14="http://schemas.microsoft.com/office/powerpoint/2010/main" val="928340781"/>
      </p:ext>
    </p:extLst>
  </p:cSld>
  <p:clrMapOvr>
    <a:masterClrMapping/>
  </p:clrMapOvr>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2"/>
          <p:cNvSpPr txBox="1">
            <a:spLocks/>
          </p:cNvSpPr>
          <p:nvPr/>
        </p:nvSpPr>
        <p:spPr bwMode="auto">
          <a:xfrm>
            <a:off x="191344" y="188640"/>
            <a:ext cx="11809312" cy="6453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742950" indent="-742950">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marL="0" indent="0" algn="ctr" fontAlgn="base">
              <a:spcBef>
                <a:spcPct val="0"/>
              </a:spcBef>
              <a:spcAft>
                <a:spcPct val="0"/>
              </a:spcAft>
            </a:pPr>
            <a:r>
              <a:rPr lang="en-US" sz="3600" dirty="0">
                <a:solidFill>
                  <a:srgbClr val="000000"/>
                </a:solidFill>
                <a:latin typeface="Sanskrit 99" pitchFamily="2" charset="0"/>
                <a:cs typeface="+mn-cs"/>
              </a:rPr>
              <a:t>17, </a:t>
            </a:r>
            <a:r>
              <a:rPr lang="en-US" sz="3600" dirty="0" err="1">
                <a:solidFill>
                  <a:srgbClr val="000000"/>
                </a:solidFill>
                <a:latin typeface="Sanskrit 99" pitchFamily="2" charset="0"/>
                <a:cs typeface="+mn-cs"/>
              </a:rPr>
              <a:t>àya</a:t>
            </a:r>
            <a:r>
              <a:rPr lang="en-US" sz="3600" dirty="0">
                <a:solidFill>
                  <a:srgbClr val="000000"/>
                </a:solidFill>
                <a:latin typeface="Sanskrit 99" pitchFamily="2" charset="0"/>
                <a:cs typeface="+mn-cs"/>
              </a:rPr>
              <a:t>[kale </a:t>
            </a:r>
            <a:r>
              <a:rPr lang="en-US" sz="3600" dirty="0" err="1">
                <a:solidFill>
                  <a:srgbClr val="000000"/>
                </a:solidFill>
                <a:latin typeface="Sanskrit 99" pitchFamily="2" charset="0"/>
                <a:cs typeface="+mn-cs"/>
              </a:rPr>
              <a:t>mnsaclen</a:t>
            </a:r>
            <a:r>
              <a:rPr lang="en-US" sz="3600" dirty="0">
                <a:solidFill>
                  <a:srgbClr val="000000"/>
                </a:solidFill>
                <a:latin typeface="Sanskrit 99" pitchFamily="2" charset="0"/>
                <a:cs typeface="+mn-cs"/>
              </a:rPr>
              <a:t> </a:t>
            </a:r>
            <a:r>
              <a:rPr lang="en-US" sz="3600" dirty="0" err="1">
                <a:solidFill>
                  <a:srgbClr val="000000"/>
                </a:solidFill>
                <a:latin typeface="Sanskrit 99" pitchFamily="2" charset="0"/>
                <a:cs typeface="+mn-cs"/>
              </a:rPr>
              <a:t>É®ya</a:t>
            </a:r>
            <a:r>
              <a:rPr lang="en-US" sz="3600" dirty="0">
                <a:solidFill>
                  <a:srgbClr val="000000"/>
                </a:solidFill>
                <a:latin typeface="Sanskrit 99" pitchFamily="2" charset="0"/>
                <a:cs typeface="+mn-cs"/>
              </a:rPr>
              <a:t> </a:t>
            </a:r>
            <a:r>
              <a:rPr lang="en-US" sz="3600" dirty="0" err="1">
                <a:solidFill>
                  <a:srgbClr val="000000"/>
                </a:solidFill>
                <a:latin typeface="Sanskrit 99" pitchFamily="2" charset="0"/>
                <a:cs typeface="+mn-cs"/>
              </a:rPr>
              <a:t>yuKtae</a:t>
            </a:r>
            <a:r>
              <a:rPr lang="en-US" sz="3600" dirty="0">
                <a:solidFill>
                  <a:srgbClr val="000000"/>
                </a:solidFill>
                <a:latin typeface="Sanskrit 99" pitchFamily="2" charset="0"/>
                <a:cs typeface="+mn-cs"/>
              </a:rPr>
              <a:t> </a:t>
            </a:r>
            <a:r>
              <a:rPr lang="en-US" sz="3600" dirty="0" err="1">
                <a:solidFill>
                  <a:srgbClr val="000000"/>
                </a:solidFill>
                <a:latin typeface="Sanskrit 99" pitchFamily="2" charset="0"/>
                <a:cs typeface="+mn-cs"/>
              </a:rPr>
              <a:t>yaegblen</a:t>
            </a:r>
            <a:r>
              <a:rPr lang="en-US" sz="3600" dirty="0">
                <a:solidFill>
                  <a:srgbClr val="000000"/>
                </a:solidFill>
                <a:latin typeface="Sanskrit 99" pitchFamily="2" charset="0"/>
                <a:cs typeface="+mn-cs"/>
              </a:rPr>
              <a:t> </a:t>
            </a:r>
            <a:r>
              <a:rPr lang="en-US" sz="3600" dirty="0" err="1">
                <a:solidFill>
                  <a:srgbClr val="000000"/>
                </a:solidFill>
                <a:latin typeface="Sanskrit 99" pitchFamily="2" charset="0"/>
                <a:cs typeface="+mn-cs"/>
              </a:rPr>
              <a:t>cEv</a:t>
            </a:r>
            <a:r>
              <a:rPr lang="en-US" sz="3600" dirty="0">
                <a:solidFill>
                  <a:srgbClr val="000000"/>
                </a:solidFill>
                <a:latin typeface="Sanskrit 99" pitchFamily="2" charset="0"/>
                <a:cs typeface="+mn-cs"/>
              </a:rPr>
              <a:t>,</a:t>
            </a:r>
          </a:p>
          <a:p>
            <a:pPr marL="0" indent="0" algn="ctr" fontAlgn="base">
              <a:spcBef>
                <a:spcPct val="0"/>
              </a:spcBef>
              <a:spcAft>
                <a:spcPct val="0"/>
              </a:spcAft>
            </a:pPr>
            <a:r>
              <a:rPr lang="en-US" sz="3600" dirty="0" err="1">
                <a:solidFill>
                  <a:srgbClr val="000000"/>
                </a:solidFill>
                <a:latin typeface="Sanskrit 99" pitchFamily="2" charset="0"/>
                <a:cs typeface="+mn-cs"/>
              </a:rPr>
              <a:t>æuvaemRXye</a:t>
            </a:r>
            <a:r>
              <a:rPr lang="en-US" sz="3600" dirty="0">
                <a:solidFill>
                  <a:srgbClr val="000000"/>
                </a:solidFill>
                <a:latin typeface="Sanskrit 99" pitchFamily="2" charset="0"/>
                <a:cs typeface="+mn-cs"/>
              </a:rPr>
              <a:t> </a:t>
            </a:r>
            <a:r>
              <a:rPr lang="en-US" sz="3600" dirty="0" err="1">
                <a:solidFill>
                  <a:srgbClr val="000000"/>
                </a:solidFill>
                <a:latin typeface="Sanskrit 99" pitchFamily="2" charset="0"/>
                <a:cs typeface="+mn-cs"/>
              </a:rPr>
              <a:t>àa</a:t>
            </a:r>
            <a:r>
              <a:rPr lang="en-US" sz="3600" dirty="0">
                <a:solidFill>
                  <a:srgbClr val="000000"/>
                </a:solidFill>
                <a:latin typeface="Sanskrit 99" pitchFamily="2" charset="0"/>
                <a:cs typeface="+mn-cs"/>
              </a:rPr>
              <a:t>[</a:t>
            </a:r>
            <a:r>
              <a:rPr lang="en-US" sz="3600" dirty="0" err="1">
                <a:solidFill>
                  <a:srgbClr val="000000"/>
                </a:solidFill>
                <a:latin typeface="Sanskrit 99" pitchFamily="2" charset="0"/>
                <a:cs typeface="+mn-cs"/>
              </a:rPr>
              <a:t>maveZy</a:t>
            </a:r>
            <a:r>
              <a:rPr lang="en-US" sz="3600" dirty="0">
                <a:solidFill>
                  <a:srgbClr val="000000"/>
                </a:solidFill>
                <a:latin typeface="Sanskrit 99" pitchFamily="2" charset="0"/>
                <a:cs typeface="+mn-cs"/>
              </a:rPr>
              <a:t> </a:t>
            </a:r>
            <a:r>
              <a:rPr lang="en-US" sz="3600" dirty="0" err="1">
                <a:solidFill>
                  <a:srgbClr val="000000"/>
                </a:solidFill>
                <a:latin typeface="Sanskrit 99" pitchFamily="2" charset="0"/>
                <a:cs typeface="+mn-cs"/>
              </a:rPr>
              <a:t>sMykœ</a:t>
            </a:r>
            <a:r>
              <a:rPr lang="en-US" sz="3600" dirty="0">
                <a:solidFill>
                  <a:srgbClr val="000000"/>
                </a:solidFill>
                <a:latin typeface="Sanskrit 99" pitchFamily="2" charset="0"/>
                <a:cs typeface="+mn-cs"/>
              </a:rPr>
              <a:t> </a:t>
            </a:r>
          </a:p>
          <a:p>
            <a:pPr marL="0" indent="0" algn="ctr" fontAlgn="base">
              <a:spcBef>
                <a:spcPct val="0"/>
              </a:spcBef>
              <a:spcAft>
                <a:spcPts val="600"/>
              </a:spcAft>
            </a:pPr>
            <a:r>
              <a:rPr lang="en-US" sz="3600" dirty="0">
                <a:solidFill>
                  <a:srgbClr val="000000"/>
                </a:solidFill>
                <a:latin typeface="Sanskrit 99" pitchFamily="2" charset="0"/>
                <a:cs typeface="+mn-cs"/>
              </a:rPr>
              <a:t>s t&lt; </a:t>
            </a:r>
            <a:r>
              <a:rPr lang="en-US" sz="3600" dirty="0" err="1">
                <a:solidFill>
                  <a:srgbClr val="000000"/>
                </a:solidFill>
                <a:latin typeface="Sanskrit 99" pitchFamily="2" charset="0"/>
                <a:cs typeface="+mn-cs"/>
              </a:rPr>
              <a:t>pr</a:t>
            </a:r>
            <a:r>
              <a:rPr lang="en-US" sz="3600" dirty="0">
                <a:solidFill>
                  <a:srgbClr val="000000"/>
                </a:solidFill>
                <a:latin typeface="Sanskrit 99" pitchFamily="2" charset="0"/>
                <a:cs typeface="+mn-cs"/>
              </a:rPr>
              <a:t>&lt; </a:t>
            </a:r>
            <a:r>
              <a:rPr lang="en-US" sz="3600" dirty="0" err="1">
                <a:solidFill>
                  <a:srgbClr val="000000"/>
                </a:solidFill>
                <a:latin typeface="Sanskrit 99" pitchFamily="2" charset="0"/>
                <a:cs typeface="+mn-cs"/>
              </a:rPr>
              <a:t>pué;mupEit</a:t>
            </a:r>
            <a:r>
              <a:rPr lang="en-US" sz="3600" dirty="0">
                <a:solidFill>
                  <a:srgbClr val="000000"/>
                </a:solidFill>
                <a:latin typeface="Sanskrit 99" pitchFamily="2" charset="0"/>
                <a:cs typeface="+mn-cs"/>
              </a:rPr>
              <a:t> idVym!.8-10.</a:t>
            </a:r>
            <a:endParaRPr lang="en-US" sz="4000" dirty="0">
              <a:solidFill>
                <a:srgbClr val="000000"/>
              </a:solidFill>
              <a:latin typeface="Sanskrit 99" pitchFamily="2" charset="0"/>
              <a:cs typeface="+mn-cs"/>
            </a:endParaRPr>
          </a:p>
          <a:p>
            <a:pPr marL="0" indent="0" algn="ctr" fontAlgn="base">
              <a:spcBef>
                <a:spcPct val="0"/>
              </a:spcBef>
              <a:spcAft>
                <a:spcPct val="0"/>
              </a:spcAft>
            </a:pPr>
            <a:r>
              <a:rPr lang="en-US" sz="2700" dirty="0">
                <a:solidFill>
                  <a:srgbClr val="000000"/>
                </a:solidFill>
                <a:latin typeface="URW Palladio IT" pitchFamily="2" charset="0"/>
                <a:cs typeface="+mn-cs"/>
              </a:rPr>
              <a:t>17. </a:t>
            </a:r>
            <a:r>
              <a:rPr lang="en-US" sz="2700" dirty="0" err="1">
                <a:solidFill>
                  <a:srgbClr val="000000"/>
                </a:solidFill>
                <a:latin typeface="URW Palladio IT" pitchFamily="2" charset="0"/>
                <a:cs typeface="+mn-cs"/>
              </a:rPr>
              <a:t>Prayäëakäle</a:t>
            </a:r>
            <a:r>
              <a:rPr lang="en-US" sz="2700" dirty="0">
                <a:solidFill>
                  <a:srgbClr val="000000"/>
                </a:solidFill>
                <a:latin typeface="URW Palladio IT" pitchFamily="2" charset="0"/>
                <a:cs typeface="+mn-cs"/>
              </a:rPr>
              <a:t> </a:t>
            </a:r>
            <a:r>
              <a:rPr lang="en-US" sz="2700" dirty="0" err="1">
                <a:solidFill>
                  <a:srgbClr val="000000"/>
                </a:solidFill>
                <a:latin typeface="URW Palladio IT" pitchFamily="2" charset="0"/>
                <a:cs typeface="+mn-cs"/>
              </a:rPr>
              <a:t>manasäcalena</a:t>
            </a:r>
            <a:r>
              <a:rPr lang="en-US" sz="2700" dirty="0">
                <a:solidFill>
                  <a:srgbClr val="000000"/>
                </a:solidFill>
                <a:latin typeface="URW Palladio IT" pitchFamily="2" charset="0"/>
                <a:cs typeface="+mn-cs"/>
              </a:rPr>
              <a:t> </a:t>
            </a:r>
          </a:p>
          <a:p>
            <a:pPr marL="0" indent="0" algn="ctr" fontAlgn="base">
              <a:spcBef>
                <a:spcPct val="0"/>
              </a:spcBef>
              <a:spcAft>
                <a:spcPct val="0"/>
              </a:spcAft>
            </a:pPr>
            <a:r>
              <a:rPr lang="en-US" sz="2700" dirty="0" err="1">
                <a:solidFill>
                  <a:srgbClr val="000000"/>
                </a:solidFill>
                <a:latin typeface="URW Palladio IT" pitchFamily="2" charset="0"/>
                <a:cs typeface="+mn-cs"/>
              </a:rPr>
              <a:t>Bhaktyä</a:t>
            </a:r>
            <a:r>
              <a:rPr lang="en-US" sz="2700" dirty="0">
                <a:solidFill>
                  <a:srgbClr val="000000"/>
                </a:solidFill>
                <a:latin typeface="URW Palladio IT" pitchFamily="2" charset="0"/>
                <a:cs typeface="+mn-cs"/>
              </a:rPr>
              <a:t> </a:t>
            </a:r>
            <a:r>
              <a:rPr lang="en-US" sz="2700" dirty="0" err="1">
                <a:solidFill>
                  <a:srgbClr val="000000"/>
                </a:solidFill>
                <a:latin typeface="URW Palladio IT" pitchFamily="2" charset="0"/>
                <a:cs typeface="+mn-cs"/>
              </a:rPr>
              <a:t>yukto</a:t>
            </a:r>
            <a:r>
              <a:rPr lang="en-US" sz="2700" dirty="0">
                <a:solidFill>
                  <a:srgbClr val="000000"/>
                </a:solidFill>
                <a:latin typeface="URW Palladio IT" pitchFamily="2" charset="0"/>
                <a:cs typeface="+mn-cs"/>
              </a:rPr>
              <a:t> </a:t>
            </a:r>
            <a:r>
              <a:rPr lang="en-US" sz="2700" dirty="0" err="1">
                <a:solidFill>
                  <a:srgbClr val="000000"/>
                </a:solidFill>
                <a:latin typeface="URW Palladio IT" pitchFamily="2" charset="0"/>
                <a:cs typeface="+mn-cs"/>
              </a:rPr>
              <a:t>yogabalena</a:t>
            </a:r>
            <a:r>
              <a:rPr lang="en-US" sz="2700" dirty="0">
                <a:solidFill>
                  <a:srgbClr val="000000"/>
                </a:solidFill>
                <a:latin typeface="URW Palladio IT" pitchFamily="2" charset="0"/>
                <a:cs typeface="+mn-cs"/>
              </a:rPr>
              <a:t> </a:t>
            </a:r>
            <a:r>
              <a:rPr lang="en-US" sz="2700" dirty="0" err="1">
                <a:solidFill>
                  <a:srgbClr val="000000"/>
                </a:solidFill>
                <a:latin typeface="URW Palladio IT" pitchFamily="2" charset="0"/>
                <a:cs typeface="+mn-cs"/>
              </a:rPr>
              <a:t>caiva</a:t>
            </a:r>
            <a:r>
              <a:rPr lang="en-US" sz="2700" dirty="0">
                <a:solidFill>
                  <a:srgbClr val="000000"/>
                </a:solidFill>
                <a:latin typeface="URW Palladio IT" pitchFamily="2" charset="0"/>
                <a:cs typeface="+mn-cs"/>
              </a:rPr>
              <a:t> | </a:t>
            </a:r>
          </a:p>
          <a:p>
            <a:pPr marL="0" indent="0" algn="ctr" fontAlgn="base">
              <a:spcBef>
                <a:spcPct val="0"/>
              </a:spcBef>
              <a:spcAft>
                <a:spcPct val="0"/>
              </a:spcAft>
            </a:pPr>
            <a:r>
              <a:rPr lang="en-US" sz="2700" dirty="0" err="1">
                <a:solidFill>
                  <a:srgbClr val="000000"/>
                </a:solidFill>
                <a:latin typeface="URW Palladio IT" pitchFamily="2" charset="0"/>
                <a:cs typeface="+mn-cs"/>
              </a:rPr>
              <a:t>Bhruvormadhye</a:t>
            </a:r>
            <a:r>
              <a:rPr lang="en-US" sz="2700" dirty="0">
                <a:solidFill>
                  <a:srgbClr val="000000"/>
                </a:solidFill>
                <a:latin typeface="URW Palladio IT" pitchFamily="2" charset="0"/>
                <a:cs typeface="+mn-cs"/>
              </a:rPr>
              <a:t> </a:t>
            </a:r>
            <a:r>
              <a:rPr lang="en-US" sz="2700" dirty="0" err="1">
                <a:solidFill>
                  <a:srgbClr val="000000"/>
                </a:solidFill>
                <a:latin typeface="URW Palladio IT" pitchFamily="2" charset="0"/>
                <a:cs typeface="+mn-cs"/>
              </a:rPr>
              <a:t>präëamäveçya</a:t>
            </a:r>
            <a:r>
              <a:rPr lang="en-US" sz="2700" dirty="0">
                <a:solidFill>
                  <a:srgbClr val="000000"/>
                </a:solidFill>
                <a:latin typeface="URW Palladio IT" pitchFamily="2" charset="0"/>
                <a:cs typeface="+mn-cs"/>
              </a:rPr>
              <a:t> </a:t>
            </a:r>
            <a:r>
              <a:rPr lang="en-US" sz="2700" dirty="0" err="1">
                <a:solidFill>
                  <a:srgbClr val="000000"/>
                </a:solidFill>
                <a:latin typeface="URW Palladio IT" pitchFamily="2" charset="0"/>
                <a:cs typeface="+mn-cs"/>
              </a:rPr>
              <a:t>samyak</a:t>
            </a:r>
            <a:r>
              <a:rPr lang="en-US" sz="2700" dirty="0">
                <a:solidFill>
                  <a:srgbClr val="000000"/>
                </a:solidFill>
                <a:latin typeface="URW Palladio IT" pitchFamily="2" charset="0"/>
                <a:cs typeface="+mn-cs"/>
              </a:rPr>
              <a:t> </a:t>
            </a:r>
          </a:p>
          <a:p>
            <a:pPr marL="0" indent="0" algn="ctr" fontAlgn="base">
              <a:spcBef>
                <a:spcPct val="0"/>
              </a:spcBef>
              <a:spcAft>
                <a:spcPts val="1200"/>
              </a:spcAft>
            </a:pPr>
            <a:r>
              <a:rPr lang="en-US" sz="2700" dirty="0">
                <a:solidFill>
                  <a:srgbClr val="000000"/>
                </a:solidFill>
                <a:latin typeface="URW Palladio IT" pitchFamily="2" charset="0"/>
                <a:cs typeface="+mn-cs"/>
              </a:rPr>
              <a:t>Sa </a:t>
            </a:r>
            <a:r>
              <a:rPr lang="en-US" sz="2700" dirty="0" err="1">
                <a:solidFill>
                  <a:srgbClr val="000000"/>
                </a:solidFill>
                <a:latin typeface="URW Palladio IT" pitchFamily="2" charset="0"/>
                <a:cs typeface="+mn-cs"/>
              </a:rPr>
              <a:t>taà</a:t>
            </a:r>
            <a:r>
              <a:rPr lang="en-US" sz="2700" dirty="0">
                <a:solidFill>
                  <a:srgbClr val="000000"/>
                </a:solidFill>
                <a:latin typeface="URW Palladio IT" pitchFamily="2" charset="0"/>
                <a:cs typeface="+mn-cs"/>
              </a:rPr>
              <a:t> </a:t>
            </a:r>
            <a:r>
              <a:rPr lang="en-US" sz="2700" dirty="0" err="1">
                <a:solidFill>
                  <a:srgbClr val="000000"/>
                </a:solidFill>
                <a:latin typeface="URW Palladio IT" pitchFamily="2" charset="0"/>
                <a:cs typeface="+mn-cs"/>
              </a:rPr>
              <a:t>paraà</a:t>
            </a:r>
            <a:r>
              <a:rPr lang="en-US" sz="2700" dirty="0">
                <a:solidFill>
                  <a:srgbClr val="000000"/>
                </a:solidFill>
                <a:latin typeface="URW Palladio IT" pitchFamily="2" charset="0"/>
                <a:cs typeface="+mn-cs"/>
              </a:rPr>
              <a:t> </a:t>
            </a:r>
            <a:r>
              <a:rPr lang="en-US" sz="2700" dirty="0" err="1">
                <a:solidFill>
                  <a:srgbClr val="000000"/>
                </a:solidFill>
                <a:latin typeface="URW Palladio IT" pitchFamily="2" charset="0"/>
                <a:cs typeface="+mn-cs"/>
              </a:rPr>
              <a:t>puruñamupaiti</a:t>
            </a:r>
            <a:r>
              <a:rPr lang="en-US" sz="2700" dirty="0">
                <a:solidFill>
                  <a:srgbClr val="000000"/>
                </a:solidFill>
                <a:latin typeface="URW Palladio IT" pitchFamily="2" charset="0"/>
                <a:cs typeface="+mn-cs"/>
              </a:rPr>
              <a:t> </a:t>
            </a:r>
            <a:r>
              <a:rPr lang="en-US" sz="2700" dirty="0" err="1">
                <a:solidFill>
                  <a:srgbClr val="000000"/>
                </a:solidFill>
                <a:latin typeface="URW Palladio IT" pitchFamily="2" charset="0"/>
                <a:cs typeface="+mn-cs"/>
              </a:rPr>
              <a:t>divyam</a:t>
            </a:r>
            <a:r>
              <a:rPr lang="en-US" sz="2700" dirty="0">
                <a:solidFill>
                  <a:srgbClr val="000000"/>
                </a:solidFill>
                <a:latin typeface="URW Palladio IT" pitchFamily="2" charset="0"/>
                <a:cs typeface="+mn-cs"/>
              </a:rPr>
              <a:t> ||8.10|| </a:t>
            </a:r>
          </a:p>
          <a:p>
            <a:pPr marL="0" indent="0" algn="ctr" fontAlgn="base">
              <a:spcBef>
                <a:spcPct val="0"/>
              </a:spcBef>
              <a:spcAft>
                <a:spcPct val="0"/>
              </a:spcAft>
            </a:pPr>
            <a:r>
              <a:rPr lang="kn-IN" sz="2700" b="1" dirty="0">
                <a:solidFill>
                  <a:prstClr val="black"/>
                </a:solidFill>
                <a:latin typeface="Arial" charset="0"/>
                <a:cs typeface="Tunga"/>
              </a:rPr>
              <a:t>೧೭</a:t>
            </a:r>
            <a:r>
              <a:rPr lang="en-CA" sz="2700" b="1" dirty="0">
                <a:solidFill>
                  <a:prstClr val="black"/>
                </a:solidFill>
                <a:latin typeface="Arial" charset="0"/>
                <a:cs typeface="+mn-cs"/>
              </a:rPr>
              <a:t>. </a:t>
            </a:r>
            <a:r>
              <a:rPr lang="kn-IN" sz="2700" b="1" dirty="0">
                <a:solidFill>
                  <a:prstClr val="black"/>
                </a:solidFill>
                <a:latin typeface="Arial" charset="0"/>
                <a:cs typeface="Tunga"/>
              </a:rPr>
              <a:t>ಪ್ರಯಾಣಕಾಲೇ ಮನಸಾಚಲೇನ ಭಕ್ತ್ಯಾ ಯುಕ್ತೋ ಯೋಗಬಲೇನ ಚೈವ |</a:t>
            </a:r>
          </a:p>
          <a:p>
            <a:pPr marL="0" indent="0" algn="ctr" fontAlgn="base">
              <a:spcBef>
                <a:spcPct val="0"/>
              </a:spcBef>
              <a:spcAft>
                <a:spcPct val="0"/>
              </a:spcAft>
            </a:pPr>
            <a:r>
              <a:rPr lang="kn-IN" sz="2800" b="1" dirty="0">
                <a:solidFill>
                  <a:prstClr val="black"/>
                </a:solidFill>
                <a:latin typeface="Arial" charset="0"/>
                <a:cs typeface="Tunga"/>
              </a:rPr>
              <a:t>ಭ್ರುವೋರ್ಮಧ್ಯೇ ಪ್ರಾಣಮಾವೇಶ್ಯ ಸಮ್ಯಕ್</a:t>
            </a:r>
            <a:endParaRPr lang="en-CA" sz="2800" b="1" dirty="0">
              <a:solidFill>
                <a:prstClr val="black"/>
              </a:solidFill>
              <a:latin typeface="Arial" charset="0"/>
              <a:cs typeface="+mn-cs"/>
            </a:endParaRPr>
          </a:p>
          <a:p>
            <a:pPr marL="0" indent="0" algn="ctr" fontAlgn="base">
              <a:spcBef>
                <a:spcPct val="0"/>
              </a:spcBef>
              <a:spcAft>
                <a:spcPct val="0"/>
              </a:spcAft>
            </a:pPr>
            <a:r>
              <a:rPr lang="kn-IN" sz="2800" b="1" dirty="0">
                <a:solidFill>
                  <a:prstClr val="black"/>
                </a:solidFill>
                <a:latin typeface="Arial" charset="0"/>
                <a:cs typeface="Tunga"/>
              </a:rPr>
              <a:t>ಸ ತಂ ಪರಂ ಪುರುಷಮುಪೈತಿ ದಿವ್ಯಮ್ ||೮.೧೦||</a:t>
            </a:r>
            <a:endParaRPr lang="en-US" sz="2800" b="1" dirty="0">
              <a:solidFill>
                <a:prstClr val="black"/>
              </a:solidFill>
              <a:latin typeface="Arial" charset="0"/>
              <a:cs typeface="Tunga"/>
            </a:endParaRPr>
          </a:p>
          <a:p>
            <a:pPr marL="0" indent="0" algn="ctr" fontAlgn="base">
              <a:spcBef>
                <a:spcPct val="0"/>
              </a:spcBef>
              <a:spcAft>
                <a:spcPct val="0"/>
              </a:spcAft>
            </a:pPr>
            <a:r>
              <a:rPr lang="en-IN" sz="2400" dirty="0">
                <a:solidFill>
                  <a:srgbClr val="000000"/>
                </a:solidFill>
                <a:latin typeface="Palatino Linotype" pitchFamily="18" charset="0"/>
              </a:rPr>
              <a:t>At the time of death, with unshaken mind, endowed with devotion and by the power of Yoga, fixing the whole life-breath in the middle of the two eyebrows, he reaches that resplendent Supreme Person.</a:t>
            </a:r>
          </a:p>
          <a:p>
            <a:pPr marL="0" indent="0" algn="ctr" fontAlgn="base">
              <a:spcBef>
                <a:spcPct val="0"/>
              </a:spcBef>
              <a:spcAft>
                <a:spcPct val="0"/>
              </a:spcAft>
            </a:pPr>
            <a:endParaRPr lang="en-CA" sz="2800" b="1" dirty="0">
              <a:solidFill>
                <a:prstClr val="black"/>
              </a:solidFill>
              <a:latin typeface="Arial" charset="0"/>
              <a:cs typeface="+mn-cs"/>
            </a:endParaRPr>
          </a:p>
        </p:txBody>
      </p:sp>
    </p:spTree>
    <p:extLst>
      <p:ext uri="{BB962C8B-B14F-4D97-AF65-F5344CB8AC3E}">
        <p14:creationId xmlns:p14="http://schemas.microsoft.com/office/powerpoint/2010/main" val="3119849701"/>
      </p:ext>
    </p:extLst>
  </p:cSld>
  <p:clrMapOvr>
    <a:masterClrMapping/>
  </p:clrMapOvr>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2"/>
          <p:cNvSpPr txBox="1">
            <a:spLocks/>
          </p:cNvSpPr>
          <p:nvPr/>
        </p:nvSpPr>
        <p:spPr bwMode="auto">
          <a:xfrm>
            <a:off x="191344" y="332656"/>
            <a:ext cx="11809312" cy="6525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742950" indent="-742950">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marL="0" indent="0" algn="ctr" fontAlgn="base">
              <a:spcBef>
                <a:spcPct val="0"/>
              </a:spcBef>
              <a:spcAft>
                <a:spcPct val="0"/>
              </a:spcAft>
            </a:pPr>
            <a:r>
              <a:rPr lang="en-US" sz="4000" dirty="0">
                <a:solidFill>
                  <a:srgbClr val="000000"/>
                </a:solidFill>
                <a:latin typeface="Sanskrit 99" pitchFamily="2" charset="0"/>
                <a:cs typeface="+mn-cs"/>
              </a:rPr>
              <a:t>18, </a:t>
            </a:r>
            <a:r>
              <a:rPr lang="en-US" sz="4000" dirty="0" err="1">
                <a:solidFill>
                  <a:srgbClr val="000000"/>
                </a:solidFill>
                <a:latin typeface="Sanskrit 99" pitchFamily="2" charset="0"/>
                <a:cs typeface="+mn-cs"/>
              </a:rPr>
              <a:t>tmev</a:t>
            </a:r>
            <a:r>
              <a:rPr lang="en-US" sz="4000" dirty="0">
                <a:solidFill>
                  <a:srgbClr val="000000"/>
                </a:solidFill>
                <a:latin typeface="Sanskrit 99" pitchFamily="2" charset="0"/>
                <a:cs typeface="+mn-cs"/>
              </a:rPr>
              <a:t> </a:t>
            </a:r>
            <a:r>
              <a:rPr lang="en-US" sz="4000" dirty="0" err="1">
                <a:solidFill>
                  <a:srgbClr val="000000"/>
                </a:solidFill>
                <a:latin typeface="Sanskrit 99" pitchFamily="2" charset="0"/>
                <a:cs typeface="+mn-cs"/>
              </a:rPr>
              <a:t>zr</a:t>
            </a:r>
            <a:r>
              <a:rPr lang="en-US" sz="4000" dirty="0">
                <a:solidFill>
                  <a:srgbClr val="000000"/>
                </a:solidFill>
                <a:latin typeface="Sanskrit 99" pitchFamily="2" charset="0"/>
                <a:cs typeface="+mn-cs"/>
              </a:rPr>
              <a:t>[&lt; </a:t>
            </a:r>
            <a:r>
              <a:rPr lang="en-US" sz="4000" dirty="0" err="1">
                <a:solidFill>
                  <a:srgbClr val="000000"/>
                </a:solidFill>
                <a:latin typeface="Sanskrit 99" pitchFamily="2" charset="0"/>
                <a:cs typeface="+mn-cs"/>
              </a:rPr>
              <a:t>gCD</a:t>
            </a:r>
            <a:r>
              <a:rPr lang="en-US" sz="4000" dirty="0">
                <a:solidFill>
                  <a:srgbClr val="000000"/>
                </a:solidFill>
                <a:latin typeface="Sanskrit 99" pitchFamily="2" charset="0"/>
                <a:cs typeface="+mn-cs"/>
              </a:rPr>
              <a:t> </a:t>
            </a:r>
            <a:r>
              <a:rPr lang="en-US" sz="4000" dirty="0" err="1">
                <a:solidFill>
                  <a:srgbClr val="000000"/>
                </a:solidFill>
                <a:latin typeface="Sanskrit 99" pitchFamily="2" charset="0"/>
                <a:cs typeface="+mn-cs"/>
              </a:rPr>
              <a:t>svRÉaven</a:t>
            </a:r>
            <a:r>
              <a:rPr lang="en-US" sz="4000" dirty="0">
                <a:solidFill>
                  <a:srgbClr val="000000"/>
                </a:solidFill>
                <a:latin typeface="Sanskrit 99" pitchFamily="2" charset="0"/>
                <a:cs typeface="+mn-cs"/>
              </a:rPr>
              <a:t> </a:t>
            </a:r>
            <a:r>
              <a:rPr lang="en-US" sz="4000" dirty="0" err="1">
                <a:solidFill>
                  <a:srgbClr val="000000"/>
                </a:solidFill>
                <a:latin typeface="Sanskrit 99" pitchFamily="2" charset="0"/>
                <a:cs typeface="+mn-cs"/>
              </a:rPr>
              <a:t>Éart</a:t>
            </a:r>
            <a:r>
              <a:rPr lang="en-US" sz="4000" dirty="0">
                <a:solidFill>
                  <a:srgbClr val="000000"/>
                </a:solidFill>
                <a:latin typeface="Sanskrit 99" pitchFamily="2" charset="0"/>
                <a:cs typeface="+mn-cs"/>
              </a:rPr>
              <a:t>, </a:t>
            </a:r>
            <a:endParaRPr lang="en-US" sz="3600" dirty="0">
              <a:solidFill>
                <a:srgbClr val="000000"/>
              </a:solidFill>
              <a:latin typeface="Sanskrit 99" pitchFamily="2" charset="0"/>
              <a:cs typeface="+mn-cs"/>
            </a:endParaRPr>
          </a:p>
          <a:p>
            <a:pPr marL="0" indent="0" algn="ctr" fontAlgn="base">
              <a:spcBef>
                <a:spcPct val="0"/>
              </a:spcBef>
              <a:spcAft>
                <a:spcPts val="1200"/>
              </a:spcAft>
            </a:pPr>
            <a:r>
              <a:rPr lang="en-US" sz="3700" dirty="0" err="1">
                <a:solidFill>
                  <a:srgbClr val="000000"/>
                </a:solidFill>
                <a:latin typeface="Sanskrit 99" pitchFamily="2" charset="0"/>
                <a:cs typeface="+mn-cs"/>
              </a:rPr>
              <a:t>tTàsadaTpra</a:t>
            </a:r>
            <a:r>
              <a:rPr lang="en-US" sz="3700" dirty="0">
                <a:solidFill>
                  <a:srgbClr val="000000"/>
                </a:solidFill>
                <a:latin typeface="Sanskrit 99" pitchFamily="2" charset="0"/>
                <a:cs typeface="+mn-cs"/>
              </a:rPr>
              <a:t>&lt; </a:t>
            </a:r>
            <a:r>
              <a:rPr lang="en-US" sz="3700" dirty="0" err="1">
                <a:solidFill>
                  <a:srgbClr val="000000"/>
                </a:solidFill>
                <a:latin typeface="Sanskrit 99" pitchFamily="2" charset="0"/>
                <a:cs typeface="+mn-cs"/>
              </a:rPr>
              <a:t>zaiNt</a:t>
            </a:r>
            <a:r>
              <a:rPr lang="en-US" sz="3700" dirty="0">
                <a:solidFill>
                  <a:srgbClr val="000000"/>
                </a:solidFill>
                <a:latin typeface="Sanskrit 99" pitchFamily="2" charset="0"/>
                <a:cs typeface="+mn-cs"/>
              </a:rPr>
              <a:t>&lt; Swan&lt; </a:t>
            </a:r>
            <a:r>
              <a:rPr lang="en-US" sz="3700" dirty="0" err="1">
                <a:solidFill>
                  <a:srgbClr val="000000"/>
                </a:solidFill>
                <a:latin typeface="Sanskrit 99" pitchFamily="2" charset="0"/>
                <a:cs typeface="+mn-cs"/>
              </a:rPr>
              <a:t>àaPSyis</a:t>
            </a:r>
            <a:r>
              <a:rPr lang="en-US" sz="3700" dirty="0">
                <a:solidFill>
                  <a:srgbClr val="000000"/>
                </a:solidFill>
                <a:latin typeface="Sanskrit 99" pitchFamily="2" charset="0"/>
                <a:cs typeface="+mn-cs"/>
              </a:rPr>
              <a:t> zañtm!</a:t>
            </a:r>
            <a:r>
              <a:rPr lang="en-US" sz="2800" dirty="0">
                <a:solidFill>
                  <a:srgbClr val="000000"/>
                </a:solidFill>
                <a:latin typeface="Sanskrit 99" pitchFamily="2" charset="0"/>
                <a:cs typeface="+mn-cs"/>
              </a:rPr>
              <a:t>.18-62.</a:t>
            </a:r>
            <a:endParaRPr lang="en-US" sz="3600" dirty="0">
              <a:solidFill>
                <a:srgbClr val="000000"/>
              </a:solidFill>
              <a:latin typeface="Sanskrit 99" pitchFamily="2" charset="0"/>
              <a:cs typeface="+mn-cs"/>
            </a:endParaRPr>
          </a:p>
          <a:p>
            <a:pPr marL="0" indent="0" algn="ctr" fontAlgn="base">
              <a:spcBef>
                <a:spcPct val="0"/>
              </a:spcBef>
              <a:spcAft>
                <a:spcPct val="0"/>
              </a:spcAft>
            </a:pPr>
            <a:r>
              <a:rPr lang="en-US" sz="3200" dirty="0">
                <a:solidFill>
                  <a:srgbClr val="000000"/>
                </a:solidFill>
                <a:latin typeface="URW Palladio IT" pitchFamily="2" charset="0"/>
                <a:cs typeface="+mn-cs"/>
              </a:rPr>
              <a:t>18. </a:t>
            </a:r>
            <a:r>
              <a:rPr lang="en-US" sz="3200" dirty="0" err="1">
                <a:solidFill>
                  <a:srgbClr val="000000"/>
                </a:solidFill>
                <a:latin typeface="URW Palladio IT" pitchFamily="2" charset="0"/>
                <a:cs typeface="+mn-cs"/>
              </a:rPr>
              <a:t>Tameva</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çaraëaà</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gaccha</a:t>
            </a:r>
            <a:r>
              <a:rPr lang="en-US" sz="3200" dirty="0">
                <a:solidFill>
                  <a:srgbClr val="000000"/>
                </a:solidFill>
                <a:latin typeface="URW Palladio IT" pitchFamily="2" charset="0"/>
                <a:cs typeface="+mn-cs"/>
              </a:rPr>
              <a:t> </a:t>
            </a:r>
          </a:p>
          <a:p>
            <a:pPr marL="0" indent="0" algn="ctr" fontAlgn="base">
              <a:spcBef>
                <a:spcPct val="0"/>
              </a:spcBef>
              <a:spcAft>
                <a:spcPct val="0"/>
              </a:spcAft>
            </a:pPr>
            <a:r>
              <a:rPr lang="en-US" sz="3200" dirty="0" err="1">
                <a:solidFill>
                  <a:srgbClr val="000000"/>
                </a:solidFill>
                <a:latin typeface="URW Palladio IT" pitchFamily="2" charset="0"/>
                <a:cs typeface="+mn-cs"/>
              </a:rPr>
              <a:t>Sarvabhävena</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bhärata</a:t>
            </a:r>
            <a:r>
              <a:rPr lang="en-US" sz="3200" dirty="0">
                <a:solidFill>
                  <a:srgbClr val="000000"/>
                </a:solidFill>
                <a:latin typeface="URW Palladio IT" pitchFamily="2" charset="0"/>
                <a:cs typeface="+mn-cs"/>
              </a:rPr>
              <a:t> | </a:t>
            </a:r>
          </a:p>
          <a:p>
            <a:pPr marL="0" indent="0" algn="ctr" fontAlgn="base">
              <a:spcBef>
                <a:spcPct val="0"/>
              </a:spcBef>
              <a:spcAft>
                <a:spcPct val="0"/>
              </a:spcAft>
            </a:pPr>
            <a:r>
              <a:rPr lang="en-US" sz="3200" dirty="0" err="1">
                <a:solidFill>
                  <a:srgbClr val="000000"/>
                </a:solidFill>
                <a:latin typeface="URW Palladio IT" pitchFamily="2" charset="0"/>
                <a:cs typeface="+mn-cs"/>
              </a:rPr>
              <a:t>Tatprasädätparäà</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çäntià</a:t>
            </a:r>
            <a:r>
              <a:rPr lang="en-US" sz="3200" dirty="0">
                <a:solidFill>
                  <a:srgbClr val="000000"/>
                </a:solidFill>
                <a:latin typeface="URW Palladio IT" pitchFamily="2" charset="0"/>
                <a:cs typeface="+mn-cs"/>
              </a:rPr>
              <a:t> </a:t>
            </a:r>
          </a:p>
          <a:p>
            <a:pPr marL="0" indent="0" algn="ctr" fontAlgn="base">
              <a:spcBef>
                <a:spcPct val="0"/>
              </a:spcBef>
              <a:spcAft>
                <a:spcPts val="1800"/>
              </a:spcAft>
            </a:pPr>
            <a:r>
              <a:rPr lang="en-US" sz="3200" dirty="0" err="1">
                <a:solidFill>
                  <a:srgbClr val="000000"/>
                </a:solidFill>
                <a:latin typeface="URW Palladio IT" pitchFamily="2" charset="0"/>
                <a:cs typeface="+mn-cs"/>
              </a:rPr>
              <a:t>Sthänaà</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präpsyasi</a:t>
            </a:r>
            <a:r>
              <a:rPr lang="en-US" sz="3200" dirty="0">
                <a:solidFill>
                  <a:srgbClr val="000000"/>
                </a:solidFill>
                <a:latin typeface="URW Palladio IT" pitchFamily="2" charset="0"/>
                <a:cs typeface="+mn-cs"/>
              </a:rPr>
              <a:t> </a:t>
            </a:r>
            <a:r>
              <a:rPr lang="en-US" sz="3200" dirty="0" err="1">
                <a:solidFill>
                  <a:srgbClr val="000000"/>
                </a:solidFill>
                <a:latin typeface="URW Palladio IT" pitchFamily="2" charset="0"/>
                <a:cs typeface="+mn-cs"/>
              </a:rPr>
              <a:t>çäçvatam</a:t>
            </a:r>
            <a:r>
              <a:rPr lang="en-US" sz="3200" dirty="0">
                <a:solidFill>
                  <a:srgbClr val="000000"/>
                </a:solidFill>
                <a:latin typeface="URW Palladio IT" pitchFamily="2" charset="0"/>
                <a:cs typeface="+mn-cs"/>
              </a:rPr>
              <a:t> ||18.62||</a:t>
            </a:r>
          </a:p>
          <a:p>
            <a:pPr marL="0" indent="0" algn="ctr" fontAlgn="base">
              <a:spcBef>
                <a:spcPct val="0"/>
              </a:spcBef>
              <a:spcAft>
                <a:spcPct val="0"/>
              </a:spcAft>
            </a:pPr>
            <a:r>
              <a:rPr lang="kn-IN" sz="3200" b="1" dirty="0">
                <a:solidFill>
                  <a:prstClr val="black"/>
                </a:solidFill>
                <a:latin typeface="Arial" charset="0"/>
                <a:cs typeface="Tunga"/>
              </a:rPr>
              <a:t>೧೮</a:t>
            </a:r>
            <a:r>
              <a:rPr lang="en-CA" sz="3200" b="1" dirty="0">
                <a:solidFill>
                  <a:prstClr val="black"/>
                </a:solidFill>
                <a:latin typeface="Arial" charset="0"/>
                <a:cs typeface="+mn-cs"/>
              </a:rPr>
              <a:t>. </a:t>
            </a:r>
            <a:r>
              <a:rPr lang="kn-IN" sz="3200" b="1" dirty="0">
                <a:solidFill>
                  <a:prstClr val="black"/>
                </a:solidFill>
                <a:latin typeface="Arial" charset="0"/>
                <a:cs typeface="Tunga"/>
              </a:rPr>
              <a:t>ತಮೇವ ಶರಣಂ ಗಚ್ಛ ಸರ್ವಭಾವೇನ ಭಾರತ |</a:t>
            </a:r>
          </a:p>
          <a:p>
            <a:pPr marL="0" indent="0" algn="ctr" fontAlgn="base">
              <a:spcBef>
                <a:spcPct val="0"/>
              </a:spcBef>
              <a:spcAft>
                <a:spcPct val="0"/>
              </a:spcAft>
            </a:pPr>
            <a:r>
              <a:rPr lang="kn-IN" sz="3200" b="1" dirty="0">
                <a:solidFill>
                  <a:prstClr val="black"/>
                </a:solidFill>
                <a:latin typeface="Arial" charset="0"/>
                <a:cs typeface="Tunga"/>
              </a:rPr>
              <a:t>ತತ್ಪ್ರಸಾದಾತ್ ಪರಾಂ ಶಾನ್ತಿಂ</a:t>
            </a:r>
            <a:endParaRPr lang="en-CA" sz="3200" b="1" dirty="0">
              <a:solidFill>
                <a:prstClr val="black"/>
              </a:solidFill>
              <a:latin typeface="Arial" charset="0"/>
              <a:cs typeface="+mn-cs"/>
            </a:endParaRPr>
          </a:p>
          <a:p>
            <a:pPr marL="0" indent="0" algn="ctr" fontAlgn="base">
              <a:spcBef>
                <a:spcPct val="0"/>
              </a:spcBef>
              <a:spcAft>
                <a:spcPct val="0"/>
              </a:spcAft>
            </a:pPr>
            <a:r>
              <a:rPr lang="kn-IN" sz="3200" b="1" dirty="0">
                <a:solidFill>
                  <a:prstClr val="black"/>
                </a:solidFill>
                <a:latin typeface="Arial" charset="0"/>
                <a:cs typeface="Tunga"/>
              </a:rPr>
              <a:t>ಸ್ಥಾನಂ ಪ್ರಾಪ್ಸ್ಯಸಿ ಶಾಶ್ವತಮ್ ||೧೮.೬೨||</a:t>
            </a:r>
            <a:endParaRPr lang="en-US" sz="3200" b="1" dirty="0">
              <a:solidFill>
                <a:prstClr val="black"/>
              </a:solidFill>
              <a:latin typeface="Arial" charset="0"/>
              <a:cs typeface="Tunga"/>
            </a:endParaRPr>
          </a:p>
          <a:p>
            <a:pPr marL="0" indent="0" algn="ctr" fontAlgn="base">
              <a:spcBef>
                <a:spcPct val="0"/>
              </a:spcBef>
              <a:spcAft>
                <a:spcPct val="0"/>
              </a:spcAft>
            </a:pPr>
            <a:r>
              <a:rPr lang="en-IN" sz="3200" dirty="0">
                <a:solidFill>
                  <a:srgbClr val="000000"/>
                </a:solidFill>
                <a:latin typeface="Palatino Linotype" pitchFamily="18" charset="0"/>
              </a:rPr>
              <a:t>Fly unto Him for refuge with all thy being, O </a:t>
            </a:r>
            <a:r>
              <a:rPr lang="en-IN" sz="3200" dirty="0" err="1">
                <a:solidFill>
                  <a:srgbClr val="000000"/>
                </a:solidFill>
                <a:latin typeface="Palatino Linotype" pitchFamily="18" charset="0"/>
              </a:rPr>
              <a:t>Arjuna</a:t>
            </a:r>
            <a:r>
              <a:rPr lang="en-IN" sz="3200" dirty="0">
                <a:solidFill>
                  <a:srgbClr val="000000"/>
                </a:solidFill>
                <a:latin typeface="Palatino Linotype" pitchFamily="18" charset="0"/>
              </a:rPr>
              <a:t>! By His Grace thou shalt obtain supreme peace and the eternal abode.</a:t>
            </a:r>
          </a:p>
          <a:p>
            <a:pPr marL="0" indent="0" algn="ctr" fontAlgn="base">
              <a:spcBef>
                <a:spcPct val="0"/>
              </a:spcBef>
              <a:spcAft>
                <a:spcPct val="0"/>
              </a:spcAft>
            </a:pPr>
            <a:endParaRPr lang="en-CA" sz="3000" b="1" dirty="0">
              <a:solidFill>
                <a:prstClr val="black"/>
              </a:solidFill>
              <a:latin typeface="Arial" charset="0"/>
              <a:cs typeface="+mn-cs"/>
            </a:endParaRPr>
          </a:p>
        </p:txBody>
      </p:sp>
    </p:spTree>
    <p:extLst>
      <p:ext uri="{BB962C8B-B14F-4D97-AF65-F5344CB8AC3E}">
        <p14:creationId xmlns:p14="http://schemas.microsoft.com/office/powerpoint/2010/main" val="1673958245"/>
      </p:ext>
    </p:extLst>
  </p:cSld>
  <p:clrMapOvr>
    <a:masterClrMapping/>
  </p:clrMapOvr>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2"/>
          <p:cNvSpPr txBox="1">
            <a:spLocks/>
          </p:cNvSpPr>
          <p:nvPr/>
        </p:nvSpPr>
        <p:spPr bwMode="auto">
          <a:xfrm>
            <a:off x="119336" y="260648"/>
            <a:ext cx="11881320" cy="659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742950" indent="-742950">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marL="0" indent="0" algn="ctr" fontAlgn="base">
              <a:spcBef>
                <a:spcPct val="0"/>
              </a:spcBef>
              <a:spcAft>
                <a:spcPct val="0"/>
              </a:spcAft>
            </a:pPr>
            <a:endParaRPr lang="en-US" sz="4000" dirty="0">
              <a:solidFill>
                <a:srgbClr val="000000"/>
              </a:solidFill>
              <a:latin typeface="Sanskrit 99" pitchFamily="2" charset="0"/>
              <a:cs typeface="+mn-cs"/>
            </a:endParaRPr>
          </a:p>
          <a:p>
            <a:pPr marL="0" indent="0" algn="ctr" fontAlgn="base">
              <a:spcBef>
                <a:spcPct val="0"/>
              </a:spcBef>
              <a:spcAft>
                <a:spcPct val="0"/>
              </a:spcAft>
            </a:pPr>
            <a:r>
              <a:rPr lang="en-US" sz="4000" dirty="0">
                <a:solidFill>
                  <a:srgbClr val="000000"/>
                </a:solidFill>
                <a:latin typeface="Sanskrit 99" pitchFamily="2" charset="0"/>
                <a:cs typeface="+mn-cs"/>
              </a:rPr>
              <a:t>.` </a:t>
            </a:r>
            <a:r>
              <a:rPr lang="en-US" sz="4000" dirty="0" err="1">
                <a:solidFill>
                  <a:srgbClr val="000000"/>
                </a:solidFill>
                <a:latin typeface="Sanskrit 99" pitchFamily="2" charset="0"/>
                <a:cs typeface="+mn-cs"/>
              </a:rPr>
              <a:t>tTsidit</a:t>
            </a:r>
            <a:r>
              <a:rPr lang="en-US" sz="4000" dirty="0">
                <a:solidFill>
                  <a:srgbClr val="000000"/>
                </a:solidFill>
                <a:latin typeface="Sanskrit 99" pitchFamily="2" charset="0"/>
                <a:cs typeface="+mn-cs"/>
              </a:rPr>
              <a:t>.</a:t>
            </a:r>
          </a:p>
          <a:p>
            <a:pPr marL="0" indent="0" algn="ctr" fontAlgn="base">
              <a:spcBef>
                <a:spcPct val="0"/>
              </a:spcBef>
              <a:spcAft>
                <a:spcPts val="1800"/>
              </a:spcAft>
            </a:pPr>
            <a:r>
              <a:rPr lang="en-US" sz="4000" dirty="0" err="1">
                <a:solidFill>
                  <a:srgbClr val="000000"/>
                </a:solidFill>
                <a:latin typeface="Sanskrit 99" pitchFamily="2" charset="0"/>
                <a:cs typeface="+mn-cs"/>
              </a:rPr>
              <a:t>ïImNmhaÉarte</a:t>
            </a:r>
            <a:r>
              <a:rPr lang="en-US" sz="4000" dirty="0">
                <a:solidFill>
                  <a:srgbClr val="000000"/>
                </a:solidFill>
                <a:latin typeface="Sanskrit 99" pitchFamily="2" charset="0"/>
                <a:cs typeface="+mn-cs"/>
              </a:rPr>
              <a:t> </a:t>
            </a:r>
            <a:r>
              <a:rPr lang="en-US" sz="4000" dirty="0" err="1">
                <a:solidFill>
                  <a:srgbClr val="000000"/>
                </a:solidFill>
                <a:latin typeface="Sanskrit 99" pitchFamily="2" charset="0"/>
                <a:cs typeface="+mn-cs"/>
              </a:rPr>
              <a:t>ztsah</a:t>
            </a:r>
            <a:r>
              <a:rPr lang="en-IN" sz="4000" dirty="0">
                <a:solidFill>
                  <a:srgbClr val="000000"/>
                </a:solidFill>
                <a:latin typeface="Sanskrit 99" pitchFamily="2" charset="0"/>
                <a:cs typeface="+mn-cs"/>
              </a:rPr>
              <a:t>ô!</a:t>
            </a:r>
            <a:r>
              <a:rPr lang="en-US" sz="4000" dirty="0">
                <a:solidFill>
                  <a:srgbClr val="000000"/>
                </a:solidFill>
                <a:latin typeface="Sanskrit 99" pitchFamily="2" charset="0"/>
                <a:cs typeface="+mn-cs"/>
              </a:rPr>
              <a:t>(a&lt; s&lt;</a:t>
            </a:r>
            <a:r>
              <a:rPr lang="en-US" sz="4000" dirty="0" err="1">
                <a:solidFill>
                  <a:srgbClr val="000000"/>
                </a:solidFill>
                <a:latin typeface="Sanskrit 99" pitchFamily="2" charset="0"/>
                <a:cs typeface="+mn-cs"/>
              </a:rPr>
              <a:t>ihtaya</a:t>
            </a:r>
            <a:r>
              <a:rPr lang="en-US" sz="4000" dirty="0">
                <a:solidFill>
                  <a:srgbClr val="000000"/>
                </a:solidFill>
                <a:latin typeface="Sanskrit 99" pitchFamily="2" charset="0"/>
                <a:cs typeface="+mn-cs"/>
              </a:rPr>
              <a:t>&lt; </a:t>
            </a:r>
            <a:r>
              <a:rPr lang="en-US" sz="4000" dirty="0" err="1">
                <a:solidFill>
                  <a:srgbClr val="000000"/>
                </a:solidFill>
                <a:latin typeface="Sanskrit 99" pitchFamily="2" charset="0"/>
                <a:cs typeface="+mn-cs"/>
              </a:rPr>
              <a:t>vEyaisKya</a:t>
            </a:r>
            <a:r>
              <a:rPr lang="en-US" sz="4000" dirty="0">
                <a:solidFill>
                  <a:srgbClr val="000000"/>
                </a:solidFill>
                <a:latin typeface="Sanskrit 99" pitchFamily="2" charset="0"/>
                <a:cs typeface="+mn-cs"/>
              </a:rPr>
              <a:t>&lt; </a:t>
            </a:r>
            <a:r>
              <a:rPr lang="en-US" sz="4000" dirty="0" err="1">
                <a:solidFill>
                  <a:srgbClr val="000000"/>
                </a:solidFill>
                <a:latin typeface="Sanskrit 99" pitchFamily="2" charset="0"/>
                <a:cs typeface="+mn-cs"/>
              </a:rPr>
              <a:t>ÉI:mpvRi</a:t>
            </a:r>
            <a:r>
              <a:rPr lang="en-US" sz="4000" dirty="0">
                <a:solidFill>
                  <a:srgbClr val="000000"/>
                </a:solidFill>
                <a:latin typeface="Sanskrit 99" pitchFamily="2" charset="0"/>
                <a:cs typeface="+mn-cs"/>
              </a:rPr>
              <a:t>[</a:t>
            </a:r>
          </a:p>
          <a:p>
            <a:pPr marL="0" indent="0" algn="ctr" fontAlgn="base">
              <a:spcBef>
                <a:spcPct val="0"/>
              </a:spcBef>
              <a:spcAft>
                <a:spcPct val="0"/>
              </a:spcAft>
            </a:pPr>
            <a:r>
              <a:rPr lang="en-IN" sz="3200" b="1" dirty="0">
                <a:solidFill>
                  <a:srgbClr val="000000"/>
                </a:solidFill>
                <a:latin typeface="URW Palladio IT" pitchFamily="2" charset="0"/>
                <a:cs typeface="+mn-cs"/>
              </a:rPr>
              <a:t>|| Om </a:t>
            </a:r>
            <a:r>
              <a:rPr lang="en-IN" sz="3200" b="1" dirty="0" err="1">
                <a:solidFill>
                  <a:srgbClr val="000000"/>
                </a:solidFill>
                <a:latin typeface="URW Palladio IT" pitchFamily="2" charset="0"/>
                <a:cs typeface="+mn-cs"/>
              </a:rPr>
              <a:t>tatsditi</a:t>
            </a:r>
            <a:r>
              <a:rPr lang="en-IN" sz="3200" b="1" dirty="0">
                <a:solidFill>
                  <a:srgbClr val="000000"/>
                </a:solidFill>
                <a:latin typeface="URW Palladio IT" pitchFamily="2" charset="0"/>
                <a:cs typeface="+mn-cs"/>
              </a:rPr>
              <a:t> ||</a:t>
            </a:r>
          </a:p>
          <a:p>
            <a:pPr marL="0" indent="0" algn="ctr" fontAlgn="base">
              <a:spcBef>
                <a:spcPct val="0"/>
              </a:spcBef>
              <a:spcAft>
                <a:spcPts val="1800"/>
              </a:spcAft>
            </a:pPr>
            <a:r>
              <a:rPr lang="en-IN" sz="3200" b="1" dirty="0" err="1">
                <a:solidFill>
                  <a:srgbClr val="000000"/>
                </a:solidFill>
                <a:latin typeface="URW Palladio IT" pitchFamily="2" charset="0"/>
                <a:cs typeface="+mn-cs"/>
              </a:rPr>
              <a:t>Çrémanmahäbhärate</a:t>
            </a:r>
            <a:r>
              <a:rPr lang="en-IN" sz="3200" b="1" dirty="0">
                <a:solidFill>
                  <a:srgbClr val="000000"/>
                </a:solidFill>
                <a:latin typeface="URW Palladio IT" pitchFamily="2" charset="0"/>
                <a:cs typeface="+mn-cs"/>
              </a:rPr>
              <a:t> </a:t>
            </a:r>
            <a:r>
              <a:rPr lang="en-IN" sz="3200" b="1" dirty="0" err="1">
                <a:solidFill>
                  <a:srgbClr val="000000"/>
                </a:solidFill>
                <a:latin typeface="URW Palladio IT" pitchFamily="2" charset="0"/>
                <a:cs typeface="+mn-cs"/>
              </a:rPr>
              <a:t>Çatasähasryäà</a:t>
            </a:r>
            <a:r>
              <a:rPr lang="en-IN" sz="3200" b="1" dirty="0">
                <a:solidFill>
                  <a:srgbClr val="000000"/>
                </a:solidFill>
                <a:latin typeface="URW Palladio IT" pitchFamily="2" charset="0"/>
                <a:cs typeface="+mn-cs"/>
              </a:rPr>
              <a:t> </a:t>
            </a:r>
            <a:r>
              <a:rPr lang="en-IN" sz="3200" b="1" dirty="0" err="1">
                <a:solidFill>
                  <a:srgbClr val="000000"/>
                </a:solidFill>
                <a:latin typeface="URW Palladio IT" pitchFamily="2" charset="0"/>
                <a:cs typeface="+mn-cs"/>
              </a:rPr>
              <a:t>Saàhitäyäà</a:t>
            </a:r>
            <a:r>
              <a:rPr lang="en-IN" sz="3200" b="1" dirty="0">
                <a:solidFill>
                  <a:srgbClr val="000000"/>
                </a:solidFill>
                <a:latin typeface="URW Palladio IT" pitchFamily="2" charset="0"/>
                <a:cs typeface="+mn-cs"/>
              </a:rPr>
              <a:t> </a:t>
            </a:r>
            <a:r>
              <a:rPr lang="en-IN" sz="3200" b="1" dirty="0" err="1">
                <a:solidFill>
                  <a:srgbClr val="000000"/>
                </a:solidFill>
                <a:latin typeface="URW Palladio IT" pitchFamily="2" charset="0"/>
                <a:cs typeface="+mn-cs"/>
              </a:rPr>
              <a:t>Vaiyäsikyäà</a:t>
            </a:r>
            <a:r>
              <a:rPr lang="en-IN" sz="3200" b="1" dirty="0">
                <a:solidFill>
                  <a:srgbClr val="000000"/>
                </a:solidFill>
                <a:latin typeface="URW Palladio IT" pitchFamily="2" charset="0"/>
                <a:cs typeface="+mn-cs"/>
              </a:rPr>
              <a:t> </a:t>
            </a:r>
            <a:r>
              <a:rPr lang="en-IN" sz="3200" b="1" dirty="0" err="1">
                <a:solidFill>
                  <a:srgbClr val="000000"/>
                </a:solidFill>
                <a:latin typeface="URW Palladio IT" pitchFamily="2" charset="0"/>
                <a:cs typeface="+mn-cs"/>
              </a:rPr>
              <a:t>Bhéñmaparvaëi</a:t>
            </a:r>
            <a:endParaRPr lang="en-IN" sz="3200" b="1" dirty="0">
              <a:solidFill>
                <a:srgbClr val="000000"/>
              </a:solidFill>
              <a:latin typeface="URW Palladio IT" pitchFamily="2" charset="0"/>
              <a:cs typeface="+mn-cs"/>
            </a:endParaRPr>
          </a:p>
          <a:p>
            <a:pPr marL="0" indent="0" algn="ctr" fontAlgn="base">
              <a:spcBef>
                <a:spcPct val="0"/>
              </a:spcBef>
              <a:spcAft>
                <a:spcPct val="0"/>
              </a:spcAft>
            </a:pPr>
            <a:r>
              <a:rPr lang="en-IN" sz="3200" b="1" dirty="0">
                <a:solidFill>
                  <a:srgbClr val="000000"/>
                </a:solidFill>
                <a:latin typeface="URW Palladio IT" pitchFamily="2" charset="0"/>
                <a:cs typeface="+mn-cs"/>
              </a:rPr>
              <a:t>||</a:t>
            </a:r>
            <a:r>
              <a:rPr lang="kn-IN" sz="3200" b="1" dirty="0">
                <a:solidFill>
                  <a:srgbClr val="000000"/>
                </a:solidFill>
                <a:latin typeface="URW Palladio IT" pitchFamily="2" charset="0"/>
                <a:cs typeface="Tunga"/>
              </a:rPr>
              <a:t>ಓಂ ತತ್ಸದಿತಿ</a:t>
            </a:r>
            <a:r>
              <a:rPr lang="en-IN" sz="3200" b="1" dirty="0">
                <a:solidFill>
                  <a:srgbClr val="000000"/>
                </a:solidFill>
                <a:latin typeface="URW Palladio IT" pitchFamily="2" charset="0"/>
                <a:cs typeface="+mn-cs"/>
              </a:rPr>
              <a:t>||</a:t>
            </a:r>
            <a:endParaRPr lang="kn-IN" sz="3200" b="1" dirty="0">
              <a:solidFill>
                <a:srgbClr val="000000"/>
              </a:solidFill>
              <a:latin typeface="URW Palladio IT" pitchFamily="2" charset="0"/>
              <a:cs typeface="Tunga"/>
            </a:endParaRPr>
          </a:p>
          <a:p>
            <a:pPr marL="0" indent="0" algn="ctr" fontAlgn="base">
              <a:spcBef>
                <a:spcPct val="0"/>
              </a:spcBef>
              <a:spcAft>
                <a:spcPct val="0"/>
              </a:spcAft>
            </a:pPr>
            <a:r>
              <a:rPr lang="kn-IN" sz="3200" b="1" dirty="0">
                <a:solidFill>
                  <a:srgbClr val="000000"/>
                </a:solidFill>
                <a:latin typeface="URW Palladio IT" pitchFamily="2" charset="0"/>
                <a:cs typeface="Tunga"/>
              </a:rPr>
              <a:t>ಶ್ರೀಮನ್ಮಹಾಭಾರತೇ ಶತಸಾಹಸ್ರ್ಯಾಂ ಸಂಹಿತಾಯಾಂ ವೈಯಾಸಿಕ್ಯಾಂ</a:t>
            </a:r>
            <a:r>
              <a:rPr lang="en-CA" sz="3200" b="1" dirty="0">
                <a:solidFill>
                  <a:srgbClr val="000000"/>
                </a:solidFill>
                <a:latin typeface="URW Palladio IT" pitchFamily="2" charset="0"/>
                <a:cs typeface="+mn-cs"/>
              </a:rPr>
              <a:t> </a:t>
            </a:r>
            <a:r>
              <a:rPr lang="kn-IN" sz="3200" b="1" dirty="0">
                <a:solidFill>
                  <a:srgbClr val="000000"/>
                </a:solidFill>
                <a:latin typeface="URW Palladio IT" pitchFamily="2" charset="0"/>
                <a:cs typeface="Tunga"/>
              </a:rPr>
              <a:t>ಭೀಷ್ಮಪರ್ವಣಿ</a:t>
            </a:r>
          </a:p>
        </p:txBody>
      </p:sp>
    </p:spTree>
    <p:extLst>
      <p:ext uri="{BB962C8B-B14F-4D97-AF65-F5344CB8AC3E}">
        <p14:creationId xmlns:p14="http://schemas.microsoft.com/office/powerpoint/2010/main" val="2266038858"/>
      </p:ext>
    </p:extLst>
  </p:cSld>
  <p:clrMapOvr>
    <a:masterClrMapping/>
  </p:clrMapOvr>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2"/>
          <p:cNvSpPr txBox="1">
            <a:spLocks/>
          </p:cNvSpPr>
          <p:nvPr/>
        </p:nvSpPr>
        <p:spPr bwMode="auto">
          <a:xfrm>
            <a:off x="191344" y="332656"/>
            <a:ext cx="11881320" cy="6525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742950" indent="-742950">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marL="0" indent="0" algn="ctr" fontAlgn="base">
              <a:spcBef>
                <a:spcPct val="0"/>
              </a:spcBef>
              <a:spcAft>
                <a:spcPct val="0"/>
              </a:spcAft>
            </a:pPr>
            <a:endParaRPr lang="en-US" sz="4000" dirty="0">
              <a:solidFill>
                <a:srgbClr val="000000"/>
              </a:solidFill>
              <a:latin typeface="Sanskrit 99" pitchFamily="2" charset="0"/>
              <a:cs typeface="+mn-cs"/>
            </a:endParaRPr>
          </a:p>
          <a:p>
            <a:pPr marL="0" indent="0" algn="ctr" fontAlgn="base">
              <a:spcBef>
                <a:spcPct val="0"/>
              </a:spcBef>
              <a:spcAft>
                <a:spcPct val="0"/>
              </a:spcAft>
            </a:pPr>
            <a:r>
              <a:rPr lang="en-US" sz="4000" dirty="0" err="1">
                <a:solidFill>
                  <a:srgbClr val="000000"/>
                </a:solidFill>
                <a:latin typeface="Sanskrit 99" pitchFamily="2" charset="0"/>
                <a:cs typeface="+mn-cs"/>
              </a:rPr>
              <a:t>ïImÑgvÌItasu</a:t>
            </a:r>
            <a:r>
              <a:rPr lang="en-US" sz="4000" dirty="0">
                <a:solidFill>
                  <a:srgbClr val="000000"/>
                </a:solidFill>
                <a:latin typeface="Sanskrit 99" pitchFamily="2" charset="0"/>
                <a:cs typeface="+mn-cs"/>
              </a:rPr>
              <a:t> %</a:t>
            </a:r>
            <a:r>
              <a:rPr lang="en-US" sz="4000" dirty="0" err="1">
                <a:solidFill>
                  <a:srgbClr val="000000"/>
                </a:solidFill>
                <a:latin typeface="Sanskrit 99" pitchFamily="2" charset="0"/>
                <a:cs typeface="+mn-cs"/>
              </a:rPr>
              <a:t>pin;Tsu</a:t>
            </a:r>
            <a:endParaRPr lang="en-US" sz="4000" dirty="0">
              <a:solidFill>
                <a:srgbClr val="000000"/>
              </a:solidFill>
              <a:latin typeface="Sanskrit 99" pitchFamily="2" charset="0"/>
              <a:cs typeface="+mn-cs"/>
            </a:endParaRPr>
          </a:p>
          <a:p>
            <a:pPr marL="0" indent="0" algn="ctr" fontAlgn="base">
              <a:spcBef>
                <a:spcPct val="0"/>
              </a:spcBef>
              <a:spcAft>
                <a:spcPct val="0"/>
              </a:spcAft>
            </a:pPr>
            <a:r>
              <a:rPr lang="en-US" sz="4000" dirty="0" err="1">
                <a:solidFill>
                  <a:srgbClr val="000000"/>
                </a:solidFill>
                <a:latin typeface="Sanskrit 99" pitchFamily="2" charset="0"/>
                <a:cs typeface="+mn-cs"/>
              </a:rPr>
              <a:t>äüiv</a:t>
            </a:r>
            <a:r>
              <a:rPr lang="en-US" sz="4000" dirty="0">
                <a:solidFill>
                  <a:srgbClr val="000000"/>
                </a:solidFill>
                <a:latin typeface="Sanskrit 99" pitchFamily="2" charset="0"/>
                <a:cs typeface="+mn-cs"/>
              </a:rPr>
              <a:t>*</a:t>
            </a:r>
            <a:r>
              <a:rPr lang="en-US" sz="4000" dirty="0" err="1">
                <a:solidFill>
                  <a:srgbClr val="000000"/>
                </a:solidFill>
                <a:latin typeface="Sanskrit 99" pitchFamily="2" charset="0"/>
                <a:cs typeface="+mn-cs"/>
              </a:rPr>
              <a:t>aya</a:t>
            </a:r>
            <a:r>
              <a:rPr lang="en-US" sz="4000" dirty="0">
                <a:solidFill>
                  <a:srgbClr val="000000"/>
                </a:solidFill>
                <a:latin typeface="Sanskrit 99" pitchFamily="2" charset="0"/>
                <a:cs typeface="+mn-cs"/>
              </a:rPr>
              <a:t>&lt; </a:t>
            </a:r>
            <a:r>
              <a:rPr lang="en-US" sz="4000" dirty="0" err="1">
                <a:solidFill>
                  <a:srgbClr val="000000"/>
                </a:solidFill>
                <a:latin typeface="Sanskrit 99" pitchFamily="2" charset="0"/>
                <a:cs typeface="+mn-cs"/>
              </a:rPr>
              <a:t>yaegzaôe</a:t>
            </a:r>
            <a:r>
              <a:rPr lang="en-US" sz="4000" dirty="0">
                <a:solidFill>
                  <a:srgbClr val="000000"/>
                </a:solidFill>
                <a:latin typeface="Sanskrit 99" pitchFamily="2" charset="0"/>
                <a:cs typeface="+mn-cs"/>
              </a:rPr>
              <a:t> </a:t>
            </a:r>
            <a:r>
              <a:rPr lang="en-US" sz="4000" dirty="0" err="1">
                <a:solidFill>
                  <a:srgbClr val="000000"/>
                </a:solidFill>
                <a:latin typeface="Sanskrit 99" pitchFamily="2" charset="0"/>
                <a:cs typeface="+mn-cs"/>
              </a:rPr>
              <a:t>ïIk</a:t>
            </a:r>
            <a:r>
              <a:rPr lang="en-US" sz="4000" dirty="0">
                <a:solidFill>
                  <a:srgbClr val="000000"/>
                </a:solidFill>
                <a:latin typeface="Sanskrit 99" pitchFamily="2" charset="0"/>
                <a:cs typeface="+mn-cs"/>
              </a:rPr>
              <a:t>«:[</a:t>
            </a:r>
            <a:r>
              <a:rPr lang="en-US" sz="4000" dirty="0" err="1">
                <a:solidFill>
                  <a:srgbClr val="000000"/>
                </a:solidFill>
                <a:latin typeface="Sanskrit 99" pitchFamily="2" charset="0"/>
                <a:cs typeface="+mn-cs"/>
              </a:rPr>
              <a:t>ajuRns</a:t>
            </a:r>
            <a:r>
              <a:rPr lang="en-US" sz="4000" dirty="0">
                <a:solidFill>
                  <a:srgbClr val="000000"/>
                </a:solidFill>
                <a:latin typeface="Sanskrit 99" pitchFamily="2" charset="0"/>
                <a:cs typeface="+mn-cs"/>
              </a:rPr>
              <a:t>&lt;vade</a:t>
            </a:r>
          </a:p>
          <a:p>
            <a:pPr marL="0" indent="0" algn="ctr" fontAlgn="base">
              <a:spcBef>
                <a:spcPct val="0"/>
              </a:spcBef>
              <a:spcAft>
                <a:spcPct val="0"/>
              </a:spcAft>
            </a:pPr>
            <a:r>
              <a:rPr lang="en-US" sz="4000" dirty="0" err="1">
                <a:solidFill>
                  <a:srgbClr val="000000"/>
                </a:solidFill>
                <a:latin typeface="Sanskrit 99" pitchFamily="2" charset="0"/>
                <a:cs typeface="+mn-cs"/>
              </a:rPr>
              <a:t>mae</a:t>
            </a:r>
            <a:r>
              <a:rPr lang="en-US" sz="4000" dirty="0">
                <a:solidFill>
                  <a:srgbClr val="000000"/>
                </a:solidFill>
                <a:latin typeface="Sanskrit 99" pitchFamily="2" charset="0"/>
                <a:cs typeface="+mn-cs"/>
              </a:rPr>
              <a:t>]aw¡ </a:t>
            </a:r>
            <a:r>
              <a:rPr lang="en-US" sz="4000" dirty="0" err="1">
                <a:solidFill>
                  <a:srgbClr val="000000"/>
                </a:solidFill>
                <a:latin typeface="Sanskrit 99" pitchFamily="2" charset="0"/>
                <a:cs typeface="+mn-cs"/>
              </a:rPr>
              <a:t>yaegà</a:t>
            </a:r>
            <a:r>
              <a:rPr lang="en-US" sz="4000" dirty="0">
                <a:solidFill>
                  <a:srgbClr val="000000"/>
                </a:solidFill>
                <a:latin typeface="Sanskrit 99" pitchFamily="2" charset="0"/>
                <a:cs typeface="+mn-cs"/>
              </a:rPr>
              <a:t>[</a:t>
            </a:r>
            <a:r>
              <a:rPr lang="en-US" sz="4000" dirty="0" err="1">
                <a:solidFill>
                  <a:srgbClr val="000000"/>
                </a:solidFill>
                <a:latin typeface="Sanskrit 99" pitchFamily="2" charset="0"/>
                <a:cs typeface="+mn-cs"/>
              </a:rPr>
              <a:t>alIsamrSyðaeks'œ¢h</a:t>
            </a:r>
            <a:r>
              <a:rPr lang="en-US" sz="4000" dirty="0">
                <a:solidFill>
                  <a:srgbClr val="000000"/>
                </a:solidFill>
                <a:latin typeface="Sanskrit 99" pitchFamily="2" charset="0"/>
                <a:cs typeface="+mn-cs"/>
              </a:rPr>
              <a:t>&gt;.</a:t>
            </a:r>
          </a:p>
          <a:p>
            <a:pPr marL="0" indent="0" algn="ctr" fontAlgn="base">
              <a:spcBef>
                <a:spcPct val="0"/>
              </a:spcBef>
              <a:spcAft>
                <a:spcPts val="1800"/>
              </a:spcAft>
            </a:pPr>
            <a:r>
              <a:rPr lang="en-IN" sz="3200" b="1" dirty="0" err="1">
                <a:solidFill>
                  <a:srgbClr val="000000"/>
                </a:solidFill>
                <a:latin typeface="URW Palladio IT" pitchFamily="2" charset="0"/>
                <a:cs typeface="+mn-cs"/>
              </a:rPr>
              <a:t>Çrémadbhagavadgétäsu</a:t>
            </a:r>
            <a:r>
              <a:rPr lang="en-IN" sz="3200" b="1" dirty="0">
                <a:solidFill>
                  <a:srgbClr val="000000"/>
                </a:solidFill>
                <a:latin typeface="URW Palladio IT" pitchFamily="2" charset="0"/>
                <a:cs typeface="+mn-cs"/>
              </a:rPr>
              <a:t> </a:t>
            </a:r>
            <a:r>
              <a:rPr lang="en-IN" sz="3200" b="1" dirty="0" err="1">
                <a:solidFill>
                  <a:srgbClr val="000000"/>
                </a:solidFill>
                <a:latin typeface="URW Palladio IT" pitchFamily="2" charset="0"/>
                <a:cs typeface="+mn-cs"/>
              </a:rPr>
              <a:t>Upniñatsu</a:t>
            </a:r>
            <a:r>
              <a:rPr lang="en-IN" sz="3200" b="1" dirty="0">
                <a:solidFill>
                  <a:srgbClr val="000000"/>
                </a:solidFill>
                <a:latin typeface="URW Palladio IT" pitchFamily="2" charset="0"/>
                <a:cs typeface="+mn-cs"/>
              </a:rPr>
              <a:t> </a:t>
            </a:r>
            <a:r>
              <a:rPr lang="en-IN" sz="3200" b="1" dirty="0" err="1">
                <a:solidFill>
                  <a:srgbClr val="000000"/>
                </a:solidFill>
                <a:latin typeface="URW Palladio IT" pitchFamily="2" charset="0"/>
                <a:cs typeface="+mn-cs"/>
              </a:rPr>
              <a:t>Brahmvidyäyäà</a:t>
            </a:r>
            <a:r>
              <a:rPr lang="en-IN" sz="3200" b="1" dirty="0">
                <a:solidFill>
                  <a:srgbClr val="000000"/>
                </a:solidFill>
                <a:latin typeface="URW Palladio IT" pitchFamily="2" charset="0"/>
                <a:cs typeface="+mn-cs"/>
              </a:rPr>
              <a:t> </a:t>
            </a:r>
            <a:r>
              <a:rPr lang="en-IN" sz="3200" b="1" dirty="0" err="1">
                <a:solidFill>
                  <a:srgbClr val="000000"/>
                </a:solidFill>
                <a:latin typeface="URW Palladio IT" pitchFamily="2" charset="0"/>
                <a:cs typeface="+mn-cs"/>
              </a:rPr>
              <a:t>Yogaçästre</a:t>
            </a:r>
            <a:r>
              <a:rPr lang="en-IN" sz="3200" b="1" dirty="0">
                <a:solidFill>
                  <a:srgbClr val="000000"/>
                </a:solidFill>
                <a:latin typeface="URW Palladio IT" pitchFamily="2" charset="0"/>
                <a:cs typeface="+mn-cs"/>
              </a:rPr>
              <a:t> </a:t>
            </a:r>
            <a:r>
              <a:rPr lang="en-IN" sz="3200" b="1" dirty="0" err="1">
                <a:solidFill>
                  <a:srgbClr val="000000"/>
                </a:solidFill>
                <a:latin typeface="URW Palladio IT" pitchFamily="2" charset="0"/>
                <a:cs typeface="+mn-cs"/>
              </a:rPr>
              <a:t>Çrékåñëärjunasaàväde</a:t>
            </a:r>
            <a:r>
              <a:rPr lang="en-IN" sz="3200" b="1" dirty="0">
                <a:solidFill>
                  <a:srgbClr val="000000"/>
                </a:solidFill>
                <a:latin typeface="URW Palladio IT" pitchFamily="2" charset="0"/>
                <a:cs typeface="+mn-cs"/>
              </a:rPr>
              <a:t> </a:t>
            </a:r>
            <a:r>
              <a:rPr lang="en-IN" sz="3200" b="1" dirty="0" err="1">
                <a:solidFill>
                  <a:srgbClr val="000000"/>
                </a:solidFill>
                <a:latin typeface="URW Palladio IT" pitchFamily="2" charset="0"/>
                <a:cs typeface="+mn-cs"/>
              </a:rPr>
              <a:t>Mokñärthaà</a:t>
            </a:r>
            <a:r>
              <a:rPr lang="en-IN" sz="3200" b="1" dirty="0">
                <a:solidFill>
                  <a:srgbClr val="000000"/>
                </a:solidFill>
                <a:latin typeface="URW Palladio IT" pitchFamily="2" charset="0"/>
                <a:cs typeface="+mn-cs"/>
              </a:rPr>
              <a:t> </a:t>
            </a:r>
            <a:r>
              <a:rPr lang="en-IN" sz="3200" b="1" dirty="0" err="1">
                <a:solidFill>
                  <a:srgbClr val="000000"/>
                </a:solidFill>
                <a:latin typeface="URW Palladio IT" pitchFamily="2" charset="0"/>
                <a:cs typeface="+mn-cs"/>
              </a:rPr>
              <a:t>Yogapraëälésämarasyaçlokasaìgrahaù</a:t>
            </a:r>
            <a:r>
              <a:rPr lang="en-IN" sz="3200" b="1" dirty="0">
                <a:solidFill>
                  <a:srgbClr val="000000"/>
                </a:solidFill>
                <a:latin typeface="URW Palladio IT" pitchFamily="2" charset="0"/>
                <a:cs typeface="+mn-cs"/>
              </a:rPr>
              <a:t>||</a:t>
            </a:r>
          </a:p>
          <a:p>
            <a:pPr marL="0" indent="0" algn="ctr" fontAlgn="base">
              <a:spcBef>
                <a:spcPct val="0"/>
              </a:spcBef>
              <a:spcAft>
                <a:spcPct val="0"/>
              </a:spcAft>
            </a:pPr>
            <a:r>
              <a:rPr lang="kn-IN" sz="3200" b="1" dirty="0">
                <a:solidFill>
                  <a:prstClr val="black"/>
                </a:solidFill>
                <a:latin typeface="Arial" charset="0"/>
                <a:cs typeface="Tunga"/>
              </a:rPr>
              <a:t>ಶ್ರೀಮದ್ಭಗವದ್ಗೀತಾಸು ಉಪನಿಷತ್ಸು</a:t>
            </a:r>
            <a:endParaRPr lang="en-CA" sz="3200" b="1" dirty="0">
              <a:solidFill>
                <a:prstClr val="black"/>
              </a:solidFill>
              <a:latin typeface="Arial" charset="0"/>
              <a:cs typeface="+mn-cs"/>
            </a:endParaRPr>
          </a:p>
          <a:p>
            <a:pPr marL="0" indent="0" algn="ctr" fontAlgn="base">
              <a:spcBef>
                <a:spcPct val="0"/>
              </a:spcBef>
              <a:spcAft>
                <a:spcPct val="0"/>
              </a:spcAft>
            </a:pPr>
            <a:r>
              <a:rPr lang="kn-IN" sz="3200" b="1" dirty="0">
                <a:solidFill>
                  <a:prstClr val="black"/>
                </a:solidFill>
                <a:latin typeface="Arial" charset="0"/>
                <a:cs typeface="Tunga"/>
              </a:rPr>
              <a:t>ಬ್ರಹ್ಮವಿದ್ಯಾಯಾಂ ಯೋಗಶಾಸ್ತ್ರೇ</a:t>
            </a:r>
            <a:r>
              <a:rPr lang="en-CA" sz="3200" b="1" dirty="0">
                <a:solidFill>
                  <a:prstClr val="black"/>
                </a:solidFill>
                <a:latin typeface="Arial" charset="0"/>
                <a:cs typeface="+mn-cs"/>
              </a:rPr>
              <a:t> </a:t>
            </a:r>
            <a:r>
              <a:rPr lang="kn-IN" sz="3200" b="1" dirty="0">
                <a:solidFill>
                  <a:prstClr val="black"/>
                </a:solidFill>
                <a:latin typeface="Arial" charset="0"/>
                <a:cs typeface="Tunga"/>
              </a:rPr>
              <a:t>ಶ್ರೀಕೃಷ್ಣಾರ್ಜುನಸಂವಾದೇ</a:t>
            </a:r>
            <a:endParaRPr lang="en-CA" sz="3200" b="1" dirty="0">
              <a:solidFill>
                <a:prstClr val="black"/>
              </a:solidFill>
              <a:latin typeface="Arial" charset="0"/>
              <a:cs typeface="+mn-cs"/>
            </a:endParaRPr>
          </a:p>
          <a:p>
            <a:pPr marL="0" indent="0" algn="ctr" fontAlgn="base">
              <a:spcBef>
                <a:spcPct val="0"/>
              </a:spcBef>
              <a:spcAft>
                <a:spcPct val="0"/>
              </a:spcAft>
            </a:pPr>
            <a:r>
              <a:rPr lang="kn-IN" sz="3200" b="1" dirty="0">
                <a:solidFill>
                  <a:prstClr val="black"/>
                </a:solidFill>
                <a:latin typeface="Arial" charset="0"/>
                <a:cs typeface="Tunga"/>
              </a:rPr>
              <a:t>ಮೋಕ್ಷಾರ್ಥಂ ಯೋಗಪ್ರಣಾಲೀ ಸಾಮರಸ್ಯ ಶ್ಲೋಕ ಸಂಗ್ರಹಃ ||</a:t>
            </a:r>
            <a:endParaRPr lang="en-CA" sz="3200" b="1" dirty="0">
              <a:solidFill>
                <a:prstClr val="black"/>
              </a:solidFill>
              <a:latin typeface="Arial" charset="0"/>
              <a:cs typeface="+mn-cs"/>
            </a:endParaRPr>
          </a:p>
        </p:txBody>
      </p:sp>
    </p:spTree>
    <p:extLst>
      <p:ext uri="{BB962C8B-B14F-4D97-AF65-F5344CB8AC3E}">
        <p14:creationId xmlns:p14="http://schemas.microsoft.com/office/powerpoint/2010/main" val="4084655730"/>
      </p:ext>
    </p:extLst>
  </p:cSld>
  <p:clrMapOvr>
    <a:masterClrMapping/>
  </p:clrMapOvr>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2" descr="C:\Users\YS\Desktop\MM\PPT images\images (49).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5" name="Rectangle 2"/>
          <p:cNvSpPr>
            <a:spLocks noChangeArrowheads="1"/>
          </p:cNvSpPr>
          <p:nvPr/>
        </p:nvSpPr>
        <p:spPr bwMode="auto">
          <a:xfrm>
            <a:off x="2351584" y="1844824"/>
            <a:ext cx="7239000" cy="283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9" tIns="45710" rIns="91419" bIns="45710">
            <a:spAutoFit/>
          </a:bodyPr>
          <a:lstStyle/>
          <a:p>
            <a:pPr algn="ctr" fontAlgn="base">
              <a:spcBef>
                <a:spcPct val="0"/>
              </a:spcBef>
              <a:spcAft>
                <a:spcPct val="0"/>
              </a:spcAft>
            </a:pPr>
            <a:r>
              <a:rPr lang="en-US" sz="6000" b="1" dirty="0">
                <a:solidFill>
                  <a:srgbClr val="000000"/>
                </a:solidFill>
                <a:latin typeface="Sanskrit 99" pitchFamily="2" charset="0"/>
              </a:rPr>
              <a:t>. </a:t>
            </a:r>
            <a:r>
              <a:rPr lang="en-US" sz="6000" b="1" dirty="0" err="1">
                <a:solidFill>
                  <a:srgbClr val="000000"/>
                </a:solidFill>
                <a:latin typeface="Sanskrit 99" pitchFamily="2" charset="0"/>
              </a:rPr>
              <a:t>hir</a:t>
            </a:r>
            <a:r>
              <a:rPr lang="en-US" sz="6000" b="1" dirty="0">
                <a:solidFill>
                  <a:srgbClr val="000000"/>
                </a:solidFill>
                <a:latin typeface="Sanskrit 99" pitchFamily="2" charset="0"/>
              </a:rPr>
              <a:t>&gt; ` </a:t>
            </a:r>
            <a:r>
              <a:rPr lang="en-US" sz="6000" b="1" dirty="0" err="1">
                <a:solidFill>
                  <a:srgbClr val="000000"/>
                </a:solidFill>
                <a:latin typeface="Sanskrit 99" pitchFamily="2" charset="0"/>
              </a:rPr>
              <a:t>tTst</a:t>
            </a:r>
            <a:r>
              <a:rPr lang="en-US" sz="6000" b="1" dirty="0">
                <a:solidFill>
                  <a:srgbClr val="000000"/>
                </a:solidFill>
                <a:latin typeface="Sanskrit 99" pitchFamily="2" charset="0"/>
              </a:rPr>
              <a:t>!.</a:t>
            </a:r>
          </a:p>
          <a:p>
            <a:pPr algn="ctr" fontAlgn="base">
              <a:spcBef>
                <a:spcPct val="0"/>
              </a:spcBef>
              <a:spcAft>
                <a:spcPts val="1200"/>
              </a:spcAft>
            </a:pPr>
            <a:r>
              <a:rPr lang="en-US" sz="4800" b="1" dirty="0">
                <a:solidFill>
                  <a:srgbClr val="000000"/>
                </a:solidFill>
                <a:latin typeface="URW Palladio IT" pitchFamily="2" charset="0"/>
              </a:rPr>
              <a:t>|| </a:t>
            </a:r>
            <a:r>
              <a:rPr lang="en-US" sz="4800" b="1" dirty="0" err="1">
                <a:solidFill>
                  <a:srgbClr val="000000"/>
                </a:solidFill>
                <a:latin typeface="URW Palladio IT" pitchFamily="2" charset="0"/>
              </a:rPr>
              <a:t>Hariù</a:t>
            </a:r>
            <a:r>
              <a:rPr lang="en-US" sz="4800" b="1" dirty="0">
                <a:solidFill>
                  <a:srgbClr val="000000"/>
                </a:solidFill>
                <a:latin typeface="URW Palladio IT" pitchFamily="2" charset="0"/>
              </a:rPr>
              <a:t> Om </a:t>
            </a:r>
            <a:r>
              <a:rPr lang="en-US" sz="4800" b="1" dirty="0" err="1">
                <a:solidFill>
                  <a:srgbClr val="000000"/>
                </a:solidFill>
                <a:latin typeface="URW Palladio IT" pitchFamily="2" charset="0"/>
              </a:rPr>
              <a:t>Tatsat</a:t>
            </a:r>
            <a:r>
              <a:rPr lang="en-US" sz="4800" b="1" dirty="0">
                <a:solidFill>
                  <a:srgbClr val="000000"/>
                </a:solidFill>
                <a:latin typeface="URW Palladio IT" pitchFamily="2" charset="0"/>
              </a:rPr>
              <a:t> ||</a:t>
            </a:r>
          </a:p>
          <a:p>
            <a:pPr algn="ctr" fontAlgn="base">
              <a:spcBef>
                <a:spcPct val="0"/>
              </a:spcBef>
              <a:spcAft>
                <a:spcPct val="0"/>
              </a:spcAft>
            </a:pPr>
            <a:r>
              <a:rPr lang="kn-IN" sz="5400" b="1" dirty="0">
                <a:solidFill>
                  <a:prstClr val="black"/>
                </a:solidFill>
                <a:latin typeface="Arial" charset="0"/>
              </a:rPr>
              <a:t>| ಹರಿಃ ಓಂ ತತ್ಸತ್ |</a:t>
            </a:r>
            <a:endParaRPr lang="en-US" sz="5400" b="1" dirty="0">
              <a:solidFill>
                <a:srgbClr val="000000"/>
              </a:solidFill>
              <a:latin typeface="URW Palladio IT" pitchFamily="2" charset="0"/>
            </a:endParaRPr>
          </a:p>
        </p:txBody>
      </p:sp>
    </p:spTree>
    <p:extLst>
      <p:ext uri="{BB962C8B-B14F-4D97-AF65-F5344CB8AC3E}">
        <p14:creationId xmlns:p14="http://schemas.microsoft.com/office/powerpoint/2010/main" val="2889841399"/>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2"/>
          <p:cNvSpPr txBox="1">
            <a:spLocks/>
          </p:cNvSpPr>
          <p:nvPr/>
        </p:nvSpPr>
        <p:spPr bwMode="auto">
          <a:xfrm>
            <a:off x="1546239" y="548680"/>
            <a:ext cx="9144000" cy="678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742950" indent="-742950">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marL="0" indent="0" algn="ctr" fontAlgn="base">
              <a:lnSpc>
                <a:spcPct val="150000"/>
              </a:lnSpc>
              <a:spcBef>
                <a:spcPct val="0"/>
              </a:spcBef>
              <a:spcAft>
                <a:spcPct val="0"/>
              </a:spcAft>
            </a:pPr>
            <a:r>
              <a:rPr lang="hi-IN" sz="7200" b="1" dirty="0">
                <a:solidFill>
                  <a:prstClr val="black"/>
                </a:solidFill>
                <a:latin typeface="Sanskrit 2003" pitchFamily="2" charset="-78"/>
                <a:cs typeface="Sanskrit 2003" pitchFamily="2" charset="-78"/>
              </a:rPr>
              <a:t>श्रीकृष्णार्पणमस्तु</a:t>
            </a:r>
            <a:endParaRPr lang="hi-IN" sz="7200" b="1" dirty="0">
              <a:solidFill>
                <a:prstClr val="black"/>
              </a:solidFill>
              <a:latin typeface="Times New Roman" pitchFamily="18" charset="0"/>
              <a:cs typeface="Sanskrit 2003" pitchFamily="2" charset="-78"/>
            </a:endParaRPr>
          </a:p>
          <a:p>
            <a:pPr marL="0" indent="0" algn="ctr" fontAlgn="base">
              <a:lnSpc>
                <a:spcPct val="150000"/>
              </a:lnSpc>
              <a:spcBef>
                <a:spcPct val="0"/>
              </a:spcBef>
              <a:spcAft>
                <a:spcPct val="0"/>
              </a:spcAft>
            </a:pPr>
            <a:r>
              <a:rPr lang="en-US" sz="6300" b="1" dirty="0" err="1">
                <a:solidFill>
                  <a:prstClr val="black"/>
                </a:solidFill>
                <a:latin typeface="URW Palladio IT" pitchFamily="2" charset="0"/>
                <a:cs typeface="+mn-cs"/>
              </a:rPr>
              <a:t>Śrīkr̥ṣṇārpaṇamastu</a:t>
            </a:r>
            <a:endParaRPr lang="en-US" sz="6300" b="1" dirty="0">
              <a:solidFill>
                <a:prstClr val="black"/>
              </a:solidFill>
              <a:latin typeface="Times New Roman" pitchFamily="18" charset="0"/>
              <a:cs typeface="Times New Roman" pitchFamily="18" charset="0"/>
            </a:endParaRPr>
          </a:p>
          <a:p>
            <a:pPr marL="0" indent="0" algn="ctr" fontAlgn="base">
              <a:lnSpc>
                <a:spcPct val="150000"/>
              </a:lnSpc>
              <a:spcBef>
                <a:spcPct val="0"/>
              </a:spcBef>
              <a:spcAft>
                <a:spcPct val="0"/>
              </a:spcAft>
            </a:pPr>
            <a:r>
              <a:rPr lang="kn-IN" sz="6600" dirty="0">
                <a:solidFill>
                  <a:prstClr val="black"/>
                </a:solidFill>
                <a:latin typeface="Arial" charset="0"/>
                <a:cs typeface="Tunga"/>
              </a:rPr>
              <a:t>ಶ್ರೀ ಕೃಷ್ಣಾರ್ಪಣಮಸ್ತು</a:t>
            </a:r>
            <a:endParaRPr lang="en-CA" sz="6600" dirty="0">
              <a:solidFill>
                <a:prstClr val="black"/>
              </a:solidFill>
              <a:latin typeface="Arial" charset="0"/>
              <a:cs typeface="+mn-cs"/>
            </a:endParaRPr>
          </a:p>
        </p:txBody>
      </p:sp>
    </p:spTree>
    <p:extLst>
      <p:ext uri="{BB962C8B-B14F-4D97-AF65-F5344CB8AC3E}">
        <p14:creationId xmlns:p14="http://schemas.microsoft.com/office/powerpoint/2010/main" val="1666360589"/>
      </p:ext>
    </p:extLst>
  </p:cSld>
  <p:clrMapOvr>
    <a:masterClrMapping/>
  </p:clrMapOvr>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711200" y="5418153"/>
            <a:ext cx="1065953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5" name="Title 1"/>
          <p:cNvSpPr txBox="1">
            <a:spLocks/>
          </p:cNvSpPr>
          <p:nvPr/>
        </p:nvSpPr>
        <p:spPr bwMode="auto">
          <a:xfrm>
            <a:off x="914400" y="3276613"/>
            <a:ext cx="1036320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hangingPunct="1"/>
            <a:r>
              <a:rPr lang="en-US" sz="8800" b="1" i="1" dirty="0">
                <a:latin typeface="DFKai-SB" pitchFamily="65" charset="-120"/>
                <a:ea typeface="DFKai-SB" pitchFamily="65" charset="-120"/>
              </a:rPr>
              <a:t>ALL TOGETHER</a:t>
            </a:r>
            <a:endParaRPr lang="en-IN" sz="8800" b="1" i="1" dirty="0">
              <a:latin typeface="DFKai-SB" pitchFamily="65" charset="-120"/>
              <a:ea typeface="DFKai-SB" pitchFamily="65" charset="-120"/>
            </a:endParaRPr>
          </a:p>
          <a:p>
            <a:pPr eaLnBrk="1" hangingPunct="1"/>
            <a:endParaRPr lang="en-US" sz="8800" dirty="0">
              <a:solidFill>
                <a:prstClr val="black"/>
              </a:solidFill>
              <a:latin typeface="AGaramond Bold" pitchFamily="18" charset="0"/>
            </a:endParaRPr>
          </a:p>
        </p:txBody>
      </p:sp>
      <p:sp>
        <p:nvSpPr>
          <p:cNvPr id="6" name="Subtitle 2"/>
          <p:cNvSpPr txBox="1">
            <a:spLocks/>
          </p:cNvSpPr>
          <p:nvPr/>
        </p:nvSpPr>
        <p:spPr bwMode="auto">
          <a:xfrm>
            <a:off x="0" y="1447800"/>
            <a:ext cx="121920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lnSpc>
                <a:spcPct val="150000"/>
              </a:lnSpc>
            </a:pPr>
            <a:endParaRPr lang="en-US" sz="3400" b="1" dirty="0" smtClean="0">
              <a:solidFill>
                <a:prstClr val="black"/>
              </a:solidFill>
              <a:latin typeface="Palatino Linotype" pitchFamily="18" charset="0"/>
              <a:cs typeface="Times New Roman" pitchFamily="18" charset="0"/>
            </a:endParaRPr>
          </a:p>
        </p:txBody>
      </p:sp>
      <p:pic>
        <p:nvPicPr>
          <p:cNvPr id="7" name="Picture 6" descr="om-wallpaper-high-resolution.jpg"/>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590340288"/>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 name="Content Placeholder 2"/>
          <p:cNvSpPr txBox="1">
            <a:spLocks/>
          </p:cNvSpPr>
          <p:nvPr/>
        </p:nvSpPr>
        <p:spPr>
          <a:xfrm>
            <a:off x="0" y="1600809"/>
            <a:ext cx="12192000" cy="5257207"/>
          </a:xfrm>
          <a:prstGeom prst="rect">
            <a:avLst/>
          </a:prstGeom>
        </p:spPr>
        <p:txBody>
          <a:bodyPr lIns="70912" tIns="35456" rIns="70912" bIns="35456"/>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2652334" lvl="4" indent="-294703" defTabSz="724185" eaLnBrk="1" hangingPunct="1">
              <a:defRPr/>
            </a:pPr>
            <a:endParaRPr lang="en-US" dirty="0">
              <a:solidFill>
                <a:prstClr val="black"/>
              </a:solidFill>
              <a:latin typeface="Calibri"/>
            </a:endParaRPr>
          </a:p>
          <a:p>
            <a:pPr marL="0" indent="0" algn="ctr" defTabSz="914377">
              <a:buNone/>
              <a:defRPr/>
            </a:pPr>
            <a:r>
              <a:rPr lang="en-US" sz="2400" b="1" dirty="0">
                <a:solidFill>
                  <a:srgbClr val="FF0000"/>
                </a:solidFill>
                <a:latin typeface="Calibri"/>
              </a:rPr>
              <a:t>‘</a:t>
            </a:r>
            <a:r>
              <a:rPr lang="en-US" sz="2400" b="1" dirty="0" err="1">
                <a:solidFill>
                  <a:srgbClr val="FF0000"/>
                </a:solidFill>
                <a:latin typeface="Calibri"/>
              </a:rPr>
              <a:t>Siddhanta</a:t>
            </a:r>
            <a:r>
              <a:rPr lang="en-US" sz="2400" b="1" dirty="0">
                <a:solidFill>
                  <a:srgbClr val="FF0000"/>
                </a:solidFill>
                <a:latin typeface="Calibri"/>
              </a:rPr>
              <a:t> </a:t>
            </a:r>
            <a:r>
              <a:rPr lang="en-US" sz="2400" b="1" dirty="0" err="1">
                <a:solidFill>
                  <a:srgbClr val="FF0000"/>
                </a:solidFill>
                <a:latin typeface="Calibri"/>
              </a:rPr>
              <a:t>Tulasi</a:t>
            </a:r>
            <a:r>
              <a:rPr lang="en-US" sz="2400" b="1" dirty="0">
                <a:solidFill>
                  <a:srgbClr val="FF0000"/>
                </a:solidFill>
                <a:latin typeface="Calibri"/>
              </a:rPr>
              <a:t>’</a:t>
            </a:r>
            <a:endParaRPr lang="en-US" sz="2400" b="1" u="sng" dirty="0">
              <a:solidFill>
                <a:srgbClr val="FF0000"/>
              </a:solidFill>
              <a:latin typeface="Calibri"/>
            </a:endParaRPr>
          </a:p>
          <a:p>
            <a:pPr marL="957787" lvl="1" indent="-368380" defTabSz="914377">
              <a:buFont typeface="Wingdings" pitchFamily="2" charset="2"/>
              <a:buChar char="§"/>
              <a:defRPr/>
            </a:pPr>
            <a:r>
              <a:rPr lang="en-US" sz="2000" dirty="0">
                <a:solidFill>
                  <a:prstClr val="black"/>
                </a:solidFill>
                <a:latin typeface="Calibri"/>
              </a:rPr>
              <a:t>‘</a:t>
            </a:r>
            <a:r>
              <a:rPr lang="en-US" sz="2000" dirty="0" err="1">
                <a:solidFill>
                  <a:prstClr val="black"/>
                </a:solidFill>
                <a:latin typeface="Calibri"/>
              </a:rPr>
              <a:t>Parivrajakacharya</a:t>
            </a:r>
            <a:r>
              <a:rPr lang="en-US" sz="2000" dirty="0">
                <a:solidFill>
                  <a:prstClr val="black"/>
                </a:solidFill>
                <a:latin typeface="Calibri"/>
              </a:rPr>
              <a:t>’ 		‘</a:t>
            </a:r>
            <a:r>
              <a:rPr lang="en-US" sz="2000" dirty="0" err="1">
                <a:solidFill>
                  <a:prstClr val="black"/>
                </a:solidFill>
                <a:latin typeface="Calibri"/>
              </a:rPr>
              <a:t>Acharya</a:t>
            </a:r>
            <a:r>
              <a:rPr lang="en-US" sz="2000" dirty="0">
                <a:solidFill>
                  <a:prstClr val="black"/>
                </a:solidFill>
                <a:latin typeface="Calibri"/>
              </a:rPr>
              <a:t> </a:t>
            </a:r>
            <a:r>
              <a:rPr lang="en-US" sz="2000" dirty="0" err="1">
                <a:solidFill>
                  <a:prstClr val="black"/>
                </a:solidFill>
                <a:latin typeface="Calibri"/>
              </a:rPr>
              <a:t>Pramukh</a:t>
            </a:r>
            <a:r>
              <a:rPr lang="en-US" sz="2000" dirty="0">
                <a:solidFill>
                  <a:prstClr val="black"/>
                </a:solidFill>
                <a:latin typeface="Calibri"/>
              </a:rPr>
              <a:t>’</a:t>
            </a:r>
          </a:p>
          <a:p>
            <a:pPr marL="957787" lvl="1" indent="-368380" defTabSz="914377">
              <a:buFont typeface="Wingdings" pitchFamily="2" charset="2"/>
              <a:buChar char="§"/>
              <a:defRPr/>
            </a:pPr>
            <a:r>
              <a:rPr lang="en-US" sz="2000" dirty="0">
                <a:solidFill>
                  <a:prstClr val="black"/>
                </a:solidFill>
                <a:latin typeface="Calibri"/>
              </a:rPr>
              <a:t>‘</a:t>
            </a:r>
            <a:r>
              <a:rPr lang="en-US" sz="2000" dirty="0" err="1">
                <a:solidFill>
                  <a:prstClr val="black"/>
                </a:solidFill>
                <a:latin typeface="Calibri"/>
              </a:rPr>
              <a:t>Acharya</a:t>
            </a:r>
            <a:r>
              <a:rPr lang="en-US" sz="2000" dirty="0">
                <a:solidFill>
                  <a:prstClr val="black"/>
                </a:solidFill>
                <a:latin typeface="Calibri"/>
              </a:rPr>
              <a:t> </a:t>
            </a:r>
            <a:r>
              <a:rPr lang="en-US" sz="2000" dirty="0" err="1">
                <a:solidFill>
                  <a:prstClr val="black"/>
                </a:solidFill>
                <a:latin typeface="Calibri"/>
              </a:rPr>
              <a:t>Ratna</a:t>
            </a:r>
            <a:r>
              <a:rPr lang="en-US" sz="2000" dirty="0">
                <a:solidFill>
                  <a:prstClr val="black"/>
                </a:solidFill>
                <a:latin typeface="Calibri"/>
              </a:rPr>
              <a:t>’			‘</a:t>
            </a:r>
            <a:r>
              <a:rPr lang="en-US" sz="2000" dirty="0" err="1">
                <a:solidFill>
                  <a:prstClr val="black"/>
                </a:solidFill>
                <a:latin typeface="Calibri"/>
              </a:rPr>
              <a:t>Siddhanta</a:t>
            </a:r>
            <a:r>
              <a:rPr lang="en-US" sz="2000" dirty="0">
                <a:solidFill>
                  <a:prstClr val="black"/>
                </a:solidFill>
                <a:latin typeface="Calibri"/>
              </a:rPr>
              <a:t> </a:t>
            </a:r>
            <a:r>
              <a:rPr lang="en-US" sz="2000" dirty="0" err="1">
                <a:solidFill>
                  <a:prstClr val="black"/>
                </a:solidFill>
                <a:latin typeface="Calibri"/>
              </a:rPr>
              <a:t>Shikhamani</a:t>
            </a:r>
            <a:r>
              <a:rPr lang="en-US" sz="2000" dirty="0">
                <a:solidFill>
                  <a:prstClr val="black"/>
                </a:solidFill>
                <a:latin typeface="Calibri"/>
              </a:rPr>
              <a:t>’</a:t>
            </a:r>
          </a:p>
          <a:p>
            <a:pPr marL="957787" lvl="1" indent="-368380" defTabSz="914377">
              <a:buFont typeface="Wingdings" pitchFamily="2" charset="2"/>
              <a:buChar char="§"/>
              <a:defRPr/>
            </a:pPr>
            <a:r>
              <a:rPr lang="en-US" sz="2000" dirty="0">
                <a:solidFill>
                  <a:prstClr val="black"/>
                </a:solidFill>
                <a:latin typeface="Calibri"/>
              </a:rPr>
              <a:t>“Vivekananda Award for excellence in propagating human values among the youth”.</a:t>
            </a:r>
            <a:endParaRPr lang="en-US" sz="2000" b="1" u="sng" dirty="0">
              <a:solidFill>
                <a:prstClr val="black"/>
              </a:solidFill>
              <a:latin typeface="Calibri"/>
            </a:endParaRPr>
          </a:p>
          <a:p>
            <a:pPr marL="957787" lvl="1" indent="-368380" defTabSz="914377">
              <a:buFont typeface="Wingdings" pitchFamily="2" charset="2"/>
              <a:buChar char="q"/>
              <a:defRPr/>
            </a:pPr>
            <a:r>
              <a:rPr lang="en-US" sz="2000" b="1" u="sng" dirty="0">
                <a:solidFill>
                  <a:prstClr val="black"/>
                </a:solidFill>
                <a:latin typeface="Calibri"/>
              </a:rPr>
              <a:t>Books-</a:t>
            </a:r>
            <a:r>
              <a:rPr lang="en-US" sz="2000" dirty="0">
                <a:solidFill>
                  <a:prstClr val="black"/>
                </a:solidFill>
                <a:latin typeface="Calibri"/>
              </a:rPr>
              <a:t> Gita </a:t>
            </a:r>
            <a:r>
              <a:rPr lang="en-US" sz="2000" dirty="0" err="1">
                <a:solidFill>
                  <a:prstClr val="black"/>
                </a:solidFill>
                <a:latin typeface="Calibri"/>
              </a:rPr>
              <a:t>Darshan</a:t>
            </a:r>
            <a:r>
              <a:rPr lang="en-US" sz="2000" dirty="0">
                <a:solidFill>
                  <a:prstClr val="black"/>
                </a:solidFill>
                <a:latin typeface="Calibri"/>
              </a:rPr>
              <a:t>, Swami Vivekananda-The Man of Letters &amp; more than 25 books on culture, philosophy &amp; education.</a:t>
            </a:r>
          </a:p>
          <a:p>
            <a:pPr marL="442056" indent="-442056" defTabSz="914377">
              <a:defRPr/>
            </a:pPr>
            <a:r>
              <a:rPr lang="en-US" sz="2000" dirty="0">
                <a:solidFill>
                  <a:prstClr val="black"/>
                </a:solidFill>
                <a:latin typeface="Calibri"/>
              </a:rPr>
              <a:t>Ex-Principal –Vivekananda </a:t>
            </a:r>
            <a:r>
              <a:rPr lang="en-US" sz="2000" dirty="0" err="1">
                <a:solidFill>
                  <a:prstClr val="black"/>
                </a:solidFill>
                <a:latin typeface="Calibri"/>
              </a:rPr>
              <a:t>Gurukul</a:t>
            </a:r>
            <a:r>
              <a:rPr lang="en-US" sz="2000" dirty="0">
                <a:solidFill>
                  <a:prstClr val="black"/>
                </a:solidFill>
                <a:latin typeface="Calibri"/>
              </a:rPr>
              <a:t>-Autonomous PG College, Madurai</a:t>
            </a:r>
          </a:p>
          <a:p>
            <a:pPr marL="282206" lvl="1" indent="-282206" defTabSz="914377">
              <a:buFont typeface="Arial" pitchFamily="34" charset="0"/>
              <a:buChar char="•"/>
              <a:defRPr/>
            </a:pPr>
            <a:r>
              <a:rPr lang="en-US" sz="2000" dirty="0">
                <a:solidFill>
                  <a:prstClr val="black"/>
                </a:solidFill>
                <a:latin typeface="Calibri"/>
              </a:rPr>
              <a:t>Ex-Principal- National Defense Academy </a:t>
            </a:r>
            <a:r>
              <a:rPr lang="en-US" sz="2000" dirty="0" err="1">
                <a:solidFill>
                  <a:prstClr val="black"/>
                </a:solidFill>
                <a:latin typeface="Calibri"/>
              </a:rPr>
              <a:t>Pune</a:t>
            </a:r>
            <a:r>
              <a:rPr lang="en-US" sz="2000" dirty="0">
                <a:solidFill>
                  <a:prstClr val="black"/>
                </a:solidFill>
                <a:latin typeface="Calibri"/>
              </a:rPr>
              <a:t>.</a:t>
            </a:r>
          </a:p>
          <a:p>
            <a:pPr marL="442056" indent="-442056" defTabSz="914377">
              <a:defRPr/>
            </a:pPr>
            <a:r>
              <a:rPr lang="en-US" sz="2000" dirty="0">
                <a:solidFill>
                  <a:prstClr val="black"/>
                </a:solidFill>
                <a:latin typeface="Calibri"/>
              </a:rPr>
              <a:t>Chairman, Academic Council, Vivekananda Educational Society, Chennai.</a:t>
            </a:r>
          </a:p>
          <a:p>
            <a:pPr marL="442056" indent="-442056" defTabSz="914377">
              <a:defRPr/>
            </a:pPr>
            <a:r>
              <a:rPr lang="en-US" sz="2000" dirty="0">
                <a:solidFill>
                  <a:prstClr val="black"/>
                </a:solidFill>
                <a:latin typeface="Calibri"/>
              </a:rPr>
              <a:t>President, Vivekananda Academy of Cultural studies, </a:t>
            </a:r>
            <a:r>
              <a:rPr lang="en-US" sz="2000" dirty="0" err="1">
                <a:solidFill>
                  <a:prstClr val="black"/>
                </a:solidFill>
                <a:latin typeface="Calibri"/>
              </a:rPr>
              <a:t>Kanyakumari</a:t>
            </a:r>
            <a:r>
              <a:rPr lang="en-US" sz="2000" dirty="0">
                <a:solidFill>
                  <a:prstClr val="black"/>
                </a:solidFill>
                <a:latin typeface="Calibri"/>
              </a:rPr>
              <a:t>.</a:t>
            </a:r>
          </a:p>
          <a:p>
            <a:pPr marL="442056" indent="-442056" defTabSz="914377">
              <a:defRPr/>
            </a:pPr>
            <a:r>
              <a:rPr lang="en-US" sz="2000" dirty="0">
                <a:solidFill>
                  <a:prstClr val="black"/>
                </a:solidFill>
                <a:latin typeface="Calibri"/>
              </a:rPr>
              <a:t>His lectures are broadcast on AIR, TV and available in YouTube </a:t>
            </a:r>
          </a:p>
        </p:txBody>
      </p:sp>
      <p:sp>
        <p:nvSpPr>
          <p:cNvPr id="4" name="Title 1"/>
          <p:cNvSpPr txBox="1">
            <a:spLocks/>
          </p:cNvSpPr>
          <p:nvPr/>
        </p:nvSpPr>
        <p:spPr>
          <a:xfrm>
            <a:off x="3149600" y="279401"/>
            <a:ext cx="6248400" cy="1478047"/>
          </a:xfrm>
          <a:prstGeom prst="rect">
            <a:avLst/>
          </a:prstGeom>
        </p:spPr>
        <p:txBody>
          <a:bodyPr lIns="70912" tIns="35456" rIns="70912" bIns="35456"/>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pPr defTabSz="724185" eaLnBrk="1" hangingPunct="1">
              <a:defRPr/>
            </a:pPr>
            <a:r>
              <a:rPr lang="en-US" sz="2300" b="1" i="1" dirty="0">
                <a:solidFill>
                  <a:prstClr val="black"/>
                </a:solidFill>
                <a:latin typeface="Calibri"/>
              </a:rPr>
              <a:t> </a:t>
            </a:r>
            <a:r>
              <a:rPr lang="en-US" sz="2300" b="1" dirty="0" err="1">
                <a:solidFill>
                  <a:srgbClr val="F79646">
                    <a:lumMod val="75000"/>
                  </a:srgbClr>
                </a:solidFill>
                <a:latin typeface="Calibri"/>
              </a:rPr>
              <a:t>Dr.Kambhampati</a:t>
            </a:r>
            <a:r>
              <a:rPr lang="en-US" sz="2300" b="1" dirty="0">
                <a:solidFill>
                  <a:srgbClr val="F79646">
                    <a:lumMod val="75000"/>
                  </a:srgbClr>
                </a:solidFill>
                <a:latin typeface="Calibri"/>
              </a:rPr>
              <a:t> </a:t>
            </a:r>
            <a:r>
              <a:rPr lang="en-US" sz="2300" b="1" dirty="0" err="1">
                <a:solidFill>
                  <a:srgbClr val="F79646">
                    <a:lumMod val="75000"/>
                  </a:srgbClr>
                </a:solidFill>
                <a:latin typeface="Calibri"/>
              </a:rPr>
              <a:t>Subrahmanyam</a:t>
            </a:r>
            <a:r>
              <a:rPr lang="en-US" sz="2300" b="1" dirty="0">
                <a:solidFill>
                  <a:srgbClr val="F79646">
                    <a:lumMod val="75000"/>
                  </a:srgbClr>
                </a:solidFill>
                <a:latin typeface="Calibri"/>
              </a:rPr>
              <a:t> </a:t>
            </a:r>
          </a:p>
          <a:p>
            <a:pPr defTabSz="724185" eaLnBrk="1" hangingPunct="1">
              <a:defRPr/>
            </a:pPr>
            <a:r>
              <a:rPr lang="en-US" sz="2300" dirty="0">
                <a:solidFill>
                  <a:prstClr val="black"/>
                </a:solidFill>
                <a:latin typeface="Calibri"/>
              </a:rPr>
              <a:t>MA(Eng), MA (Phil.), PhD</a:t>
            </a:r>
          </a:p>
          <a:p>
            <a:pPr defTabSz="724185" eaLnBrk="1" hangingPunct="1">
              <a:defRPr/>
            </a:pPr>
            <a:r>
              <a:rPr lang="en-US" sz="2300" b="1" dirty="0">
                <a:solidFill>
                  <a:prstClr val="black"/>
                </a:solidFill>
                <a:latin typeface="Calibri"/>
              </a:rPr>
              <a:t>Pro-Chancellor, S-VYASA University</a:t>
            </a:r>
          </a:p>
          <a:p>
            <a:pPr defTabSz="724185" eaLnBrk="1" hangingPunct="1">
              <a:defRPr/>
            </a:pPr>
            <a:r>
              <a:rPr lang="en-US" sz="2300" b="1" dirty="0">
                <a:solidFill>
                  <a:srgbClr val="F79646">
                    <a:lumMod val="50000"/>
                  </a:srgbClr>
                </a:solidFill>
                <a:latin typeface="Calibri"/>
              </a:rPr>
              <a:t>Awards &amp; Titles</a:t>
            </a:r>
            <a:endParaRPr lang="en-US" sz="2300" dirty="0">
              <a:solidFill>
                <a:prstClr val="black"/>
              </a:solidFill>
              <a:latin typeface="Calibri"/>
            </a:endParaRPr>
          </a:p>
        </p:txBody>
      </p:sp>
      <p:pic>
        <p:nvPicPr>
          <p:cNvPr id="6" name="Picture 5" descr="F:\Profiles\subrahmanyam copy.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59080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62982963"/>
      </p:ext>
    </p:extLst>
  </p:cSld>
  <p:clrMapOvr>
    <a:overrideClrMapping bg1="lt1" tx1="dk1" bg2="lt2" tx2="dk2" accent1="accent1" accent2="accent2" accent3="accent3" accent4="accent4" accent5="accent5" accent6="accent6" hlink="hlink" folHlink="folHlink"/>
  </p:clrMapOvr>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711201" y="5418096"/>
            <a:ext cx="10659533" cy="556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0" tIns="54425" rIns="108850" bIns="54425">
            <a:spAutoFit/>
          </a:bodyPr>
          <a:lstStyle/>
          <a:p>
            <a:pPr algn="ctr" defTabSz="723576" fontAlgn="base">
              <a:spcBef>
                <a:spcPct val="0"/>
              </a:spcBef>
              <a:spcAft>
                <a:spcPct val="0"/>
              </a:spcAft>
            </a:pPr>
            <a:endParaRPr lang="en-IN" sz="2899" i="1" dirty="0">
              <a:solidFill>
                <a:srgbClr val="000000"/>
              </a:solidFill>
              <a:latin typeface="Palatino Linotype" pitchFamily="18" charset="0"/>
            </a:endParaRPr>
          </a:p>
        </p:txBody>
      </p:sp>
      <p:sp>
        <p:nvSpPr>
          <p:cNvPr id="5" name="Title 1"/>
          <p:cNvSpPr txBox="1">
            <a:spLocks/>
          </p:cNvSpPr>
          <p:nvPr/>
        </p:nvSpPr>
        <p:spPr bwMode="auto">
          <a:xfrm>
            <a:off x="914401" y="3276618"/>
            <a:ext cx="10363200" cy="14699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8850" tIns="54425" rIns="108850" bIns="54425"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defTabSz="723576" eaLnBrk="1" hangingPunct="1"/>
            <a:r>
              <a:rPr lang="en-US" sz="10497" b="1" i="1" dirty="0">
                <a:solidFill>
                  <a:prstClr val="black"/>
                </a:solidFill>
                <a:latin typeface="DFKai-SB" pitchFamily="65" charset="-120"/>
                <a:ea typeface="DFKai-SB" pitchFamily="65" charset="-120"/>
              </a:rPr>
              <a:t>ALL TOGETHER</a:t>
            </a:r>
            <a:endParaRPr lang="en-IN" sz="10497" b="1" i="1" dirty="0">
              <a:solidFill>
                <a:prstClr val="black"/>
              </a:solidFill>
              <a:latin typeface="DFKai-SB" pitchFamily="65" charset="-120"/>
              <a:ea typeface="DFKai-SB" pitchFamily="65" charset="-120"/>
            </a:endParaRPr>
          </a:p>
          <a:p>
            <a:pPr defTabSz="723576" eaLnBrk="1" hangingPunct="1"/>
            <a:endParaRPr lang="en-US" sz="10497" dirty="0">
              <a:solidFill>
                <a:prstClr val="black"/>
              </a:solidFill>
              <a:latin typeface="AGaramond Bold" pitchFamily="18" charset="0"/>
            </a:endParaRPr>
          </a:p>
        </p:txBody>
      </p:sp>
      <p:sp>
        <p:nvSpPr>
          <p:cNvPr id="6" name="Subtitle 2"/>
          <p:cNvSpPr txBox="1">
            <a:spLocks/>
          </p:cNvSpPr>
          <p:nvPr/>
        </p:nvSpPr>
        <p:spPr bwMode="auto">
          <a:xfrm>
            <a:off x="1" y="1447857"/>
            <a:ext cx="12192000" cy="541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8850" tIns="54425" rIns="108850" bIns="54425"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797" indent="-342797" defTabSz="723576" eaLnBrk="1" hangingPunct="1">
              <a:lnSpc>
                <a:spcPct val="150000"/>
              </a:lnSpc>
            </a:pPr>
            <a:endParaRPr lang="en-US" sz="3999" b="1" dirty="0">
              <a:solidFill>
                <a:prstClr val="black"/>
              </a:solidFill>
              <a:latin typeface="Palatino Linotype" pitchFamily="18" charset="0"/>
              <a:cs typeface="Times New Roman" pitchFamily="18" charset="0"/>
            </a:endParaRPr>
          </a:p>
        </p:txBody>
      </p:sp>
      <p:pic>
        <p:nvPicPr>
          <p:cNvPr id="7" name="Picture 6" descr="om-wallpaper-high-resolution.jpg"/>
          <p:cNvPicPr>
            <a:picLocks noChangeAspect="1"/>
          </p:cNvPicPr>
          <p:nvPr/>
        </p:nvPicPr>
        <p:blipFill>
          <a:blip r:embed="rId4"/>
          <a:stretch>
            <a:fillRect/>
          </a:stretch>
        </p:blipFill>
        <p:spPr>
          <a:xfrm>
            <a:off x="1" y="99"/>
            <a:ext cx="12192000" cy="6857802"/>
          </a:xfrm>
          <a:prstGeom prst="rect">
            <a:avLst/>
          </a:prstGeom>
        </p:spPr>
      </p:pic>
      <p:pic>
        <p:nvPicPr>
          <p:cNvPr id="2" name="om meditation">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1277601" y="372907"/>
            <a:ext cx="609600" cy="609600"/>
          </a:xfrm>
          <a:prstGeom prst="rect">
            <a:avLst/>
          </a:prstGeom>
        </p:spPr>
      </p:pic>
    </p:spTree>
    <p:extLst>
      <p:ext uri="{BB962C8B-B14F-4D97-AF65-F5344CB8AC3E}">
        <p14:creationId xmlns:p14="http://schemas.microsoft.com/office/powerpoint/2010/main" val="25290154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426527" fill="hold"/>
                                        <p:tgtEl>
                                          <p:spTgt spid="2"/>
                                        </p:tgtEl>
                                      </p:cBhvr>
                                    </p:cmd>
                                  </p:childTnLst>
                                </p:cTn>
                              </p:par>
                            </p:childTnLst>
                          </p:cTn>
                        </p:par>
                      </p:childTnLst>
                    </p:cTn>
                  </p:par>
                </p:childTnLst>
              </p:cTn>
              <p:nextCondLst>
                <p:cond evt="onClick" delay="0">
                  <p:tgtEl>
                    <p:spTgt spid="2"/>
                  </p:tgtEl>
                </p:cond>
              </p:nextCondLst>
            </p:seq>
            <p:video>
              <p:cMediaNode vol="80000">
                <p:cTn id="7" fill="hold" display="0">
                  <p:stCondLst>
                    <p:cond delay="indefinite"/>
                  </p:stCondLst>
                  <p:endCondLst>
                    <p:cond evt="onStopAudio" delay="0">
                      <p:tgtEl>
                        <p:sldTgt/>
                      </p:tgtEl>
                    </p:cond>
                  </p:endCondLst>
                </p:cTn>
                <p:tgtEl>
                  <p:spTgt spid="2"/>
                </p:tgtEl>
              </p:cMediaNode>
            </p:video>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1981320" y="177895"/>
            <a:ext cx="8229362" cy="1142965"/>
          </a:xfrm>
          <a:prstGeom prst="rect">
            <a:avLst/>
          </a:prstGeom>
        </p:spPr>
        <p:txBody>
          <a:bodyPr lIns="70913" tIns="35458" rIns="70913" bIns="35458"/>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pPr defTabSz="724164">
              <a:defRPr/>
            </a:pPr>
            <a:r>
              <a:rPr lang="en-IN" sz="5699" dirty="0" err="1">
                <a:solidFill>
                  <a:srgbClr val="000000"/>
                </a:solidFill>
                <a:latin typeface="Sanskrit 99"/>
              </a:rPr>
              <a:t>zaiNt</a:t>
            </a:r>
            <a:r>
              <a:rPr lang="en-IN" sz="5699" dirty="0">
                <a:solidFill>
                  <a:srgbClr val="000000"/>
                </a:solidFill>
                <a:latin typeface="Sanskrit 99"/>
              </a:rPr>
              <a:t> m&lt;Ç</a:t>
            </a:r>
            <a:endParaRPr lang="en-IN" sz="5699" dirty="0">
              <a:solidFill>
                <a:prstClr val="black"/>
              </a:solidFill>
              <a:latin typeface="Calibri"/>
            </a:endParaRPr>
          </a:p>
        </p:txBody>
      </p:sp>
      <p:sp>
        <p:nvSpPr>
          <p:cNvPr id="3" name="Content Placeholder 2"/>
          <p:cNvSpPr txBox="1">
            <a:spLocks/>
          </p:cNvSpPr>
          <p:nvPr/>
        </p:nvSpPr>
        <p:spPr>
          <a:xfrm>
            <a:off x="177" y="1099897"/>
            <a:ext cx="12191647" cy="5641622"/>
          </a:xfrm>
          <a:prstGeom prst="rect">
            <a:avLst/>
          </a:prstGeom>
        </p:spPr>
        <p:txBody>
          <a:bodyPr lIns="70913" tIns="35458" rIns="70913" bIns="35458">
            <a:normAutofit lnSpcReduction="10000"/>
          </a:bodyPr>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0" indent="0" algn="ctr" defTabSz="724164">
              <a:buNone/>
              <a:defRPr/>
            </a:pPr>
            <a:r>
              <a:rPr lang="en-IN" sz="2600" dirty="0">
                <a:solidFill>
                  <a:srgbClr val="000000"/>
                </a:solidFill>
                <a:latin typeface="Sanskrit 99"/>
              </a:rPr>
              <a:t>` </a:t>
            </a:r>
            <a:r>
              <a:rPr lang="en-IN" sz="2600" dirty="0" err="1">
                <a:solidFill>
                  <a:srgbClr val="000000"/>
                </a:solidFill>
                <a:latin typeface="Sanskrit 99"/>
              </a:rPr>
              <a:t>Astae</a:t>
            </a:r>
            <a:r>
              <a:rPr lang="en-IN" sz="2600" dirty="0">
                <a:solidFill>
                  <a:srgbClr val="000000"/>
                </a:solidFill>
                <a:latin typeface="Sanskrit 99"/>
              </a:rPr>
              <a:t> ma </a:t>
            </a:r>
            <a:r>
              <a:rPr lang="en-IN" sz="2600" dirty="0" err="1">
                <a:solidFill>
                  <a:srgbClr val="000000"/>
                </a:solidFill>
                <a:latin typeface="Sanskrit 99"/>
              </a:rPr>
              <a:t>sdœ</a:t>
            </a:r>
            <a:r>
              <a:rPr lang="en-IN" sz="2600" dirty="0">
                <a:solidFill>
                  <a:srgbClr val="000000"/>
                </a:solidFill>
                <a:latin typeface="Sanskrit 99"/>
              </a:rPr>
              <a:t> </a:t>
            </a:r>
            <a:r>
              <a:rPr lang="en-IN" sz="2600" dirty="0" err="1">
                <a:solidFill>
                  <a:srgbClr val="000000"/>
                </a:solidFill>
                <a:latin typeface="Sanskrit 99"/>
              </a:rPr>
              <a:t>gmy</a:t>
            </a:r>
            <a:r>
              <a:rPr lang="en-IN" sz="2600" dirty="0">
                <a:solidFill>
                  <a:srgbClr val="000000"/>
                </a:solidFill>
                <a:latin typeface="Sanskrit 99"/>
              </a:rPr>
              <a:t>,</a:t>
            </a:r>
          </a:p>
          <a:p>
            <a:pPr marL="0" indent="0" algn="ctr" defTabSz="724164">
              <a:buNone/>
              <a:defRPr/>
            </a:pPr>
            <a:r>
              <a:rPr lang="en-IN" sz="2600" dirty="0" err="1">
                <a:solidFill>
                  <a:srgbClr val="000000"/>
                </a:solidFill>
                <a:latin typeface="Sanskrit 99"/>
              </a:rPr>
              <a:t>tmsae</a:t>
            </a:r>
            <a:r>
              <a:rPr lang="en-IN" sz="2600" dirty="0">
                <a:solidFill>
                  <a:srgbClr val="000000"/>
                </a:solidFill>
                <a:latin typeface="Sanskrit 99"/>
              </a:rPr>
              <a:t> ma </a:t>
            </a:r>
            <a:r>
              <a:rPr lang="en-IN" sz="2600" dirty="0" err="1">
                <a:solidFill>
                  <a:srgbClr val="000000"/>
                </a:solidFill>
                <a:latin typeface="Sanskrit 99"/>
              </a:rPr>
              <a:t>JyaeitgRmy</a:t>
            </a:r>
            <a:r>
              <a:rPr lang="en-IN" sz="2600" dirty="0">
                <a:solidFill>
                  <a:srgbClr val="000000"/>
                </a:solidFill>
                <a:latin typeface="Sanskrit 99"/>
              </a:rPr>
              <a:t>,</a:t>
            </a:r>
          </a:p>
          <a:p>
            <a:pPr marL="0" indent="0" algn="ctr" defTabSz="724164">
              <a:buNone/>
              <a:defRPr/>
            </a:pPr>
            <a:r>
              <a:rPr lang="en-IN" sz="2600" dirty="0" err="1">
                <a:solidFill>
                  <a:srgbClr val="000000"/>
                </a:solidFill>
                <a:latin typeface="Sanskrit 99"/>
              </a:rPr>
              <a:t>m&amp;TyaemaR</a:t>
            </a:r>
            <a:r>
              <a:rPr lang="en-IN" sz="2600" dirty="0">
                <a:solidFill>
                  <a:srgbClr val="000000"/>
                </a:solidFill>
                <a:latin typeface="Sanskrit 99"/>
              </a:rPr>
              <a:t> </a:t>
            </a:r>
            <a:r>
              <a:rPr lang="en-IN" sz="2600" dirty="0" err="1">
                <a:solidFill>
                  <a:srgbClr val="000000"/>
                </a:solidFill>
                <a:latin typeface="Sanskrit 99"/>
              </a:rPr>
              <a:t>Am&amp;t</a:t>
            </a:r>
            <a:r>
              <a:rPr lang="en-IN" sz="2600" dirty="0">
                <a:solidFill>
                  <a:srgbClr val="000000"/>
                </a:solidFill>
                <a:latin typeface="Sanskrit 99"/>
              </a:rPr>
              <a:t>&lt; </a:t>
            </a:r>
            <a:r>
              <a:rPr lang="en-IN" sz="2600" dirty="0" err="1">
                <a:solidFill>
                  <a:srgbClr val="000000"/>
                </a:solidFill>
                <a:latin typeface="Sanskrit 99"/>
              </a:rPr>
              <a:t>gmy</a:t>
            </a:r>
            <a:endParaRPr lang="en-IN" sz="2600" dirty="0">
              <a:solidFill>
                <a:srgbClr val="000000"/>
              </a:solidFill>
              <a:latin typeface="Sanskrit 99"/>
            </a:endParaRPr>
          </a:p>
          <a:p>
            <a:pPr marL="0" indent="0" algn="ctr" defTabSz="724164">
              <a:buNone/>
              <a:defRPr/>
            </a:pPr>
            <a:r>
              <a:rPr lang="en-IN" sz="2600" dirty="0">
                <a:solidFill>
                  <a:srgbClr val="000000"/>
                </a:solidFill>
                <a:latin typeface="Sanskrit 99"/>
              </a:rPr>
              <a:t>` </a:t>
            </a:r>
            <a:r>
              <a:rPr lang="en-IN" sz="2600" dirty="0" err="1">
                <a:solidFill>
                  <a:srgbClr val="000000"/>
                </a:solidFill>
                <a:latin typeface="Sanskrit 99"/>
              </a:rPr>
              <a:t>zaiNt</a:t>
            </a:r>
            <a:r>
              <a:rPr lang="en-IN" sz="2600" dirty="0">
                <a:solidFill>
                  <a:srgbClr val="000000"/>
                </a:solidFill>
                <a:latin typeface="Sanskrit 99"/>
              </a:rPr>
              <a:t>&gt; </a:t>
            </a:r>
            <a:r>
              <a:rPr lang="en-IN" sz="2600" dirty="0" err="1">
                <a:solidFill>
                  <a:srgbClr val="000000"/>
                </a:solidFill>
                <a:latin typeface="Sanskrit 99"/>
              </a:rPr>
              <a:t>zaiNt</a:t>
            </a:r>
            <a:r>
              <a:rPr lang="en-IN" sz="2600" dirty="0">
                <a:solidFill>
                  <a:srgbClr val="000000"/>
                </a:solidFill>
                <a:latin typeface="Sanskrit 99"/>
              </a:rPr>
              <a:t>&gt; </a:t>
            </a:r>
            <a:r>
              <a:rPr lang="en-IN" sz="2600" dirty="0" err="1">
                <a:solidFill>
                  <a:srgbClr val="000000"/>
                </a:solidFill>
                <a:latin typeface="Sanskrit 99"/>
              </a:rPr>
              <a:t>zaiNt</a:t>
            </a:r>
            <a:r>
              <a:rPr lang="en-IN" sz="2600" dirty="0">
                <a:solidFill>
                  <a:srgbClr val="000000"/>
                </a:solidFill>
                <a:latin typeface="Sanskrit 99"/>
              </a:rPr>
              <a:t>&gt;.</a:t>
            </a:r>
          </a:p>
          <a:p>
            <a:pPr marL="0" indent="0" algn="ctr" defTabSz="724164">
              <a:buNone/>
              <a:defRPr/>
            </a:pPr>
            <a:endParaRPr lang="en-IN" sz="2600" dirty="0">
              <a:solidFill>
                <a:srgbClr val="000000"/>
              </a:solidFill>
              <a:latin typeface="URW Palladio IT"/>
            </a:endParaRPr>
          </a:p>
          <a:p>
            <a:pPr marL="0" indent="0" algn="ctr" defTabSz="724164">
              <a:buNone/>
              <a:defRPr/>
            </a:pPr>
            <a:r>
              <a:rPr lang="en-IN" sz="2600" dirty="0">
                <a:solidFill>
                  <a:srgbClr val="000000"/>
                </a:solidFill>
                <a:latin typeface="URW Palladio IT"/>
              </a:rPr>
              <a:t>Om </a:t>
            </a:r>
            <a:r>
              <a:rPr lang="en-IN" sz="2600" dirty="0" err="1">
                <a:solidFill>
                  <a:srgbClr val="000000"/>
                </a:solidFill>
                <a:latin typeface="URW Palladio IT"/>
              </a:rPr>
              <a:t>Asato</a:t>
            </a:r>
            <a:r>
              <a:rPr lang="en-IN" sz="2600" dirty="0">
                <a:solidFill>
                  <a:srgbClr val="000000"/>
                </a:solidFill>
                <a:latin typeface="URW Palladio IT"/>
              </a:rPr>
              <a:t> </a:t>
            </a:r>
            <a:r>
              <a:rPr lang="en-IN" sz="2600" dirty="0" err="1">
                <a:solidFill>
                  <a:srgbClr val="000000"/>
                </a:solidFill>
                <a:latin typeface="URW Palladio IT"/>
              </a:rPr>
              <a:t>mä</a:t>
            </a:r>
            <a:r>
              <a:rPr lang="en-IN" sz="2600" dirty="0">
                <a:solidFill>
                  <a:srgbClr val="000000"/>
                </a:solidFill>
                <a:latin typeface="URW Palladio IT"/>
              </a:rPr>
              <a:t> sad </a:t>
            </a:r>
            <a:r>
              <a:rPr lang="en-IN" sz="2600" dirty="0" err="1">
                <a:solidFill>
                  <a:srgbClr val="000000"/>
                </a:solidFill>
                <a:latin typeface="URW Palladio IT"/>
              </a:rPr>
              <a:t>gamaya</a:t>
            </a:r>
            <a:r>
              <a:rPr lang="en-IN" sz="2600" dirty="0">
                <a:solidFill>
                  <a:srgbClr val="000000"/>
                </a:solidFill>
                <a:latin typeface="URW Palladio IT"/>
              </a:rPr>
              <a:t>|</a:t>
            </a:r>
          </a:p>
          <a:p>
            <a:pPr marL="0" indent="0" algn="ctr" defTabSz="724164">
              <a:buNone/>
              <a:defRPr/>
            </a:pPr>
            <a:r>
              <a:rPr lang="en-IN" sz="2600" dirty="0" err="1">
                <a:solidFill>
                  <a:srgbClr val="000000"/>
                </a:solidFill>
                <a:latin typeface="URW Palladio IT"/>
              </a:rPr>
              <a:t>Tamaso</a:t>
            </a:r>
            <a:r>
              <a:rPr lang="en-IN" sz="2600" dirty="0">
                <a:solidFill>
                  <a:srgbClr val="000000"/>
                </a:solidFill>
                <a:latin typeface="URW Palladio IT"/>
              </a:rPr>
              <a:t> </a:t>
            </a:r>
            <a:r>
              <a:rPr lang="en-IN" sz="2600" dirty="0" err="1">
                <a:solidFill>
                  <a:srgbClr val="000000"/>
                </a:solidFill>
                <a:latin typeface="URW Palladio IT"/>
              </a:rPr>
              <a:t>mä</a:t>
            </a:r>
            <a:r>
              <a:rPr lang="en-IN" sz="2600" dirty="0">
                <a:solidFill>
                  <a:srgbClr val="000000"/>
                </a:solidFill>
                <a:latin typeface="URW Palladio IT"/>
              </a:rPr>
              <a:t> </a:t>
            </a:r>
            <a:r>
              <a:rPr lang="en-IN" sz="2600" dirty="0" err="1">
                <a:solidFill>
                  <a:srgbClr val="000000"/>
                </a:solidFill>
                <a:latin typeface="URW Palladio IT"/>
              </a:rPr>
              <a:t>jyotirgamaya</a:t>
            </a:r>
            <a:r>
              <a:rPr lang="en-IN" sz="2600" dirty="0">
                <a:solidFill>
                  <a:srgbClr val="000000"/>
                </a:solidFill>
                <a:latin typeface="URW Palladio IT"/>
              </a:rPr>
              <a:t>|</a:t>
            </a:r>
          </a:p>
          <a:p>
            <a:pPr marL="0" indent="0" algn="ctr" defTabSz="724164">
              <a:buNone/>
              <a:defRPr/>
            </a:pPr>
            <a:r>
              <a:rPr lang="en-IN" sz="2600" dirty="0" err="1">
                <a:solidFill>
                  <a:srgbClr val="000000"/>
                </a:solidFill>
                <a:latin typeface="URW Palladio IT"/>
              </a:rPr>
              <a:t>Måtyormä</a:t>
            </a:r>
            <a:r>
              <a:rPr lang="en-IN" sz="2600" dirty="0">
                <a:solidFill>
                  <a:srgbClr val="000000"/>
                </a:solidFill>
                <a:latin typeface="URW Palladio IT"/>
              </a:rPr>
              <a:t> </a:t>
            </a:r>
            <a:r>
              <a:rPr lang="en-IN" sz="2600" dirty="0" err="1">
                <a:solidFill>
                  <a:srgbClr val="000000"/>
                </a:solidFill>
                <a:latin typeface="URW Palladio IT"/>
              </a:rPr>
              <a:t>amåtaì</a:t>
            </a:r>
            <a:r>
              <a:rPr lang="en-IN" sz="2600" dirty="0">
                <a:solidFill>
                  <a:srgbClr val="000000"/>
                </a:solidFill>
                <a:latin typeface="URW Palladio IT"/>
              </a:rPr>
              <a:t> </a:t>
            </a:r>
            <a:r>
              <a:rPr lang="en-IN" sz="2600" dirty="0" err="1">
                <a:solidFill>
                  <a:srgbClr val="000000"/>
                </a:solidFill>
                <a:latin typeface="URW Palladio IT"/>
              </a:rPr>
              <a:t>gamaya</a:t>
            </a:r>
            <a:endParaRPr lang="en-IN" sz="2600" dirty="0">
              <a:solidFill>
                <a:srgbClr val="000000"/>
              </a:solidFill>
              <a:latin typeface="URW Palladio IT"/>
            </a:endParaRPr>
          </a:p>
          <a:p>
            <a:pPr marL="0" indent="0" algn="ctr" defTabSz="724164">
              <a:buNone/>
              <a:defRPr/>
            </a:pPr>
            <a:r>
              <a:rPr lang="en-IN" sz="2600" dirty="0">
                <a:solidFill>
                  <a:srgbClr val="000000"/>
                </a:solidFill>
                <a:latin typeface="URW Palladio IT"/>
              </a:rPr>
              <a:t>Om </a:t>
            </a:r>
            <a:r>
              <a:rPr lang="en-IN" sz="2600" dirty="0" err="1">
                <a:solidFill>
                  <a:srgbClr val="000000"/>
                </a:solidFill>
                <a:latin typeface="URW Palladio IT"/>
              </a:rPr>
              <a:t>çäntiù</a:t>
            </a:r>
            <a:r>
              <a:rPr lang="en-IN" sz="2600" dirty="0">
                <a:solidFill>
                  <a:srgbClr val="000000"/>
                </a:solidFill>
                <a:latin typeface="URW Palladio IT"/>
              </a:rPr>
              <a:t> </a:t>
            </a:r>
            <a:r>
              <a:rPr lang="en-IN" sz="2600" dirty="0" err="1">
                <a:solidFill>
                  <a:srgbClr val="000000"/>
                </a:solidFill>
                <a:latin typeface="URW Palladio IT"/>
              </a:rPr>
              <a:t>çäntiù</a:t>
            </a:r>
            <a:r>
              <a:rPr lang="en-IN" sz="2600" dirty="0">
                <a:solidFill>
                  <a:srgbClr val="000000"/>
                </a:solidFill>
                <a:latin typeface="URW Palladio IT"/>
              </a:rPr>
              <a:t> </a:t>
            </a:r>
            <a:r>
              <a:rPr lang="en-IN" sz="2600" dirty="0" err="1">
                <a:solidFill>
                  <a:srgbClr val="000000"/>
                </a:solidFill>
                <a:latin typeface="URW Palladio IT"/>
              </a:rPr>
              <a:t>çäntiù</a:t>
            </a:r>
            <a:endParaRPr lang="en-IN" sz="2600" dirty="0">
              <a:solidFill>
                <a:srgbClr val="000000"/>
              </a:solidFill>
              <a:latin typeface="URW Palladio IT"/>
            </a:endParaRPr>
          </a:p>
          <a:p>
            <a:pPr marL="0" indent="0" algn="ctr" defTabSz="724164">
              <a:buNone/>
              <a:defRPr/>
            </a:pPr>
            <a:endParaRPr lang="en-IN" sz="2600" dirty="0">
              <a:solidFill>
                <a:prstClr val="black"/>
              </a:solidFill>
              <a:latin typeface="Calibri"/>
            </a:endParaRPr>
          </a:p>
          <a:p>
            <a:pPr marL="0" indent="0" algn="ctr" defTabSz="724164">
              <a:buNone/>
              <a:defRPr/>
            </a:pPr>
            <a:r>
              <a:rPr lang="en-US" sz="2600" b="1" dirty="0">
                <a:solidFill>
                  <a:srgbClr val="000000"/>
                </a:solidFill>
                <a:latin typeface="URW Palladio IT"/>
              </a:rPr>
              <a:t>Let us move from unreality to reality, from darkness to light &amp; from mortality to immortality.</a:t>
            </a:r>
          </a:p>
          <a:p>
            <a:pPr marL="0" indent="0" algn="ctr" defTabSz="724164">
              <a:buNone/>
              <a:defRPr/>
            </a:pPr>
            <a:r>
              <a:rPr lang="en-US" sz="2600" b="1" dirty="0">
                <a:solidFill>
                  <a:srgbClr val="000000"/>
                </a:solidFill>
                <a:latin typeface="URW Palladio IT"/>
              </a:rPr>
              <a:t>Om Peace </a:t>
            </a:r>
            <a:r>
              <a:rPr lang="en-US" sz="2600" b="1" dirty="0" err="1">
                <a:solidFill>
                  <a:srgbClr val="000000"/>
                </a:solidFill>
                <a:latin typeface="URW Palladio IT"/>
              </a:rPr>
              <a:t>Peace</a:t>
            </a:r>
            <a:r>
              <a:rPr lang="en-US" sz="2600" b="1" dirty="0">
                <a:solidFill>
                  <a:srgbClr val="000000"/>
                </a:solidFill>
                <a:latin typeface="URW Palladio IT"/>
              </a:rPr>
              <a:t> </a:t>
            </a:r>
            <a:r>
              <a:rPr lang="en-US" sz="2600" b="1" dirty="0" err="1">
                <a:solidFill>
                  <a:srgbClr val="000000"/>
                </a:solidFill>
                <a:latin typeface="URW Palladio IT"/>
              </a:rPr>
              <a:t>Peace</a:t>
            </a:r>
            <a:r>
              <a:rPr lang="en-US" sz="2600" b="1" dirty="0">
                <a:solidFill>
                  <a:srgbClr val="000000"/>
                </a:solidFill>
                <a:latin typeface="URW Palladio IT"/>
              </a:rPr>
              <a:t>!</a:t>
            </a:r>
            <a:endParaRPr lang="en-IN" sz="2600" b="1" dirty="0">
              <a:solidFill>
                <a:srgbClr val="000000"/>
              </a:solidFill>
              <a:latin typeface="URW Palladio IT"/>
            </a:endParaRPr>
          </a:p>
        </p:txBody>
      </p:sp>
    </p:spTree>
    <p:extLst>
      <p:ext uri="{BB962C8B-B14F-4D97-AF65-F5344CB8AC3E}">
        <p14:creationId xmlns:p14="http://schemas.microsoft.com/office/powerpoint/2010/main" val="4122152950"/>
      </p:ext>
    </p:extLst>
  </p:cSld>
  <p:clrMapOvr>
    <a:overrideClrMapping bg1="lt1" tx1="dk1" bg2="lt2" tx2="dk2" accent1="accent1" accent2="accent2" accent3="accent3" accent4="accent4" accent5="accent5" accent6="accent6" hlink="hlink" folHlink="folHlink"/>
  </p:clrMapOvr>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1981320" y="99"/>
            <a:ext cx="8229362" cy="1020562"/>
          </a:xfrm>
          <a:prstGeom prst="rect">
            <a:avLst/>
          </a:prstGeom>
        </p:spPr>
        <p:txBody>
          <a:bodyPr lIns="70913" tIns="35458" rIns="70913" bIns="35458"/>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pPr defTabSz="724164">
              <a:defRPr/>
            </a:pPr>
            <a:r>
              <a:rPr lang="en-IN" sz="5699" dirty="0" err="1">
                <a:solidFill>
                  <a:srgbClr val="000000"/>
                </a:solidFill>
                <a:latin typeface="Sanskrit 99"/>
              </a:rPr>
              <a:t>zaiNt</a:t>
            </a:r>
            <a:r>
              <a:rPr lang="en-IN" sz="5699" dirty="0">
                <a:solidFill>
                  <a:srgbClr val="000000"/>
                </a:solidFill>
                <a:latin typeface="Sanskrit 99"/>
              </a:rPr>
              <a:t> m&lt;Ç</a:t>
            </a:r>
            <a:endParaRPr lang="en-IN" sz="5699" dirty="0">
              <a:solidFill>
                <a:prstClr val="black"/>
              </a:solidFill>
              <a:latin typeface="Calibri"/>
            </a:endParaRPr>
          </a:p>
        </p:txBody>
      </p:sp>
      <p:sp>
        <p:nvSpPr>
          <p:cNvPr id="3" name="Content Placeholder 2"/>
          <p:cNvSpPr txBox="1">
            <a:spLocks/>
          </p:cNvSpPr>
          <p:nvPr/>
        </p:nvSpPr>
        <p:spPr>
          <a:xfrm>
            <a:off x="177" y="1268040"/>
            <a:ext cx="12191647" cy="5589863"/>
          </a:xfrm>
          <a:prstGeom prst="rect">
            <a:avLst/>
          </a:prstGeom>
        </p:spPr>
        <p:txBody>
          <a:bodyPr lIns="70913" tIns="35458" rIns="70913" bIns="35458">
            <a:normAutofit fontScale="77500" lnSpcReduction="20000"/>
          </a:bodyPr>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0" indent="0" algn="ctr" defTabSz="724164">
              <a:buNone/>
              <a:defRPr/>
            </a:pPr>
            <a:r>
              <a:rPr lang="en-IN" dirty="0" err="1">
                <a:solidFill>
                  <a:srgbClr val="000000"/>
                </a:solidFill>
                <a:latin typeface="Sanskrit 99"/>
              </a:rPr>
              <a:t>sveR</a:t>
            </a:r>
            <a:r>
              <a:rPr lang="en-IN" dirty="0">
                <a:solidFill>
                  <a:srgbClr val="000000"/>
                </a:solidFill>
                <a:latin typeface="Sanskrit 99"/>
              </a:rPr>
              <a:t> </a:t>
            </a:r>
            <a:r>
              <a:rPr lang="en-IN" dirty="0" err="1">
                <a:solidFill>
                  <a:srgbClr val="000000"/>
                </a:solidFill>
                <a:latin typeface="Sanskrit 99"/>
              </a:rPr>
              <a:t>ÉvNtu</a:t>
            </a:r>
            <a:r>
              <a:rPr lang="en-IN" dirty="0">
                <a:solidFill>
                  <a:srgbClr val="000000"/>
                </a:solidFill>
                <a:latin typeface="Sanskrit 99"/>
              </a:rPr>
              <a:t> </a:t>
            </a:r>
            <a:r>
              <a:rPr lang="en-IN" dirty="0" err="1">
                <a:solidFill>
                  <a:srgbClr val="000000"/>
                </a:solidFill>
                <a:latin typeface="Sanskrit 99"/>
              </a:rPr>
              <a:t>suion</a:t>
            </a:r>
            <a:r>
              <a:rPr lang="en-IN" dirty="0">
                <a:solidFill>
                  <a:srgbClr val="000000"/>
                </a:solidFill>
                <a:latin typeface="Sanskrit 99"/>
              </a:rPr>
              <a:t>&gt;, </a:t>
            </a:r>
            <a:r>
              <a:rPr lang="en-IN" dirty="0" err="1">
                <a:solidFill>
                  <a:srgbClr val="000000"/>
                </a:solidFill>
                <a:latin typeface="Sanskrit 99"/>
              </a:rPr>
              <a:t>sveR</a:t>
            </a:r>
            <a:r>
              <a:rPr lang="en-IN" dirty="0">
                <a:solidFill>
                  <a:srgbClr val="000000"/>
                </a:solidFill>
                <a:latin typeface="Sanskrit 99"/>
              </a:rPr>
              <a:t> </a:t>
            </a:r>
            <a:r>
              <a:rPr lang="en-IN" dirty="0" err="1">
                <a:solidFill>
                  <a:srgbClr val="000000"/>
                </a:solidFill>
                <a:latin typeface="Sanskrit 99"/>
              </a:rPr>
              <a:t>sNtu</a:t>
            </a:r>
            <a:r>
              <a:rPr lang="en-IN" dirty="0">
                <a:solidFill>
                  <a:srgbClr val="000000"/>
                </a:solidFill>
                <a:latin typeface="Sanskrit 99"/>
              </a:rPr>
              <a:t> </a:t>
            </a:r>
            <a:r>
              <a:rPr lang="en-IN" dirty="0" err="1">
                <a:solidFill>
                  <a:srgbClr val="000000"/>
                </a:solidFill>
                <a:latin typeface="Sanskrit 99"/>
              </a:rPr>
              <a:t>inramya</a:t>
            </a:r>
            <a:r>
              <a:rPr lang="en-IN" dirty="0">
                <a:solidFill>
                  <a:srgbClr val="000000"/>
                </a:solidFill>
                <a:latin typeface="Sanskrit 99"/>
              </a:rPr>
              <a:t>&gt;,</a:t>
            </a:r>
          </a:p>
          <a:p>
            <a:pPr marL="0" indent="0" algn="ctr" defTabSz="724164">
              <a:buNone/>
              <a:defRPr/>
            </a:pPr>
            <a:r>
              <a:rPr lang="en-IN" dirty="0" err="1">
                <a:solidFill>
                  <a:srgbClr val="000000"/>
                </a:solidFill>
                <a:latin typeface="Sanskrit 99"/>
              </a:rPr>
              <a:t>sveR</a:t>
            </a:r>
            <a:r>
              <a:rPr lang="en-IN" dirty="0">
                <a:solidFill>
                  <a:srgbClr val="000000"/>
                </a:solidFill>
                <a:latin typeface="Sanskrit 99"/>
              </a:rPr>
              <a:t> </a:t>
            </a:r>
            <a:r>
              <a:rPr lang="en-IN" dirty="0" err="1">
                <a:solidFill>
                  <a:srgbClr val="000000"/>
                </a:solidFill>
                <a:latin typeface="Sanskrit 99"/>
              </a:rPr>
              <a:t>ÉÔai</a:t>
            </a:r>
            <a:r>
              <a:rPr lang="en-IN" dirty="0">
                <a:solidFill>
                  <a:srgbClr val="000000"/>
                </a:solidFill>
                <a:latin typeface="Sanskrit 99"/>
              </a:rPr>
              <a:t>[ </a:t>
            </a:r>
            <a:r>
              <a:rPr lang="en-IN" dirty="0" err="1">
                <a:solidFill>
                  <a:srgbClr val="000000"/>
                </a:solidFill>
                <a:latin typeface="Sanskrit 99"/>
              </a:rPr>
              <a:t>pZyNtu</a:t>
            </a:r>
            <a:r>
              <a:rPr lang="en-IN" dirty="0">
                <a:solidFill>
                  <a:srgbClr val="000000"/>
                </a:solidFill>
                <a:latin typeface="Sanskrit 99"/>
              </a:rPr>
              <a:t> , ma </a:t>
            </a:r>
            <a:r>
              <a:rPr lang="en-IN" dirty="0" err="1">
                <a:solidFill>
                  <a:srgbClr val="000000"/>
                </a:solidFill>
                <a:latin typeface="Sanskrit 99"/>
              </a:rPr>
              <a:t>kiít</a:t>
            </a:r>
            <a:r>
              <a:rPr lang="en-IN" dirty="0">
                <a:solidFill>
                  <a:srgbClr val="000000"/>
                </a:solidFill>
                <a:latin typeface="Sanskrit 99"/>
              </a:rPr>
              <a:t>! Ê&gt;</a:t>
            </a:r>
            <a:r>
              <a:rPr lang="en-IN" dirty="0" err="1">
                <a:solidFill>
                  <a:srgbClr val="000000"/>
                </a:solidFill>
                <a:latin typeface="Sanskrit 99"/>
              </a:rPr>
              <a:t>oÉag</a:t>
            </a:r>
            <a:r>
              <a:rPr lang="en-IN" dirty="0">
                <a:solidFill>
                  <a:srgbClr val="000000"/>
                </a:solidFill>
                <a:latin typeface="Sanskrit 99"/>
              </a:rPr>
              <a:t>! </a:t>
            </a:r>
            <a:r>
              <a:rPr lang="en-IN" dirty="0" err="1">
                <a:solidFill>
                  <a:srgbClr val="000000"/>
                </a:solidFill>
                <a:latin typeface="Sanskrit 99"/>
              </a:rPr>
              <a:t>Évet</a:t>
            </a:r>
            <a:r>
              <a:rPr lang="en-IN" dirty="0">
                <a:solidFill>
                  <a:srgbClr val="000000"/>
                </a:solidFill>
                <a:latin typeface="Sanskrit 99"/>
              </a:rPr>
              <a:t>!,</a:t>
            </a:r>
          </a:p>
          <a:p>
            <a:pPr marL="0" indent="0" algn="ctr" defTabSz="724164">
              <a:buNone/>
              <a:defRPr/>
            </a:pPr>
            <a:r>
              <a:rPr lang="en-IN" dirty="0">
                <a:solidFill>
                  <a:srgbClr val="000000"/>
                </a:solidFill>
                <a:latin typeface="Sanskrit 99"/>
              </a:rPr>
              <a:t>` </a:t>
            </a:r>
            <a:r>
              <a:rPr lang="en-IN" dirty="0" err="1">
                <a:solidFill>
                  <a:srgbClr val="000000"/>
                </a:solidFill>
                <a:latin typeface="Sanskrit 99"/>
              </a:rPr>
              <a:t>zaiNt</a:t>
            </a:r>
            <a:r>
              <a:rPr lang="en-IN" dirty="0">
                <a:solidFill>
                  <a:srgbClr val="000000"/>
                </a:solidFill>
                <a:latin typeface="Sanskrit 99"/>
              </a:rPr>
              <a:t>&gt; </a:t>
            </a:r>
            <a:r>
              <a:rPr lang="en-IN" dirty="0" err="1">
                <a:solidFill>
                  <a:srgbClr val="000000"/>
                </a:solidFill>
                <a:latin typeface="Sanskrit 99"/>
              </a:rPr>
              <a:t>zaiNt</a:t>
            </a:r>
            <a:r>
              <a:rPr lang="en-IN" dirty="0">
                <a:solidFill>
                  <a:srgbClr val="000000"/>
                </a:solidFill>
                <a:latin typeface="Sanskrit 99"/>
              </a:rPr>
              <a:t>&gt; </a:t>
            </a:r>
            <a:r>
              <a:rPr lang="en-IN" dirty="0" err="1">
                <a:solidFill>
                  <a:srgbClr val="000000"/>
                </a:solidFill>
                <a:latin typeface="Sanskrit 99"/>
              </a:rPr>
              <a:t>zaiNt</a:t>
            </a:r>
            <a:r>
              <a:rPr lang="en-IN" dirty="0">
                <a:solidFill>
                  <a:srgbClr val="000000"/>
                </a:solidFill>
                <a:latin typeface="Sanskrit 99"/>
              </a:rPr>
              <a:t>&gt;.</a:t>
            </a:r>
          </a:p>
          <a:p>
            <a:pPr marL="0" indent="0" algn="ctr" defTabSz="724164">
              <a:buNone/>
              <a:defRPr/>
            </a:pPr>
            <a:endParaRPr lang="en-US" dirty="0">
              <a:solidFill>
                <a:srgbClr val="000000"/>
              </a:solidFill>
              <a:latin typeface="Sanskrit 99"/>
            </a:endParaRPr>
          </a:p>
          <a:p>
            <a:pPr marL="0" indent="0" algn="ctr" defTabSz="724164">
              <a:buNone/>
              <a:defRPr/>
            </a:pPr>
            <a:r>
              <a:rPr lang="en-IN" dirty="0" err="1">
                <a:solidFill>
                  <a:srgbClr val="000000"/>
                </a:solidFill>
                <a:latin typeface="URW Palladio IT"/>
              </a:rPr>
              <a:t>Sarve</a:t>
            </a:r>
            <a:r>
              <a:rPr lang="en-IN" dirty="0">
                <a:solidFill>
                  <a:srgbClr val="000000"/>
                </a:solidFill>
                <a:latin typeface="URW Palladio IT"/>
              </a:rPr>
              <a:t> </a:t>
            </a:r>
            <a:r>
              <a:rPr lang="en-IN" dirty="0" err="1">
                <a:solidFill>
                  <a:srgbClr val="000000"/>
                </a:solidFill>
                <a:latin typeface="URW Palladio IT"/>
              </a:rPr>
              <a:t>bhavantu</a:t>
            </a:r>
            <a:r>
              <a:rPr lang="en-IN" dirty="0">
                <a:solidFill>
                  <a:srgbClr val="000000"/>
                </a:solidFill>
                <a:latin typeface="URW Palladio IT"/>
              </a:rPr>
              <a:t> </a:t>
            </a:r>
            <a:r>
              <a:rPr lang="en-IN" dirty="0" err="1">
                <a:solidFill>
                  <a:srgbClr val="000000"/>
                </a:solidFill>
                <a:latin typeface="URW Palladio IT"/>
              </a:rPr>
              <a:t>sukhinaù</a:t>
            </a:r>
            <a:r>
              <a:rPr lang="en-IN" dirty="0">
                <a:solidFill>
                  <a:srgbClr val="000000"/>
                </a:solidFill>
                <a:latin typeface="URW Palladio IT"/>
              </a:rPr>
              <a:t> </a:t>
            </a:r>
            <a:r>
              <a:rPr lang="en-IN" dirty="0" err="1">
                <a:solidFill>
                  <a:srgbClr val="000000"/>
                </a:solidFill>
                <a:latin typeface="URW Palladio IT"/>
              </a:rPr>
              <a:t>sarve</a:t>
            </a:r>
            <a:r>
              <a:rPr lang="en-IN" dirty="0">
                <a:solidFill>
                  <a:srgbClr val="000000"/>
                </a:solidFill>
                <a:latin typeface="URW Palladio IT"/>
              </a:rPr>
              <a:t> </a:t>
            </a:r>
            <a:r>
              <a:rPr lang="en-IN" dirty="0" err="1">
                <a:solidFill>
                  <a:srgbClr val="000000"/>
                </a:solidFill>
                <a:latin typeface="URW Palladio IT"/>
              </a:rPr>
              <a:t>santu</a:t>
            </a:r>
            <a:r>
              <a:rPr lang="en-IN" dirty="0">
                <a:solidFill>
                  <a:srgbClr val="000000"/>
                </a:solidFill>
                <a:latin typeface="URW Palladio IT"/>
              </a:rPr>
              <a:t> </a:t>
            </a:r>
            <a:r>
              <a:rPr lang="en-IN" dirty="0" err="1">
                <a:solidFill>
                  <a:srgbClr val="000000"/>
                </a:solidFill>
                <a:latin typeface="URW Palladio IT"/>
              </a:rPr>
              <a:t>nirämayäù</a:t>
            </a:r>
            <a:endParaRPr lang="en-IN" dirty="0">
              <a:solidFill>
                <a:srgbClr val="000000"/>
              </a:solidFill>
              <a:latin typeface="URW Palladio IT"/>
            </a:endParaRPr>
          </a:p>
          <a:p>
            <a:pPr marL="0" indent="0" algn="ctr" defTabSz="724164">
              <a:buNone/>
              <a:defRPr/>
            </a:pPr>
            <a:r>
              <a:rPr lang="en-IN" dirty="0" err="1">
                <a:solidFill>
                  <a:srgbClr val="000000"/>
                </a:solidFill>
                <a:latin typeface="URW Palladio IT"/>
              </a:rPr>
              <a:t>Sarve</a:t>
            </a:r>
            <a:r>
              <a:rPr lang="en-IN" dirty="0">
                <a:solidFill>
                  <a:srgbClr val="000000"/>
                </a:solidFill>
                <a:latin typeface="URW Palladio IT"/>
              </a:rPr>
              <a:t> </a:t>
            </a:r>
            <a:r>
              <a:rPr lang="en-IN" dirty="0" err="1">
                <a:solidFill>
                  <a:srgbClr val="000000"/>
                </a:solidFill>
                <a:latin typeface="URW Palladio IT"/>
              </a:rPr>
              <a:t>bhadräëi</a:t>
            </a:r>
            <a:r>
              <a:rPr lang="en-IN" dirty="0">
                <a:solidFill>
                  <a:srgbClr val="000000"/>
                </a:solidFill>
                <a:latin typeface="URW Palladio IT"/>
              </a:rPr>
              <a:t> </a:t>
            </a:r>
            <a:r>
              <a:rPr lang="en-IN" dirty="0" err="1">
                <a:solidFill>
                  <a:srgbClr val="000000"/>
                </a:solidFill>
                <a:latin typeface="URW Palladio IT"/>
              </a:rPr>
              <a:t>paçyantu</a:t>
            </a:r>
            <a:r>
              <a:rPr lang="en-IN" dirty="0">
                <a:solidFill>
                  <a:srgbClr val="000000"/>
                </a:solidFill>
                <a:latin typeface="URW Palladio IT"/>
              </a:rPr>
              <a:t> </a:t>
            </a:r>
            <a:r>
              <a:rPr lang="en-IN" dirty="0" err="1">
                <a:solidFill>
                  <a:srgbClr val="000000"/>
                </a:solidFill>
                <a:latin typeface="URW Palladio IT"/>
              </a:rPr>
              <a:t>mä</a:t>
            </a:r>
            <a:r>
              <a:rPr lang="en-IN" dirty="0">
                <a:solidFill>
                  <a:srgbClr val="000000"/>
                </a:solidFill>
                <a:latin typeface="URW Palladio IT"/>
              </a:rPr>
              <a:t> </a:t>
            </a:r>
            <a:r>
              <a:rPr lang="en-IN" dirty="0" err="1">
                <a:solidFill>
                  <a:srgbClr val="000000"/>
                </a:solidFill>
                <a:latin typeface="URW Palladio IT"/>
              </a:rPr>
              <a:t>kaçcit</a:t>
            </a:r>
            <a:r>
              <a:rPr lang="en-IN" dirty="0">
                <a:solidFill>
                  <a:srgbClr val="000000"/>
                </a:solidFill>
                <a:latin typeface="URW Palladio IT"/>
              </a:rPr>
              <a:t> </a:t>
            </a:r>
            <a:r>
              <a:rPr lang="en-IN" dirty="0" err="1">
                <a:solidFill>
                  <a:srgbClr val="000000"/>
                </a:solidFill>
                <a:latin typeface="URW Palladio IT"/>
              </a:rPr>
              <a:t>duùkhabhäg</a:t>
            </a:r>
            <a:r>
              <a:rPr lang="en-IN" dirty="0">
                <a:solidFill>
                  <a:srgbClr val="000000"/>
                </a:solidFill>
                <a:latin typeface="URW Palladio IT"/>
              </a:rPr>
              <a:t> </a:t>
            </a:r>
            <a:r>
              <a:rPr lang="en-IN" dirty="0" err="1">
                <a:solidFill>
                  <a:srgbClr val="000000"/>
                </a:solidFill>
                <a:latin typeface="URW Palladio IT"/>
              </a:rPr>
              <a:t>bhavet</a:t>
            </a:r>
            <a:endParaRPr lang="en-IN" dirty="0">
              <a:solidFill>
                <a:srgbClr val="000000"/>
              </a:solidFill>
              <a:latin typeface="URW Palladio IT"/>
            </a:endParaRPr>
          </a:p>
          <a:p>
            <a:pPr marL="0" indent="0" algn="ctr" defTabSz="724164">
              <a:buNone/>
              <a:defRPr/>
            </a:pPr>
            <a:r>
              <a:rPr lang="en-IN" dirty="0">
                <a:solidFill>
                  <a:srgbClr val="000000"/>
                </a:solidFill>
                <a:latin typeface="URW Palladio IT"/>
              </a:rPr>
              <a:t>Om </a:t>
            </a:r>
            <a:r>
              <a:rPr lang="en-IN" dirty="0" err="1">
                <a:solidFill>
                  <a:srgbClr val="000000"/>
                </a:solidFill>
                <a:latin typeface="URW Palladio IT"/>
              </a:rPr>
              <a:t>çäntiù</a:t>
            </a:r>
            <a:r>
              <a:rPr lang="en-IN" dirty="0">
                <a:solidFill>
                  <a:srgbClr val="000000"/>
                </a:solidFill>
                <a:latin typeface="URW Palladio IT"/>
              </a:rPr>
              <a:t> </a:t>
            </a:r>
            <a:r>
              <a:rPr lang="en-IN" dirty="0" err="1">
                <a:solidFill>
                  <a:srgbClr val="000000"/>
                </a:solidFill>
                <a:latin typeface="URW Palladio IT"/>
              </a:rPr>
              <a:t>çäntiù</a:t>
            </a:r>
            <a:r>
              <a:rPr lang="en-IN" dirty="0">
                <a:solidFill>
                  <a:srgbClr val="000000"/>
                </a:solidFill>
                <a:latin typeface="URW Palladio IT"/>
              </a:rPr>
              <a:t> </a:t>
            </a:r>
            <a:r>
              <a:rPr lang="en-IN" dirty="0" err="1">
                <a:solidFill>
                  <a:srgbClr val="000000"/>
                </a:solidFill>
                <a:latin typeface="URW Palladio IT"/>
              </a:rPr>
              <a:t>çäntiù</a:t>
            </a:r>
            <a:endParaRPr lang="en-IN" dirty="0">
              <a:solidFill>
                <a:srgbClr val="000000"/>
              </a:solidFill>
              <a:latin typeface="URW Palladio IT"/>
            </a:endParaRPr>
          </a:p>
          <a:p>
            <a:pPr marL="0" indent="0" algn="ctr" defTabSz="724164">
              <a:buNone/>
              <a:defRPr/>
            </a:pPr>
            <a:endParaRPr lang="en-IN" dirty="0">
              <a:solidFill>
                <a:srgbClr val="000000"/>
              </a:solidFill>
              <a:latin typeface="URW Palladio IT"/>
            </a:endParaRPr>
          </a:p>
          <a:p>
            <a:pPr marL="0" indent="0" algn="ctr" defTabSz="724164">
              <a:buNone/>
              <a:defRPr/>
            </a:pPr>
            <a:r>
              <a:rPr lang="en-US" b="1" dirty="0">
                <a:solidFill>
                  <a:srgbClr val="000000"/>
                </a:solidFill>
                <a:latin typeface="URW Palladio IT"/>
              </a:rPr>
              <a:t>May all be happy. May all be free from diseases. May all see things auspicious. May none be subjected to misery.</a:t>
            </a:r>
          </a:p>
          <a:p>
            <a:pPr marL="0" indent="0" algn="ctr" defTabSz="724164">
              <a:buNone/>
              <a:defRPr/>
            </a:pPr>
            <a:r>
              <a:rPr lang="en-US" b="1" dirty="0">
                <a:solidFill>
                  <a:srgbClr val="000000"/>
                </a:solidFill>
                <a:latin typeface="URW Palladio IT"/>
              </a:rPr>
              <a:t>Om Peace </a:t>
            </a:r>
            <a:r>
              <a:rPr lang="en-US" b="1" dirty="0" err="1">
                <a:solidFill>
                  <a:srgbClr val="000000"/>
                </a:solidFill>
                <a:latin typeface="URW Palladio IT"/>
              </a:rPr>
              <a:t>Peace</a:t>
            </a:r>
            <a:r>
              <a:rPr lang="en-US" b="1" dirty="0">
                <a:solidFill>
                  <a:srgbClr val="000000"/>
                </a:solidFill>
                <a:latin typeface="URW Palladio IT"/>
              </a:rPr>
              <a:t> </a:t>
            </a:r>
            <a:r>
              <a:rPr lang="en-US" b="1" dirty="0" err="1">
                <a:solidFill>
                  <a:srgbClr val="000000"/>
                </a:solidFill>
                <a:latin typeface="URW Palladio IT"/>
              </a:rPr>
              <a:t>Peace</a:t>
            </a:r>
            <a:r>
              <a:rPr lang="en-US" b="1" dirty="0">
                <a:solidFill>
                  <a:srgbClr val="000000"/>
                </a:solidFill>
                <a:latin typeface="URW Palladio IT"/>
              </a:rPr>
              <a:t>!</a:t>
            </a:r>
            <a:endParaRPr lang="en-IN" b="1" dirty="0">
              <a:solidFill>
                <a:srgbClr val="000000"/>
              </a:solidFill>
              <a:latin typeface="Sanskrit 99"/>
            </a:endParaRPr>
          </a:p>
        </p:txBody>
      </p:sp>
    </p:spTree>
    <p:extLst>
      <p:ext uri="{BB962C8B-B14F-4D97-AF65-F5344CB8AC3E}">
        <p14:creationId xmlns:p14="http://schemas.microsoft.com/office/powerpoint/2010/main" val="1455322164"/>
      </p:ext>
    </p:extLst>
  </p:cSld>
  <p:clrMapOvr>
    <a:overrideClrMapping bg1="lt1" tx1="dk1" bg2="lt2" tx2="dk2" accent1="accent1" accent2="accent2" accent3="accent3" accent4="accent4" accent5="accent5" accent6="accent6" hlink="hlink" folHlink="folHlink"/>
  </p:clrMapOvr>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0"/>
            <a:ext cx="10972800" cy="6477000"/>
          </a:xfrm>
        </p:spPr>
        <p:txBody>
          <a:bodyPr>
            <a:normAutofit fontScale="92500" lnSpcReduction="20000"/>
          </a:bodyPr>
          <a:lstStyle/>
          <a:p>
            <a:pPr algn="ctr">
              <a:buNone/>
            </a:pPr>
            <a:endParaRPr lang="en-IN" sz="3733" dirty="0">
              <a:latin typeface="Sanskrit 99" pitchFamily="2" charset="0"/>
            </a:endParaRPr>
          </a:p>
          <a:p>
            <a:pPr algn="ctr">
              <a:buNone/>
            </a:pPr>
            <a:r>
              <a:rPr lang="en-IN" sz="3733" dirty="0" err="1">
                <a:latin typeface="Sanskrit 99" pitchFamily="2" charset="0"/>
              </a:rPr>
              <a:t>jn</a:t>
            </a:r>
            <a:r>
              <a:rPr lang="en-IN" sz="3733" dirty="0">
                <a:latin typeface="Sanskrit 99" pitchFamily="2" charset="0"/>
              </a:rPr>
              <a:t> g[ </a:t>
            </a:r>
            <a:r>
              <a:rPr lang="en-IN" sz="3733" dirty="0" err="1">
                <a:latin typeface="Sanskrit 99" pitchFamily="2" charset="0"/>
              </a:rPr>
              <a:t>mn</a:t>
            </a:r>
            <a:r>
              <a:rPr lang="en-IN" sz="3733" dirty="0">
                <a:latin typeface="Sanskrit 99" pitchFamily="2" charset="0"/>
              </a:rPr>
              <a:t> </a:t>
            </a:r>
            <a:r>
              <a:rPr lang="en-IN" sz="3733" dirty="0" err="1">
                <a:latin typeface="Sanskrit 99" pitchFamily="2" charset="0"/>
              </a:rPr>
              <a:t>Aixnayk</a:t>
            </a:r>
            <a:r>
              <a:rPr lang="en-IN" sz="3733" dirty="0">
                <a:latin typeface="Sanskrit 99" pitchFamily="2" charset="0"/>
              </a:rPr>
              <a:t> </a:t>
            </a:r>
            <a:r>
              <a:rPr lang="en-IN" sz="3733" dirty="0" err="1">
                <a:latin typeface="Sanskrit 99" pitchFamily="2" charset="0"/>
              </a:rPr>
              <a:t>jy</a:t>
            </a:r>
            <a:r>
              <a:rPr lang="en-IN" sz="3733" dirty="0">
                <a:latin typeface="Sanskrit 99" pitchFamily="2" charset="0"/>
              </a:rPr>
              <a:t> he</a:t>
            </a:r>
            <a:endParaRPr lang="en-US" sz="3733" dirty="0">
              <a:latin typeface="Sanskrit 99" pitchFamily="2" charset="0"/>
            </a:endParaRPr>
          </a:p>
          <a:p>
            <a:pPr algn="ctr">
              <a:buNone/>
            </a:pPr>
            <a:r>
              <a:rPr lang="en-IN" sz="3733" dirty="0" err="1">
                <a:latin typeface="Sanskrit 99" pitchFamily="2" charset="0"/>
              </a:rPr>
              <a:t>Éart</a:t>
            </a:r>
            <a:r>
              <a:rPr lang="en-IN" sz="3733" dirty="0">
                <a:latin typeface="Sanskrit 99" pitchFamily="2" charset="0"/>
              </a:rPr>
              <a:t> </a:t>
            </a:r>
            <a:r>
              <a:rPr lang="en-IN" sz="3733" dirty="0" err="1">
                <a:latin typeface="Sanskrit 99" pitchFamily="2" charset="0"/>
              </a:rPr>
              <a:t>ÉaGy</a:t>
            </a:r>
            <a:r>
              <a:rPr lang="en-IN" sz="3733" dirty="0">
                <a:latin typeface="Sanskrit 99" pitchFamily="2" charset="0"/>
              </a:rPr>
              <a:t> </a:t>
            </a:r>
            <a:r>
              <a:rPr lang="en-IN" sz="3733" dirty="0" err="1">
                <a:latin typeface="Sanskrit 99" pitchFamily="2" charset="0"/>
              </a:rPr>
              <a:t>ivxata</a:t>
            </a:r>
            <a:endParaRPr lang="en-US" sz="3733" dirty="0">
              <a:latin typeface="Sanskrit 99" pitchFamily="2" charset="0"/>
            </a:endParaRPr>
          </a:p>
          <a:p>
            <a:pPr algn="ctr">
              <a:buNone/>
            </a:pPr>
            <a:r>
              <a:rPr lang="en-IN" sz="3733" dirty="0" err="1">
                <a:latin typeface="Sanskrit 99" pitchFamily="2" charset="0"/>
              </a:rPr>
              <a:t>pÃav</a:t>
            </a:r>
            <a:r>
              <a:rPr lang="en-IN" sz="3733" dirty="0">
                <a:latin typeface="Sanskrit 99" pitchFamily="2" charset="0"/>
              </a:rPr>
              <a:t> </a:t>
            </a:r>
            <a:r>
              <a:rPr lang="en-IN" sz="3733" dirty="0" err="1">
                <a:latin typeface="Sanskrit 99" pitchFamily="2" charset="0"/>
              </a:rPr>
              <a:t>isNxu</a:t>
            </a:r>
            <a:r>
              <a:rPr lang="en-IN" sz="3733" dirty="0">
                <a:latin typeface="Sanskrit 99" pitchFamily="2" charset="0"/>
              </a:rPr>
              <a:t> </a:t>
            </a:r>
            <a:r>
              <a:rPr lang="en-IN" sz="3733" dirty="0" err="1">
                <a:latin typeface="Sanskrit 99" pitchFamily="2" charset="0"/>
              </a:rPr>
              <a:t>gujraq</a:t>
            </a:r>
            <a:r>
              <a:rPr lang="en-IN" sz="3733" dirty="0">
                <a:latin typeface="Sanskrit 99" pitchFamily="2" charset="0"/>
              </a:rPr>
              <a:t> </a:t>
            </a:r>
            <a:r>
              <a:rPr lang="en-IN" sz="3733" dirty="0" err="1">
                <a:latin typeface="Sanskrit 99" pitchFamily="2" charset="0"/>
              </a:rPr>
              <a:t>mraQa</a:t>
            </a:r>
            <a:r>
              <a:rPr lang="en-IN" sz="3733" dirty="0">
                <a:latin typeface="Sanskrit 99" pitchFamily="2" charset="0"/>
              </a:rPr>
              <a:t> </a:t>
            </a:r>
            <a:r>
              <a:rPr lang="en-IN" sz="3733" dirty="0" err="1">
                <a:latin typeface="Sanskrit 99" pitchFamily="2" charset="0"/>
              </a:rPr>
              <a:t>Ôaivf</a:t>
            </a:r>
            <a:r>
              <a:rPr lang="en-IN" sz="3733" dirty="0">
                <a:latin typeface="Sanskrit 99" pitchFamily="2" charset="0"/>
              </a:rPr>
              <a:t> %</a:t>
            </a:r>
            <a:r>
              <a:rPr lang="en-IN" sz="3733" dirty="0" err="1">
                <a:latin typeface="Sanskrit 99" pitchFamily="2" charset="0"/>
              </a:rPr>
              <a:t>Tkl</a:t>
            </a:r>
            <a:r>
              <a:rPr lang="en-IN" sz="3733" dirty="0">
                <a:latin typeface="Sanskrit 99" pitchFamily="2" charset="0"/>
              </a:rPr>
              <a:t> v¼</a:t>
            </a:r>
          </a:p>
          <a:p>
            <a:pPr algn="ctr">
              <a:buNone/>
            </a:pPr>
            <a:endParaRPr lang="en-IN" sz="3733" dirty="0">
              <a:latin typeface="Sanskrit 99" pitchFamily="2" charset="0"/>
            </a:endParaRPr>
          </a:p>
          <a:p>
            <a:pPr algn="ctr">
              <a:buNone/>
            </a:pPr>
            <a:r>
              <a:rPr lang="en-IN" b="1" dirty="0">
                <a:latin typeface="URW Palladio IT" pitchFamily="2" charset="0"/>
              </a:rPr>
              <a:t>Jana </a:t>
            </a:r>
            <a:r>
              <a:rPr lang="en-IN" b="1" dirty="0" err="1">
                <a:latin typeface="URW Palladio IT" pitchFamily="2" charset="0"/>
              </a:rPr>
              <a:t>Gaëa</a:t>
            </a:r>
            <a:r>
              <a:rPr lang="en-IN" b="1" dirty="0">
                <a:latin typeface="URW Palladio IT" pitchFamily="2" charset="0"/>
              </a:rPr>
              <a:t> </a:t>
            </a:r>
            <a:r>
              <a:rPr lang="en-IN" b="1" dirty="0" err="1">
                <a:latin typeface="URW Palladio IT" pitchFamily="2" charset="0"/>
              </a:rPr>
              <a:t>Mana</a:t>
            </a:r>
            <a:r>
              <a:rPr lang="en-IN" b="1" dirty="0">
                <a:latin typeface="URW Palladio IT" pitchFamily="2" charset="0"/>
              </a:rPr>
              <a:t> </a:t>
            </a:r>
            <a:r>
              <a:rPr lang="en-IN" b="1" dirty="0" err="1">
                <a:latin typeface="URW Palladio IT" pitchFamily="2" charset="0"/>
              </a:rPr>
              <a:t>Adhinäyaka</a:t>
            </a:r>
            <a:r>
              <a:rPr lang="en-IN" b="1" dirty="0">
                <a:latin typeface="URW Palladio IT" pitchFamily="2" charset="0"/>
              </a:rPr>
              <a:t> Jaya He</a:t>
            </a:r>
            <a:endParaRPr lang="en-US" b="1" dirty="0">
              <a:latin typeface="URW Palladio IT" pitchFamily="2" charset="0"/>
            </a:endParaRPr>
          </a:p>
          <a:p>
            <a:pPr algn="ctr">
              <a:buNone/>
            </a:pPr>
            <a:r>
              <a:rPr lang="en-IN" b="1" dirty="0" err="1">
                <a:latin typeface="URW Palladio IT" pitchFamily="2" charset="0"/>
              </a:rPr>
              <a:t>Bhärata</a:t>
            </a:r>
            <a:r>
              <a:rPr lang="en-IN" b="1" dirty="0">
                <a:latin typeface="URW Palladio IT" pitchFamily="2" charset="0"/>
              </a:rPr>
              <a:t> </a:t>
            </a:r>
            <a:r>
              <a:rPr lang="en-IN" b="1" dirty="0" err="1">
                <a:latin typeface="URW Palladio IT" pitchFamily="2" charset="0"/>
              </a:rPr>
              <a:t>Bhägya</a:t>
            </a:r>
            <a:r>
              <a:rPr lang="en-IN" b="1" dirty="0">
                <a:latin typeface="URW Palladio IT" pitchFamily="2" charset="0"/>
              </a:rPr>
              <a:t> </a:t>
            </a:r>
            <a:r>
              <a:rPr lang="en-IN" b="1" dirty="0" err="1">
                <a:latin typeface="URW Palladio IT" pitchFamily="2" charset="0"/>
              </a:rPr>
              <a:t>Vidhätä</a:t>
            </a:r>
            <a:endParaRPr lang="en-US" b="1" dirty="0">
              <a:latin typeface="URW Palladio IT" pitchFamily="2" charset="0"/>
            </a:endParaRPr>
          </a:p>
          <a:p>
            <a:pPr algn="ctr">
              <a:buNone/>
            </a:pPr>
            <a:r>
              <a:rPr lang="en-IN" b="1" dirty="0" err="1">
                <a:latin typeface="URW Palladio IT" pitchFamily="2" charset="0"/>
              </a:rPr>
              <a:t>Païjäva</a:t>
            </a:r>
            <a:r>
              <a:rPr lang="en-IN" b="1" dirty="0">
                <a:latin typeface="URW Palladio IT" pitchFamily="2" charset="0"/>
              </a:rPr>
              <a:t> </a:t>
            </a:r>
            <a:r>
              <a:rPr lang="en-IN" b="1" dirty="0" err="1">
                <a:latin typeface="URW Palladio IT" pitchFamily="2" charset="0"/>
              </a:rPr>
              <a:t>Sindhu</a:t>
            </a:r>
            <a:r>
              <a:rPr lang="en-IN" b="1" dirty="0">
                <a:latin typeface="URW Palladio IT" pitchFamily="2" charset="0"/>
              </a:rPr>
              <a:t> </a:t>
            </a:r>
            <a:r>
              <a:rPr lang="en-IN" b="1" dirty="0" err="1">
                <a:latin typeface="URW Palladio IT" pitchFamily="2" charset="0"/>
              </a:rPr>
              <a:t>Gujaräöa</a:t>
            </a:r>
            <a:r>
              <a:rPr lang="en-IN" b="1" dirty="0">
                <a:latin typeface="URW Palladio IT" pitchFamily="2" charset="0"/>
              </a:rPr>
              <a:t> </a:t>
            </a:r>
            <a:r>
              <a:rPr lang="en-IN" b="1" dirty="0" err="1">
                <a:latin typeface="URW Palladio IT" pitchFamily="2" charset="0"/>
              </a:rPr>
              <a:t>Maräöhä</a:t>
            </a:r>
            <a:r>
              <a:rPr lang="en-IN" b="1" dirty="0">
                <a:latin typeface="URW Palladio IT" pitchFamily="2" charset="0"/>
              </a:rPr>
              <a:t> </a:t>
            </a:r>
            <a:r>
              <a:rPr lang="en-IN" b="1" dirty="0" err="1">
                <a:latin typeface="URW Palladio IT" pitchFamily="2" charset="0"/>
              </a:rPr>
              <a:t>Dräviòa</a:t>
            </a:r>
            <a:r>
              <a:rPr lang="en-IN" b="1" dirty="0">
                <a:latin typeface="URW Palladio IT" pitchFamily="2" charset="0"/>
              </a:rPr>
              <a:t> </a:t>
            </a:r>
            <a:r>
              <a:rPr lang="en-IN" b="1" dirty="0" err="1">
                <a:latin typeface="URW Palladio IT" pitchFamily="2" charset="0"/>
              </a:rPr>
              <a:t>Utkala</a:t>
            </a:r>
            <a:r>
              <a:rPr lang="en-IN" b="1" dirty="0">
                <a:latin typeface="URW Palladio IT" pitchFamily="2" charset="0"/>
              </a:rPr>
              <a:t> </a:t>
            </a:r>
            <a:r>
              <a:rPr lang="en-IN" b="1" dirty="0" err="1">
                <a:latin typeface="URW Palladio IT" pitchFamily="2" charset="0"/>
              </a:rPr>
              <a:t>Vaìga</a:t>
            </a:r>
            <a:endParaRPr lang="en-US" b="1" dirty="0">
              <a:latin typeface="URW Palladio IT" pitchFamily="2" charset="0"/>
            </a:endParaRPr>
          </a:p>
          <a:p>
            <a:pPr algn="ctr">
              <a:buNone/>
            </a:pPr>
            <a:endParaRPr lang="en-US" sz="3467" dirty="0">
              <a:latin typeface="Times New Roman" pitchFamily="18" charset="0"/>
              <a:cs typeface="Times New Roman" pitchFamily="18" charset="0"/>
            </a:endParaRPr>
          </a:p>
          <a:p>
            <a:pPr algn="ctr">
              <a:buNone/>
            </a:pPr>
            <a:r>
              <a:rPr lang="en-US" sz="3467" dirty="0">
                <a:latin typeface="Times New Roman" pitchFamily="18" charset="0"/>
                <a:cs typeface="Times New Roman" pitchFamily="18" charset="0"/>
              </a:rPr>
              <a:t>Thou art the ruler of the minds of all people, Dispenser of India's destiny. Thy name rouses the hearts of Punjab, </a:t>
            </a:r>
            <a:r>
              <a:rPr lang="en-US" sz="3467" dirty="0" err="1">
                <a:latin typeface="Times New Roman" pitchFamily="18" charset="0"/>
                <a:cs typeface="Times New Roman" pitchFamily="18" charset="0"/>
              </a:rPr>
              <a:t>Sindhu</a:t>
            </a:r>
            <a:r>
              <a:rPr lang="en-US" sz="3467" dirty="0">
                <a:latin typeface="Times New Roman" pitchFamily="18" charset="0"/>
                <a:cs typeface="Times New Roman" pitchFamily="18" charset="0"/>
              </a:rPr>
              <a:t>, Gujarat and Maratha, Of the </a:t>
            </a:r>
            <a:r>
              <a:rPr lang="en-US" sz="3467" dirty="0" err="1">
                <a:latin typeface="Times New Roman" pitchFamily="18" charset="0"/>
                <a:cs typeface="Times New Roman" pitchFamily="18" charset="0"/>
              </a:rPr>
              <a:t>Dravida</a:t>
            </a:r>
            <a:r>
              <a:rPr lang="en-US" sz="3467" dirty="0">
                <a:latin typeface="Times New Roman" pitchFamily="18" charset="0"/>
                <a:cs typeface="Times New Roman" pitchFamily="18" charset="0"/>
              </a:rPr>
              <a:t> and </a:t>
            </a:r>
            <a:r>
              <a:rPr lang="en-US" sz="3467" dirty="0" err="1">
                <a:latin typeface="Times New Roman" pitchFamily="18" charset="0"/>
                <a:cs typeface="Times New Roman" pitchFamily="18" charset="0"/>
              </a:rPr>
              <a:t>Odhisa</a:t>
            </a:r>
            <a:r>
              <a:rPr lang="en-US" sz="3467" dirty="0">
                <a:latin typeface="Times New Roman" pitchFamily="18" charset="0"/>
                <a:cs typeface="Times New Roman" pitchFamily="18" charset="0"/>
              </a:rPr>
              <a:t/>
            </a:r>
            <a:br>
              <a:rPr lang="en-US" sz="3467" dirty="0">
                <a:latin typeface="Times New Roman" pitchFamily="18" charset="0"/>
                <a:cs typeface="Times New Roman" pitchFamily="18" charset="0"/>
              </a:rPr>
            </a:br>
            <a:r>
              <a:rPr lang="en-US" sz="3467" dirty="0">
                <a:latin typeface="Times New Roman" pitchFamily="18" charset="0"/>
                <a:cs typeface="Times New Roman" pitchFamily="18" charset="0"/>
              </a:rPr>
              <a:t>and Bengal</a:t>
            </a:r>
          </a:p>
          <a:p>
            <a:endParaRPr lang="en-US" dirty="0"/>
          </a:p>
        </p:txBody>
      </p:sp>
      <p:pic>
        <p:nvPicPr>
          <p:cNvPr id="4" name="Picture 6" descr="C:\Users\Samparka111\Desktop\india-flag-1024x600.jpg"/>
          <p:cNvPicPr>
            <a:picLocks noChangeAspect="1" noChangeArrowheads="1"/>
          </p:cNvPicPr>
          <p:nvPr/>
        </p:nvPicPr>
        <p:blipFill>
          <a:blip r:embed="rId2" cstate="print"/>
          <a:srcRect/>
          <a:stretch>
            <a:fillRect/>
          </a:stretch>
        </p:blipFill>
        <p:spPr bwMode="auto">
          <a:xfrm>
            <a:off x="0" y="1701800"/>
            <a:ext cx="2438400" cy="1428808"/>
          </a:xfrm>
          <a:prstGeom prst="rect">
            <a:avLst/>
          </a:prstGeom>
          <a:noFill/>
        </p:spPr>
      </p:pic>
      <p:pic>
        <p:nvPicPr>
          <p:cNvPr id="5" name="Picture 6" descr="C:\Users\Samparka111\Desktop\india-flag-1024x600.jpg"/>
          <p:cNvPicPr>
            <a:picLocks noChangeAspect="1" noChangeArrowheads="1"/>
          </p:cNvPicPr>
          <p:nvPr/>
        </p:nvPicPr>
        <p:blipFill>
          <a:blip r:embed="rId2" cstate="print"/>
          <a:srcRect/>
          <a:stretch>
            <a:fillRect/>
          </a:stretch>
        </p:blipFill>
        <p:spPr bwMode="auto">
          <a:xfrm>
            <a:off x="9753600" y="1600200"/>
            <a:ext cx="2438400" cy="1428808"/>
          </a:xfrm>
          <a:prstGeom prst="rect">
            <a:avLst/>
          </a:prstGeom>
          <a:noFill/>
        </p:spPr>
      </p:pic>
    </p:spTree>
    <p:extLst>
      <p:ext uri="{BB962C8B-B14F-4D97-AF65-F5344CB8AC3E}">
        <p14:creationId xmlns:p14="http://schemas.microsoft.com/office/powerpoint/2010/main" val="354825919"/>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0"/>
            <a:ext cx="10972800" cy="6477000"/>
          </a:xfrm>
        </p:spPr>
        <p:txBody>
          <a:bodyPr>
            <a:normAutofit fontScale="77500" lnSpcReduction="20000"/>
          </a:bodyPr>
          <a:lstStyle/>
          <a:p>
            <a:pPr algn="ctr">
              <a:buNone/>
            </a:pPr>
            <a:endParaRPr lang="en-IN" sz="3733" dirty="0">
              <a:latin typeface="Sanskrit 99" pitchFamily="2" charset="0"/>
            </a:endParaRPr>
          </a:p>
          <a:p>
            <a:pPr algn="ctr">
              <a:buNone/>
            </a:pPr>
            <a:r>
              <a:rPr lang="en-IN" sz="3733" dirty="0" err="1">
                <a:latin typeface="Sanskrit 99" pitchFamily="2" charset="0"/>
              </a:rPr>
              <a:t>ivNXy</a:t>
            </a:r>
            <a:r>
              <a:rPr lang="en-IN" sz="3733" dirty="0">
                <a:latin typeface="Sanskrit 99" pitchFamily="2" charset="0"/>
              </a:rPr>
              <a:t> </a:t>
            </a:r>
            <a:r>
              <a:rPr lang="en-IN" sz="3733" dirty="0" err="1">
                <a:latin typeface="Sanskrit 99" pitchFamily="2" charset="0"/>
              </a:rPr>
              <a:t>ihmacl</a:t>
            </a:r>
            <a:r>
              <a:rPr lang="en-IN" sz="3733" dirty="0">
                <a:latin typeface="Sanskrit 99" pitchFamily="2" charset="0"/>
              </a:rPr>
              <a:t> </a:t>
            </a:r>
            <a:r>
              <a:rPr lang="en-IN" sz="3733" dirty="0" err="1">
                <a:latin typeface="Sanskrit 99" pitchFamily="2" charset="0"/>
              </a:rPr>
              <a:t>ymuna</a:t>
            </a:r>
            <a:r>
              <a:rPr lang="en-IN" sz="3733" dirty="0">
                <a:latin typeface="Sanskrit 99" pitchFamily="2" charset="0"/>
              </a:rPr>
              <a:t> g¼a</a:t>
            </a:r>
            <a:endParaRPr lang="en-US" sz="3733" dirty="0">
              <a:latin typeface="Sanskrit 99" pitchFamily="2" charset="0"/>
            </a:endParaRPr>
          </a:p>
          <a:p>
            <a:pPr algn="ctr">
              <a:buNone/>
            </a:pPr>
            <a:r>
              <a:rPr lang="en-IN" sz="3733" dirty="0">
                <a:latin typeface="Sanskrit 99" pitchFamily="2" charset="0"/>
              </a:rPr>
              <a:t>%</a:t>
            </a:r>
            <a:r>
              <a:rPr lang="en-IN" sz="3733" dirty="0" err="1">
                <a:latin typeface="Sanskrit 99" pitchFamily="2" charset="0"/>
              </a:rPr>
              <a:t>CDl</a:t>
            </a:r>
            <a:r>
              <a:rPr lang="en-IN" sz="3733" dirty="0">
                <a:latin typeface="Sanskrit 99" pitchFamily="2" charset="0"/>
              </a:rPr>
              <a:t> </a:t>
            </a:r>
            <a:r>
              <a:rPr lang="en-IN" sz="3733" dirty="0" err="1">
                <a:latin typeface="Sanskrit 99" pitchFamily="2" charset="0"/>
              </a:rPr>
              <a:t>jlix</a:t>
            </a:r>
            <a:r>
              <a:rPr lang="en-IN" sz="3733" dirty="0">
                <a:latin typeface="Sanskrit 99" pitchFamily="2" charset="0"/>
              </a:rPr>
              <a:t> tr¼</a:t>
            </a:r>
            <a:endParaRPr lang="en-US" sz="3733" dirty="0">
              <a:latin typeface="Sanskrit 99" pitchFamily="2" charset="0"/>
            </a:endParaRPr>
          </a:p>
          <a:p>
            <a:pPr algn="ctr">
              <a:buNone/>
            </a:pPr>
            <a:r>
              <a:rPr lang="en-IN" sz="3733" dirty="0" err="1">
                <a:latin typeface="Sanskrit 99" pitchFamily="2" charset="0"/>
              </a:rPr>
              <a:t>tv</a:t>
            </a:r>
            <a:r>
              <a:rPr lang="en-IN" sz="3733" dirty="0">
                <a:latin typeface="Sanskrit 99" pitchFamily="2" charset="0"/>
              </a:rPr>
              <a:t> </a:t>
            </a:r>
            <a:r>
              <a:rPr lang="en-IN" sz="3733" dirty="0" err="1">
                <a:latin typeface="Sanskrit 99" pitchFamily="2" charset="0"/>
              </a:rPr>
              <a:t>zuÉ</a:t>
            </a:r>
            <a:r>
              <a:rPr lang="en-IN" sz="3733" dirty="0">
                <a:latin typeface="Sanskrit 99" pitchFamily="2" charset="0"/>
              </a:rPr>
              <a:t> name </a:t>
            </a:r>
            <a:r>
              <a:rPr lang="en-IN" sz="3733" dirty="0" err="1">
                <a:latin typeface="Sanskrit 99" pitchFamily="2" charset="0"/>
              </a:rPr>
              <a:t>jage</a:t>
            </a:r>
            <a:r>
              <a:rPr lang="en-IN" sz="3733" dirty="0">
                <a:latin typeface="Sanskrit 99" pitchFamily="2" charset="0"/>
              </a:rPr>
              <a:t> </a:t>
            </a:r>
            <a:r>
              <a:rPr lang="en-IN" sz="3733" dirty="0" err="1">
                <a:latin typeface="Sanskrit 99" pitchFamily="2" charset="0"/>
              </a:rPr>
              <a:t>tv</a:t>
            </a:r>
            <a:r>
              <a:rPr lang="en-IN" sz="3733" dirty="0">
                <a:latin typeface="Sanskrit 99" pitchFamily="2" charset="0"/>
              </a:rPr>
              <a:t> </a:t>
            </a:r>
            <a:r>
              <a:rPr lang="en-IN" sz="3733" dirty="0" err="1">
                <a:latin typeface="Sanskrit 99" pitchFamily="2" charset="0"/>
              </a:rPr>
              <a:t>zuÉ</a:t>
            </a:r>
            <a:r>
              <a:rPr lang="en-IN" sz="3733" dirty="0">
                <a:latin typeface="Sanskrit 99" pitchFamily="2" charset="0"/>
              </a:rPr>
              <a:t> </a:t>
            </a:r>
            <a:r>
              <a:rPr lang="en-IN" sz="3733" dirty="0" err="1">
                <a:latin typeface="Sanskrit 99" pitchFamily="2" charset="0"/>
              </a:rPr>
              <a:t>Aaiz</a:t>
            </a:r>
            <a:r>
              <a:rPr lang="en-IN" sz="3733" dirty="0">
                <a:latin typeface="Sanskrit 99" pitchFamily="2" charset="0"/>
              </a:rPr>
              <a:t>; mage </a:t>
            </a:r>
            <a:r>
              <a:rPr lang="en-IN" sz="3733" dirty="0" err="1">
                <a:latin typeface="Sanskrit 99" pitchFamily="2" charset="0"/>
              </a:rPr>
              <a:t>gahe</a:t>
            </a:r>
            <a:r>
              <a:rPr lang="en-IN" sz="3733" dirty="0">
                <a:latin typeface="Sanskrit 99" pitchFamily="2" charset="0"/>
              </a:rPr>
              <a:t> </a:t>
            </a:r>
            <a:r>
              <a:rPr lang="en-IN" sz="3733" dirty="0" err="1">
                <a:latin typeface="Sanskrit 99" pitchFamily="2" charset="0"/>
              </a:rPr>
              <a:t>tv</a:t>
            </a:r>
            <a:r>
              <a:rPr lang="en-IN" sz="3733" dirty="0">
                <a:latin typeface="Sanskrit 99" pitchFamily="2" charset="0"/>
              </a:rPr>
              <a:t> </a:t>
            </a:r>
            <a:r>
              <a:rPr lang="en-IN" sz="3733" dirty="0" err="1">
                <a:latin typeface="Sanskrit 99" pitchFamily="2" charset="0"/>
              </a:rPr>
              <a:t>jy</a:t>
            </a:r>
            <a:r>
              <a:rPr lang="en-IN" sz="3733" dirty="0">
                <a:latin typeface="Sanskrit 99" pitchFamily="2" charset="0"/>
              </a:rPr>
              <a:t> </a:t>
            </a:r>
            <a:r>
              <a:rPr lang="en-IN" sz="3733" dirty="0" err="1">
                <a:latin typeface="Sanskrit 99" pitchFamily="2" charset="0"/>
              </a:rPr>
              <a:t>gawa</a:t>
            </a:r>
            <a:endParaRPr lang="en-IN" sz="3733" dirty="0">
              <a:latin typeface="Sanskrit 99" pitchFamily="2" charset="0"/>
            </a:endParaRPr>
          </a:p>
          <a:p>
            <a:pPr algn="ctr">
              <a:buNone/>
            </a:pPr>
            <a:endParaRPr lang="en-US" sz="3733" dirty="0">
              <a:latin typeface="Sanskrit 99" pitchFamily="2" charset="0"/>
            </a:endParaRPr>
          </a:p>
          <a:p>
            <a:pPr algn="ctr">
              <a:buNone/>
            </a:pPr>
            <a:endParaRPr lang="en-IN" b="1" dirty="0">
              <a:latin typeface="URW Palladio IT" pitchFamily="2" charset="0"/>
            </a:endParaRPr>
          </a:p>
          <a:p>
            <a:pPr algn="ctr">
              <a:buNone/>
            </a:pPr>
            <a:r>
              <a:rPr lang="en-IN" b="1" dirty="0">
                <a:latin typeface="URW Palladio IT" pitchFamily="2" charset="0"/>
              </a:rPr>
              <a:t>Vindhya </a:t>
            </a:r>
            <a:r>
              <a:rPr lang="en-IN" b="1" dirty="0" err="1">
                <a:latin typeface="URW Palladio IT" pitchFamily="2" charset="0"/>
              </a:rPr>
              <a:t>Himäcala</a:t>
            </a:r>
            <a:r>
              <a:rPr lang="en-IN" b="1" dirty="0">
                <a:latin typeface="URW Palladio IT" pitchFamily="2" charset="0"/>
              </a:rPr>
              <a:t> </a:t>
            </a:r>
            <a:r>
              <a:rPr lang="en-IN" b="1" dirty="0" err="1">
                <a:latin typeface="URW Palladio IT" pitchFamily="2" charset="0"/>
              </a:rPr>
              <a:t>Yamunä</a:t>
            </a:r>
            <a:r>
              <a:rPr lang="en-IN" b="1" dirty="0">
                <a:latin typeface="URW Palladio IT" pitchFamily="2" charset="0"/>
              </a:rPr>
              <a:t> </a:t>
            </a:r>
            <a:r>
              <a:rPr lang="en-IN" b="1" dirty="0" err="1">
                <a:latin typeface="URW Palladio IT" pitchFamily="2" charset="0"/>
              </a:rPr>
              <a:t>Gaìgä</a:t>
            </a:r>
            <a:endParaRPr lang="en-US" b="1" dirty="0">
              <a:latin typeface="URW Palladio IT" pitchFamily="2" charset="0"/>
            </a:endParaRPr>
          </a:p>
          <a:p>
            <a:pPr algn="ctr">
              <a:buNone/>
            </a:pPr>
            <a:r>
              <a:rPr lang="en-IN" b="1" dirty="0" err="1">
                <a:latin typeface="URW Palladio IT" pitchFamily="2" charset="0"/>
              </a:rPr>
              <a:t>Ucchala</a:t>
            </a:r>
            <a:r>
              <a:rPr lang="en-IN" b="1" dirty="0">
                <a:latin typeface="URW Palladio IT" pitchFamily="2" charset="0"/>
              </a:rPr>
              <a:t> </a:t>
            </a:r>
            <a:r>
              <a:rPr lang="en-IN" b="1" dirty="0" err="1">
                <a:latin typeface="URW Palladio IT" pitchFamily="2" charset="0"/>
              </a:rPr>
              <a:t>Jaladhi</a:t>
            </a:r>
            <a:r>
              <a:rPr lang="en-IN" b="1" dirty="0">
                <a:latin typeface="URW Palladio IT" pitchFamily="2" charset="0"/>
              </a:rPr>
              <a:t> </a:t>
            </a:r>
            <a:r>
              <a:rPr lang="en-IN" b="1" dirty="0" err="1">
                <a:latin typeface="URW Palladio IT" pitchFamily="2" charset="0"/>
              </a:rPr>
              <a:t>Taraìga</a:t>
            </a:r>
            <a:endParaRPr lang="en-US" b="1" dirty="0">
              <a:latin typeface="URW Palladio IT" pitchFamily="2" charset="0"/>
            </a:endParaRPr>
          </a:p>
          <a:p>
            <a:pPr algn="ctr">
              <a:buNone/>
            </a:pPr>
            <a:r>
              <a:rPr lang="en-IN" b="1" dirty="0" err="1">
                <a:latin typeface="URW Palladio IT" pitchFamily="2" charset="0"/>
              </a:rPr>
              <a:t>Tava</a:t>
            </a:r>
            <a:r>
              <a:rPr lang="en-IN" b="1" dirty="0">
                <a:latin typeface="URW Palladio IT" pitchFamily="2" charset="0"/>
              </a:rPr>
              <a:t> </a:t>
            </a:r>
            <a:r>
              <a:rPr lang="en-IN" b="1" dirty="0" err="1">
                <a:latin typeface="URW Palladio IT" pitchFamily="2" charset="0"/>
              </a:rPr>
              <a:t>Çubha</a:t>
            </a:r>
            <a:r>
              <a:rPr lang="en-IN" b="1" dirty="0">
                <a:latin typeface="URW Palladio IT" pitchFamily="2" charset="0"/>
              </a:rPr>
              <a:t> </a:t>
            </a:r>
            <a:r>
              <a:rPr lang="en-IN" b="1" dirty="0" err="1">
                <a:latin typeface="URW Palladio IT" pitchFamily="2" charset="0"/>
              </a:rPr>
              <a:t>Näme</a:t>
            </a:r>
            <a:r>
              <a:rPr lang="en-IN" b="1" dirty="0">
                <a:latin typeface="URW Palladio IT" pitchFamily="2" charset="0"/>
              </a:rPr>
              <a:t> </a:t>
            </a:r>
            <a:r>
              <a:rPr lang="en-IN" b="1" dirty="0" err="1">
                <a:latin typeface="URW Palladio IT" pitchFamily="2" charset="0"/>
              </a:rPr>
              <a:t>Jäge</a:t>
            </a:r>
            <a:r>
              <a:rPr lang="en-IN" b="1" dirty="0">
                <a:latin typeface="URW Palladio IT" pitchFamily="2" charset="0"/>
              </a:rPr>
              <a:t> </a:t>
            </a:r>
            <a:r>
              <a:rPr lang="en-IN" b="1" dirty="0" err="1">
                <a:latin typeface="URW Palladio IT" pitchFamily="2" charset="0"/>
              </a:rPr>
              <a:t>Tava</a:t>
            </a:r>
            <a:r>
              <a:rPr lang="en-IN" b="1" dirty="0">
                <a:latin typeface="URW Palladio IT" pitchFamily="2" charset="0"/>
              </a:rPr>
              <a:t> </a:t>
            </a:r>
            <a:r>
              <a:rPr lang="en-IN" b="1" dirty="0" err="1">
                <a:latin typeface="URW Palladio IT" pitchFamily="2" charset="0"/>
              </a:rPr>
              <a:t>Çubha</a:t>
            </a:r>
            <a:r>
              <a:rPr lang="en-IN" b="1" dirty="0">
                <a:latin typeface="URW Palladio IT" pitchFamily="2" charset="0"/>
              </a:rPr>
              <a:t> </a:t>
            </a:r>
            <a:r>
              <a:rPr lang="en-IN" b="1" dirty="0" err="1">
                <a:latin typeface="URW Palladio IT" pitchFamily="2" charset="0"/>
              </a:rPr>
              <a:t>Äçiña</a:t>
            </a:r>
            <a:r>
              <a:rPr lang="en-IN" b="1" dirty="0">
                <a:latin typeface="URW Palladio IT" pitchFamily="2" charset="0"/>
              </a:rPr>
              <a:t> </a:t>
            </a:r>
            <a:r>
              <a:rPr lang="en-IN" b="1" dirty="0" err="1">
                <a:latin typeface="URW Palladio IT" pitchFamily="2" charset="0"/>
              </a:rPr>
              <a:t>Mäge</a:t>
            </a:r>
            <a:r>
              <a:rPr lang="en-IN" b="1" dirty="0">
                <a:latin typeface="URW Palladio IT" pitchFamily="2" charset="0"/>
              </a:rPr>
              <a:t> </a:t>
            </a:r>
            <a:r>
              <a:rPr lang="en-IN" b="1" dirty="0" err="1">
                <a:latin typeface="URW Palladio IT" pitchFamily="2" charset="0"/>
              </a:rPr>
              <a:t>Gähe</a:t>
            </a:r>
            <a:r>
              <a:rPr lang="en-IN" b="1" dirty="0">
                <a:latin typeface="URW Palladio IT" pitchFamily="2" charset="0"/>
              </a:rPr>
              <a:t> </a:t>
            </a:r>
            <a:r>
              <a:rPr lang="en-IN" b="1" dirty="0" err="1">
                <a:latin typeface="URW Palladio IT" pitchFamily="2" charset="0"/>
              </a:rPr>
              <a:t>Tava</a:t>
            </a:r>
            <a:r>
              <a:rPr lang="en-IN" b="1" dirty="0">
                <a:latin typeface="URW Palladio IT" pitchFamily="2" charset="0"/>
              </a:rPr>
              <a:t> Jaya </a:t>
            </a:r>
            <a:r>
              <a:rPr lang="en-IN" b="1" dirty="0" err="1">
                <a:latin typeface="URW Palladio IT" pitchFamily="2" charset="0"/>
              </a:rPr>
              <a:t>Gäthä</a:t>
            </a:r>
            <a:endParaRPr lang="en-US" b="1" dirty="0">
              <a:latin typeface="URW Palladio IT" pitchFamily="2" charset="0"/>
            </a:endParaRPr>
          </a:p>
          <a:p>
            <a:pPr algn="ctr">
              <a:buNone/>
            </a:pPr>
            <a:endParaRPr lang="en-US" dirty="0">
              <a:latin typeface="URW Palladio IT" pitchFamily="2" charset="0"/>
            </a:endParaRPr>
          </a:p>
          <a:p>
            <a:pPr algn="ctr">
              <a:buNone/>
            </a:pPr>
            <a:r>
              <a:rPr lang="en-US" sz="3733" dirty="0"/>
              <a:t>It echoes in the hills of Vindhya and the Himalayas,</a:t>
            </a:r>
            <a:br>
              <a:rPr lang="en-US" sz="3733" dirty="0"/>
            </a:br>
            <a:r>
              <a:rPr lang="en-US" sz="3733" dirty="0"/>
              <a:t>Mingles in the music of </a:t>
            </a:r>
            <a:r>
              <a:rPr lang="en-US" sz="3733" dirty="0" err="1"/>
              <a:t>Ganga</a:t>
            </a:r>
            <a:r>
              <a:rPr lang="en-US" sz="3733" dirty="0"/>
              <a:t> and Yamuna</a:t>
            </a:r>
            <a:br>
              <a:rPr lang="en-US" sz="3733" dirty="0"/>
            </a:br>
            <a:r>
              <a:rPr lang="en-US" sz="3733" dirty="0"/>
              <a:t>and is chanted by The waves of the Indian sea.</a:t>
            </a:r>
            <a:br>
              <a:rPr lang="en-US" sz="3733" dirty="0"/>
            </a:br>
            <a:r>
              <a:rPr lang="en-US" sz="3733" dirty="0"/>
              <a:t>They pray for thy blessings and sing thy praise.</a:t>
            </a:r>
            <a:br>
              <a:rPr lang="en-US" sz="3733" dirty="0"/>
            </a:br>
            <a:r>
              <a:rPr lang="en-US" sz="3733" dirty="0"/>
              <a:t>The saving of all people waits in thy hand,</a:t>
            </a:r>
            <a:endParaRPr lang="en-US" sz="3733" dirty="0">
              <a:latin typeface="Sanskrit 99" pitchFamily="2" charset="0"/>
            </a:endParaRPr>
          </a:p>
          <a:p>
            <a:endParaRPr lang="en-US" dirty="0"/>
          </a:p>
        </p:txBody>
      </p:sp>
      <p:pic>
        <p:nvPicPr>
          <p:cNvPr id="4" name="Picture 6" descr="C:\Users\Samparka111\Desktop\india-flag-1024x600.jpg"/>
          <p:cNvPicPr>
            <a:picLocks noChangeAspect="1" noChangeArrowheads="1"/>
          </p:cNvPicPr>
          <p:nvPr/>
        </p:nvPicPr>
        <p:blipFill>
          <a:blip r:embed="rId2" cstate="print"/>
          <a:srcRect/>
          <a:stretch>
            <a:fillRect/>
          </a:stretch>
        </p:blipFill>
        <p:spPr bwMode="auto">
          <a:xfrm>
            <a:off x="0" y="1600200"/>
            <a:ext cx="2438400" cy="1428808"/>
          </a:xfrm>
          <a:prstGeom prst="rect">
            <a:avLst/>
          </a:prstGeom>
          <a:noFill/>
        </p:spPr>
      </p:pic>
      <p:pic>
        <p:nvPicPr>
          <p:cNvPr id="5" name="Picture 6" descr="C:\Users\Samparka111\Desktop\india-flag-1024x600.jpg"/>
          <p:cNvPicPr>
            <a:picLocks noChangeAspect="1" noChangeArrowheads="1"/>
          </p:cNvPicPr>
          <p:nvPr/>
        </p:nvPicPr>
        <p:blipFill>
          <a:blip r:embed="rId2" cstate="print"/>
          <a:srcRect/>
          <a:stretch>
            <a:fillRect/>
          </a:stretch>
        </p:blipFill>
        <p:spPr bwMode="auto">
          <a:xfrm>
            <a:off x="9753600" y="1600200"/>
            <a:ext cx="2438400" cy="1428808"/>
          </a:xfrm>
          <a:prstGeom prst="rect">
            <a:avLst/>
          </a:prstGeom>
          <a:noFill/>
        </p:spPr>
      </p:pic>
    </p:spTree>
    <p:extLst>
      <p:ext uri="{BB962C8B-B14F-4D97-AF65-F5344CB8AC3E}">
        <p14:creationId xmlns:p14="http://schemas.microsoft.com/office/powerpoint/2010/main" val="950436247"/>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0"/>
            <a:ext cx="10972800" cy="6477000"/>
          </a:xfrm>
        </p:spPr>
        <p:txBody>
          <a:bodyPr>
            <a:normAutofit/>
          </a:bodyPr>
          <a:lstStyle/>
          <a:p>
            <a:pPr algn="ctr">
              <a:buNone/>
            </a:pPr>
            <a:r>
              <a:rPr lang="en-IN" sz="3733" dirty="0" err="1">
                <a:latin typeface="Sanskrit 99" pitchFamily="2" charset="0"/>
              </a:rPr>
              <a:t>jn</a:t>
            </a:r>
            <a:r>
              <a:rPr lang="en-IN" sz="3733" dirty="0">
                <a:latin typeface="Sanskrit 99" pitchFamily="2" charset="0"/>
              </a:rPr>
              <a:t> g[ m¼ldayk </a:t>
            </a:r>
            <a:r>
              <a:rPr lang="en-IN" sz="3733" dirty="0" err="1">
                <a:latin typeface="Sanskrit 99" pitchFamily="2" charset="0"/>
              </a:rPr>
              <a:t>jy</a:t>
            </a:r>
            <a:r>
              <a:rPr lang="en-IN" sz="3733" dirty="0">
                <a:latin typeface="Sanskrit 99" pitchFamily="2" charset="0"/>
              </a:rPr>
              <a:t> he</a:t>
            </a:r>
            <a:endParaRPr lang="en-US" sz="3733" dirty="0">
              <a:latin typeface="Sanskrit 99" pitchFamily="2" charset="0"/>
            </a:endParaRPr>
          </a:p>
          <a:p>
            <a:pPr algn="ctr">
              <a:buNone/>
            </a:pPr>
            <a:r>
              <a:rPr lang="en-IN" sz="3733" dirty="0" err="1">
                <a:latin typeface="Sanskrit 99" pitchFamily="2" charset="0"/>
              </a:rPr>
              <a:t>Éart</a:t>
            </a:r>
            <a:r>
              <a:rPr lang="en-IN" sz="3733" dirty="0">
                <a:latin typeface="Sanskrit 99" pitchFamily="2" charset="0"/>
              </a:rPr>
              <a:t> </a:t>
            </a:r>
            <a:r>
              <a:rPr lang="en-IN" sz="3733" dirty="0" err="1">
                <a:latin typeface="Sanskrit 99" pitchFamily="2" charset="0"/>
              </a:rPr>
              <a:t>ÉaGy</a:t>
            </a:r>
            <a:r>
              <a:rPr lang="en-IN" sz="3733" dirty="0">
                <a:latin typeface="Sanskrit 99" pitchFamily="2" charset="0"/>
              </a:rPr>
              <a:t> </a:t>
            </a:r>
            <a:r>
              <a:rPr lang="en-IN" sz="3733" dirty="0" err="1">
                <a:latin typeface="Sanskrit 99" pitchFamily="2" charset="0"/>
              </a:rPr>
              <a:t>ivxata</a:t>
            </a:r>
            <a:endParaRPr lang="en-US" sz="3733" dirty="0">
              <a:latin typeface="Sanskrit 99" pitchFamily="2" charset="0"/>
            </a:endParaRPr>
          </a:p>
          <a:p>
            <a:pPr algn="ctr">
              <a:buNone/>
            </a:pPr>
            <a:r>
              <a:rPr lang="en-IN" sz="3733" dirty="0" err="1">
                <a:latin typeface="Sanskrit 99" pitchFamily="2" charset="0"/>
              </a:rPr>
              <a:t>jy</a:t>
            </a:r>
            <a:r>
              <a:rPr lang="en-IN" sz="3733" dirty="0">
                <a:latin typeface="Sanskrit 99" pitchFamily="2" charset="0"/>
              </a:rPr>
              <a:t> he </a:t>
            </a:r>
            <a:r>
              <a:rPr lang="en-IN" sz="3733" dirty="0" err="1">
                <a:latin typeface="Sanskrit 99" pitchFamily="2" charset="0"/>
              </a:rPr>
              <a:t>jy</a:t>
            </a:r>
            <a:r>
              <a:rPr lang="en-IN" sz="3733" dirty="0">
                <a:latin typeface="Sanskrit 99" pitchFamily="2" charset="0"/>
              </a:rPr>
              <a:t> he </a:t>
            </a:r>
            <a:r>
              <a:rPr lang="en-IN" sz="3733" dirty="0" err="1">
                <a:latin typeface="Sanskrit 99" pitchFamily="2" charset="0"/>
              </a:rPr>
              <a:t>jy</a:t>
            </a:r>
            <a:r>
              <a:rPr lang="en-IN" sz="3733" dirty="0">
                <a:latin typeface="Sanskrit 99" pitchFamily="2" charset="0"/>
              </a:rPr>
              <a:t> he </a:t>
            </a:r>
            <a:r>
              <a:rPr lang="en-IN" sz="3733" dirty="0" err="1">
                <a:latin typeface="Sanskrit 99" pitchFamily="2" charset="0"/>
              </a:rPr>
              <a:t>jy</a:t>
            </a:r>
            <a:r>
              <a:rPr lang="en-IN" sz="3733" dirty="0">
                <a:latin typeface="Sanskrit 99" pitchFamily="2" charset="0"/>
              </a:rPr>
              <a:t> </a:t>
            </a:r>
            <a:r>
              <a:rPr lang="en-IN" sz="3733" dirty="0" err="1">
                <a:latin typeface="Sanskrit 99" pitchFamily="2" charset="0"/>
              </a:rPr>
              <a:t>jy</a:t>
            </a:r>
            <a:r>
              <a:rPr lang="en-IN" sz="3733" dirty="0">
                <a:latin typeface="Sanskrit 99" pitchFamily="2" charset="0"/>
              </a:rPr>
              <a:t> </a:t>
            </a:r>
            <a:r>
              <a:rPr lang="en-IN" sz="3733" dirty="0" err="1">
                <a:latin typeface="Sanskrit 99" pitchFamily="2" charset="0"/>
              </a:rPr>
              <a:t>jy</a:t>
            </a:r>
            <a:r>
              <a:rPr lang="en-IN" sz="3733" dirty="0">
                <a:latin typeface="Sanskrit 99" pitchFamily="2" charset="0"/>
              </a:rPr>
              <a:t> </a:t>
            </a:r>
            <a:r>
              <a:rPr lang="en-IN" sz="3733" dirty="0" err="1">
                <a:latin typeface="Sanskrit 99" pitchFamily="2" charset="0"/>
              </a:rPr>
              <a:t>jy</a:t>
            </a:r>
            <a:r>
              <a:rPr lang="en-IN" sz="3733" dirty="0">
                <a:latin typeface="Sanskrit 99" pitchFamily="2" charset="0"/>
              </a:rPr>
              <a:t> he</a:t>
            </a:r>
          </a:p>
          <a:p>
            <a:pPr algn="ctr">
              <a:buNone/>
            </a:pPr>
            <a:endParaRPr lang="en-US" sz="3733" dirty="0">
              <a:latin typeface="Sanskrit 99" pitchFamily="2" charset="0"/>
            </a:endParaRPr>
          </a:p>
          <a:p>
            <a:pPr algn="ctr">
              <a:buNone/>
            </a:pPr>
            <a:r>
              <a:rPr lang="en-IN" b="1" dirty="0">
                <a:latin typeface="URW Palladio IT" pitchFamily="2" charset="0"/>
              </a:rPr>
              <a:t>Jana </a:t>
            </a:r>
            <a:r>
              <a:rPr lang="en-IN" b="1" dirty="0" err="1">
                <a:latin typeface="URW Palladio IT" pitchFamily="2" charset="0"/>
              </a:rPr>
              <a:t>Gaëa</a:t>
            </a:r>
            <a:r>
              <a:rPr lang="en-IN" b="1" dirty="0">
                <a:latin typeface="URW Palladio IT" pitchFamily="2" charset="0"/>
              </a:rPr>
              <a:t> </a:t>
            </a:r>
            <a:r>
              <a:rPr lang="en-IN" b="1" dirty="0" err="1">
                <a:latin typeface="URW Palladio IT" pitchFamily="2" charset="0"/>
              </a:rPr>
              <a:t>Maìgaladäyaka</a:t>
            </a:r>
            <a:r>
              <a:rPr lang="en-IN" b="1" dirty="0">
                <a:latin typeface="URW Palladio IT" pitchFamily="2" charset="0"/>
              </a:rPr>
              <a:t> Jaya He</a:t>
            </a:r>
            <a:endParaRPr lang="en-US" b="1" dirty="0">
              <a:latin typeface="URW Palladio IT" pitchFamily="2" charset="0"/>
            </a:endParaRPr>
          </a:p>
          <a:p>
            <a:pPr algn="ctr">
              <a:buNone/>
            </a:pPr>
            <a:r>
              <a:rPr lang="en-IN" b="1" dirty="0" err="1">
                <a:latin typeface="URW Palladio IT" pitchFamily="2" charset="0"/>
              </a:rPr>
              <a:t>Bhärata</a:t>
            </a:r>
            <a:r>
              <a:rPr lang="en-IN" b="1" dirty="0">
                <a:latin typeface="URW Palladio IT" pitchFamily="2" charset="0"/>
              </a:rPr>
              <a:t> </a:t>
            </a:r>
            <a:r>
              <a:rPr lang="en-IN" b="1" dirty="0" err="1">
                <a:latin typeface="URW Palladio IT" pitchFamily="2" charset="0"/>
              </a:rPr>
              <a:t>Bhägya</a:t>
            </a:r>
            <a:r>
              <a:rPr lang="en-IN" b="1" dirty="0">
                <a:latin typeface="URW Palladio IT" pitchFamily="2" charset="0"/>
              </a:rPr>
              <a:t> </a:t>
            </a:r>
            <a:r>
              <a:rPr lang="en-IN" b="1" dirty="0" err="1">
                <a:latin typeface="URW Palladio IT" pitchFamily="2" charset="0"/>
              </a:rPr>
              <a:t>Vidhätä</a:t>
            </a:r>
            <a:endParaRPr lang="en-US" b="1" dirty="0">
              <a:latin typeface="URW Palladio IT" pitchFamily="2" charset="0"/>
            </a:endParaRPr>
          </a:p>
          <a:p>
            <a:pPr algn="ctr">
              <a:buNone/>
            </a:pPr>
            <a:r>
              <a:rPr lang="en-IN" b="1" dirty="0">
                <a:latin typeface="URW Palladio IT" pitchFamily="2" charset="0"/>
              </a:rPr>
              <a:t>Jaya He Jaya He Jaya He Jaya </a:t>
            </a:r>
            <a:r>
              <a:rPr lang="en-IN" b="1" dirty="0" err="1">
                <a:latin typeface="URW Palladio IT" pitchFamily="2" charset="0"/>
              </a:rPr>
              <a:t>Jaya</a:t>
            </a:r>
            <a:r>
              <a:rPr lang="en-IN" b="1" dirty="0">
                <a:latin typeface="URW Palladio IT" pitchFamily="2" charset="0"/>
              </a:rPr>
              <a:t> </a:t>
            </a:r>
            <a:r>
              <a:rPr lang="en-IN" b="1" dirty="0" err="1">
                <a:latin typeface="URW Palladio IT" pitchFamily="2" charset="0"/>
              </a:rPr>
              <a:t>Jaya</a:t>
            </a:r>
            <a:r>
              <a:rPr lang="en-IN" b="1" dirty="0">
                <a:latin typeface="URW Palladio IT" pitchFamily="2" charset="0"/>
              </a:rPr>
              <a:t> </a:t>
            </a:r>
            <a:r>
              <a:rPr lang="en-IN" b="1" dirty="0" err="1">
                <a:latin typeface="URW Palladio IT" pitchFamily="2" charset="0"/>
              </a:rPr>
              <a:t>Jaya</a:t>
            </a:r>
            <a:r>
              <a:rPr lang="en-IN" b="1" dirty="0">
                <a:latin typeface="URW Palladio IT" pitchFamily="2" charset="0"/>
              </a:rPr>
              <a:t> He</a:t>
            </a:r>
            <a:endParaRPr lang="en-US" b="1" dirty="0">
              <a:latin typeface="URW Palladio IT" pitchFamily="2" charset="0"/>
            </a:endParaRPr>
          </a:p>
          <a:p>
            <a:endParaRPr lang="en-US" dirty="0" smtClean="0">
              <a:latin typeface="Sanskrit 99" pitchFamily="2" charset="0"/>
            </a:endParaRPr>
          </a:p>
          <a:p>
            <a:pPr algn="ctr">
              <a:buNone/>
            </a:pPr>
            <a:r>
              <a:rPr lang="en-US" dirty="0" smtClean="0"/>
              <a:t>Thou dispenser of India's destiny.</a:t>
            </a:r>
            <a:br>
              <a:rPr lang="en-US" dirty="0" smtClean="0"/>
            </a:br>
            <a:r>
              <a:rPr lang="en-US" dirty="0" smtClean="0"/>
              <a:t>Victory, victory, victory to thee.</a:t>
            </a:r>
            <a:endParaRPr lang="en-US" dirty="0"/>
          </a:p>
        </p:txBody>
      </p:sp>
      <p:pic>
        <p:nvPicPr>
          <p:cNvPr id="4" name="Picture 6" descr="C:\Users\Samparka111\Desktop\india-flag-1024x600.jpg"/>
          <p:cNvPicPr>
            <a:picLocks noChangeAspect="1" noChangeArrowheads="1"/>
          </p:cNvPicPr>
          <p:nvPr/>
        </p:nvPicPr>
        <p:blipFill>
          <a:blip r:embed="rId2" cstate="print"/>
          <a:srcRect/>
          <a:stretch>
            <a:fillRect/>
          </a:stretch>
        </p:blipFill>
        <p:spPr bwMode="auto">
          <a:xfrm>
            <a:off x="0" y="1905000"/>
            <a:ext cx="2438400" cy="1428808"/>
          </a:xfrm>
          <a:prstGeom prst="rect">
            <a:avLst/>
          </a:prstGeom>
          <a:noFill/>
        </p:spPr>
      </p:pic>
      <p:pic>
        <p:nvPicPr>
          <p:cNvPr id="5" name="Picture 6" descr="C:\Users\Samparka111\Desktop\india-flag-1024x600.jpg"/>
          <p:cNvPicPr>
            <a:picLocks noChangeAspect="1" noChangeArrowheads="1"/>
          </p:cNvPicPr>
          <p:nvPr/>
        </p:nvPicPr>
        <p:blipFill>
          <a:blip r:embed="rId2" cstate="print"/>
          <a:srcRect/>
          <a:stretch>
            <a:fillRect/>
          </a:stretch>
        </p:blipFill>
        <p:spPr bwMode="auto">
          <a:xfrm>
            <a:off x="9753600" y="1905000"/>
            <a:ext cx="2438400" cy="1428808"/>
          </a:xfrm>
          <a:prstGeom prst="rect">
            <a:avLst/>
          </a:prstGeom>
          <a:noFill/>
        </p:spPr>
      </p:pic>
    </p:spTree>
    <p:extLst>
      <p:ext uri="{BB962C8B-B14F-4D97-AF65-F5344CB8AC3E}">
        <p14:creationId xmlns:p14="http://schemas.microsoft.com/office/powerpoint/2010/main" val="3691269823"/>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711200" y="5418153"/>
            <a:ext cx="1065953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5" name="Title 1"/>
          <p:cNvSpPr txBox="1">
            <a:spLocks/>
          </p:cNvSpPr>
          <p:nvPr/>
        </p:nvSpPr>
        <p:spPr bwMode="auto">
          <a:xfrm>
            <a:off x="914400" y="3276613"/>
            <a:ext cx="1036320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hangingPunct="1"/>
            <a:r>
              <a:rPr lang="en-US" sz="8800" b="1" i="1" dirty="0">
                <a:latin typeface="DFKai-SB" pitchFamily="65" charset="-120"/>
                <a:ea typeface="DFKai-SB" pitchFamily="65" charset="-120"/>
              </a:rPr>
              <a:t>ALL TOGETHER</a:t>
            </a:r>
            <a:endParaRPr lang="en-IN" sz="8800" b="1" i="1" dirty="0">
              <a:latin typeface="DFKai-SB" pitchFamily="65" charset="-120"/>
              <a:ea typeface="DFKai-SB" pitchFamily="65" charset="-120"/>
            </a:endParaRPr>
          </a:p>
          <a:p>
            <a:pPr eaLnBrk="1" hangingPunct="1"/>
            <a:endParaRPr lang="en-US" sz="8800" dirty="0">
              <a:solidFill>
                <a:prstClr val="black"/>
              </a:solidFill>
              <a:latin typeface="AGaramond Bold" pitchFamily="18" charset="0"/>
            </a:endParaRPr>
          </a:p>
        </p:txBody>
      </p:sp>
      <p:sp>
        <p:nvSpPr>
          <p:cNvPr id="6" name="Subtitle 2"/>
          <p:cNvSpPr txBox="1">
            <a:spLocks/>
          </p:cNvSpPr>
          <p:nvPr/>
        </p:nvSpPr>
        <p:spPr bwMode="auto">
          <a:xfrm>
            <a:off x="0" y="1447800"/>
            <a:ext cx="121920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lnSpc>
                <a:spcPct val="150000"/>
              </a:lnSpc>
            </a:pPr>
            <a:endParaRPr lang="en-US" sz="3400" b="1" dirty="0" smtClean="0">
              <a:solidFill>
                <a:prstClr val="black"/>
              </a:solidFill>
              <a:latin typeface="Palatino Linotype" pitchFamily="18" charset="0"/>
              <a:cs typeface="Times New Roman" pitchFamily="18" charset="0"/>
            </a:endParaRPr>
          </a:p>
        </p:txBody>
      </p:sp>
      <p:pic>
        <p:nvPicPr>
          <p:cNvPr id="7" name="Picture 6" descr="om-wallpaper-high-resolution.jpg"/>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928763410"/>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6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5_Office Theme">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Theme">
      <a:majorFont>
        <a:latin typeface="Calibri"/>
        <a:ea typeface="SimSun"/>
        <a:cs typeface=""/>
      </a:majorFont>
      <a:minorFont>
        <a:latin typeface="Calibri"/>
        <a:ea typeface="SimSun"/>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SimSun" pitchFamily="2" charset="-122"/>
            <a:sym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SimSun" pitchFamily="2" charset="-122"/>
            <a:sym typeface="Arial" pitchFamily="34" charset="0"/>
          </a:defRPr>
        </a:defPPr>
      </a:lstStyle>
    </a:lnDef>
  </a:objectDefaults>
  <a:extraClrSchemeLst/>
</a:theme>
</file>

<file path=ppt/theme/theme8.xml><?xml version="1.0" encoding="utf-8"?>
<a:theme xmlns:a="http://schemas.openxmlformats.org/drawingml/2006/main" name="9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otalTime>413</TotalTime>
  <Words>3525</Words>
  <Application>Microsoft Office PowerPoint</Application>
  <PresentationFormat>Widescreen</PresentationFormat>
  <Paragraphs>1013</Paragraphs>
  <Slides>113</Slides>
  <Notes>3</Notes>
  <HiddenSlides>0</HiddenSlides>
  <MMClips>1</MMClips>
  <ScaleCrop>false</ScaleCrop>
  <HeadingPairs>
    <vt:vector size="6" baseType="variant">
      <vt:variant>
        <vt:lpstr>Fonts Used</vt:lpstr>
      </vt:variant>
      <vt:variant>
        <vt:i4>20</vt:i4>
      </vt:variant>
      <vt:variant>
        <vt:lpstr>Theme</vt:lpstr>
      </vt:variant>
      <vt:variant>
        <vt:i4>8</vt:i4>
      </vt:variant>
      <vt:variant>
        <vt:lpstr>Slide Titles</vt:lpstr>
      </vt:variant>
      <vt:variant>
        <vt:i4>113</vt:i4>
      </vt:variant>
    </vt:vector>
  </HeadingPairs>
  <TitlesOfParts>
    <vt:vector size="141" baseType="lpstr">
      <vt:lpstr>宋体</vt:lpstr>
      <vt:lpstr>宋体</vt:lpstr>
      <vt:lpstr>AGaramond Bold</vt:lpstr>
      <vt:lpstr>Aparajita</vt:lpstr>
      <vt:lpstr>Arial</vt:lpstr>
      <vt:lpstr>BRH Kannada</vt:lpstr>
      <vt:lpstr>BRH Kannada Extra</vt:lpstr>
      <vt:lpstr>Calibri</vt:lpstr>
      <vt:lpstr>DFKai-SB</vt:lpstr>
      <vt:lpstr>GITA1</vt:lpstr>
      <vt:lpstr>Mangal</vt:lpstr>
      <vt:lpstr>Palatino Linotype</vt:lpstr>
      <vt:lpstr>Sanskrit 2003</vt:lpstr>
      <vt:lpstr>Sanskrit 99</vt:lpstr>
      <vt:lpstr>Times New Roman</vt:lpstr>
      <vt:lpstr>Tunga</vt:lpstr>
      <vt:lpstr>URW Palladio IT</vt:lpstr>
      <vt:lpstr>URW Palladio ITU</vt:lpstr>
      <vt:lpstr>Wingdings</vt:lpstr>
      <vt:lpstr>Wingdings 2</vt:lpstr>
      <vt:lpstr>1_Office Theme</vt:lpstr>
      <vt:lpstr>Office Theme</vt:lpstr>
      <vt:lpstr>3_Office Theme</vt:lpstr>
      <vt:lpstr>6_Office Theme</vt:lpstr>
      <vt:lpstr>2_Office Theme</vt:lpstr>
      <vt:lpstr>4_Office Theme</vt:lpstr>
      <vt:lpstr>5_Office Theme</vt:lpstr>
      <vt:lpstr>9_Office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श्रीमद्गोस्वामी-तुलसीदासजी विरचित   ॥श्रीहनुमान चालीसा॥ || Çré Hanumäna Cälésä ||   ॥ ಶ್ರೀ ಹನುಮಾನ್ ಚಾಲೀಸಾ ॥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GATEWAY</dc:creator>
  <cp:lastModifiedBy>IT Dept</cp:lastModifiedBy>
  <cp:revision>110</cp:revision>
  <dcterms:created xsi:type="dcterms:W3CDTF">2018-02-07T02:18:08Z</dcterms:created>
  <dcterms:modified xsi:type="dcterms:W3CDTF">2021-04-20T01:25:35Z</dcterms:modified>
</cp:coreProperties>
</file>