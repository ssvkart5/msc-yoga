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80" r:id="rId1"/>
    <p:sldMasterId id="2147484716" r:id="rId2"/>
    <p:sldMasterId id="2147484728" r:id="rId3"/>
  </p:sldMasterIdLst>
  <p:notesMasterIdLst>
    <p:notesMasterId r:id="rId83"/>
  </p:notesMasterIdLst>
  <p:sldIdLst>
    <p:sldId id="528" r:id="rId4"/>
    <p:sldId id="506" r:id="rId5"/>
    <p:sldId id="507" r:id="rId6"/>
    <p:sldId id="423" r:id="rId7"/>
    <p:sldId id="529" r:id="rId8"/>
    <p:sldId id="530" r:id="rId9"/>
    <p:sldId id="531" r:id="rId10"/>
    <p:sldId id="532" r:id="rId11"/>
    <p:sldId id="533" r:id="rId12"/>
    <p:sldId id="534" r:id="rId13"/>
    <p:sldId id="535" r:id="rId14"/>
    <p:sldId id="518" r:id="rId15"/>
    <p:sldId id="519" r:id="rId16"/>
    <p:sldId id="520" r:id="rId17"/>
    <p:sldId id="521" r:id="rId18"/>
    <p:sldId id="522" r:id="rId19"/>
    <p:sldId id="431" r:id="rId20"/>
    <p:sldId id="432" r:id="rId21"/>
    <p:sldId id="433" r:id="rId22"/>
    <p:sldId id="434" r:id="rId23"/>
    <p:sldId id="435" r:id="rId24"/>
    <p:sldId id="436" r:id="rId25"/>
    <p:sldId id="437"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450" r:id="rId39"/>
    <p:sldId id="451" r:id="rId40"/>
    <p:sldId id="452" r:id="rId41"/>
    <p:sldId id="453" r:id="rId42"/>
    <p:sldId id="454" r:id="rId43"/>
    <p:sldId id="455" r:id="rId44"/>
    <p:sldId id="456" r:id="rId45"/>
    <p:sldId id="457" r:id="rId46"/>
    <p:sldId id="458" r:id="rId47"/>
    <p:sldId id="459" r:id="rId48"/>
    <p:sldId id="460" r:id="rId49"/>
    <p:sldId id="461" r:id="rId50"/>
    <p:sldId id="462" r:id="rId51"/>
    <p:sldId id="463" r:id="rId52"/>
    <p:sldId id="464" r:id="rId53"/>
    <p:sldId id="465" r:id="rId54"/>
    <p:sldId id="466" r:id="rId55"/>
    <p:sldId id="467" r:id="rId56"/>
    <p:sldId id="468" r:id="rId57"/>
    <p:sldId id="469" r:id="rId58"/>
    <p:sldId id="470" r:id="rId59"/>
    <p:sldId id="471" r:id="rId60"/>
    <p:sldId id="472" r:id="rId61"/>
    <p:sldId id="473" r:id="rId62"/>
    <p:sldId id="474" r:id="rId63"/>
    <p:sldId id="475" r:id="rId64"/>
    <p:sldId id="476" r:id="rId65"/>
    <p:sldId id="477" r:id="rId66"/>
    <p:sldId id="478" r:id="rId67"/>
    <p:sldId id="479" r:id="rId68"/>
    <p:sldId id="480" r:id="rId69"/>
    <p:sldId id="481" r:id="rId70"/>
    <p:sldId id="482" r:id="rId71"/>
    <p:sldId id="483" r:id="rId72"/>
    <p:sldId id="484" r:id="rId73"/>
    <p:sldId id="541" r:id="rId74"/>
    <p:sldId id="537" r:id="rId75"/>
    <p:sldId id="538" r:id="rId76"/>
    <p:sldId id="539" r:id="rId77"/>
    <p:sldId id="540" r:id="rId78"/>
    <p:sldId id="422" r:id="rId79"/>
    <p:sldId id="497" r:id="rId80"/>
    <p:sldId id="498" r:id="rId81"/>
    <p:sldId id="499" r:id="rId82"/>
  </p:sldIdLst>
  <p:sldSz cx="12195175" cy="6859588"/>
  <p:notesSz cx="6858000" cy="9144000"/>
  <p:defaultTextStyle>
    <a:defPPr>
      <a:defRPr lang="en-US"/>
    </a:defPPr>
    <a:lvl1pPr marL="0" algn="l" defTabSz="723793" rtl="0" eaLnBrk="1" latinLnBrk="0" hangingPunct="1">
      <a:defRPr sz="1500" kern="1200">
        <a:solidFill>
          <a:schemeClr val="tx1"/>
        </a:solidFill>
        <a:latin typeface="+mn-lt"/>
        <a:ea typeface="+mn-ea"/>
        <a:cs typeface="+mn-cs"/>
      </a:defRPr>
    </a:lvl1pPr>
    <a:lvl2pPr marL="361931" algn="l" defTabSz="723793" rtl="0" eaLnBrk="1" latinLnBrk="0" hangingPunct="1">
      <a:defRPr sz="1500" kern="1200">
        <a:solidFill>
          <a:schemeClr val="tx1"/>
        </a:solidFill>
        <a:latin typeface="+mn-lt"/>
        <a:ea typeface="+mn-ea"/>
        <a:cs typeface="+mn-cs"/>
      </a:defRPr>
    </a:lvl2pPr>
    <a:lvl3pPr marL="723793" algn="l" defTabSz="723793" rtl="0" eaLnBrk="1" latinLnBrk="0" hangingPunct="1">
      <a:defRPr sz="1500" kern="1200">
        <a:solidFill>
          <a:schemeClr val="tx1"/>
        </a:solidFill>
        <a:latin typeface="+mn-lt"/>
        <a:ea typeface="+mn-ea"/>
        <a:cs typeface="+mn-cs"/>
      </a:defRPr>
    </a:lvl3pPr>
    <a:lvl4pPr marL="1085704" algn="l" defTabSz="723793" rtl="0" eaLnBrk="1" latinLnBrk="0" hangingPunct="1">
      <a:defRPr sz="1500" kern="1200">
        <a:solidFill>
          <a:schemeClr val="tx1"/>
        </a:solidFill>
        <a:latin typeface="+mn-lt"/>
        <a:ea typeface="+mn-ea"/>
        <a:cs typeface="+mn-cs"/>
      </a:defRPr>
    </a:lvl4pPr>
    <a:lvl5pPr marL="1447581" algn="l" defTabSz="723793" rtl="0" eaLnBrk="1" latinLnBrk="0" hangingPunct="1">
      <a:defRPr sz="1500" kern="1200">
        <a:solidFill>
          <a:schemeClr val="tx1"/>
        </a:solidFill>
        <a:latin typeface="+mn-lt"/>
        <a:ea typeface="+mn-ea"/>
        <a:cs typeface="+mn-cs"/>
      </a:defRPr>
    </a:lvl5pPr>
    <a:lvl6pPr marL="1809486" algn="l" defTabSz="723793" rtl="0" eaLnBrk="1" latinLnBrk="0" hangingPunct="1">
      <a:defRPr sz="1500" kern="1200">
        <a:solidFill>
          <a:schemeClr val="tx1"/>
        </a:solidFill>
        <a:latin typeface="+mn-lt"/>
        <a:ea typeface="+mn-ea"/>
        <a:cs typeface="+mn-cs"/>
      </a:defRPr>
    </a:lvl6pPr>
    <a:lvl7pPr marL="2171385" algn="l" defTabSz="723793" rtl="0" eaLnBrk="1" latinLnBrk="0" hangingPunct="1">
      <a:defRPr sz="1500" kern="1200">
        <a:solidFill>
          <a:schemeClr val="tx1"/>
        </a:solidFill>
        <a:latin typeface="+mn-lt"/>
        <a:ea typeface="+mn-ea"/>
        <a:cs typeface="+mn-cs"/>
      </a:defRPr>
    </a:lvl7pPr>
    <a:lvl8pPr marL="2533281" algn="l" defTabSz="723793" rtl="0" eaLnBrk="1" latinLnBrk="0" hangingPunct="1">
      <a:defRPr sz="1500" kern="1200">
        <a:solidFill>
          <a:schemeClr val="tx1"/>
        </a:solidFill>
        <a:latin typeface="+mn-lt"/>
        <a:ea typeface="+mn-ea"/>
        <a:cs typeface="+mn-cs"/>
      </a:defRPr>
    </a:lvl8pPr>
    <a:lvl9pPr marL="2895201" algn="l" defTabSz="723793"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5"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2" autoAdjust="0"/>
    <p:restoredTop sz="94660"/>
  </p:normalViewPr>
  <p:slideViewPr>
    <p:cSldViewPr>
      <p:cViewPr varScale="1">
        <p:scale>
          <a:sx n="69" d="100"/>
          <a:sy n="69" d="100"/>
        </p:scale>
        <p:origin x="744" y="60"/>
      </p:cViewPr>
      <p:guideLst>
        <p:guide orient="horz" pos="2165"/>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30504C-CD5B-4472-81B9-444AD586526E}" type="datetimeFigureOut">
              <a:rPr lang="en-IN" smtClean="0"/>
              <a:t>16-02-2021</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A1DA72-90F2-4B51-B14A-2C3AB8C5FC31}" type="slidenum">
              <a:rPr lang="en-IN" smtClean="0"/>
              <a:t>‹#›</a:t>
            </a:fld>
            <a:endParaRPr lang="en-IN"/>
          </a:p>
        </p:txBody>
      </p:sp>
    </p:spTree>
    <p:extLst>
      <p:ext uri="{BB962C8B-B14F-4D97-AF65-F5344CB8AC3E}">
        <p14:creationId xmlns:p14="http://schemas.microsoft.com/office/powerpoint/2010/main" val="2984761448"/>
      </p:ext>
    </p:extLst>
  </p:cSld>
  <p:clrMap bg1="lt1" tx1="dk1" bg2="lt2" tx2="dk2" accent1="accent1" accent2="accent2" accent3="accent3" accent4="accent4" accent5="accent5" accent6="accent6" hlink="hlink" folHlink="folHlink"/>
  <p:notesStyle>
    <a:lvl1pPr marL="0" algn="l" defTabSz="723793" rtl="0" eaLnBrk="1" latinLnBrk="0" hangingPunct="1">
      <a:defRPr sz="1000" kern="1200">
        <a:solidFill>
          <a:schemeClr val="tx1"/>
        </a:solidFill>
        <a:latin typeface="+mn-lt"/>
        <a:ea typeface="+mn-ea"/>
        <a:cs typeface="+mn-cs"/>
      </a:defRPr>
    </a:lvl1pPr>
    <a:lvl2pPr marL="361931" algn="l" defTabSz="723793" rtl="0" eaLnBrk="1" latinLnBrk="0" hangingPunct="1">
      <a:defRPr sz="1000" kern="1200">
        <a:solidFill>
          <a:schemeClr val="tx1"/>
        </a:solidFill>
        <a:latin typeface="+mn-lt"/>
        <a:ea typeface="+mn-ea"/>
        <a:cs typeface="+mn-cs"/>
      </a:defRPr>
    </a:lvl2pPr>
    <a:lvl3pPr marL="723793" algn="l" defTabSz="723793" rtl="0" eaLnBrk="1" latinLnBrk="0" hangingPunct="1">
      <a:defRPr sz="1000" kern="1200">
        <a:solidFill>
          <a:schemeClr val="tx1"/>
        </a:solidFill>
        <a:latin typeface="+mn-lt"/>
        <a:ea typeface="+mn-ea"/>
        <a:cs typeface="+mn-cs"/>
      </a:defRPr>
    </a:lvl3pPr>
    <a:lvl4pPr marL="1085704" algn="l" defTabSz="723793" rtl="0" eaLnBrk="1" latinLnBrk="0" hangingPunct="1">
      <a:defRPr sz="1000" kern="1200">
        <a:solidFill>
          <a:schemeClr val="tx1"/>
        </a:solidFill>
        <a:latin typeface="+mn-lt"/>
        <a:ea typeface="+mn-ea"/>
        <a:cs typeface="+mn-cs"/>
      </a:defRPr>
    </a:lvl4pPr>
    <a:lvl5pPr marL="1447581" algn="l" defTabSz="723793" rtl="0" eaLnBrk="1" latinLnBrk="0" hangingPunct="1">
      <a:defRPr sz="1000" kern="1200">
        <a:solidFill>
          <a:schemeClr val="tx1"/>
        </a:solidFill>
        <a:latin typeface="+mn-lt"/>
        <a:ea typeface="+mn-ea"/>
        <a:cs typeface="+mn-cs"/>
      </a:defRPr>
    </a:lvl5pPr>
    <a:lvl6pPr marL="1809486" algn="l" defTabSz="723793" rtl="0" eaLnBrk="1" latinLnBrk="0" hangingPunct="1">
      <a:defRPr sz="1000" kern="1200">
        <a:solidFill>
          <a:schemeClr val="tx1"/>
        </a:solidFill>
        <a:latin typeface="+mn-lt"/>
        <a:ea typeface="+mn-ea"/>
        <a:cs typeface="+mn-cs"/>
      </a:defRPr>
    </a:lvl6pPr>
    <a:lvl7pPr marL="2171385" algn="l" defTabSz="723793" rtl="0" eaLnBrk="1" latinLnBrk="0" hangingPunct="1">
      <a:defRPr sz="1000" kern="1200">
        <a:solidFill>
          <a:schemeClr val="tx1"/>
        </a:solidFill>
        <a:latin typeface="+mn-lt"/>
        <a:ea typeface="+mn-ea"/>
        <a:cs typeface="+mn-cs"/>
      </a:defRPr>
    </a:lvl7pPr>
    <a:lvl8pPr marL="2533281" algn="l" defTabSz="723793" rtl="0" eaLnBrk="1" latinLnBrk="0" hangingPunct="1">
      <a:defRPr sz="1000" kern="1200">
        <a:solidFill>
          <a:schemeClr val="tx1"/>
        </a:solidFill>
        <a:latin typeface="+mn-lt"/>
        <a:ea typeface="+mn-ea"/>
        <a:cs typeface="+mn-cs"/>
      </a:defRPr>
    </a:lvl8pPr>
    <a:lvl9pPr marL="2895201" algn="l" defTabSz="723793"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72.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40359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39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smtClean="0"/>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52882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00217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idx="4294967295"/>
          </p:nvPr>
        </p:nvSpPr>
        <p:spPr>
          <a:xfrm>
            <a:off x="-6276975" y="0"/>
            <a:ext cx="12557125" cy="7064375"/>
          </a:xfrm>
          <a:ln>
            <a:solidFill>
              <a:srgbClr val="000000"/>
            </a:solidFill>
            <a:miter lim="800000"/>
          </a:ln>
        </p:spPr>
      </p:sp>
      <p:sp>
        <p:nvSpPr>
          <p:cNvPr id="9219" name="Notes Placeholder 2"/>
          <p:cNvSpPr>
            <a:spLocks noGrp="1" noRot="1" noChangeAspect="1" noChangeArrowheads="1"/>
          </p:cNvSpPr>
          <p:nvPr>
            <p:ph type="body" idx="1"/>
          </p:nvPr>
        </p:nvSpPr>
        <p:spPr bwMode="auto">
          <a:xfrm>
            <a:off x="457200" y="1600200"/>
            <a:ext cx="8229600" cy="4525963"/>
          </a:xfrm>
          <a:prstGeom prst="rect">
            <a:avLst/>
          </a:prstGeom>
          <a:noFill/>
          <a:ln>
            <a:miter lim="800000"/>
            <a:headEnd/>
            <a:tailEnd/>
          </a:ln>
        </p:spPr>
        <p:txBody>
          <a:bodyPr/>
          <a:lstStyle/>
          <a:p>
            <a:r>
              <a:rPr lang="en-US" dirty="0" smtClean="0">
                <a:latin typeface="Arial" charset="0"/>
              </a:rPr>
              <a:t>\</a:t>
            </a:r>
            <a:endParaRPr lang="en-US" altLang="en-US" dirty="0" smtClean="0">
              <a:latin typeface="Arial" charset="0"/>
            </a:endParaRPr>
          </a:p>
        </p:txBody>
      </p:sp>
    </p:spTree>
    <p:extLst>
      <p:ext uri="{BB962C8B-B14F-4D97-AF65-F5344CB8AC3E}">
        <p14:creationId xmlns:p14="http://schemas.microsoft.com/office/powerpoint/2010/main" val="3509180171"/>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1"/>
            <a:ext cx="10365899" cy="147036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609170" indent="0" algn="ctr">
              <a:buNone/>
              <a:defRPr>
                <a:solidFill>
                  <a:schemeClr val="tx1">
                    <a:tint val="75000"/>
                  </a:schemeClr>
                </a:solidFill>
              </a:defRPr>
            </a:lvl2pPr>
            <a:lvl3pPr marL="1218318" indent="0" algn="ctr">
              <a:buNone/>
              <a:defRPr>
                <a:solidFill>
                  <a:schemeClr val="tx1">
                    <a:tint val="75000"/>
                  </a:schemeClr>
                </a:solidFill>
              </a:defRPr>
            </a:lvl3pPr>
            <a:lvl4pPr marL="1827490" indent="0" algn="ctr">
              <a:buNone/>
              <a:defRPr>
                <a:solidFill>
                  <a:schemeClr val="tx1">
                    <a:tint val="75000"/>
                  </a:schemeClr>
                </a:solidFill>
              </a:defRPr>
            </a:lvl4pPr>
            <a:lvl5pPr marL="2436648" indent="0" algn="ctr">
              <a:buNone/>
              <a:defRPr>
                <a:solidFill>
                  <a:schemeClr val="tx1">
                    <a:tint val="75000"/>
                  </a:schemeClr>
                </a:solidFill>
              </a:defRPr>
            </a:lvl5pPr>
            <a:lvl6pPr marL="3045812" indent="0" algn="ctr">
              <a:buNone/>
              <a:defRPr>
                <a:solidFill>
                  <a:schemeClr val="tx1">
                    <a:tint val="75000"/>
                  </a:schemeClr>
                </a:solidFill>
              </a:defRPr>
            </a:lvl6pPr>
            <a:lvl7pPr marL="3654975" indent="0" algn="ctr">
              <a:buNone/>
              <a:defRPr>
                <a:solidFill>
                  <a:schemeClr val="tx1">
                    <a:tint val="75000"/>
                  </a:schemeClr>
                </a:solidFill>
              </a:defRPr>
            </a:lvl7pPr>
            <a:lvl8pPr marL="4264139" indent="0" algn="ctr">
              <a:buNone/>
              <a:defRPr>
                <a:solidFill>
                  <a:schemeClr val="tx1">
                    <a:tint val="75000"/>
                  </a:schemeClr>
                </a:solidFill>
              </a:defRPr>
            </a:lvl8pPr>
            <a:lvl9pPr marL="487330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93E0956-8FAA-466F-B1AB-5BD5DFFCBD89}" type="slidenum">
              <a:rPr lang="en-US"/>
              <a:pPr>
                <a:defRPr/>
              </a:pPr>
              <a:t>‹#›</a:t>
            </a:fld>
            <a:endParaRPr lang="en-US"/>
          </a:p>
        </p:txBody>
      </p:sp>
    </p:spTree>
    <p:extLst>
      <p:ext uri="{BB962C8B-B14F-4D97-AF65-F5344CB8AC3E}">
        <p14:creationId xmlns:p14="http://schemas.microsoft.com/office/powerpoint/2010/main" val="32687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55BCB5-8912-476F-BFA2-86D68F5C18AF}" type="slidenum">
              <a:rPr lang="en-US"/>
              <a:pPr>
                <a:defRPr/>
              </a:pPr>
              <a:t>‹#›</a:t>
            </a:fld>
            <a:endParaRPr lang="en-US"/>
          </a:p>
        </p:txBody>
      </p:sp>
    </p:spTree>
    <p:extLst>
      <p:ext uri="{BB962C8B-B14F-4D97-AF65-F5344CB8AC3E}">
        <p14:creationId xmlns:p14="http://schemas.microsoft.com/office/powerpoint/2010/main" val="3793863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4" y="4407931"/>
            <a:ext cx="10365899" cy="1362391"/>
          </a:xfrm>
        </p:spPr>
        <p:txBody>
          <a:bodyPr anchor="t"/>
          <a:lstStyle>
            <a:lvl1pPr algn="l">
              <a:defRPr sz="5334" b="1" cap="all"/>
            </a:lvl1pPr>
          </a:lstStyle>
          <a:p>
            <a:r>
              <a:rPr lang="en-US" smtClean="0"/>
              <a:t>Click to edit Master title style</a:t>
            </a:r>
            <a:endParaRPr lang="en-US"/>
          </a:p>
        </p:txBody>
      </p:sp>
      <p:sp>
        <p:nvSpPr>
          <p:cNvPr id="3" name="Text Placeholder 2"/>
          <p:cNvSpPr>
            <a:spLocks noGrp="1"/>
          </p:cNvSpPr>
          <p:nvPr>
            <p:ph type="body" idx="1"/>
          </p:nvPr>
        </p:nvSpPr>
        <p:spPr>
          <a:xfrm>
            <a:off x="963334" y="2907386"/>
            <a:ext cx="10365899" cy="1500535"/>
          </a:xfrm>
        </p:spPr>
        <p:txBody>
          <a:bodyPr anchor="b"/>
          <a:lstStyle>
            <a:lvl1pPr marL="0" indent="0">
              <a:buNone/>
              <a:defRPr sz="2667">
                <a:solidFill>
                  <a:schemeClr val="tx1">
                    <a:tint val="75000"/>
                  </a:schemeClr>
                </a:solidFill>
              </a:defRPr>
            </a:lvl1pPr>
            <a:lvl2pPr marL="609170" indent="0">
              <a:buNone/>
              <a:defRPr sz="2400">
                <a:solidFill>
                  <a:schemeClr val="tx1">
                    <a:tint val="75000"/>
                  </a:schemeClr>
                </a:solidFill>
              </a:defRPr>
            </a:lvl2pPr>
            <a:lvl3pPr marL="1218318" indent="0">
              <a:buNone/>
              <a:defRPr sz="2133">
                <a:solidFill>
                  <a:schemeClr val="tx1">
                    <a:tint val="75000"/>
                  </a:schemeClr>
                </a:solidFill>
              </a:defRPr>
            </a:lvl3pPr>
            <a:lvl4pPr marL="1827490" indent="0">
              <a:buNone/>
              <a:defRPr sz="1867">
                <a:solidFill>
                  <a:schemeClr val="tx1">
                    <a:tint val="75000"/>
                  </a:schemeClr>
                </a:solidFill>
              </a:defRPr>
            </a:lvl4pPr>
            <a:lvl5pPr marL="2436648" indent="0">
              <a:buNone/>
              <a:defRPr sz="1867">
                <a:solidFill>
                  <a:schemeClr val="tx1">
                    <a:tint val="75000"/>
                  </a:schemeClr>
                </a:solidFill>
              </a:defRPr>
            </a:lvl5pPr>
            <a:lvl6pPr marL="3045812" indent="0">
              <a:buNone/>
              <a:defRPr sz="1867">
                <a:solidFill>
                  <a:schemeClr val="tx1">
                    <a:tint val="75000"/>
                  </a:schemeClr>
                </a:solidFill>
              </a:defRPr>
            </a:lvl6pPr>
            <a:lvl7pPr marL="3654975" indent="0">
              <a:buNone/>
              <a:defRPr sz="1867">
                <a:solidFill>
                  <a:schemeClr val="tx1">
                    <a:tint val="75000"/>
                  </a:schemeClr>
                </a:solidFill>
              </a:defRPr>
            </a:lvl7pPr>
            <a:lvl8pPr marL="4264139" indent="0">
              <a:buNone/>
              <a:defRPr sz="1867">
                <a:solidFill>
                  <a:schemeClr val="tx1">
                    <a:tint val="75000"/>
                  </a:schemeClr>
                </a:solidFill>
              </a:defRPr>
            </a:lvl8pPr>
            <a:lvl9pPr marL="4873305" indent="0">
              <a:buNone/>
              <a:defRPr sz="186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812CC3-9DB7-46B7-AF83-A564C4C0571D}" type="slidenum">
              <a:rPr lang="en-US"/>
              <a:pPr>
                <a:defRPr/>
              </a:pPr>
              <a:t>‹#›</a:t>
            </a:fld>
            <a:endParaRPr lang="en-US"/>
          </a:p>
        </p:txBody>
      </p:sp>
    </p:spTree>
    <p:extLst>
      <p:ext uri="{BB962C8B-B14F-4D97-AF65-F5344CB8AC3E}">
        <p14:creationId xmlns:p14="http://schemas.microsoft.com/office/powerpoint/2010/main" val="2564359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760" y="1600581"/>
            <a:ext cx="5386203"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9224" y="1600581"/>
            <a:ext cx="5386203"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67BC67-456D-4244-A264-39D5C7B3726B}" type="slidenum">
              <a:rPr lang="en-US"/>
              <a:pPr>
                <a:defRPr/>
              </a:pPr>
              <a:t>‹#›</a:t>
            </a:fld>
            <a:endParaRPr lang="en-US"/>
          </a:p>
        </p:txBody>
      </p:sp>
    </p:spTree>
    <p:extLst>
      <p:ext uri="{BB962C8B-B14F-4D97-AF65-F5344CB8AC3E}">
        <p14:creationId xmlns:p14="http://schemas.microsoft.com/office/powerpoint/2010/main" val="690099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759" y="1535478"/>
            <a:ext cx="5388321" cy="639911"/>
          </a:xfrm>
        </p:spPr>
        <p:txBody>
          <a:bodyPr anchor="b"/>
          <a:lstStyle>
            <a:lvl1pPr marL="0" indent="0">
              <a:buNone/>
              <a:defRPr sz="3200" b="1"/>
            </a:lvl1pPr>
            <a:lvl2pPr marL="609170" indent="0">
              <a:buNone/>
              <a:defRPr sz="2667" b="1"/>
            </a:lvl2pPr>
            <a:lvl3pPr marL="1218318" indent="0">
              <a:buNone/>
              <a:defRPr sz="2400" b="1"/>
            </a:lvl3pPr>
            <a:lvl4pPr marL="1827490" indent="0">
              <a:buNone/>
              <a:defRPr sz="2133" b="1"/>
            </a:lvl4pPr>
            <a:lvl5pPr marL="2436648" indent="0">
              <a:buNone/>
              <a:defRPr sz="2133" b="1"/>
            </a:lvl5pPr>
            <a:lvl6pPr marL="3045812" indent="0">
              <a:buNone/>
              <a:defRPr sz="2133" b="1"/>
            </a:lvl6pPr>
            <a:lvl7pPr marL="3654975" indent="0">
              <a:buNone/>
              <a:defRPr sz="2133" b="1"/>
            </a:lvl7pPr>
            <a:lvl8pPr marL="4264139" indent="0">
              <a:buNone/>
              <a:defRPr sz="2133" b="1"/>
            </a:lvl8pPr>
            <a:lvl9pPr marL="4873305"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759" y="2175388"/>
            <a:ext cx="5388321"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4997" y="1535478"/>
            <a:ext cx="5390437" cy="639911"/>
          </a:xfrm>
        </p:spPr>
        <p:txBody>
          <a:bodyPr anchor="b"/>
          <a:lstStyle>
            <a:lvl1pPr marL="0" indent="0">
              <a:buNone/>
              <a:defRPr sz="3200" b="1"/>
            </a:lvl1pPr>
            <a:lvl2pPr marL="609170" indent="0">
              <a:buNone/>
              <a:defRPr sz="2667" b="1"/>
            </a:lvl2pPr>
            <a:lvl3pPr marL="1218318" indent="0">
              <a:buNone/>
              <a:defRPr sz="2400" b="1"/>
            </a:lvl3pPr>
            <a:lvl4pPr marL="1827490" indent="0">
              <a:buNone/>
              <a:defRPr sz="2133" b="1"/>
            </a:lvl4pPr>
            <a:lvl5pPr marL="2436648" indent="0">
              <a:buNone/>
              <a:defRPr sz="2133" b="1"/>
            </a:lvl5pPr>
            <a:lvl6pPr marL="3045812" indent="0">
              <a:buNone/>
              <a:defRPr sz="2133" b="1"/>
            </a:lvl6pPr>
            <a:lvl7pPr marL="3654975" indent="0">
              <a:buNone/>
              <a:defRPr sz="2133" b="1"/>
            </a:lvl7pPr>
            <a:lvl8pPr marL="4264139" indent="0">
              <a:buNone/>
              <a:defRPr sz="2133" b="1"/>
            </a:lvl8pPr>
            <a:lvl9pPr marL="4873305"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4997" y="2175388"/>
            <a:ext cx="5390437"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92CE771-ABC3-4551-B20B-326634BBBBA0}" type="slidenum">
              <a:rPr lang="en-US"/>
              <a:pPr>
                <a:defRPr/>
              </a:pPr>
              <a:t>‹#›</a:t>
            </a:fld>
            <a:endParaRPr lang="en-US"/>
          </a:p>
        </p:txBody>
      </p:sp>
    </p:spTree>
    <p:extLst>
      <p:ext uri="{BB962C8B-B14F-4D97-AF65-F5344CB8AC3E}">
        <p14:creationId xmlns:p14="http://schemas.microsoft.com/office/powerpoint/2010/main" val="4212949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F23989-4260-4D89-A7F7-D416141966BA}" type="slidenum">
              <a:rPr lang="en-US"/>
              <a:pPr>
                <a:defRPr/>
              </a:pPr>
              <a:t>‹#›</a:t>
            </a:fld>
            <a:endParaRPr lang="en-US"/>
          </a:p>
        </p:txBody>
      </p:sp>
    </p:spTree>
    <p:extLst>
      <p:ext uri="{BB962C8B-B14F-4D97-AF65-F5344CB8AC3E}">
        <p14:creationId xmlns:p14="http://schemas.microsoft.com/office/powerpoint/2010/main" val="1920011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A8793B6-B336-46F2-B91A-D13542E85887}" type="slidenum">
              <a:rPr lang="en-US"/>
              <a:pPr>
                <a:defRPr/>
              </a:pPr>
              <a:t>‹#›</a:t>
            </a:fld>
            <a:endParaRPr lang="en-US"/>
          </a:p>
        </p:txBody>
      </p:sp>
    </p:spTree>
    <p:extLst>
      <p:ext uri="{BB962C8B-B14F-4D97-AF65-F5344CB8AC3E}">
        <p14:creationId xmlns:p14="http://schemas.microsoft.com/office/powerpoint/2010/main" val="2065265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76" y="273121"/>
            <a:ext cx="4012128" cy="1162320"/>
          </a:xfrm>
        </p:spPr>
        <p:txBody>
          <a:bodyPr anchor="b"/>
          <a:lstStyle>
            <a:lvl1pPr algn="l">
              <a:defRPr sz="2667" b="1"/>
            </a:lvl1pPr>
          </a:lstStyle>
          <a:p>
            <a:r>
              <a:rPr lang="en-US" smtClean="0"/>
              <a:t>Click to edit Master title style</a:t>
            </a:r>
            <a:endParaRPr lang="en-US"/>
          </a:p>
        </p:txBody>
      </p:sp>
      <p:sp>
        <p:nvSpPr>
          <p:cNvPr id="3" name="Content Placeholder 2"/>
          <p:cNvSpPr>
            <a:spLocks noGrp="1"/>
          </p:cNvSpPr>
          <p:nvPr>
            <p:ph idx="1"/>
          </p:nvPr>
        </p:nvSpPr>
        <p:spPr>
          <a:xfrm>
            <a:off x="4767973" y="273125"/>
            <a:ext cx="6817442" cy="5854468"/>
          </a:xfrm>
        </p:spPr>
        <p:txBody>
          <a:bodyPr/>
          <a:lstStyle>
            <a:lvl1pPr>
              <a:defRPr sz="4267"/>
            </a:lvl1pPr>
            <a:lvl2pPr>
              <a:defRPr sz="3734"/>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776" y="1435445"/>
            <a:ext cx="4012128" cy="4692149"/>
          </a:xfrm>
        </p:spPr>
        <p:txBody>
          <a:bodyPr/>
          <a:lstStyle>
            <a:lvl1pPr marL="0" indent="0">
              <a:buNone/>
              <a:defRPr sz="1867"/>
            </a:lvl1pPr>
            <a:lvl2pPr marL="609170" indent="0">
              <a:buNone/>
              <a:defRPr sz="1600"/>
            </a:lvl2pPr>
            <a:lvl3pPr marL="1218318" indent="0">
              <a:buNone/>
              <a:defRPr sz="1333"/>
            </a:lvl3pPr>
            <a:lvl4pPr marL="1827490" indent="0">
              <a:buNone/>
              <a:defRPr sz="1200"/>
            </a:lvl4pPr>
            <a:lvl5pPr marL="2436648" indent="0">
              <a:buNone/>
              <a:defRPr sz="1200"/>
            </a:lvl5pPr>
            <a:lvl6pPr marL="3045812" indent="0">
              <a:buNone/>
              <a:defRPr sz="1200"/>
            </a:lvl6pPr>
            <a:lvl7pPr marL="3654975" indent="0">
              <a:buNone/>
              <a:defRPr sz="1200"/>
            </a:lvl7pPr>
            <a:lvl8pPr marL="4264139" indent="0">
              <a:buNone/>
              <a:defRPr sz="1200"/>
            </a:lvl8pPr>
            <a:lvl9pPr marL="4873305"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9FA66D-5519-4ACD-B236-2CC1B7013CB6}" type="slidenum">
              <a:rPr lang="en-US"/>
              <a:pPr>
                <a:defRPr/>
              </a:pPr>
              <a:t>‹#›</a:t>
            </a:fld>
            <a:endParaRPr lang="en-US"/>
          </a:p>
        </p:txBody>
      </p:sp>
    </p:spTree>
    <p:extLst>
      <p:ext uri="{BB962C8B-B14F-4D97-AF65-F5344CB8AC3E}">
        <p14:creationId xmlns:p14="http://schemas.microsoft.com/office/powerpoint/2010/main" val="124113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1714"/>
            <a:ext cx="7317105" cy="566870"/>
          </a:xfrm>
        </p:spPr>
        <p:txBody>
          <a:bodyPr anchor="b"/>
          <a:lstStyle>
            <a:lvl1pPr algn="l">
              <a:defRPr sz="2667" b="1"/>
            </a:lvl1pPr>
          </a:lstStyle>
          <a:p>
            <a:r>
              <a:rPr lang="en-US" smtClean="0"/>
              <a:t>Click to edit Master title style</a:t>
            </a:r>
            <a:endParaRPr lang="en-US"/>
          </a:p>
        </p:txBody>
      </p:sp>
      <p:sp>
        <p:nvSpPr>
          <p:cNvPr id="3" name="Picture Placeholder 2"/>
          <p:cNvSpPr>
            <a:spLocks noGrp="1"/>
          </p:cNvSpPr>
          <p:nvPr>
            <p:ph type="pic" idx="1"/>
          </p:nvPr>
        </p:nvSpPr>
        <p:spPr>
          <a:xfrm>
            <a:off x="2390341" y="612926"/>
            <a:ext cx="7317105" cy="4115753"/>
          </a:xfrm>
        </p:spPr>
        <p:txBody>
          <a:bodyPr rtlCol="0">
            <a:normAutofit/>
          </a:bodyPr>
          <a:lstStyle>
            <a:lvl1pPr marL="0" indent="0">
              <a:buNone/>
              <a:defRPr sz="4267"/>
            </a:lvl1pPr>
            <a:lvl2pPr marL="609170" indent="0">
              <a:buNone/>
              <a:defRPr sz="3734"/>
            </a:lvl2pPr>
            <a:lvl3pPr marL="1218318" indent="0">
              <a:buNone/>
              <a:defRPr sz="3200"/>
            </a:lvl3pPr>
            <a:lvl4pPr marL="1827490" indent="0">
              <a:buNone/>
              <a:defRPr sz="2667"/>
            </a:lvl4pPr>
            <a:lvl5pPr marL="2436648" indent="0">
              <a:buNone/>
              <a:defRPr sz="2667"/>
            </a:lvl5pPr>
            <a:lvl6pPr marL="3045812" indent="0">
              <a:buNone/>
              <a:defRPr sz="2667"/>
            </a:lvl6pPr>
            <a:lvl7pPr marL="3654975" indent="0">
              <a:buNone/>
              <a:defRPr sz="2667"/>
            </a:lvl7pPr>
            <a:lvl8pPr marL="4264139" indent="0">
              <a:buNone/>
              <a:defRPr sz="2667"/>
            </a:lvl8pPr>
            <a:lvl9pPr marL="4873305" indent="0">
              <a:buNone/>
              <a:defRPr sz="2667"/>
            </a:lvl9pPr>
          </a:lstStyle>
          <a:p>
            <a:pPr lvl="0"/>
            <a:endParaRPr lang="en-US" noProof="0" smtClean="0"/>
          </a:p>
        </p:txBody>
      </p:sp>
      <p:sp>
        <p:nvSpPr>
          <p:cNvPr id="4" name="Text Placeholder 3"/>
          <p:cNvSpPr>
            <a:spLocks noGrp="1"/>
          </p:cNvSpPr>
          <p:nvPr>
            <p:ph type="body" sz="half" idx="2"/>
          </p:nvPr>
        </p:nvSpPr>
        <p:spPr>
          <a:xfrm>
            <a:off x="2390341" y="5368592"/>
            <a:ext cx="7317105" cy="805049"/>
          </a:xfrm>
        </p:spPr>
        <p:txBody>
          <a:bodyPr/>
          <a:lstStyle>
            <a:lvl1pPr marL="0" indent="0">
              <a:buNone/>
              <a:defRPr sz="1867"/>
            </a:lvl1pPr>
            <a:lvl2pPr marL="609170" indent="0">
              <a:buNone/>
              <a:defRPr sz="1600"/>
            </a:lvl2pPr>
            <a:lvl3pPr marL="1218318" indent="0">
              <a:buNone/>
              <a:defRPr sz="1333"/>
            </a:lvl3pPr>
            <a:lvl4pPr marL="1827490" indent="0">
              <a:buNone/>
              <a:defRPr sz="1200"/>
            </a:lvl4pPr>
            <a:lvl5pPr marL="2436648" indent="0">
              <a:buNone/>
              <a:defRPr sz="1200"/>
            </a:lvl5pPr>
            <a:lvl6pPr marL="3045812" indent="0">
              <a:buNone/>
              <a:defRPr sz="1200"/>
            </a:lvl6pPr>
            <a:lvl7pPr marL="3654975" indent="0">
              <a:buNone/>
              <a:defRPr sz="1200"/>
            </a:lvl7pPr>
            <a:lvl8pPr marL="4264139" indent="0">
              <a:buNone/>
              <a:defRPr sz="1200"/>
            </a:lvl8pPr>
            <a:lvl9pPr marL="4873305"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B344A40-B95B-42B1-A4AE-7E1DBADCED12}" type="slidenum">
              <a:rPr lang="en-US"/>
              <a:pPr>
                <a:defRPr/>
              </a:pPr>
              <a:t>‹#›</a:t>
            </a:fld>
            <a:endParaRPr lang="en-US"/>
          </a:p>
        </p:txBody>
      </p:sp>
    </p:spTree>
    <p:extLst>
      <p:ext uri="{BB962C8B-B14F-4D97-AF65-F5344CB8AC3E}">
        <p14:creationId xmlns:p14="http://schemas.microsoft.com/office/powerpoint/2010/main" val="166768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1F87371-4C5B-427E-9AEB-28B8516AB051}" type="slidenum">
              <a:rPr lang="en-US"/>
              <a:pPr>
                <a:defRPr/>
              </a:pPr>
              <a:t>‹#›</a:t>
            </a:fld>
            <a:endParaRPr lang="en-US"/>
          </a:p>
        </p:txBody>
      </p:sp>
    </p:spTree>
    <p:extLst>
      <p:ext uri="{BB962C8B-B14F-4D97-AF65-F5344CB8AC3E}">
        <p14:creationId xmlns:p14="http://schemas.microsoft.com/office/powerpoint/2010/main" val="427421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4"/>
            <a:ext cx="2743914" cy="58528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758" y="274704"/>
            <a:ext cx="8028491"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83CB18F-AD55-44FC-A8A2-06A374F91909}" type="slidenum">
              <a:rPr lang="en-US"/>
              <a:pPr>
                <a:defRPr/>
              </a:pPr>
              <a:t>‹#›</a:t>
            </a:fld>
            <a:endParaRPr lang="en-US"/>
          </a:p>
        </p:txBody>
      </p:sp>
    </p:spTree>
    <p:extLst>
      <p:ext uri="{BB962C8B-B14F-4D97-AF65-F5344CB8AC3E}">
        <p14:creationId xmlns:p14="http://schemas.microsoft.com/office/powerpoint/2010/main" val="2544914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4"/>
            <a:ext cx="10365899" cy="1470366"/>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411812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39114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5" y="4407923"/>
            <a:ext cx="10365899" cy="1362390"/>
          </a:xfrm>
        </p:spPr>
        <p:txBody>
          <a:bodyPr anchor="t"/>
          <a:lstStyle>
            <a:lvl1pPr algn="l">
              <a:defRPr sz="4001" b="1" cap="all"/>
            </a:lvl1pPr>
          </a:lstStyle>
          <a:p>
            <a:r>
              <a:rPr lang="en-US" smtClean="0"/>
              <a:t>Click to edit Master title style</a:t>
            </a:r>
            <a:endParaRPr lang="en-CA"/>
          </a:p>
        </p:txBody>
      </p:sp>
      <p:sp>
        <p:nvSpPr>
          <p:cNvPr id="3" name="Text Placeholder 2"/>
          <p:cNvSpPr>
            <a:spLocks noGrp="1"/>
          </p:cNvSpPr>
          <p:nvPr>
            <p:ph type="body" idx="1"/>
          </p:nvPr>
        </p:nvSpPr>
        <p:spPr>
          <a:xfrm>
            <a:off x="963335" y="2907386"/>
            <a:ext cx="10365899" cy="1500534"/>
          </a:xfrm>
        </p:spPr>
        <p:txBody>
          <a:bodyPr anchor="b"/>
          <a:lstStyle>
            <a:lvl1pPr marL="0" indent="0">
              <a:buNone/>
              <a:defRPr sz="2000">
                <a:solidFill>
                  <a:schemeClr val="tx1">
                    <a:tint val="75000"/>
                  </a:schemeClr>
                </a:solidFill>
              </a:defRPr>
            </a:lvl1pPr>
            <a:lvl2pPr marL="457291" indent="0">
              <a:buNone/>
              <a:defRPr sz="1800">
                <a:solidFill>
                  <a:schemeClr val="tx1">
                    <a:tint val="75000"/>
                  </a:schemeClr>
                </a:solidFill>
              </a:defRPr>
            </a:lvl2pPr>
            <a:lvl3pPr marL="914583" indent="0">
              <a:buNone/>
              <a:defRPr sz="1600">
                <a:solidFill>
                  <a:schemeClr val="tx1">
                    <a:tint val="75000"/>
                  </a:schemeClr>
                </a:solidFill>
              </a:defRPr>
            </a:lvl3pPr>
            <a:lvl4pPr marL="1371874" indent="0">
              <a:buNone/>
              <a:defRPr sz="1400">
                <a:solidFill>
                  <a:schemeClr val="tx1">
                    <a:tint val="75000"/>
                  </a:schemeClr>
                </a:solidFill>
              </a:defRPr>
            </a:lvl4pPr>
            <a:lvl5pPr marL="1829166" indent="0">
              <a:buNone/>
              <a:defRPr sz="1400">
                <a:solidFill>
                  <a:schemeClr val="tx1">
                    <a:tint val="75000"/>
                  </a:schemeClr>
                </a:solidFill>
              </a:defRPr>
            </a:lvl5pPr>
            <a:lvl6pPr marL="2286457" indent="0">
              <a:buNone/>
              <a:defRPr sz="1400">
                <a:solidFill>
                  <a:schemeClr val="tx1">
                    <a:tint val="75000"/>
                  </a:schemeClr>
                </a:solidFill>
              </a:defRPr>
            </a:lvl6pPr>
            <a:lvl7pPr marL="2743749" indent="0">
              <a:buNone/>
              <a:defRPr sz="1400">
                <a:solidFill>
                  <a:schemeClr val="tx1">
                    <a:tint val="75000"/>
                  </a:schemeClr>
                </a:solidFill>
              </a:defRPr>
            </a:lvl7pPr>
            <a:lvl8pPr marL="3201040" indent="0">
              <a:buNone/>
              <a:defRPr sz="1400">
                <a:solidFill>
                  <a:schemeClr val="tx1">
                    <a:tint val="75000"/>
                  </a:schemeClr>
                </a:solidFill>
              </a:defRPr>
            </a:lvl8pPr>
            <a:lvl9pPr marL="3658332"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93345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759"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9214"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96335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759" y="1535470"/>
            <a:ext cx="5388320"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759" y="2175378"/>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4992" y="1535470"/>
            <a:ext cx="5390437"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4992" y="2175378"/>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34119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370796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546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85" y="273114"/>
            <a:ext cx="4012129" cy="116232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7974" y="273129"/>
            <a:ext cx="6817442" cy="5854469"/>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785" y="1435437"/>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823925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0" y="4801714"/>
            <a:ext cx="7317105" cy="566870"/>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90340" y="612916"/>
            <a:ext cx="7317105" cy="4115753"/>
          </a:xfrm>
        </p:spPr>
        <p:txBody>
          <a:bodyPr rtlCol="0">
            <a:normAutofit/>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en-CA" noProof="0" smtClean="0"/>
          </a:p>
        </p:txBody>
      </p:sp>
      <p:sp>
        <p:nvSpPr>
          <p:cNvPr id="4" name="Text Placeholder 3"/>
          <p:cNvSpPr>
            <a:spLocks noGrp="1"/>
          </p:cNvSpPr>
          <p:nvPr>
            <p:ph type="body" sz="half" idx="2"/>
          </p:nvPr>
        </p:nvSpPr>
        <p:spPr>
          <a:xfrm>
            <a:off x="2390340" y="5368596"/>
            <a:ext cx="7317105" cy="8050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82420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79540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5"/>
            <a:ext cx="2743914" cy="5852880"/>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759" y="274705"/>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783779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759" y="274702"/>
            <a:ext cx="10975658" cy="1143265"/>
          </a:xfrm>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2/16/2021</a:t>
            </a:fld>
            <a:endParaRPr lang="en-US" sz="180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342120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7"/>
            <a:ext cx="10365899" cy="1470366"/>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9276" y="3887100"/>
            <a:ext cx="8536623" cy="1753006"/>
          </a:xfrm>
        </p:spPr>
        <p:txBody>
          <a:bodyPr/>
          <a:lstStyle>
            <a:lvl1pPr marL="0" indent="0" algn="ctr">
              <a:buNone/>
              <a:defRPr/>
            </a:lvl1pPr>
            <a:lvl2pPr marL="457291" indent="0" algn="ctr">
              <a:buNone/>
              <a:defRPr/>
            </a:lvl2pPr>
            <a:lvl3pPr marL="914583" indent="0" algn="ctr">
              <a:buNone/>
              <a:defRPr/>
            </a:lvl3pPr>
            <a:lvl4pPr marL="1371874" indent="0" algn="ctr">
              <a:buNone/>
              <a:defRPr/>
            </a:lvl4pPr>
            <a:lvl5pPr marL="1829166" indent="0" algn="ctr">
              <a:buNone/>
              <a:defRPr/>
            </a:lvl5pPr>
            <a:lvl6pPr marL="2286457" indent="0" algn="ctr">
              <a:buNone/>
              <a:defRPr/>
            </a:lvl6pPr>
            <a:lvl7pPr marL="2743749" indent="0" algn="ctr">
              <a:buNone/>
              <a:defRPr/>
            </a:lvl7pPr>
            <a:lvl8pPr marL="3201040" indent="0" algn="ctr">
              <a:buNone/>
              <a:defRPr/>
            </a:lvl8pPr>
            <a:lvl9pPr marL="3658332" indent="0" algn="ctr">
              <a:buNone/>
              <a:defRPr/>
            </a:lvl9pPr>
          </a:lstStyle>
          <a:p>
            <a:r>
              <a:rPr lang="en-US" smtClean="0"/>
              <a:t>Click to edit Master subtitle style</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C02CDCA6-D032-4BD7-9A0D-FFE302992A8E}" type="datetime1">
              <a:rPr lang="en-US" altLang="en-US"/>
              <a:pPr>
                <a:defRPr/>
              </a:pPr>
              <a:t>2/16/2021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28BE58F7-ED29-446A-9384-636021D30289}"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736815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673E3C3F-93A9-4F58-95C5-4CD19BFF317E}" type="datetime1">
              <a:rPr lang="en-US" altLang="en-US"/>
              <a:pPr>
                <a:defRPr/>
              </a:pPr>
              <a:t>2/16/2021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67C7D751-3418-418D-AB95-0C8C2DD3E814}"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3317513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5" y="4407927"/>
            <a:ext cx="10365899" cy="1362390"/>
          </a:xfrm>
        </p:spPr>
        <p:txBody>
          <a:bodyPr anchor="t"/>
          <a:lstStyle>
            <a:lvl1pPr algn="l">
              <a:defRPr sz="4001" b="1" cap="all"/>
            </a:lvl1pPr>
          </a:lstStyle>
          <a:p>
            <a:r>
              <a:rPr lang="en-US" smtClean="0"/>
              <a:t>Click to edit Master title style</a:t>
            </a:r>
            <a:endParaRPr lang="en-IN"/>
          </a:p>
        </p:txBody>
      </p:sp>
      <p:sp>
        <p:nvSpPr>
          <p:cNvPr id="3" name="Text Placeholder 2"/>
          <p:cNvSpPr>
            <a:spLocks noGrp="1"/>
          </p:cNvSpPr>
          <p:nvPr>
            <p:ph type="body" idx="1"/>
          </p:nvPr>
        </p:nvSpPr>
        <p:spPr>
          <a:xfrm>
            <a:off x="963335" y="2907386"/>
            <a:ext cx="10365899" cy="1500534"/>
          </a:xfrm>
        </p:spPr>
        <p:txBody>
          <a:bodyPr anchor="b"/>
          <a:lstStyle>
            <a:lvl1pPr marL="0" indent="0">
              <a:buNone/>
              <a:defRPr sz="2000"/>
            </a:lvl1pPr>
            <a:lvl2pPr marL="457291" indent="0">
              <a:buNone/>
              <a:defRPr sz="1800"/>
            </a:lvl2pPr>
            <a:lvl3pPr marL="914583" indent="0">
              <a:buNone/>
              <a:defRPr sz="1600"/>
            </a:lvl3pPr>
            <a:lvl4pPr marL="1371874" indent="0">
              <a:buNone/>
              <a:defRPr sz="1400"/>
            </a:lvl4pPr>
            <a:lvl5pPr marL="1829166" indent="0">
              <a:buNone/>
              <a:defRPr sz="1400"/>
            </a:lvl5pPr>
            <a:lvl6pPr marL="2286457" indent="0">
              <a:buNone/>
              <a:defRPr sz="1400"/>
            </a:lvl6pPr>
            <a:lvl7pPr marL="2743749" indent="0">
              <a:buNone/>
              <a:defRPr sz="1400"/>
            </a:lvl7pPr>
            <a:lvl8pPr marL="3201040" indent="0">
              <a:buNone/>
              <a:defRPr sz="1400"/>
            </a:lvl8pPr>
            <a:lvl9pPr marL="3658332" indent="0">
              <a:buNone/>
              <a:defRPr sz="1400"/>
            </a:lvl9pPr>
          </a:lstStyle>
          <a:p>
            <a:pPr lvl="0"/>
            <a:r>
              <a:rPr lang="en-US" smtClean="0"/>
              <a:t>Click to edit Master text styles</a:t>
            </a:r>
          </a:p>
        </p:txBody>
      </p:sp>
      <p:sp>
        <p:nvSpPr>
          <p:cNvPr id="4" name="Date Placeholder 3"/>
          <p:cNvSpPr>
            <a:spLocks noGrp="1" noChangeArrowheads="1"/>
          </p:cNvSpPr>
          <p:nvPr>
            <p:ph type="dt" sz="half" idx="10"/>
          </p:nvPr>
        </p:nvSpPr>
        <p:spPr>
          <a:ln/>
        </p:spPr>
        <p:txBody>
          <a:bodyPr/>
          <a:lstStyle>
            <a:lvl1pPr>
              <a:defRPr/>
            </a:lvl1pPr>
          </a:lstStyle>
          <a:p>
            <a:pPr>
              <a:defRPr/>
            </a:pPr>
            <a:fld id="{6DCA690E-5ADC-4EAB-9317-3FD75CDAAB08}" type="datetime1">
              <a:rPr lang="en-US" altLang="en-US"/>
              <a:pPr>
                <a:defRPr/>
              </a:pPr>
              <a:t>2/16/2021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DA58D37-5604-42BA-8783-4CA59767D26B}"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3113123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759" y="1600577"/>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9214" y="1600577"/>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3"/>
          <p:cNvSpPr>
            <a:spLocks noGrp="1" noChangeArrowheads="1"/>
          </p:cNvSpPr>
          <p:nvPr>
            <p:ph type="dt" sz="half" idx="10"/>
          </p:nvPr>
        </p:nvSpPr>
        <p:spPr>
          <a:ln/>
        </p:spPr>
        <p:txBody>
          <a:bodyPr/>
          <a:lstStyle>
            <a:lvl1pPr>
              <a:defRPr/>
            </a:lvl1pPr>
          </a:lstStyle>
          <a:p>
            <a:pPr>
              <a:defRPr/>
            </a:pPr>
            <a:fld id="{3ED1F01F-2FEF-41AD-A214-000B32E05C05}" type="datetime1">
              <a:rPr lang="en-US" altLang="en-US"/>
              <a:pPr>
                <a:defRPr/>
              </a:pPr>
              <a:t>2/16/2021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ED03D147-3A6F-4252-9AD9-ED308BA29801}"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9698157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759" y="1535470"/>
            <a:ext cx="5388320"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759" y="2175378"/>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4992" y="1535470"/>
            <a:ext cx="5390437"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4992" y="2175378"/>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3"/>
          <p:cNvSpPr>
            <a:spLocks noGrp="1" noChangeArrowheads="1"/>
          </p:cNvSpPr>
          <p:nvPr>
            <p:ph type="dt" sz="half" idx="10"/>
          </p:nvPr>
        </p:nvSpPr>
        <p:spPr>
          <a:ln/>
        </p:spPr>
        <p:txBody>
          <a:bodyPr/>
          <a:lstStyle>
            <a:lvl1pPr>
              <a:defRPr/>
            </a:lvl1pPr>
          </a:lstStyle>
          <a:p>
            <a:pPr>
              <a:defRPr/>
            </a:pPr>
            <a:fld id="{B7E415A7-A53E-4E76-9DE2-A0ED801E2D22}" type="datetime1">
              <a:rPr lang="en-US" altLang="en-US"/>
              <a:pPr>
                <a:defRPr/>
              </a:pPr>
              <a:t>2/16/2021</a:t>
            </a:fld>
            <a:endParaRPr lang="en-US" sz="1800">
              <a:solidFill>
                <a:schemeClr val="tx1"/>
              </a:solidFill>
              <a:latin typeface="Arial" pitchFamily="34" charset="0"/>
              <a:sym typeface="Arial" pitchFamily="34" charset="0"/>
            </a:endParaRPr>
          </a:p>
        </p:txBody>
      </p:sp>
      <p:sp>
        <p:nvSpPr>
          <p:cNvPr id="8"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9" name="Slide Number Placeholder 5"/>
          <p:cNvSpPr>
            <a:spLocks noGrp="1" noChangeArrowheads="1"/>
          </p:cNvSpPr>
          <p:nvPr>
            <p:ph type="sldNum" sz="quarter" idx="12"/>
          </p:nvPr>
        </p:nvSpPr>
        <p:spPr>
          <a:ln/>
        </p:spPr>
        <p:txBody>
          <a:bodyPr/>
          <a:lstStyle>
            <a:lvl1pPr>
              <a:defRPr/>
            </a:lvl1pPr>
          </a:lstStyle>
          <a:p>
            <a:pPr>
              <a:defRPr/>
            </a:pPr>
            <a:fld id="{E689C261-4544-4AA4-93CF-756A9FD07C10}"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6230699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AC62D63D-4E2E-4767-B85C-44B82BC920B5}" type="datetime1">
              <a:rPr lang="en-US" altLang="en-US"/>
              <a:pPr>
                <a:defRPr/>
              </a:pPr>
              <a:t>2/16/2021</a:t>
            </a:fld>
            <a:endParaRPr lang="en-US" sz="180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0B86347B-9EBB-4551-BED1-CFE04B1382B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72145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noChangeArrowheads="1"/>
          </p:cNvSpPr>
          <p:nvPr>
            <p:ph type="dt" sz="half" idx="10"/>
          </p:nvPr>
        </p:nvSpPr>
        <p:spPr>
          <a:ln/>
        </p:spPr>
        <p:txBody>
          <a:bodyPr/>
          <a:lstStyle>
            <a:lvl1pPr>
              <a:defRPr/>
            </a:lvl1pPr>
          </a:lstStyle>
          <a:p>
            <a:pPr>
              <a:defRPr/>
            </a:pPr>
            <a:fld id="{C0626089-623C-4C1F-9F92-FF52E24ADABC}" type="datetime1">
              <a:rPr lang="en-US" altLang="en-US"/>
              <a:pPr>
                <a:defRPr/>
              </a:pPr>
              <a:t>2/16/2021</a:t>
            </a:fld>
            <a:endParaRPr lang="en-US" sz="1800">
              <a:solidFill>
                <a:schemeClr val="tx1"/>
              </a:solidFill>
              <a:latin typeface="Arial" pitchFamily="34" charset="0"/>
              <a:sym typeface="Arial" pitchFamily="34" charset="0"/>
            </a:endParaRPr>
          </a:p>
        </p:txBody>
      </p:sp>
      <p:sp>
        <p:nvSpPr>
          <p:cNvPr id="3"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4" name="Slide Number Placeholder 5"/>
          <p:cNvSpPr>
            <a:spLocks noGrp="1" noChangeArrowheads="1"/>
          </p:cNvSpPr>
          <p:nvPr>
            <p:ph type="sldNum" sz="quarter" idx="12"/>
          </p:nvPr>
        </p:nvSpPr>
        <p:spPr>
          <a:ln/>
        </p:spPr>
        <p:txBody>
          <a:bodyPr/>
          <a:lstStyle>
            <a:lvl1pPr>
              <a:defRPr/>
            </a:lvl1pPr>
          </a:lstStyle>
          <a:p>
            <a:pPr>
              <a:defRPr/>
            </a:pPr>
            <a:fld id="{852AB93F-ACAD-45A2-806D-F968067C5BCF}"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0328664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85" y="273114"/>
            <a:ext cx="4012129" cy="116232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4767974" y="273130"/>
            <a:ext cx="6817442" cy="5854469"/>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785" y="1435437"/>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EF36EDB7-283C-4255-AC31-78E523FA0188}" type="datetime1">
              <a:rPr lang="en-US" altLang="en-US"/>
              <a:pPr>
                <a:defRPr/>
              </a:pPr>
              <a:t>2/16/2021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A6F0228C-EB43-48DD-B6CD-7C126611FD24}"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9778444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0" y="4801714"/>
            <a:ext cx="7317105" cy="566870"/>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2390340" y="612916"/>
            <a:ext cx="7317105" cy="4115753"/>
          </a:xfrm>
        </p:spPr>
        <p:txBody>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en-IN" noProof="0" smtClean="0">
              <a:sym typeface="Calibri" pitchFamily="34" charset="0"/>
            </a:endParaRPr>
          </a:p>
        </p:txBody>
      </p:sp>
      <p:sp>
        <p:nvSpPr>
          <p:cNvPr id="4" name="Text Placeholder 3"/>
          <p:cNvSpPr>
            <a:spLocks noGrp="1"/>
          </p:cNvSpPr>
          <p:nvPr>
            <p:ph type="body" sz="half" idx="2"/>
          </p:nvPr>
        </p:nvSpPr>
        <p:spPr>
          <a:xfrm>
            <a:off x="2390340" y="5368596"/>
            <a:ext cx="7317105" cy="8050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noChangeArrowheads="1"/>
          </p:cNvSpPr>
          <p:nvPr>
            <p:ph type="dt" sz="half" idx="10"/>
          </p:nvPr>
        </p:nvSpPr>
        <p:spPr>
          <a:ln/>
        </p:spPr>
        <p:txBody>
          <a:bodyPr/>
          <a:lstStyle>
            <a:lvl1pPr>
              <a:defRPr/>
            </a:lvl1pPr>
          </a:lstStyle>
          <a:p>
            <a:pPr>
              <a:defRPr/>
            </a:pPr>
            <a:fld id="{82DC896B-5ABC-411C-B114-23F7BA819D91}" type="datetime1">
              <a:rPr lang="en-US" altLang="en-US"/>
              <a:pPr>
                <a:defRPr/>
              </a:pPr>
              <a:t>2/16/2021</a:t>
            </a:fld>
            <a:endParaRPr lang="en-US" sz="1800">
              <a:solidFill>
                <a:schemeClr val="tx1"/>
              </a:solidFill>
              <a:latin typeface="Arial" pitchFamily="34" charset="0"/>
              <a:sym typeface="Arial" pitchFamily="34" charset="0"/>
            </a:endParaRPr>
          </a:p>
        </p:txBody>
      </p:sp>
      <p:sp>
        <p:nvSpPr>
          <p:cNvPr id="6"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7" name="Slide Number Placeholder 5"/>
          <p:cNvSpPr>
            <a:spLocks noGrp="1" noChangeArrowheads="1"/>
          </p:cNvSpPr>
          <p:nvPr>
            <p:ph type="sldNum" sz="quarter" idx="12"/>
          </p:nvPr>
        </p:nvSpPr>
        <p:spPr>
          <a:ln/>
        </p:spPr>
        <p:txBody>
          <a:bodyPr/>
          <a:lstStyle>
            <a:lvl1pPr>
              <a:defRPr/>
            </a:lvl1pPr>
          </a:lstStyle>
          <a:p>
            <a:pPr>
              <a:defRPr/>
            </a:pPr>
            <a:fld id="{5BC3BF4E-1876-45C6-9B4D-38EEDEF99005}"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0920479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6D9D8F1-50A0-4E0B-996C-360E57AB565C}" type="datetime1">
              <a:rPr lang="en-US" altLang="en-US"/>
              <a:pPr>
                <a:defRPr/>
              </a:pPr>
              <a:t>2/16/2021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0986A270-9C50-4595-BD90-B9B63577EE21}"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31983560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5"/>
            <a:ext cx="2743914" cy="585288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759" y="274705"/>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3189E048-0519-45DD-BE0C-626F99407E63}" type="datetime1">
              <a:rPr lang="en-US" altLang="en-US"/>
              <a:pPr>
                <a:defRPr/>
              </a:pPr>
              <a:t>2/16/2021</a:t>
            </a:fld>
            <a:endParaRPr lang="en-US" sz="1800">
              <a:solidFill>
                <a:schemeClr val="tx1"/>
              </a:solidFill>
              <a:latin typeface="Arial" pitchFamily="34" charset="0"/>
              <a:sym typeface="Arial" pitchFamily="34" charset="0"/>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6" name="Slide Number Placeholder 5"/>
          <p:cNvSpPr>
            <a:spLocks noGrp="1" noChangeArrowheads="1"/>
          </p:cNvSpPr>
          <p:nvPr>
            <p:ph type="sldNum" sz="quarter" idx="12"/>
          </p:nvPr>
        </p:nvSpPr>
        <p:spPr>
          <a:ln/>
        </p:spPr>
        <p:txBody>
          <a:bodyPr/>
          <a:lstStyle>
            <a:lvl1pPr>
              <a:defRPr/>
            </a:lvl1pPr>
          </a:lstStyle>
          <a:p>
            <a:pPr>
              <a:defRPr/>
            </a:pPr>
            <a:fld id="{CFA8E763-FE83-47EE-A1D6-46CCB6CE274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41704202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9759" y="274702"/>
            <a:ext cx="10975658" cy="1143265"/>
          </a:xfrm>
        </p:spPr>
        <p:txBody>
          <a:bodyPr/>
          <a:lstStyle/>
          <a:p>
            <a:r>
              <a:rPr lang="en-US" smtClean="0"/>
              <a:t>Click to edit Master title style</a:t>
            </a:r>
            <a:endParaRPr lang="en-IN"/>
          </a:p>
        </p:txBody>
      </p:sp>
      <p:sp>
        <p:nvSpPr>
          <p:cNvPr id="3" name="Date Placeholder 3"/>
          <p:cNvSpPr>
            <a:spLocks noGrp="1" noChangeArrowheads="1"/>
          </p:cNvSpPr>
          <p:nvPr>
            <p:ph type="dt" sz="half" idx="10"/>
          </p:nvPr>
        </p:nvSpPr>
        <p:spPr>
          <a:ln/>
        </p:spPr>
        <p:txBody>
          <a:bodyPr/>
          <a:lstStyle>
            <a:lvl1pPr>
              <a:defRPr/>
            </a:lvl1pPr>
          </a:lstStyle>
          <a:p>
            <a:pPr>
              <a:defRPr/>
            </a:pPr>
            <a:fld id="{0C1FB5AE-9B46-461C-867F-15071CC1F260}" type="datetime1">
              <a:rPr lang="en-US" altLang="en-US"/>
              <a:pPr>
                <a:defRPr/>
              </a:pPr>
              <a:t>2/16/2021</a:t>
            </a:fld>
            <a:endParaRPr lang="en-US" sz="1800">
              <a:solidFill>
                <a:schemeClr val="tx1"/>
              </a:solidFill>
              <a:latin typeface="Arial" pitchFamily="34" charset="0"/>
              <a:sym typeface="Arial" pitchFamily="34" charset="0"/>
            </a:endParaRPr>
          </a:p>
        </p:txBody>
      </p:sp>
      <p:sp>
        <p:nvSpPr>
          <p:cNvPr id="4" name="Footer Placeholder 4"/>
          <p:cNvSpPr>
            <a:spLocks noGrp="1" noChangeArrowheads="1"/>
          </p:cNvSpPr>
          <p:nvPr>
            <p:ph type="ftr" sz="quarter" idx="11"/>
          </p:nvPr>
        </p:nvSpPr>
        <p:spPr>
          <a:ln/>
        </p:spPr>
        <p:txBody>
          <a:bodyPr/>
          <a:lstStyle>
            <a:lvl1pPr>
              <a:defRPr/>
            </a:lvl1pPr>
          </a:lstStyle>
          <a:p>
            <a:pPr>
              <a:defRPr/>
            </a:pPr>
            <a:endParaRPr lang="en-US"/>
          </a:p>
        </p:txBody>
      </p:sp>
      <p:sp>
        <p:nvSpPr>
          <p:cNvPr id="5" name="Slide Number Placeholder 5"/>
          <p:cNvSpPr>
            <a:spLocks noGrp="1" noChangeArrowheads="1"/>
          </p:cNvSpPr>
          <p:nvPr>
            <p:ph type="sldNum" sz="quarter" idx="12"/>
          </p:nvPr>
        </p:nvSpPr>
        <p:spPr>
          <a:ln/>
        </p:spPr>
        <p:txBody>
          <a:bodyPr/>
          <a:lstStyle>
            <a:lvl1pPr>
              <a:defRPr/>
            </a:lvl1pPr>
          </a:lstStyle>
          <a:p>
            <a:pPr>
              <a:defRPr/>
            </a:pPr>
            <a:fld id="{629D4A31-8473-41C9-984A-45EA7F86478A}"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1556413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66">
            <a:alpha val="38823"/>
          </a:srgb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759" y="274702"/>
            <a:ext cx="10975659"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71" tIns="45689" rIns="91371" bIns="45689"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759" y="1600580"/>
            <a:ext cx="10975659"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71" tIns="45689" rIns="91371" bIns="456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760" y="6357832"/>
            <a:ext cx="2845541" cy="365209"/>
          </a:xfrm>
          <a:prstGeom prst="rect">
            <a:avLst/>
          </a:prstGeom>
        </p:spPr>
        <p:txBody>
          <a:bodyPr vert="horz" wrap="square" lIns="91371" tIns="45689" rIns="91371" bIns="45689" numCol="1" anchor="ctr" anchorCtr="0" compatLnSpc="1">
            <a:prstTxWarp prst="textNoShape">
              <a:avLst/>
            </a:prstTxWarp>
          </a:bodyPr>
          <a:lstStyle>
            <a:lvl1pPr eaLnBrk="1" hangingPunct="1">
              <a:defRPr sz="1600">
                <a:solidFill>
                  <a:srgbClr val="898989"/>
                </a:solidFill>
                <a:latin typeface="Arial" charset="0"/>
                <a:cs typeface="Arial" charset="0"/>
              </a:defRPr>
            </a:lvl1pPr>
          </a:lstStyle>
          <a:p>
            <a:pPr defTabSz="1218318" fontAlgn="base">
              <a:spcBef>
                <a:spcPct val="0"/>
              </a:spcBef>
              <a:spcAft>
                <a:spcPct val="0"/>
              </a:spcAft>
              <a:defRPr/>
            </a:pPr>
            <a:endParaRPr lang="en-US"/>
          </a:p>
        </p:txBody>
      </p:sp>
      <p:sp>
        <p:nvSpPr>
          <p:cNvPr id="5" name="Footer Placeholder 4"/>
          <p:cNvSpPr>
            <a:spLocks noGrp="1"/>
          </p:cNvSpPr>
          <p:nvPr>
            <p:ph type="ftr" sz="quarter" idx="3"/>
          </p:nvPr>
        </p:nvSpPr>
        <p:spPr>
          <a:xfrm>
            <a:off x="4166697" y="6357832"/>
            <a:ext cx="3861806" cy="365209"/>
          </a:xfrm>
          <a:prstGeom prst="rect">
            <a:avLst/>
          </a:prstGeom>
        </p:spPr>
        <p:txBody>
          <a:bodyPr vert="horz" wrap="square" lIns="91371" tIns="45689" rIns="91371" bIns="45689" numCol="1" anchor="ctr" anchorCtr="0" compatLnSpc="1">
            <a:prstTxWarp prst="textNoShape">
              <a:avLst/>
            </a:prstTxWarp>
          </a:bodyPr>
          <a:lstStyle>
            <a:lvl1pPr algn="ctr" eaLnBrk="1" hangingPunct="1">
              <a:defRPr sz="1600">
                <a:solidFill>
                  <a:srgbClr val="898989"/>
                </a:solidFill>
                <a:latin typeface="Arial" charset="0"/>
                <a:cs typeface="Arial" charset="0"/>
              </a:defRPr>
            </a:lvl1pPr>
          </a:lstStyle>
          <a:p>
            <a:pPr defTabSz="1218318" fontAlgn="base">
              <a:spcBef>
                <a:spcPct val="0"/>
              </a:spcBef>
              <a:spcAft>
                <a:spcPct val="0"/>
              </a:spcAft>
              <a:defRPr/>
            </a:pPr>
            <a:endParaRPr lang="en-US"/>
          </a:p>
        </p:txBody>
      </p:sp>
      <p:sp>
        <p:nvSpPr>
          <p:cNvPr id="6" name="Slide Number Placeholder 5"/>
          <p:cNvSpPr>
            <a:spLocks noGrp="1"/>
          </p:cNvSpPr>
          <p:nvPr>
            <p:ph type="sldNum" sz="quarter" idx="4"/>
          </p:nvPr>
        </p:nvSpPr>
        <p:spPr>
          <a:xfrm>
            <a:off x="8739887" y="6357832"/>
            <a:ext cx="2845541" cy="365209"/>
          </a:xfrm>
          <a:prstGeom prst="rect">
            <a:avLst/>
          </a:prstGeom>
        </p:spPr>
        <p:txBody>
          <a:bodyPr vert="horz" wrap="square" lIns="91371" tIns="45689" rIns="91371" bIns="45689" numCol="1" anchor="ctr" anchorCtr="0" compatLnSpc="1">
            <a:prstTxWarp prst="textNoShape">
              <a:avLst/>
            </a:prstTxWarp>
          </a:bodyPr>
          <a:lstStyle>
            <a:lvl1pPr algn="r" eaLnBrk="1" hangingPunct="1">
              <a:defRPr sz="1600">
                <a:solidFill>
                  <a:srgbClr val="898989"/>
                </a:solidFill>
                <a:latin typeface="Arial" charset="0"/>
                <a:cs typeface="Arial" charset="0"/>
              </a:defRPr>
            </a:lvl1pPr>
          </a:lstStyle>
          <a:p>
            <a:pPr defTabSz="1218318" fontAlgn="base">
              <a:spcBef>
                <a:spcPct val="0"/>
              </a:spcBef>
              <a:spcAft>
                <a:spcPct val="0"/>
              </a:spcAft>
              <a:defRPr/>
            </a:pPr>
            <a:fld id="{5340AFE2-CA26-460C-88ED-52320DCA7B2B}" type="slidenum">
              <a:rPr lang="en-US" smtClean="0"/>
              <a:pPr defTabSz="1218318" fontAlgn="base">
                <a:spcBef>
                  <a:spcPct val="0"/>
                </a:spcBef>
                <a:spcAft>
                  <a:spcPct val="0"/>
                </a:spcAft>
                <a:defRPr/>
              </a:pPr>
              <a:t>‹#›</a:t>
            </a:fld>
            <a:endParaRPr lang="en-US"/>
          </a:p>
        </p:txBody>
      </p:sp>
    </p:spTree>
    <p:extLst>
      <p:ext uri="{BB962C8B-B14F-4D97-AF65-F5344CB8AC3E}">
        <p14:creationId xmlns:p14="http://schemas.microsoft.com/office/powerpoint/2010/main" val="1635481756"/>
      </p:ext>
    </p:extLst>
  </p:cSld>
  <p:clrMap bg1="lt1" tx1="dk1" bg2="lt2" tx2="dk2" accent1="accent1" accent2="accent2" accent3="accent3" accent4="accent4" accent5="accent5" accent6="accent6" hlink="hlink" folHlink="folHlink"/>
  <p:sldLayoutIdLst>
    <p:sldLayoutId id="2147484681" r:id="rId1"/>
    <p:sldLayoutId id="2147484682" r:id="rId2"/>
    <p:sldLayoutId id="2147484683" r:id="rId3"/>
    <p:sldLayoutId id="2147484684" r:id="rId4"/>
    <p:sldLayoutId id="2147484685" r:id="rId5"/>
    <p:sldLayoutId id="2147484686" r:id="rId6"/>
    <p:sldLayoutId id="2147484687" r:id="rId7"/>
    <p:sldLayoutId id="2147484688" r:id="rId8"/>
    <p:sldLayoutId id="2147484689" r:id="rId9"/>
    <p:sldLayoutId id="2147484690" r:id="rId10"/>
    <p:sldLayoutId id="2147484691" r:id="rId1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defRPr>
      </a:lvl2pPr>
      <a:lvl3pPr algn="ctr" rtl="0" eaLnBrk="0" fontAlgn="base" hangingPunct="0">
        <a:spcBef>
          <a:spcPct val="0"/>
        </a:spcBef>
        <a:spcAft>
          <a:spcPct val="0"/>
        </a:spcAft>
        <a:defRPr sz="5867">
          <a:solidFill>
            <a:schemeClr val="tx1"/>
          </a:solidFill>
          <a:latin typeface="Calibri" pitchFamily="34" charset="0"/>
        </a:defRPr>
      </a:lvl3pPr>
      <a:lvl4pPr algn="ctr" rtl="0" eaLnBrk="0" fontAlgn="base" hangingPunct="0">
        <a:spcBef>
          <a:spcPct val="0"/>
        </a:spcBef>
        <a:spcAft>
          <a:spcPct val="0"/>
        </a:spcAft>
        <a:defRPr sz="5867">
          <a:solidFill>
            <a:schemeClr val="tx1"/>
          </a:solidFill>
          <a:latin typeface="Calibri" pitchFamily="34" charset="0"/>
        </a:defRPr>
      </a:lvl4pPr>
      <a:lvl5pPr algn="ctr" rtl="0" eaLnBrk="0" fontAlgn="base" hangingPunct="0">
        <a:spcBef>
          <a:spcPct val="0"/>
        </a:spcBef>
        <a:spcAft>
          <a:spcPct val="0"/>
        </a:spcAft>
        <a:defRPr sz="5867">
          <a:solidFill>
            <a:schemeClr val="tx1"/>
          </a:solidFill>
          <a:latin typeface="Calibri" pitchFamily="34" charset="0"/>
        </a:defRPr>
      </a:lvl5pPr>
      <a:lvl6pPr marL="609170" algn="ctr" rtl="0" fontAlgn="base">
        <a:spcBef>
          <a:spcPct val="0"/>
        </a:spcBef>
        <a:spcAft>
          <a:spcPct val="0"/>
        </a:spcAft>
        <a:defRPr sz="5867">
          <a:solidFill>
            <a:schemeClr val="tx1"/>
          </a:solidFill>
          <a:latin typeface="Calibri" pitchFamily="34" charset="0"/>
        </a:defRPr>
      </a:lvl6pPr>
      <a:lvl7pPr marL="1218318" algn="ctr" rtl="0" fontAlgn="base">
        <a:spcBef>
          <a:spcPct val="0"/>
        </a:spcBef>
        <a:spcAft>
          <a:spcPct val="0"/>
        </a:spcAft>
        <a:defRPr sz="5867">
          <a:solidFill>
            <a:schemeClr val="tx1"/>
          </a:solidFill>
          <a:latin typeface="Calibri" pitchFamily="34" charset="0"/>
        </a:defRPr>
      </a:lvl7pPr>
      <a:lvl8pPr marL="1827490" algn="ctr" rtl="0" fontAlgn="base">
        <a:spcBef>
          <a:spcPct val="0"/>
        </a:spcBef>
        <a:spcAft>
          <a:spcPct val="0"/>
        </a:spcAft>
        <a:defRPr sz="5867">
          <a:solidFill>
            <a:schemeClr val="tx1"/>
          </a:solidFill>
          <a:latin typeface="Calibri" pitchFamily="34" charset="0"/>
        </a:defRPr>
      </a:lvl8pPr>
      <a:lvl9pPr marL="2436648" algn="ctr" rtl="0" fontAlgn="base">
        <a:spcBef>
          <a:spcPct val="0"/>
        </a:spcBef>
        <a:spcAft>
          <a:spcPct val="0"/>
        </a:spcAft>
        <a:defRPr sz="5867">
          <a:solidFill>
            <a:schemeClr val="tx1"/>
          </a:solidFill>
          <a:latin typeface="Calibri" pitchFamily="34" charset="0"/>
        </a:defRPr>
      </a:lvl9pPr>
    </p:titleStyle>
    <p:bodyStyle>
      <a:lvl1pPr marL="456864" indent="-456864" algn="l" rtl="0" eaLnBrk="0" fontAlgn="base" hangingPunct="0">
        <a:spcBef>
          <a:spcPct val="20000"/>
        </a:spcBef>
        <a:spcAft>
          <a:spcPct val="0"/>
        </a:spcAft>
        <a:buFont typeface="Arial" pitchFamily="34" charset="0"/>
        <a:buChar char="•"/>
        <a:defRPr sz="4267" kern="1200">
          <a:solidFill>
            <a:schemeClr val="tx1"/>
          </a:solidFill>
          <a:latin typeface="+mn-lt"/>
          <a:ea typeface="+mn-ea"/>
          <a:cs typeface="+mn-cs"/>
        </a:defRPr>
      </a:lvl1pPr>
      <a:lvl2pPr marL="989883" indent="-380732" algn="l" rtl="0" eaLnBrk="0" fontAlgn="base" hangingPunct="0">
        <a:spcBef>
          <a:spcPct val="20000"/>
        </a:spcBef>
        <a:spcAft>
          <a:spcPct val="0"/>
        </a:spcAft>
        <a:buFont typeface="Arial" pitchFamily="34" charset="0"/>
        <a:buChar char="–"/>
        <a:defRPr sz="3734" kern="1200">
          <a:solidFill>
            <a:schemeClr val="tx1"/>
          </a:solidFill>
          <a:latin typeface="+mn-lt"/>
          <a:ea typeface="+mn-ea"/>
          <a:cs typeface="+mn-cs"/>
        </a:defRPr>
      </a:lvl2pPr>
      <a:lvl3pPr marL="1522903" indent="-304579"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3pPr>
      <a:lvl4pPr marL="2132069" indent="-304579"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4pPr>
      <a:lvl5pPr marL="2741240" indent="-304579"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5pPr>
      <a:lvl6pPr marL="3350388"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59559"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68722"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77880"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8318" rtl="0" eaLnBrk="1" latinLnBrk="0" hangingPunct="1">
        <a:defRPr sz="2400" kern="1200">
          <a:solidFill>
            <a:schemeClr val="tx1"/>
          </a:solidFill>
          <a:latin typeface="+mn-lt"/>
          <a:ea typeface="+mn-ea"/>
          <a:cs typeface="+mn-cs"/>
        </a:defRPr>
      </a:lvl1pPr>
      <a:lvl2pPr marL="609170" algn="l" defTabSz="1218318" rtl="0" eaLnBrk="1" latinLnBrk="0" hangingPunct="1">
        <a:defRPr sz="2400" kern="1200">
          <a:solidFill>
            <a:schemeClr val="tx1"/>
          </a:solidFill>
          <a:latin typeface="+mn-lt"/>
          <a:ea typeface="+mn-ea"/>
          <a:cs typeface="+mn-cs"/>
        </a:defRPr>
      </a:lvl2pPr>
      <a:lvl3pPr marL="1218318" algn="l" defTabSz="1218318" rtl="0" eaLnBrk="1" latinLnBrk="0" hangingPunct="1">
        <a:defRPr sz="2400" kern="1200">
          <a:solidFill>
            <a:schemeClr val="tx1"/>
          </a:solidFill>
          <a:latin typeface="+mn-lt"/>
          <a:ea typeface="+mn-ea"/>
          <a:cs typeface="+mn-cs"/>
        </a:defRPr>
      </a:lvl3pPr>
      <a:lvl4pPr marL="1827490" algn="l" defTabSz="1218318" rtl="0" eaLnBrk="1" latinLnBrk="0" hangingPunct="1">
        <a:defRPr sz="2400" kern="1200">
          <a:solidFill>
            <a:schemeClr val="tx1"/>
          </a:solidFill>
          <a:latin typeface="+mn-lt"/>
          <a:ea typeface="+mn-ea"/>
          <a:cs typeface="+mn-cs"/>
        </a:defRPr>
      </a:lvl4pPr>
      <a:lvl5pPr marL="2436648" algn="l" defTabSz="1218318" rtl="0" eaLnBrk="1" latinLnBrk="0" hangingPunct="1">
        <a:defRPr sz="2400" kern="1200">
          <a:solidFill>
            <a:schemeClr val="tx1"/>
          </a:solidFill>
          <a:latin typeface="+mn-lt"/>
          <a:ea typeface="+mn-ea"/>
          <a:cs typeface="+mn-cs"/>
        </a:defRPr>
      </a:lvl5pPr>
      <a:lvl6pPr marL="3045812" algn="l" defTabSz="1218318" rtl="0" eaLnBrk="1" latinLnBrk="0" hangingPunct="1">
        <a:defRPr sz="2400" kern="1200">
          <a:solidFill>
            <a:schemeClr val="tx1"/>
          </a:solidFill>
          <a:latin typeface="+mn-lt"/>
          <a:ea typeface="+mn-ea"/>
          <a:cs typeface="+mn-cs"/>
        </a:defRPr>
      </a:lvl6pPr>
      <a:lvl7pPr marL="3654975" algn="l" defTabSz="1218318" rtl="0" eaLnBrk="1" latinLnBrk="0" hangingPunct="1">
        <a:defRPr sz="2400" kern="1200">
          <a:solidFill>
            <a:schemeClr val="tx1"/>
          </a:solidFill>
          <a:latin typeface="+mn-lt"/>
          <a:ea typeface="+mn-ea"/>
          <a:cs typeface="+mn-cs"/>
        </a:defRPr>
      </a:lvl7pPr>
      <a:lvl8pPr marL="4264139" algn="l" defTabSz="1218318" rtl="0" eaLnBrk="1" latinLnBrk="0" hangingPunct="1">
        <a:defRPr sz="2400" kern="1200">
          <a:solidFill>
            <a:schemeClr val="tx1"/>
          </a:solidFill>
          <a:latin typeface="+mn-lt"/>
          <a:ea typeface="+mn-ea"/>
          <a:cs typeface="+mn-cs"/>
        </a:defRPr>
      </a:lvl8pPr>
      <a:lvl9pPr marL="4873305" algn="l" defTabSz="1218318"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759" y="274702"/>
            <a:ext cx="10975658"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759" y="1600573"/>
            <a:ext cx="10975658"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759" y="6357825"/>
            <a:ext cx="2845541" cy="365210"/>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6685" y="6357825"/>
            <a:ext cx="3861805" cy="365210"/>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9875" y="6357825"/>
            <a:ext cx="2845541" cy="365210"/>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374940554"/>
      </p:ext>
    </p:extLst>
  </p:cSld>
  <p:clrMap bg1="lt1" tx1="dk1" bg2="lt2" tx2="dk2" accent1="accent1" accent2="accent2" accent3="accent3" accent4="accent4" accent5="accent5" accent6="accent6" hlink="hlink" folHlink="folHlink"/>
  <p:sldLayoutIdLst>
    <p:sldLayoutId id="2147484717"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 id="2147484741" r:id="rId12"/>
  </p:sldLayoutIdLst>
  <p:txStyles>
    <p:titleStyle>
      <a:lvl1pPr algn="ctr" rtl="0" eaLnBrk="0" fontAlgn="base" hangingPunct="0">
        <a:spcBef>
          <a:spcPct val="0"/>
        </a:spcBef>
        <a:spcAft>
          <a:spcPct val="0"/>
        </a:spcAft>
        <a:defRPr sz="4401" kern="1200">
          <a:solidFill>
            <a:schemeClr val="tx1"/>
          </a:solidFill>
          <a:latin typeface="+mj-lt"/>
          <a:ea typeface="+mj-ea"/>
          <a:cs typeface="+mj-cs"/>
        </a:defRPr>
      </a:lvl1pPr>
      <a:lvl2pPr algn="ctr" rtl="0" eaLnBrk="0" fontAlgn="base" hangingPunct="0">
        <a:spcBef>
          <a:spcPct val="0"/>
        </a:spcBef>
        <a:spcAft>
          <a:spcPct val="0"/>
        </a:spcAft>
        <a:defRPr sz="4401">
          <a:solidFill>
            <a:schemeClr val="tx1"/>
          </a:solidFill>
          <a:latin typeface="Calibri" pitchFamily="34" charset="0"/>
        </a:defRPr>
      </a:lvl2pPr>
      <a:lvl3pPr algn="ctr" rtl="0" eaLnBrk="0" fontAlgn="base" hangingPunct="0">
        <a:spcBef>
          <a:spcPct val="0"/>
        </a:spcBef>
        <a:spcAft>
          <a:spcPct val="0"/>
        </a:spcAft>
        <a:defRPr sz="4401">
          <a:solidFill>
            <a:schemeClr val="tx1"/>
          </a:solidFill>
          <a:latin typeface="Calibri" pitchFamily="34" charset="0"/>
        </a:defRPr>
      </a:lvl3pPr>
      <a:lvl4pPr algn="ctr" rtl="0" eaLnBrk="0" fontAlgn="base" hangingPunct="0">
        <a:spcBef>
          <a:spcPct val="0"/>
        </a:spcBef>
        <a:spcAft>
          <a:spcPct val="0"/>
        </a:spcAft>
        <a:defRPr sz="4401">
          <a:solidFill>
            <a:schemeClr val="tx1"/>
          </a:solidFill>
          <a:latin typeface="Calibri" pitchFamily="34" charset="0"/>
        </a:defRPr>
      </a:lvl4pPr>
      <a:lvl5pPr algn="ctr" rtl="0" eaLnBrk="0" fontAlgn="base" hangingPunct="0">
        <a:spcBef>
          <a:spcPct val="0"/>
        </a:spcBef>
        <a:spcAft>
          <a:spcPct val="0"/>
        </a:spcAft>
        <a:defRPr sz="4401">
          <a:solidFill>
            <a:schemeClr val="tx1"/>
          </a:solidFill>
          <a:latin typeface="Calibri" pitchFamily="34" charset="0"/>
        </a:defRPr>
      </a:lvl5pPr>
      <a:lvl6pPr marL="457291" algn="ctr" rtl="0" fontAlgn="base">
        <a:spcBef>
          <a:spcPct val="0"/>
        </a:spcBef>
        <a:spcAft>
          <a:spcPct val="0"/>
        </a:spcAft>
        <a:defRPr sz="4401">
          <a:solidFill>
            <a:schemeClr val="tx1"/>
          </a:solidFill>
          <a:latin typeface="Calibri" pitchFamily="34" charset="0"/>
        </a:defRPr>
      </a:lvl6pPr>
      <a:lvl7pPr marL="914583" algn="ctr" rtl="0" fontAlgn="base">
        <a:spcBef>
          <a:spcPct val="0"/>
        </a:spcBef>
        <a:spcAft>
          <a:spcPct val="0"/>
        </a:spcAft>
        <a:defRPr sz="4401">
          <a:solidFill>
            <a:schemeClr val="tx1"/>
          </a:solidFill>
          <a:latin typeface="Calibri" pitchFamily="34" charset="0"/>
        </a:defRPr>
      </a:lvl7pPr>
      <a:lvl8pPr marL="1371874" algn="ctr" rtl="0" fontAlgn="base">
        <a:spcBef>
          <a:spcPct val="0"/>
        </a:spcBef>
        <a:spcAft>
          <a:spcPct val="0"/>
        </a:spcAft>
        <a:defRPr sz="4401">
          <a:solidFill>
            <a:schemeClr val="tx1"/>
          </a:solidFill>
          <a:latin typeface="Calibri" pitchFamily="34" charset="0"/>
        </a:defRPr>
      </a:lvl8pPr>
      <a:lvl9pPr marL="1829166" algn="ctr" rtl="0" fontAlgn="base">
        <a:spcBef>
          <a:spcPct val="0"/>
        </a:spcBef>
        <a:spcAft>
          <a:spcPct val="0"/>
        </a:spcAft>
        <a:defRPr sz="4401">
          <a:solidFill>
            <a:schemeClr val="tx1"/>
          </a:solidFill>
          <a:latin typeface="Calibri" pitchFamily="34" charset="0"/>
        </a:defRPr>
      </a:lvl9pPr>
    </p:titleStyle>
    <p:bodyStyle>
      <a:lvl1pPr marL="342969" indent="-342969"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99" indent="-285808"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229" indent="-228646"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520"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811"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5103"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gradFill rotWithShape="1">
          <a:gsLst>
            <a:gs pos="0">
              <a:srgbClr val="5E9EFF"/>
            </a:gs>
            <a:gs pos="39998">
              <a:srgbClr val="85C2FF"/>
            </a:gs>
            <a:gs pos="70000">
              <a:srgbClr val="C4D6EB"/>
            </a:gs>
            <a:gs pos="100000">
              <a:srgbClr val="FFEBFA"/>
            </a:gs>
          </a:gsLst>
          <a:lin ang="5400000" scaled="1"/>
        </a:gra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idx="4294967295"/>
          </p:nvPr>
        </p:nvSpPr>
        <p:spPr bwMode="auto">
          <a:xfrm>
            <a:off x="609759" y="274702"/>
            <a:ext cx="10975658" cy="11432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sym typeface="Calibri" pitchFamily="34" charset="0"/>
              </a:rPr>
              <a:t>Click to edit Master title style</a:t>
            </a:r>
          </a:p>
        </p:txBody>
      </p:sp>
      <p:sp>
        <p:nvSpPr>
          <p:cNvPr id="1027" name="Text Placeholder 2"/>
          <p:cNvSpPr>
            <a:spLocks noGrp="1" noChangeArrowheads="1"/>
          </p:cNvSpPr>
          <p:nvPr>
            <p:ph type="body" idx="1"/>
          </p:nvPr>
        </p:nvSpPr>
        <p:spPr bwMode="auto">
          <a:xfrm>
            <a:off x="609759" y="1600577"/>
            <a:ext cx="10975658" cy="452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sym typeface="Calibri" pitchFamily="34" charset="0"/>
              </a:rPr>
              <a:t>Click to edit Master text styles</a:t>
            </a:r>
          </a:p>
          <a:p>
            <a:pPr lvl="1"/>
            <a:r>
              <a:rPr lang="en-US" altLang="zh-CN" smtClean="0">
                <a:sym typeface="Calibri" pitchFamily="34" charset="0"/>
              </a:rPr>
              <a:t>Second level</a:t>
            </a:r>
          </a:p>
          <a:p>
            <a:pPr lvl="2"/>
            <a:r>
              <a:rPr lang="en-US" altLang="zh-CN" smtClean="0">
                <a:sym typeface="Calibri" pitchFamily="34" charset="0"/>
              </a:rPr>
              <a:t>Third level</a:t>
            </a:r>
          </a:p>
          <a:p>
            <a:pPr lvl="3"/>
            <a:r>
              <a:rPr lang="en-US" altLang="zh-CN" smtClean="0">
                <a:sym typeface="Calibri" pitchFamily="34" charset="0"/>
              </a:rPr>
              <a:t>Fourth level</a:t>
            </a:r>
          </a:p>
          <a:p>
            <a:pPr lvl="4"/>
            <a:r>
              <a:rPr lang="en-US" altLang="zh-CN" smtClean="0">
                <a:sym typeface="Calibri" pitchFamily="34" charset="0"/>
              </a:rPr>
              <a:t>Fifth level</a:t>
            </a:r>
          </a:p>
        </p:txBody>
      </p:sp>
      <p:sp>
        <p:nvSpPr>
          <p:cNvPr id="1028" name="Date Placeholder 3"/>
          <p:cNvSpPr>
            <a:spLocks noGrp="1" noChangeArrowheads="1"/>
          </p:cNvSpPr>
          <p:nvPr>
            <p:ph type="dt" sz="half" idx="2"/>
          </p:nvPr>
        </p:nvSpPr>
        <p:spPr bwMode="auto">
          <a:xfrm>
            <a:off x="609759" y="6357825"/>
            <a:ext cx="2845541" cy="365210"/>
          </a:xfrm>
          <a:prstGeom prst="rect">
            <a:avLst/>
          </a:prstGeom>
          <a:noFill/>
          <a:ln>
            <a:noFill/>
          </a:ln>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1200">
                <a:solidFill>
                  <a:srgbClr val="898989"/>
                </a:solidFill>
                <a:latin typeface="+mn-lt"/>
                <a:sym typeface="Calibri" pitchFamily="34" charset="0"/>
              </a:defRPr>
            </a:lvl1pPr>
          </a:lstStyle>
          <a:p>
            <a:pPr>
              <a:defRPr/>
            </a:pPr>
            <a:fld id="{51A18532-656D-4304-811A-EFD276C53D5D}" type="datetime1">
              <a:rPr lang="en-US" altLang="en-US"/>
              <a:pPr>
                <a:defRPr/>
              </a:pPr>
              <a:t>2/16/2021</a:t>
            </a:fld>
            <a:endParaRPr lang="en-US" sz="1800">
              <a:solidFill>
                <a:schemeClr val="tx1"/>
              </a:solidFill>
              <a:latin typeface="Arial" pitchFamily="34" charset="0"/>
              <a:sym typeface="Arial" pitchFamily="34" charset="0"/>
            </a:endParaRPr>
          </a:p>
        </p:txBody>
      </p:sp>
      <p:sp>
        <p:nvSpPr>
          <p:cNvPr id="1029" name="Footer Placeholder 4"/>
          <p:cNvSpPr>
            <a:spLocks noGrp="1" noChangeArrowheads="1"/>
          </p:cNvSpPr>
          <p:nvPr>
            <p:ph type="ftr" sz="quarter" idx="3"/>
          </p:nvPr>
        </p:nvSpPr>
        <p:spPr bwMode="auto">
          <a:xfrm>
            <a:off x="4166685" y="6357825"/>
            <a:ext cx="3861805" cy="365210"/>
          </a:xfrm>
          <a:prstGeom prst="rect">
            <a:avLst/>
          </a:prstGeom>
          <a:noFill/>
          <a:ln>
            <a:noFill/>
          </a:ln>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1200">
                <a:solidFill>
                  <a:srgbClr val="898989"/>
                </a:solidFill>
                <a:latin typeface="+mn-lt"/>
                <a:sym typeface="Calibri" pitchFamily="34" charset="0"/>
              </a:defRPr>
            </a:lvl1pPr>
          </a:lstStyle>
          <a:p>
            <a:pPr>
              <a:defRPr/>
            </a:pPr>
            <a:endParaRPr lang="en-US"/>
          </a:p>
        </p:txBody>
      </p:sp>
      <p:sp>
        <p:nvSpPr>
          <p:cNvPr id="1030" name="Slide Number Placeholder 5"/>
          <p:cNvSpPr>
            <a:spLocks noGrp="1" noChangeArrowheads="1"/>
          </p:cNvSpPr>
          <p:nvPr>
            <p:ph type="sldNum" sz="quarter" idx="4"/>
          </p:nvPr>
        </p:nvSpPr>
        <p:spPr bwMode="auto">
          <a:xfrm>
            <a:off x="8739875" y="6357825"/>
            <a:ext cx="2845541" cy="365210"/>
          </a:xfrm>
          <a:prstGeom prst="rect">
            <a:avLst/>
          </a:prstGeom>
          <a:noFill/>
          <a:ln>
            <a:noFill/>
          </a:ln>
          <a:extLst/>
        </p:spPr>
        <p:txBody>
          <a:bodyPr vert="horz" wrap="square" lIns="91440" tIns="45720" rIns="91440" bIns="45720" numCol="1" anchor="ctr" anchorCtr="0" compatLnSpc="1">
            <a:prstTxWarp prst="textNoShape">
              <a:avLst/>
            </a:prstTxWarp>
          </a:bodyPr>
          <a:lstStyle>
            <a:lvl1pPr algn="r" eaLnBrk="1" hangingPunct="1">
              <a:buFont typeface="Arial" pitchFamily="34" charset="0"/>
              <a:buNone/>
              <a:defRPr sz="1200">
                <a:solidFill>
                  <a:srgbClr val="898989"/>
                </a:solidFill>
                <a:latin typeface="+mn-lt"/>
                <a:sym typeface="Calibri" pitchFamily="34" charset="0"/>
              </a:defRPr>
            </a:lvl1pPr>
          </a:lstStyle>
          <a:p>
            <a:pPr>
              <a:defRPr/>
            </a:pPr>
            <a:fld id="{15EAD50F-7A61-4A7E-8B72-AE488481D12C}" type="slidenum">
              <a:rPr lang="en-US" altLang="en-US"/>
              <a:pPr>
                <a:defRPr/>
              </a:pPr>
              <a:t>‹#›</a:t>
            </a:fld>
            <a:endParaRPr lang="en-US" sz="1800">
              <a:solidFill>
                <a:schemeClr val="tx1"/>
              </a:solidFill>
              <a:latin typeface="Arial" pitchFamily="34" charset="0"/>
              <a:sym typeface="Arial" pitchFamily="34" charset="0"/>
            </a:endParaRPr>
          </a:p>
        </p:txBody>
      </p:sp>
    </p:spTree>
    <p:extLst>
      <p:ext uri="{BB962C8B-B14F-4D97-AF65-F5344CB8AC3E}">
        <p14:creationId xmlns:p14="http://schemas.microsoft.com/office/powerpoint/2010/main" val="2292157406"/>
      </p:ext>
    </p:extLst>
  </p:cSld>
  <p:clrMap bg1="lt1" tx1="dk1" bg2="lt2" tx2="dk2" accent1="accent1" accent2="accent2" accent3="accent3" accent4="accent4" accent5="accent5" accent6="accent6" hlink="hlink" folHlink="folHlink"/>
  <p:sldLayoutIdLst>
    <p:sldLayoutId id="2147484729" r:id="rId1"/>
    <p:sldLayoutId id="2147484730" r:id="rId2"/>
    <p:sldLayoutId id="2147484731" r:id="rId3"/>
    <p:sldLayoutId id="2147484732" r:id="rId4"/>
    <p:sldLayoutId id="2147484733" r:id="rId5"/>
    <p:sldLayoutId id="2147484734" r:id="rId6"/>
    <p:sldLayoutId id="2147484735" r:id="rId7"/>
    <p:sldLayoutId id="2147484736" r:id="rId8"/>
    <p:sldLayoutId id="2147484737" r:id="rId9"/>
    <p:sldLayoutId id="2147484738" r:id="rId10"/>
    <p:sldLayoutId id="2147484739" r:id="rId11"/>
    <p:sldLayoutId id="2147484740" r:id="rId12"/>
  </p:sldLayoutIdLst>
  <p:hf sldNum="0" hdr="0" ftr="0"/>
  <p:txStyles>
    <p:titleStyle>
      <a:lvl1pPr algn="ctr" rtl="0" eaLnBrk="0" fontAlgn="base" hangingPunct="0">
        <a:spcBef>
          <a:spcPct val="0"/>
        </a:spcBef>
        <a:spcAft>
          <a:spcPct val="0"/>
        </a:spcAft>
        <a:defRPr sz="4401">
          <a:solidFill>
            <a:schemeClr val="tx1"/>
          </a:solidFill>
          <a:latin typeface="+mj-lt"/>
          <a:ea typeface="+mj-ea"/>
          <a:cs typeface="+mj-cs"/>
          <a:sym typeface="Calibri" pitchFamily="34" charset="0"/>
        </a:defRPr>
      </a:lvl1pPr>
      <a:lvl2pPr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2pPr>
      <a:lvl3pPr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3pPr>
      <a:lvl4pPr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4pPr>
      <a:lvl5pPr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5pPr>
      <a:lvl6pPr marL="457291"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6pPr>
      <a:lvl7pPr marL="914583"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7pPr>
      <a:lvl8pPr marL="1371874"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8pPr>
      <a:lvl9pPr marL="1829166" algn="ctr" rtl="0" eaLnBrk="0" fontAlgn="base" hangingPunct="0">
        <a:spcBef>
          <a:spcPct val="0"/>
        </a:spcBef>
        <a:spcAft>
          <a:spcPct val="0"/>
        </a:spcAft>
        <a:defRPr sz="4401">
          <a:solidFill>
            <a:schemeClr val="tx1"/>
          </a:solidFill>
          <a:latin typeface="Calibri" pitchFamily="34" charset="0"/>
          <a:ea typeface="SimSun" pitchFamily="2" charset="-122"/>
          <a:sym typeface="Calibri" pitchFamily="34" charset="0"/>
        </a:defRPr>
      </a:lvl9pPr>
    </p:titleStyle>
    <p:bodyStyle>
      <a:lvl1pPr marL="342969" indent="-342969" algn="l" defTabSz="0" rtl="0" eaLnBrk="0" fontAlgn="base" hangingPunct="0">
        <a:spcBef>
          <a:spcPct val="20000"/>
        </a:spcBef>
        <a:spcAft>
          <a:spcPct val="0"/>
        </a:spcAft>
        <a:buFont typeface="Arial" charset="0"/>
        <a:buChar char="•"/>
        <a:defRPr sz="3201">
          <a:solidFill>
            <a:schemeClr val="tx1"/>
          </a:solidFill>
          <a:latin typeface="+mn-lt"/>
          <a:ea typeface="+mn-ea"/>
          <a:cs typeface="+mn-cs"/>
          <a:sym typeface="Calibri" pitchFamily="34" charset="0"/>
        </a:defRPr>
      </a:lvl1pPr>
      <a:lvl2pPr marL="743099" indent="-285808" algn="l" defTabSz="0" rtl="0" eaLnBrk="0" fontAlgn="base" hangingPunct="0">
        <a:spcBef>
          <a:spcPct val="20000"/>
        </a:spcBef>
        <a:spcAft>
          <a:spcPct val="0"/>
        </a:spcAft>
        <a:buFont typeface="Arial" charset="0"/>
        <a:buChar char="–"/>
        <a:defRPr sz="2801">
          <a:solidFill>
            <a:schemeClr val="tx1"/>
          </a:solidFill>
          <a:latin typeface="+mn-lt"/>
          <a:ea typeface="+mn-ea"/>
          <a:sym typeface="Calibri" pitchFamily="34" charset="0"/>
        </a:defRPr>
      </a:lvl2pPr>
      <a:lvl3pPr marL="1143229" indent="-228646" algn="l" defTabSz="0" rtl="0" eaLnBrk="0" fontAlgn="base" hangingPunct="0">
        <a:spcBef>
          <a:spcPct val="20000"/>
        </a:spcBef>
        <a:spcAft>
          <a:spcPct val="0"/>
        </a:spcAft>
        <a:buFont typeface="Arial" charset="0"/>
        <a:buChar char="•"/>
        <a:defRPr sz="2400">
          <a:solidFill>
            <a:schemeClr val="tx1"/>
          </a:solidFill>
          <a:latin typeface="+mn-lt"/>
          <a:ea typeface="+mn-ea"/>
          <a:sym typeface="Calibri" pitchFamily="34" charset="0"/>
        </a:defRPr>
      </a:lvl3pPr>
      <a:lvl4pPr marL="1600520" indent="-228646"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4pPr>
      <a:lvl5pPr marL="2057811" indent="-228646" algn="l" defTabSz="0" rtl="0" eaLnBrk="0" fontAlgn="base" hangingPunct="0">
        <a:spcBef>
          <a:spcPct val="20000"/>
        </a:spcBef>
        <a:spcAft>
          <a:spcPct val="0"/>
        </a:spcAft>
        <a:buFont typeface="Arial" charset="0"/>
        <a:buChar char="»"/>
        <a:defRPr sz="2000">
          <a:solidFill>
            <a:schemeClr val="tx1"/>
          </a:solidFill>
          <a:latin typeface="+mn-lt"/>
          <a:ea typeface="+mn-ea"/>
          <a:sym typeface="Calibri" pitchFamily="34" charset="0"/>
        </a:defRPr>
      </a:lvl5pPr>
      <a:lvl6pPr marL="2515103" indent="-228646"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2394" indent="-228646"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686" indent="-228646"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977" indent="-228646"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8.xml"/><Relationship Id="rId1" Type="http://schemas.openxmlformats.org/officeDocument/2006/relationships/themeOverride" Target="../theme/themeOverride2.xml"/><Relationship Id="rId4" Type="http://schemas.openxmlformats.org/officeDocument/2006/relationships/image" Target="../media/image17.jpeg"/></Relationships>
</file>

<file path=ppt/slides/_rels/slide7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8.xml"/><Relationship Id="rId1" Type="http://schemas.openxmlformats.org/officeDocument/2006/relationships/themeOverride" Target="../theme/themeOverride3.xml"/></Relationships>
</file>

<file path=ppt/slides/_rels/slide7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8.xml"/><Relationship Id="rId1" Type="http://schemas.openxmlformats.org/officeDocument/2006/relationships/themeOverride" Target="../theme/themeOverr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3"/>
          <a:stretch>
            <a:fillRect/>
          </a:stretch>
        </p:blipFill>
        <p:spPr>
          <a:xfrm>
            <a:off x="176" y="0"/>
            <a:ext cx="12194822" cy="6859588"/>
          </a:xfrm>
          <a:prstGeom prst="rect">
            <a:avLst/>
          </a:prstGeom>
        </p:spPr>
      </p:pic>
    </p:spTree>
    <p:extLst>
      <p:ext uri="{BB962C8B-B14F-4D97-AF65-F5344CB8AC3E}">
        <p14:creationId xmlns:p14="http://schemas.microsoft.com/office/powerpoint/2010/main" val="3372236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6355" y="-315368"/>
            <a:ext cx="7058213" cy="584887"/>
          </a:xfrm>
          <a:prstGeom prst="rect">
            <a:avLst/>
          </a:prstGeom>
        </p:spPr>
        <p:txBody>
          <a:bodyPr wrap="square">
            <a:spAutoFit/>
          </a:bodyPr>
          <a:lstStyle/>
          <a:p>
            <a:pPr algn="ctr" defTabSz="914492">
              <a:defRPr/>
            </a:pPr>
            <a:endParaRPr lang="en-US" sz="3201"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 y="-22934"/>
            <a:ext cx="12194469" cy="6882423"/>
          </a:xfrm>
          <a:prstGeom prst="rect">
            <a:avLst/>
          </a:prstGeom>
        </p:spPr>
      </p:pic>
      <p:sp>
        <p:nvSpPr>
          <p:cNvPr id="9" name="Rectangle 8"/>
          <p:cNvSpPr/>
          <p:nvPr/>
        </p:nvSpPr>
        <p:spPr>
          <a:xfrm>
            <a:off x="305215" y="109009"/>
            <a:ext cx="8253719" cy="6618287"/>
          </a:xfrm>
          <a:prstGeom prst="rect">
            <a:avLst/>
          </a:prstGeom>
        </p:spPr>
        <p:txBody>
          <a:bodyPr wrap="square">
            <a:spAutoFit/>
          </a:bodyPr>
          <a:lstStyle/>
          <a:p>
            <a:pPr algn="ctr" defTabSz="914492">
              <a:defRPr/>
            </a:pPr>
            <a:r>
              <a:rPr lang="en-US" sz="4001" dirty="0">
                <a:solidFill>
                  <a:prstClr val="white">
                    <a:lumMod val="95000"/>
                  </a:prstClr>
                </a:solidFill>
                <a:latin typeface="Sanskrit 99" pitchFamily="2" charset="0"/>
              </a:rPr>
              <a:t>              </a:t>
            </a:r>
            <a:r>
              <a:rPr lang="en-US" sz="4001" b="1" u="sng" dirty="0" err="1">
                <a:solidFill>
                  <a:prstClr val="white">
                    <a:lumMod val="95000"/>
                  </a:prstClr>
                </a:solidFill>
                <a:latin typeface="Sanskrit 99" pitchFamily="2" charset="0"/>
              </a:rPr>
              <a:t>yaeg</a:t>
            </a:r>
            <a:r>
              <a:rPr lang="en-US" sz="4001" b="1" u="sng" dirty="0">
                <a:solidFill>
                  <a:prstClr val="white">
                    <a:lumMod val="95000"/>
                  </a:prstClr>
                </a:solidFill>
                <a:latin typeface="Sanskrit 99" pitchFamily="2" charset="0"/>
              </a:rPr>
              <a:t> g[pit </a:t>
            </a:r>
            <a:r>
              <a:rPr lang="en-US" sz="4001" b="1" u="sng" dirty="0" err="1">
                <a:solidFill>
                  <a:prstClr val="white">
                    <a:lumMod val="95000"/>
                  </a:prstClr>
                </a:solidFill>
                <a:latin typeface="Sanskrit 99" pitchFamily="2" charset="0"/>
              </a:rPr>
              <a:t>mUlmÙ</a:t>
            </a:r>
            <a:endParaRPr lang="en-US" sz="4001" dirty="0">
              <a:solidFill>
                <a:prstClr val="white">
                  <a:lumMod val="95000"/>
                </a:prstClr>
              </a:solidFill>
              <a:latin typeface="Sanskrit 99" pitchFamily="2" charset="0"/>
            </a:endParaRPr>
          </a:p>
          <a:p>
            <a:pPr algn="ctr" defTabSz="914492">
              <a:defRPr/>
            </a:pPr>
            <a:endParaRPr lang="en-US" sz="4801" dirty="0">
              <a:solidFill>
                <a:prstClr val="white">
                  <a:lumMod val="95000"/>
                </a:prstClr>
              </a:solidFill>
              <a:latin typeface="Sanskrit 99" pitchFamily="2" charset="0"/>
            </a:endParaRPr>
          </a:p>
          <a:p>
            <a:pPr algn="ctr" defTabSz="914492">
              <a:defRPr/>
            </a:pPr>
            <a:r>
              <a:rPr lang="en-US" sz="4801" dirty="0">
                <a:solidFill>
                  <a:prstClr val="white">
                    <a:lumMod val="95000"/>
                  </a:prstClr>
                </a:solidFill>
                <a:latin typeface="Sanskrit 99" pitchFamily="2" charset="0"/>
              </a:rPr>
              <a:t>` h&lt; s&lt; g&lt; </a:t>
            </a:r>
            <a:r>
              <a:rPr lang="en-US" sz="4801" dirty="0" err="1">
                <a:solidFill>
                  <a:prstClr val="white">
                    <a:lumMod val="95000"/>
                  </a:prstClr>
                </a:solidFill>
                <a:latin typeface="Sanskrit 99" pitchFamily="2" charset="0"/>
              </a:rPr>
              <a:t>Égvte</a:t>
            </a:r>
            <a:r>
              <a:rPr lang="en-US" sz="4801" dirty="0">
                <a:solidFill>
                  <a:prstClr val="white">
                    <a:lumMod val="95000"/>
                  </a:prstClr>
                </a:solidFill>
                <a:latin typeface="Sanskrit 99" pitchFamily="2" charset="0"/>
              </a:rPr>
              <a:t> </a:t>
            </a:r>
          </a:p>
          <a:p>
            <a:pPr algn="ctr" defTabSz="914492">
              <a:defRPr/>
            </a:pPr>
            <a:r>
              <a:rPr lang="en-US" sz="4801" dirty="0">
                <a:solidFill>
                  <a:prstClr val="white">
                    <a:lumMod val="95000"/>
                  </a:prstClr>
                </a:solidFill>
                <a:latin typeface="Sanskrit 99" pitchFamily="2" charset="0"/>
              </a:rPr>
              <a:t>	</a:t>
            </a:r>
            <a:r>
              <a:rPr lang="en-US" sz="4801" dirty="0" err="1">
                <a:solidFill>
                  <a:prstClr val="white">
                    <a:lumMod val="95000"/>
                  </a:prstClr>
                </a:solidFill>
                <a:latin typeface="Sanskrit 99" pitchFamily="2" charset="0"/>
              </a:rPr>
              <a:t>inTy</a:t>
            </a:r>
            <a:r>
              <a:rPr lang="en-US" sz="4801" dirty="0">
                <a:solidFill>
                  <a:prstClr val="white">
                    <a:lumMod val="95000"/>
                  </a:prstClr>
                </a:solidFill>
                <a:latin typeface="Sanskrit 99" pitchFamily="2" charset="0"/>
              </a:rPr>
              <a:t> </a:t>
            </a:r>
            <a:r>
              <a:rPr lang="en-US" sz="4801" dirty="0" err="1">
                <a:solidFill>
                  <a:prstClr val="white">
                    <a:lumMod val="95000"/>
                  </a:prstClr>
                </a:solidFill>
                <a:latin typeface="Sanskrit 99" pitchFamily="2" charset="0"/>
              </a:rPr>
              <a:t>yaeg</a:t>
            </a:r>
            <a:r>
              <a:rPr lang="en-US" sz="4801" dirty="0">
                <a:solidFill>
                  <a:prstClr val="white">
                    <a:lumMod val="95000"/>
                  </a:prstClr>
                </a:solidFill>
                <a:latin typeface="Sanskrit 99" pitchFamily="2" charset="0"/>
              </a:rPr>
              <a:t> </a:t>
            </a:r>
            <a:r>
              <a:rPr lang="en-US" sz="4801" dirty="0" err="1">
                <a:solidFill>
                  <a:prstClr val="white">
                    <a:lumMod val="95000"/>
                  </a:prstClr>
                </a:solidFill>
                <a:latin typeface="Sanskrit 99" pitchFamily="2" charset="0"/>
              </a:rPr>
              <a:t>yu´ay</a:t>
            </a:r>
            <a:r>
              <a:rPr lang="en-US" sz="4801" dirty="0">
                <a:solidFill>
                  <a:prstClr val="white">
                    <a:lumMod val="95000"/>
                  </a:prstClr>
                </a:solidFill>
                <a:latin typeface="Sanskrit 99" pitchFamily="2" charset="0"/>
              </a:rPr>
              <a:t> </a:t>
            </a:r>
          </a:p>
          <a:p>
            <a:pPr algn="ctr" defTabSz="914492">
              <a:defRPr/>
            </a:pPr>
            <a:r>
              <a:rPr lang="en-US" sz="4801" dirty="0">
                <a:solidFill>
                  <a:prstClr val="white">
                    <a:lumMod val="95000"/>
                  </a:prstClr>
                </a:solidFill>
                <a:latin typeface="Sanskrit 99" pitchFamily="2" charset="0"/>
              </a:rPr>
              <a:t>	si½danNd </a:t>
            </a:r>
            <a:r>
              <a:rPr lang="en-US" sz="4801" dirty="0" err="1">
                <a:solidFill>
                  <a:prstClr val="white">
                    <a:lumMod val="95000"/>
                  </a:prstClr>
                </a:solidFill>
                <a:latin typeface="Sanskrit 99" pitchFamily="2" charset="0"/>
              </a:rPr>
              <a:t>êip</a:t>
            </a:r>
            <a:r>
              <a:rPr lang="en-US" sz="4801" dirty="0">
                <a:solidFill>
                  <a:prstClr val="white">
                    <a:lumMod val="95000"/>
                  </a:prstClr>
                </a:solidFill>
                <a:latin typeface="Sanskrit 99" pitchFamily="2" charset="0"/>
              </a:rPr>
              <a:t>[e </a:t>
            </a:r>
          </a:p>
          <a:p>
            <a:pPr algn="ctr" defTabSz="914492">
              <a:defRPr/>
            </a:pPr>
            <a:r>
              <a:rPr lang="en-US" sz="4801" dirty="0">
                <a:solidFill>
                  <a:prstClr val="white">
                    <a:lumMod val="95000"/>
                  </a:prstClr>
                </a:solidFill>
                <a:latin typeface="Sanskrit 99" pitchFamily="2" charset="0"/>
              </a:rPr>
              <a:t>	</a:t>
            </a:r>
            <a:r>
              <a:rPr lang="en-US" sz="4801" dirty="0" err="1">
                <a:solidFill>
                  <a:prstClr val="white">
                    <a:lumMod val="95000"/>
                  </a:prstClr>
                </a:solidFill>
                <a:latin typeface="Sanskrit 99" pitchFamily="2" charset="0"/>
              </a:rPr>
              <a:t>ivnaykay</a:t>
            </a:r>
            <a:r>
              <a:rPr lang="en-US" sz="4801" dirty="0">
                <a:solidFill>
                  <a:prstClr val="white">
                    <a:lumMod val="95000"/>
                  </a:prstClr>
                </a:solidFill>
                <a:latin typeface="Sanskrit 99" pitchFamily="2" charset="0"/>
              </a:rPr>
              <a:t> nm&gt;.</a:t>
            </a:r>
          </a:p>
          <a:p>
            <a:pPr algn="ctr" defTabSz="914492">
              <a:defRPr/>
            </a:pPr>
            <a:r>
              <a:rPr lang="en-IN" sz="3601" dirty="0">
                <a:solidFill>
                  <a:prstClr val="white">
                    <a:lumMod val="95000"/>
                  </a:prstClr>
                </a:solidFill>
                <a:latin typeface="URW Palladio IT" pitchFamily="2" charset="0"/>
                <a:cs typeface="Sanskrit 2003" pitchFamily="2" charset="-78"/>
              </a:rPr>
              <a:t>	Om </a:t>
            </a:r>
            <a:r>
              <a:rPr lang="en-IN" sz="3601" dirty="0" err="1">
                <a:solidFill>
                  <a:prstClr val="white">
                    <a:lumMod val="95000"/>
                  </a:prstClr>
                </a:solidFill>
                <a:latin typeface="URW Palladio IT" pitchFamily="2" charset="0"/>
                <a:cs typeface="Sanskrit 2003" pitchFamily="2" charset="-78"/>
              </a:rPr>
              <a:t>Haà</a:t>
            </a: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Saà</a:t>
            </a: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Gaà</a:t>
            </a: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Bhagavate</a:t>
            </a:r>
            <a:endParaRPr lang="en-IN" sz="3601" dirty="0">
              <a:solidFill>
                <a:prstClr val="white">
                  <a:lumMod val="95000"/>
                </a:prstClr>
              </a:solidFill>
              <a:latin typeface="URW Palladio IT" pitchFamily="2" charset="0"/>
              <a:cs typeface="Sanskrit 2003" pitchFamily="2" charset="-78"/>
            </a:endParaRPr>
          </a:p>
          <a:p>
            <a:pPr algn="ctr" defTabSz="914492">
              <a:defRPr/>
            </a:pP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Nitya</a:t>
            </a:r>
            <a:r>
              <a:rPr lang="en-IN" sz="3601" dirty="0">
                <a:solidFill>
                  <a:prstClr val="white">
                    <a:lumMod val="95000"/>
                  </a:prstClr>
                </a:solidFill>
                <a:latin typeface="URW Palladio IT" pitchFamily="2" charset="0"/>
                <a:cs typeface="Sanskrit 2003" pitchFamily="2" charset="-78"/>
              </a:rPr>
              <a:t> Yoga </a:t>
            </a:r>
            <a:r>
              <a:rPr lang="en-IN" sz="3601" dirty="0" err="1">
                <a:solidFill>
                  <a:prstClr val="white">
                    <a:lumMod val="95000"/>
                  </a:prstClr>
                </a:solidFill>
                <a:latin typeface="URW Palladio IT" pitchFamily="2" charset="0"/>
                <a:cs typeface="Sanskrit 2003" pitchFamily="2" charset="-78"/>
              </a:rPr>
              <a:t>Yuktäya</a:t>
            </a:r>
            <a:endParaRPr lang="en-IN" sz="3601" dirty="0">
              <a:solidFill>
                <a:prstClr val="white">
                  <a:lumMod val="95000"/>
                </a:prstClr>
              </a:solidFill>
              <a:latin typeface="URW Palladio IT" pitchFamily="2" charset="0"/>
              <a:cs typeface="Sanskrit 2003" pitchFamily="2" charset="-78"/>
            </a:endParaRPr>
          </a:p>
          <a:p>
            <a:pPr algn="ctr" defTabSz="914492">
              <a:defRPr/>
            </a:pP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Saccidänanda</a:t>
            </a: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Rüpiëe</a:t>
            </a:r>
            <a:endParaRPr lang="en-IN" sz="3601" dirty="0">
              <a:solidFill>
                <a:prstClr val="white">
                  <a:lumMod val="95000"/>
                </a:prstClr>
              </a:solidFill>
              <a:latin typeface="URW Palladio IT" pitchFamily="2" charset="0"/>
              <a:cs typeface="Sanskrit 2003" pitchFamily="2" charset="-78"/>
            </a:endParaRPr>
          </a:p>
          <a:p>
            <a:pPr algn="ctr" defTabSz="914492">
              <a:defRPr/>
            </a:pP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Vinäyakäya</a:t>
            </a:r>
            <a:r>
              <a:rPr lang="en-IN" sz="3601" dirty="0">
                <a:solidFill>
                  <a:prstClr val="white">
                    <a:lumMod val="95000"/>
                  </a:prstClr>
                </a:solidFill>
                <a:latin typeface="URW Palladio IT" pitchFamily="2" charset="0"/>
                <a:cs typeface="Sanskrit 2003" pitchFamily="2" charset="-78"/>
              </a:rPr>
              <a:t> </a:t>
            </a:r>
            <a:r>
              <a:rPr lang="en-IN" sz="3601" dirty="0" err="1">
                <a:solidFill>
                  <a:prstClr val="white">
                    <a:lumMod val="95000"/>
                  </a:prstClr>
                </a:solidFill>
                <a:latin typeface="URW Palladio IT" pitchFamily="2" charset="0"/>
                <a:cs typeface="Sanskrit 2003" pitchFamily="2" charset="-78"/>
              </a:rPr>
              <a:t>Namaù</a:t>
            </a:r>
            <a:r>
              <a:rPr lang="en-IN" sz="3601" dirty="0">
                <a:solidFill>
                  <a:prstClr val="white">
                    <a:lumMod val="95000"/>
                  </a:prstClr>
                </a:solidFill>
                <a:latin typeface="URW Palladio IT" pitchFamily="2" charset="0"/>
                <a:cs typeface="Sanskrit 2003" pitchFamily="2" charset="-78"/>
              </a:rPr>
              <a:t>||</a:t>
            </a:r>
            <a:endParaRPr lang="en-US" sz="3601"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122027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 y="100"/>
            <a:ext cx="12194469" cy="6859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7939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4"/>
          <a:stretch>
            <a:fillRect/>
          </a:stretch>
        </p:blipFill>
        <p:spPr>
          <a:xfrm>
            <a:off x="176" y="0"/>
            <a:ext cx="12194822" cy="6859588"/>
          </a:xfrm>
          <a:prstGeom prst="rect">
            <a:avLst/>
          </a:prstGeom>
        </p:spPr>
      </p:pic>
    </p:spTree>
    <p:extLst>
      <p:ext uri="{BB962C8B-B14F-4D97-AF65-F5344CB8AC3E}">
        <p14:creationId xmlns:p14="http://schemas.microsoft.com/office/powerpoint/2010/main" val="6596705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76" y="0"/>
            <a:ext cx="12194822" cy="6859588"/>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76" y="0"/>
            <a:ext cx="3239250" cy="4191970"/>
          </a:xfrm>
          <a:prstGeom prst="rect">
            <a:avLst/>
          </a:prstGeom>
          <a:noFill/>
          <a:ln w="9525">
            <a:noFill/>
            <a:miter lim="800000"/>
            <a:headEnd/>
            <a:tailEnd/>
          </a:ln>
        </p:spPr>
      </p:pic>
      <p:sp>
        <p:nvSpPr>
          <p:cNvPr id="74756" name="Rectangle 5"/>
          <p:cNvSpPr>
            <a:spLocks noChangeArrowheads="1"/>
          </p:cNvSpPr>
          <p:nvPr/>
        </p:nvSpPr>
        <p:spPr bwMode="auto">
          <a:xfrm>
            <a:off x="4573234" y="1586963"/>
            <a:ext cx="6021193" cy="2216376"/>
          </a:xfrm>
          <a:prstGeom prst="rect">
            <a:avLst/>
          </a:prstGeom>
          <a:noFill/>
          <a:ln w="9525">
            <a:noFill/>
            <a:miter lim="800000"/>
            <a:headEnd/>
            <a:tailEnd/>
          </a:ln>
        </p:spPr>
        <p:txBody>
          <a:bodyPr>
            <a:spAutoFit/>
          </a:bodyPr>
          <a:lstStyle/>
          <a:p>
            <a:pPr algn="ctr" defTabSz="914583"/>
            <a:r>
              <a:rPr lang="en-US" sz="4401" dirty="0" err="1">
                <a:solidFill>
                  <a:srgbClr val="F2F2F2"/>
                </a:solidFill>
                <a:latin typeface="Sanskrit 99" pitchFamily="2" charset="0"/>
              </a:rPr>
              <a:t>àat</a:t>
            </a:r>
            <a:r>
              <a:rPr lang="en-US" sz="4401" dirty="0">
                <a:solidFill>
                  <a:srgbClr val="F2F2F2"/>
                </a:solidFill>
                <a:latin typeface="Sanskrit 99" pitchFamily="2" charset="0"/>
              </a:rPr>
              <a:t>&gt;</a:t>
            </a:r>
            <a:r>
              <a:rPr lang="en-US" sz="4401" dirty="0" err="1">
                <a:solidFill>
                  <a:srgbClr val="F2F2F2"/>
                </a:solidFill>
                <a:latin typeface="Sanskrit 99" pitchFamily="2" charset="0"/>
              </a:rPr>
              <a:t>Smr</a:t>
            </a:r>
            <a:r>
              <a:rPr lang="en-US" sz="4401" dirty="0">
                <a:solidFill>
                  <a:srgbClr val="F2F2F2"/>
                </a:solidFill>
                <a:latin typeface="Sanskrit 99" pitchFamily="2" charset="0"/>
              </a:rPr>
              <a:t>[</a:t>
            </a:r>
            <a:r>
              <a:rPr lang="en-US" sz="4401" dirty="0" err="1">
                <a:solidFill>
                  <a:srgbClr val="F2F2F2"/>
                </a:solidFill>
                <a:latin typeface="Sanskrit 99" pitchFamily="2" charset="0"/>
              </a:rPr>
              <a:t>StaeÇm</a:t>
            </a:r>
            <a:r>
              <a:rPr lang="en-US" sz="4401" dirty="0">
                <a:solidFill>
                  <a:srgbClr val="F2F2F2"/>
                </a:solidFill>
                <a:latin typeface="Sanskrit 99" pitchFamily="2" charset="0"/>
              </a:rPr>
              <a:t>!</a:t>
            </a:r>
          </a:p>
          <a:p>
            <a:pPr algn="ctr" defTabSz="914583">
              <a:spcAft>
                <a:spcPts val="1200"/>
              </a:spcAft>
            </a:pPr>
            <a:r>
              <a:rPr lang="en-US" sz="4401" dirty="0" err="1">
                <a:solidFill>
                  <a:srgbClr val="F2F2F2"/>
                </a:solidFill>
                <a:latin typeface="URW Palladio IT" pitchFamily="2" charset="0"/>
              </a:rPr>
              <a:t>Prätaùsmaraëastotram</a:t>
            </a:r>
            <a:r>
              <a:rPr lang="en-US" sz="1800" dirty="0">
                <a:solidFill>
                  <a:srgbClr val="F2F2F2"/>
                </a:solidFill>
                <a:latin typeface="Sanskrit 99" pitchFamily="2" charset="0"/>
              </a:rPr>
              <a:t>  </a:t>
            </a:r>
          </a:p>
          <a:p>
            <a:pPr algn="ctr" defTabSz="914583"/>
            <a:r>
              <a:rPr lang="kn-IN" sz="4001" b="1" dirty="0">
                <a:solidFill>
                  <a:srgbClr val="FFFFFF"/>
                </a:solidFill>
                <a:latin typeface="Calibri"/>
              </a:rPr>
              <a:t>ಪ್ರಾತಃ ಸ್ಮರಣ ಸ್ತೋತ್ರಂ</a:t>
            </a:r>
            <a:endParaRPr lang="en-CA" sz="4001" b="1" dirty="0">
              <a:solidFill>
                <a:srgbClr val="FFFFFF"/>
              </a:solidFill>
              <a:latin typeface="Calibri"/>
            </a:endParaRPr>
          </a:p>
        </p:txBody>
      </p:sp>
      <p:sp>
        <p:nvSpPr>
          <p:cNvPr id="74757" name="Rectangle 9"/>
          <p:cNvSpPr>
            <a:spLocks noChangeArrowheads="1"/>
          </p:cNvSpPr>
          <p:nvPr/>
        </p:nvSpPr>
        <p:spPr bwMode="auto">
          <a:xfrm>
            <a:off x="3239426" y="4061009"/>
            <a:ext cx="8231505" cy="2770502"/>
          </a:xfrm>
          <a:prstGeom prst="rect">
            <a:avLst/>
          </a:prstGeom>
          <a:noFill/>
          <a:ln w="9525">
            <a:noFill/>
            <a:miter lim="800000"/>
            <a:headEnd/>
            <a:tailEnd/>
          </a:ln>
        </p:spPr>
        <p:txBody>
          <a:bodyPr>
            <a:spAutoFit/>
          </a:bodyPr>
          <a:lstStyle/>
          <a:p>
            <a:pPr defTabSz="914583">
              <a:spcAft>
                <a:spcPts val="600"/>
              </a:spcAft>
            </a:pPr>
            <a:r>
              <a:rPr lang="en-US" sz="3601" dirty="0">
                <a:solidFill>
                  <a:srgbClr val="F2F2F2"/>
                </a:solidFill>
                <a:latin typeface="URW Palladio IT" pitchFamily="2" charset="0"/>
              </a:rPr>
              <a:t>Composed by</a:t>
            </a:r>
            <a:endParaRPr lang="en-US" sz="1100" dirty="0">
              <a:solidFill>
                <a:srgbClr val="F2F2F2"/>
              </a:solidFill>
              <a:latin typeface="URW Palladio IT" pitchFamily="2" charset="0"/>
            </a:endParaRPr>
          </a:p>
          <a:p>
            <a:pPr algn="ctr" defTabSz="914583"/>
            <a:r>
              <a:rPr lang="en-US" sz="4401" dirty="0" err="1">
                <a:solidFill>
                  <a:srgbClr val="F2F2F2"/>
                </a:solidFill>
                <a:latin typeface="Sanskrit 99" pitchFamily="2" charset="0"/>
              </a:rPr>
              <a:t>ïI</a:t>
            </a:r>
            <a:r>
              <a:rPr lang="en-US" sz="4401" dirty="0">
                <a:solidFill>
                  <a:srgbClr val="F2F2F2"/>
                </a:solidFill>
                <a:latin typeface="Sanskrit 99" pitchFamily="2" charset="0"/>
              </a:rPr>
              <a:t> </a:t>
            </a:r>
            <a:r>
              <a:rPr lang="en-US" sz="4401" dirty="0" err="1">
                <a:solidFill>
                  <a:srgbClr val="F2F2F2"/>
                </a:solidFill>
                <a:latin typeface="Sanskrit 99" pitchFamily="2" charset="0"/>
              </a:rPr>
              <a:t>z»racayR</a:t>
            </a:r>
            <a:r>
              <a:rPr lang="en-US" sz="4401" dirty="0">
                <a:solidFill>
                  <a:srgbClr val="F2F2F2"/>
                </a:solidFill>
                <a:latin typeface="Sanskrit 99" pitchFamily="2" charset="0"/>
              </a:rPr>
              <a:t>&gt;</a:t>
            </a:r>
          </a:p>
          <a:p>
            <a:pPr algn="ctr" defTabSz="914583">
              <a:spcAft>
                <a:spcPts val="600"/>
              </a:spcAft>
            </a:pPr>
            <a:r>
              <a:rPr lang="en-US" sz="4401" dirty="0" err="1">
                <a:solidFill>
                  <a:srgbClr val="F2F2F2"/>
                </a:solidFill>
                <a:latin typeface="URW Palladio IT" pitchFamily="2" charset="0"/>
              </a:rPr>
              <a:t>Sré</a:t>
            </a:r>
            <a:r>
              <a:rPr lang="en-US" sz="4401" dirty="0">
                <a:solidFill>
                  <a:srgbClr val="F2F2F2"/>
                </a:solidFill>
                <a:latin typeface="URW Palladio IT" pitchFamily="2" charset="0"/>
              </a:rPr>
              <a:t> </a:t>
            </a:r>
            <a:r>
              <a:rPr lang="en-US" sz="4401" dirty="0" err="1">
                <a:solidFill>
                  <a:srgbClr val="F2F2F2"/>
                </a:solidFill>
                <a:latin typeface="URW Palladio IT" pitchFamily="2" charset="0"/>
              </a:rPr>
              <a:t>Saìkaräcäryaù</a:t>
            </a:r>
            <a:endParaRPr lang="en-US" sz="4401" dirty="0">
              <a:solidFill>
                <a:srgbClr val="F2F2F2"/>
              </a:solidFill>
              <a:latin typeface="URW Palladio IT" pitchFamily="2" charset="0"/>
            </a:endParaRPr>
          </a:p>
          <a:p>
            <a:pPr algn="ctr" defTabSz="914583"/>
            <a:r>
              <a:rPr lang="kn-IN" sz="4001" dirty="0">
                <a:solidFill>
                  <a:srgbClr val="FFFFFF"/>
                </a:solidFill>
                <a:latin typeface="Calibri"/>
              </a:rPr>
              <a:t>ಶ್ರೀ ಶಂಕರಾಚಾರ್ಯಃ</a:t>
            </a:r>
            <a:endParaRPr lang="en-CA" sz="4001" dirty="0">
              <a:solidFill>
                <a:srgbClr val="FFFFFF"/>
              </a:solidFill>
              <a:latin typeface="Calibri"/>
            </a:endParaRPr>
          </a:p>
        </p:txBody>
      </p:sp>
      <p:sp>
        <p:nvSpPr>
          <p:cNvPr id="74758" name="Rectangle 11"/>
          <p:cNvSpPr>
            <a:spLocks noChangeArrowheads="1"/>
          </p:cNvSpPr>
          <p:nvPr/>
        </p:nvSpPr>
        <p:spPr bwMode="auto">
          <a:xfrm>
            <a:off x="7249512" y="313524"/>
            <a:ext cx="990829" cy="1015791"/>
          </a:xfrm>
          <a:prstGeom prst="rect">
            <a:avLst/>
          </a:prstGeom>
          <a:noFill/>
          <a:ln w="9525">
            <a:noFill/>
            <a:miter lim="800000"/>
            <a:headEnd/>
            <a:tailEnd/>
          </a:ln>
        </p:spPr>
        <p:txBody>
          <a:bodyPr>
            <a:spAutoFit/>
          </a:bodyPr>
          <a:lstStyle/>
          <a:p>
            <a:pPr defTabSz="914583"/>
            <a:r>
              <a:rPr lang="en-US" sz="6001" dirty="0">
                <a:solidFill>
                  <a:srgbClr val="F2F2F2"/>
                </a:solidFill>
                <a:latin typeface="Sanskrit 99" pitchFamily="2" charset="0"/>
                <a:sym typeface="Wingdings" pitchFamily="2" charset="2"/>
              </a:rPr>
              <a:t></a:t>
            </a:r>
            <a:endParaRPr lang="en-US" sz="6001" dirty="0">
              <a:solidFill>
                <a:srgbClr val="F2F2F2"/>
              </a:solidFill>
              <a:latin typeface="Calibri"/>
            </a:endParaRPr>
          </a:p>
        </p:txBody>
      </p:sp>
    </p:spTree>
    <p:extLst>
      <p:ext uri="{BB962C8B-B14F-4D97-AF65-F5344CB8AC3E}">
        <p14:creationId xmlns:p14="http://schemas.microsoft.com/office/powerpoint/2010/main" val="12125346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76" y="228653"/>
            <a:ext cx="12194822" cy="6630935"/>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प्रातः स्मरामि हृदि संस्फुरदात्मत</a:t>
            </a:r>
            <a:r>
              <a:rPr lang="en-US" sz="4001" b="1" dirty="0" err="1">
                <a:solidFill>
                  <a:srgbClr val="000000"/>
                </a:solidFill>
                <a:latin typeface="Sanskrit 99" pitchFamily="2" charset="0"/>
                <a:ea typeface="Calibri" pitchFamily="34" charset="0"/>
                <a:cs typeface="Sanskrit 2003"/>
              </a:rPr>
              <a:t>Åv</a:t>
            </a:r>
            <a:r>
              <a:rPr lang="hi-IN" sz="4001" b="1" dirty="0">
                <a:latin typeface="Sanskrit 2003" pitchFamily="2" charset="-78"/>
                <a:cs typeface="Sanskrit 2003" pitchFamily="2" charset="-78"/>
              </a:rPr>
              <a:t>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सत् </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चित् </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सुखं परमहंसगतिं तु</a:t>
            </a:r>
            <a:r>
              <a:rPr lang="en-IN" sz="4001" b="1" dirty="0" err="1">
                <a:latin typeface="Sanskrit 99" pitchFamily="2" charset="0"/>
                <a:cs typeface="Sanskrit 2003" pitchFamily="2" charset="-78"/>
              </a:rPr>
              <a:t>rI</a:t>
            </a:r>
            <a:r>
              <a:rPr lang="hi-IN" sz="4001" b="1" dirty="0">
                <a:latin typeface="Sanskrit 2003" pitchFamily="2" charset="-78"/>
                <a:cs typeface="Sanskrit 2003" pitchFamily="2" charset="-78"/>
              </a:rPr>
              <a:t>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Prātaḥ</a:t>
            </a:r>
            <a:r>
              <a:rPr lang="en-US" b="1" dirty="0" smtClean="0">
                <a:latin typeface="URW Palladio IT" pitchFamily="2" charset="0"/>
              </a:rPr>
              <a:t> </a:t>
            </a:r>
            <a:r>
              <a:rPr lang="en-US" b="1" dirty="0" err="1" smtClean="0">
                <a:latin typeface="URW Palladio IT" pitchFamily="2" charset="0"/>
              </a:rPr>
              <a:t>smarāmi</a:t>
            </a:r>
            <a:r>
              <a:rPr lang="en-US" b="1" dirty="0" smtClean="0">
                <a:latin typeface="URW Palladio IT" pitchFamily="2" charset="0"/>
              </a:rPr>
              <a:t> </a:t>
            </a:r>
            <a:r>
              <a:rPr lang="en-US" b="1" dirty="0" err="1" smtClean="0">
                <a:latin typeface="URW Palladio IT" pitchFamily="2" charset="0"/>
              </a:rPr>
              <a:t>hṛdi</a:t>
            </a:r>
            <a:r>
              <a:rPr lang="en-US" b="1" dirty="0" smtClean="0">
                <a:latin typeface="URW Palladio IT" pitchFamily="2" charset="0"/>
              </a:rPr>
              <a:t> </a:t>
            </a:r>
            <a:r>
              <a:rPr lang="en-US" b="1" dirty="0" err="1" smtClean="0">
                <a:latin typeface="URW Palladio IT" pitchFamily="2" charset="0"/>
              </a:rPr>
              <a:t>saṁsphuradātmatattvam</a:t>
            </a:r>
            <a:r>
              <a:rPr lang="en-US" b="1" dirty="0" smtClean="0">
                <a:latin typeface="URW Palladio IT" pitchFamily="2" charset="0"/>
              </a:rPr>
              <a:t> |</a:t>
            </a:r>
          </a:p>
          <a:p>
            <a:pPr algn="ctr" eaLnBrk="1" hangingPunct="1">
              <a:spcAft>
                <a:spcPts val="1800"/>
              </a:spcAft>
              <a:buNone/>
            </a:pPr>
            <a:r>
              <a:rPr lang="en-US" b="1" dirty="0" smtClean="0">
                <a:latin typeface="URW Palladio IT" pitchFamily="2" charset="0"/>
              </a:rPr>
              <a:t>Sat-cit-</a:t>
            </a:r>
            <a:r>
              <a:rPr lang="en-US" b="1" dirty="0" err="1" smtClean="0">
                <a:latin typeface="URW Palladio IT" pitchFamily="2" charset="0"/>
              </a:rPr>
              <a:t>sukhaṁ</a:t>
            </a:r>
            <a:r>
              <a:rPr lang="en-US" b="1" dirty="0" smtClean="0">
                <a:latin typeface="URW Palladio IT" pitchFamily="2" charset="0"/>
              </a:rPr>
              <a:t> </a:t>
            </a:r>
            <a:r>
              <a:rPr lang="en-US" b="1" dirty="0" err="1" smtClean="0">
                <a:latin typeface="URW Palladio IT" pitchFamily="2" charset="0"/>
              </a:rPr>
              <a:t>paramahaṁsagatiṁ</a:t>
            </a:r>
            <a:r>
              <a:rPr lang="en-US" b="1" dirty="0" smtClean="0">
                <a:latin typeface="URW Palladio IT" pitchFamily="2" charset="0"/>
              </a:rPr>
              <a:t> </a:t>
            </a:r>
            <a:r>
              <a:rPr lang="en-US" b="1" dirty="0" err="1" smtClean="0">
                <a:latin typeface="URW Palladio IT" pitchFamily="2" charset="0"/>
              </a:rPr>
              <a:t>turIyam</a:t>
            </a:r>
            <a:r>
              <a:rPr lang="en-US" b="1" dirty="0" smtClean="0">
                <a:latin typeface="URW Palladio IT" pitchFamily="2" charset="0"/>
              </a:rPr>
              <a:t>||</a:t>
            </a:r>
          </a:p>
          <a:p>
            <a:pPr algn="ctr">
              <a:buFont typeface="Arial" charset="0"/>
              <a:buNone/>
            </a:pPr>
            <a:r>
              <a:rPr lang="kn-IN" b="1" dirty="0" smtClean="0">
                <a:solidFill>
                  <a:srgbClr val="000000"/>
                </a:solidFill>
                <a:ea typeface="Tunga" pitchFamily="2"/>
              </a:rPr>
              <a:t>ಪ್ರಾತಃ ಸ್ಮರಾಮಿ ಹೃದಿಸಂಸ್ಫುರದಾತ್ಮತತ್ತ್ವಂ</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buFont typeface="Arial" charset="0"/>
              <a:buNone/>
            </a:pPr>
            <a:r>
              <a:rPr lang="kn-IN" b="1" dirty="0" smtClean="0">
                <a:solidFill>
                  <a:srgbClr val="000000"/>
                </a:solidFill>
                <a:ea typeface="Tunga" pitchFamily="2"/>
              </a:rPr>
              <a:t>ಸಚ್ಚಿತ್ಸುಖಂ ಪರಮಹಂಸಗತಿಂ ತುರೀಯಮ್ ||</a:t>
            </a:r>
            <a:endParaRPr lang="en-US" b="1" dirty="0" smtClean="0">
              <a:latin typeface="URW Palladio IT" pitchFamily="2" charset="0"/>
            </a:endParaRPr>
          </a:p>
          <a:p>
            <a:pPr algn="ctr">
              <a:buFont typeface="Wingdings 2" pitchFamily="18" charset="2"/>
              <a:buNone/>
            </a:pPr>
            <a:endParaRPr lang="en-US" sz="1200" b="1" dirty="0">
              <a:latin typeface="BRH Kannada Extra" pitchFamily="2" charset="0"/>
            </a:endParaRPr>
          </a:p>
          <a:p>
            <a:pPr algn="ctr">
              <a:buFont typeface="Wingdings 2" pitchFamily="18" charset="2"/>
              <a:buNone/>
            </a:pPr>
            <a:r>
              <a:rPr lang="en-CA" sz="2400" dirty="0">
                <a:latin typeface="Times New Roman" pitchFamily="18" charset="0"/>
                <a:cs typeface="Times New Roman" pitchFamily="18" charset="0"/>
              </a:rPr>
              <a:t>I remember in the morning the Self which shines in the heart, which is existence-consciousness-bliss, which is the supreme </a:t>
            </a:r>
            <a:r>
              <a:rPr lang="en-CA" sz="2400" dirty="0" err="1">
                <a:latin typeface="Times New Roman" pitchFamily="18" charset="0"/>
                <a:cs typeface="Times New Roman" pitchFamily="18" charset="0"/>
              </a:rPr>
              <a:t>Paramahamsa</a:t>
            </a:r>
            <a:r>
              <a:rPr lang="en-CA" sz="2400" dirty="0">
                <a:latin typeface="Times New Roman" pitchFamily="18" charset="0"/>
                <a:cs typeface="Times New Roman" pitchFamily="18" charset="0"/>
              </a:rPr>
              <a:t> state, which is called the "Fourth"</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5510428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76" y="0"/>
            <a:ext cx="12194822" cy="6859588"/>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यत्स्वप्नजागर</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सुषुप्तमवैति नित्यम्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तद्</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ब्रह्म निष्कलमहं न च भूतसंघः॥१॥</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Yat</a:t>
            </a:r>
            <a:r>
              <a:rPr lang="en-US" b="1" dirty="0" smtClean="0">
                <a:latin typeface="URW Palladio IT" pitchFamily="2" charset="0"/>
              </a:rPr>
              <a:t> </a:t>
            </a:r>
            <a:r>
              <a:rPr lang="en-US" b="1" dirty="0" err="1" smtClean="0">
                <a:latin typeface="URW Palladio IT" pitchFamily="2" charset="0"/>
              </a:rPr>
              <a:t>svapna</a:t>
            </a:r>
            <a:r>
              <a:rPr lang="en-US" b="1" dirty="0" smtClean="0">
                <a:latin typeface="URW Palladio IT" pitchFamily="2" charset="0"/>
              </a:rPr>
              <a:t> </a:t>
            </a:r>
            <a:r>
              <a:rPr lang="en-US" b="1" dirty="0" err="1" smtClean="0">
                <a:latin typeface="URW Palladio IT" pitchFamily="2" charset="0"/>
              </a:rPr>
              <a:t>jāgara</a:t>
            </a:r>
            <a:r>
              <a:rPr lang="en-US" b="1" dirty="0" smtClean="0">
                <a:latin typeface="URW Palladio IT" pitchFamily="2" charset="0"/>
              </a:rPr>
              <a:t> </a:t>
            </a:r>
            <a:r>
              <a:rPr lang="en-US" b="1" dirty="0" err="1" smtClean="0">
                <a:latin typeface="URW Palladio IT" pitchFamily="2" charset="0"/>
              </a:rPr>
              <a:t>suṣuptamavaiti</a:t>
            </a:r>
            <a:r>
              <a:rPr lang="en-US" b="1" dirty="0" smtClean="0">
                <a:latin typeface="URW Palladio IT" pitchFamily="2" charset="0"/>
              </a:rPr>
              <a:t> </a:t>
            </a:r>
            <a:r>
              <a:rPr lang="en-US" b="1" dirty="0" err="1" smtClean="0">
                <a:latin typeface="URW Palladio IT" pitchFamily="2" charset="0"/>
              </a:rPr>
              <a:t>nityam</a:t>
            </a:r>
            <a:r>
              <a:rPr lang="en-US" b="1" dirty="0" smtClean="0">
                <a:latin typeface="URW Palladio IT" pitchFamily="2" charset="0"/>
              </a:rPr>
              <a:t> |</a:t>
            </a:r>
          </a:p>
          <a:p>
            <a:pPr algn="ctr" eaLnBrk="1" hangingPunct="1">
              <a:buFont typeface="Wingdings 2" pitchFamily="18" charset="2"/>
              <a:buNone/>
            </a:pPr>
            <a:r>
              <a:rPr lang="en-US" b="1" dirty="0" smtClean="0">
                <a:latin typeface="URW Palladio IT" pitchFamily="2" charset="0"/>
              </a:rPr>
              <a:t>Tad </a:t>
            </a:r>
            <a:r>
              <a:rPr lang="en-US" b="1" dirty="0" err="1" smtClean="0">
                <a:latin typeface="URW Palladio IT" pitchFamily="2" charset="0"/>
              </a:rPr>
              <a:t>brahma</a:t>
            </a:r>
            <a:r>
              <a:rPr lang="en-US" b="1" dirty="0" smtClean="0">
                <a:latin typeface="URW Palladio IT" pitchFamily="2" charset="0"/>
              </a:rPr>
              <a:t> </a:t>
            </a:r>
            <a:r>
              <a:rPr lang="en-US" b="1" dirty="0" err="1" smtClean="0">
                <a:latin typeface="URW Palladio IT" pitchFamily="2" charset="0"/>
              </a:rPr>
              <a:t>niṣkalamahaṁ</a:t>
            </a:r>
            <a:endParaRPr lang="en-US" b="1" dirty="0" smtClean="0">
              <a:latin typeface="URW Palladio IT" pitchFamily="2" charset="0"/>
            </a:endParaRPr>
          </a:p>
          <a:p>
            <a:pPr algn="ctr" eaLnBrk="1" hangingPunct="1">
              <a:spcAft>
                <a:spcPts val="600"/>
              </a:spcAft>
              <a:buNone/>
            </a:pPr>
            <a:r>
              <a:rPr lang="en-US" b="1" dirty="0" err="1" smtClean="0">
                <a:latin typeface="URW Palladio IT" pitchFamily="2" charset="0"/>
              </a:rPr>
              <a:t>na</a:t>
            </a:r>
            <a:r>
              <a:rPr lang="en-US" b="1" dirty="0" smtClean="0">
                <a:latin typeface="URW Palladio IT" pitchFamily="2" charset="0"/>
              </a:rPr>
              <a:t> ca </a:t>
            </a:r>
            <a:r>
              <a:rPr lang="en-US" b="1" dirty="0" err="1" smtClean="0">
                <a:latin typeface="URW Palladio IT" pitchFamily="2" charset="0"/>
              </a:rPr>
              <a:t>bhūtasaṁghaḥ</a:t>
            </a:r>
            <a:r>
              <a:rPr lang="en-US" b="1" dirty="0" smtClean="0">
                <a:latin typeface="URW Palladio IT" pitchFamily="2" charset="0"/>
              </a:rPr>
              <a:t> ||1||</a:t>
            </a:r>
          </a:p>
          <a:p>
            <a:pPr algn="ctr">
              <a:lnSpc>
                <a:spcPct val="115000"/>
              </a:lnSpc>
              <a:buFont typeface="Arial" charset="0"/>
              <a:buNone/>
            </a:pPr>
            <a:r>
              <a:rPr lang="kn-IN" b="1" dirty="0" smtClean="0">
                <a:solidFill>
                  <a:srgbClr val="000000"/>
                </a:solidFill>
                <a:ea typeface="Calibri" pitchFamily="34" charset="0"/>
              </a:rPr>
              <a:t>ಯತ್ ಸ್ವಪ್ನ ಜಾಗರ ಸುಷುಪ್ತಮವೈತಿ ನಿತ್ಯಂ</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spcAft>
                <a:spcPts val="600"/>
              </a:spcAft>
              <a:buNone/>
            </a:pPr>
            <a:r>
              <a:rPr lang="kn-IN" b="1" dirty="0" smtClean="0">
                <a:solidFill>
                  <a:srgbClr val="000000"/>
                </a:solidFill>
                <a:ea typeface="Tunga" pitchFamily="2"/>
              </a:rPr>
              <a:t>ತದ್ಬ್ರಹ್ಮನಿಷ್ಕಲಮಹಂ ನ ಚ ಭೂತಸಙ್ಘಃ ||೧||</a:t>
            </a:r>
            <a:endParaRPr lang="en-US" b="1" dirty="0" smtClean="0">
              <a:solidFill>
                <a:srgbClr val="000000"/>
              </a:solidFill>
              <a:ea typeface="Tunga" pitchFamily="2"/>
            </a:endParaRPr>
          </a:p>
          <a:p>
            <a:pPr algn="ctr">
              <a:spcAft>
                <a:spcPts val="600"/>
              </a:spcAft>
              <a:buNone/>
            </a:pPr>
            <a:endParaRPr lang="en-US" b="1" dirty="0" smtClean="0">
              <a:latin typeface="URW Palladio IT" pitchFamily="2" charset="0"/>
            </a:endParaRPr>
          </a:p>
          <a:p>
            <a:pPr algn="ctr">
              <a:buFont typeface="Wingdings 2" pitchFamily="18" charset="2"/>
              <a:buNone/>
            </a:pPr>
            <a:r>
              <a:rPr lang="en-CA" sz="2400"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2400" dirty="0">
              <a:latin typeface="URW Palladio ITU" pitchFamily="2" charset="0"/>
            </a:endParaRPr>
          </a:p>
        </p:txBody>
      </p:sp>
    </p:spTree>
    <p:extLst>
      <p:ext uri="{BB962C8B-B14F-4D97-AF65-F5344CB8AC3E}">
        <p14:creationId xmlns:p14="http://schemas.microsoft.com/office/powerpoint/2010/main" val="506777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76" y="228653"/>
            <a:ext cx="12194822" cy="6630935"/>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प्रातर्भजामि मनसो </a:t>
            </a:r>
            <a:r>
              <a:rPr lang="en-IN" sz="4001" b="1" dirty="0" err="1">
                <a:latin typeface="Sanskrit 99" pitchFamily="2" charset="0"/>
              </a:rPr>
              <a:t>vcsamgMym</a:t>
            </a:r>
            <a:r>
              <a:rPr lang="en-IN" sz="4001" b="1" dirty="0">
                <a:latin typeface="Sanskrit 99" pitchFamily="2" charset="0"/>
              </a:rPr>
              <a:t>!</a:t>
            </a:r>
            <a:r>
              <a:rPr lang="en-IN" sz="4001" b="1" dirty="0"/>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वाचो विभान्ति निखिला यदनुग्रहेण</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Prātarbhajāmi</a:t>
            </a:r>
            <a:r>
              <a:rPr lang="en-US" b="1" dirty="0" smtClean="0">
                <a:latin typeface="URW Palladio IT" pitchFamily="2" charset="0"/>
              </a:rPr>
              <a:t> </a:t>
            </a:r>
            <a:r>
              <a:rPr lang="en-US" b="1" dirty="0" err="1" smtClean="0">
                <a:latin typeface="URW Palladio IT" pitchFamily="2" charset="0"/>
              </a:rPr>
              <a:t>manaso</a:t>
            </a:r>
            <a:r>
              <a:rPr lang="en-US" b="1" dirty="0" smtClean="0">
                <a:latin typeface="URW Palladio IT" pitchFamily="2" charset="0"/>
              </a:rPr>
              <a:t> </a:t>
            </a:r>
            <a:r>
              <a:rPr lang="en-US" b="1" dirty="0" err="1" smtClean="0">
                <a:latin typeface="URW Palladio IT" pitchFamily="2" charset="0"/>
              </a:rPr>
              <a:t>vacasām</a:t>
            </a:r>
            <a:r>
              <a:rPr lang="en-US" b="1" dirty="0" smtClean="0">
                <a:latin typeface="URW Palladio IT" pitchFamily="2" charset="0"/>
              </a:rPr>
              <a:t> </a:t>
            </a:r>
            <a:r>
              <a:rPr lang="en-US" b="1" dirty="0" err="1" smtClean="0">
                <a:latin typeface="URW Palladio IT" pitchFamily="2" charset="0"/>
              </a:rPr>
              <a:t>agamyam</a:t>
            </a:r>
            <a:r>
              <a:rPr lang="en-US" b="1" dirty="0" smtClean="0">
                <a:latin typeface="URW Palladio IT" pitchFamily="2" charset="0"/>
              </a:rPr>
              <a:t> |</a:t>
            </a:r>
          </a:p>
          <a:p>
            <a:pPr algn="ctr" eaLnBrk="1" hangingPunct="1">
              <a:spcAft>
                <a:spcPts val="1800"/>
              </a:spcAft>
              <a:buNone/>
            </a:pPr>
            <a:r>
              <a:rPr lang="en-US" b="1" dirty="0" err="1" smtClean="0">
                <a:latin typeface="URW Palladio IT" pitchFamily="2" charset="0"/>
              </a:rPr>
              <a:t>Vāco</a:t>
            </a:r>
            <a:r>
              <a:rPr lang="en-US" b="1" dirty="0" smtClean="0">
                <a:latin typeface="URW Palladio IT" pitchFamily="2" charset="0"/>
              </a:rPr>
              <a:t> </a:t>
            </a:r>
            <a:r>
              <a:rPr lang="en-US" b="1" dirty="0" err="1" smtClean="0">
                <a:latin typeface="URW Palladio IT" pitchFamily="2" charset="0"/>
              </a:rPr>
              <a:t>vibhānti</a:t>
            </a:r>
            <a:r>
              <a:rPr lang="en-US" b="1" dirty="0" smtClean="0">
                <a:latin typeface="URW Palladio IT" pitchFamily="2" charset="0"/>
              </a:rPr>
              <a:t> </a:t>
            </a:r>
            <a:r>
              <a:rPr lang="en-US" b="1" dirty="0" err="1" smtClean="0">
                <a:latin typeface="URW Palladio IT" pitchFamily="2" charset="0"/>
              </a:rPr>
              <a:t>nikhilā</a:t>
            </a:r>
            <a:r>
              <a:rPr lang="en-US" b="1" dirty="0" smtClean="0">
                <a:latin typeface="URW Palladio IT" pitchFamily="2" charset="0"/>
              </a:rPr>
              <a:t> </a:t>
            </a:r>
            <a:r>
              <a:rPr lang="en-US" b="1" dirty="0" err="1" smtClean="0">
                <a:latin typeface="URW Palladio IT" pitchFamily="2" charset="0"/>
              </a:rPr>
              <a:t>yadanugraheṇa</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ಪ್ರಾತರ್ಭಜಾಮಿ ಮನಸೋ ವಚಸಾಮಗಮ್ಯಂ</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ವಾಚೋ ವಿಭಾನ್ತಿ ನಿಖಿಲಾ ಯದನುಗ್ರಹೇಣ ||</a:t>
            </a:r>
            <a:endParaRPr lang="en-US" b="1" dirty="0" smtClean="0">
              <a:latin typeface="URW Palladio IT" pitchFamily="2" charset="0"/>
            </a:endParaRPr>
          </a:p>
          <a:p>
            <a:pPr algn="ctr">
              <a:buFont typeface="Wingdings 2" pitchFamily="18" charset="2"/>
              <a:buNone/>
            </a:pPr>
            <a:r>
              <a:rPr lang="en-CA" sz="2400"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2400" dirty="0">
                <a:latin typeface="Times New Roman" pitchFamily="18" charset="0"/>
                <a:cs typeface="Times New Roman" pitchFamily="18" charset="0"/>
              </a:rPr>
              <a:t>mind and speech, that by whose blessing the faculty</a:t>
            </a:r>
          </a:p>
          <a:p>
            <a:pPr algn="ctr">
              <a:buFont typeface="Wingdings 2" pitchFamily="18" charset="2"/>
              <a:buNone/>
            </a:pPr>
            <a:r>
              <a:rPr lang="en-CA" sz="2400" dirty="0">
                <a:latin typeface="Times New Roman" pitchFamily="18" charset="0"/>
                <a:cs typeface="Times New Roman" pitchFamily="18" charset="0"/>
              </a:rPr>
              <a:t>of speech shines forth…</a:t>
            </a:r>
            <a:endParaRPr lang="en-US" sz="2400" dirty="0">
              <a:latin typeface="GITA1" pitchFamily="2" charset="0"/>
            </a:endParaRPr>
          </a:p>
        </p:txBody>
      </p:sp>
    </p:spTree>
    <p:extLst>
      <p:ext uri="{BB962C8B-B14F-4D97-AF65-F5344CB8AC3E}">
        <p14:creationId xmlns:p14="http://schemas.microsoft.com/office/powerpoint/2010/main" val="1254283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76" y="152436"/>
            <a:ext cx="12194822" cy="6707152"/>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यन्नेति नेति वचनैर्निगमा अवोचुः</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तं देवदेवमजमच्युतमाहुरग्र्यम्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॥२॥</a:t>
            </a:r>
            <a:endParaRPr lang="en-US" sz="4001" b="1" dirty="0">
              <a:latin typeface="URW Palladio ITU" pitchFamily="2" charset="0"/>
            </a:endParaRPr>
          </a:p>
          <a:p>
            <a:pPr algn="ctr" eaLnBrk="1" hangingPunct="1">
              <a:buFont typeface="Wingdings 2" pitchFamily="18" charset="2"/>
              <a:buNone/>
            </a:pPr>
            <a:r>
              <a:rPr lang="en-US" b="1" dirty="0" smtClean="0">
                <a:latin typeface="URW Palladio IT" pitchFamily="2" charset="0"/>
              </a:rPr>
              <a:t>Yan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vacanair</a:t>
            </a:r>
            <a:r>
              <a:rPr lang="en-US" b="1" dirty="0" smtClean="0">
                <a:latin typeface="URW Palladio IT" pitchFamily="2" charset="0"/>
              </a:rPr>
              <a:t> </a:t>
            </a:r>
            <a:r>
              <a:rPr lang="en-US" b="1" dirty="0" err="1" smtClean="0">
                <a:latin typeface="URW Palladio IT" pitchFamily="2" charset="0"/>
              </a:rPr>
              <a:t>nigamā</a:t>
            </a:r>
            <a:r>
              <a:rPr lang="en-US" b="1" dirty="0" smtClean="0">
                <a:latin typeface="URW Palladio IT" pitchFamily="2" charset="0"/>
              </a:rPr>
              <a:t> </a:t>
            </a:r>
            <a:r>
              <a:rPr lang="en-US" b="1" dirty="0" err="1" smtClean="0">
                <a:latin typeface="URW Palladio IT" pitchFamily="2" charset="0"/>
              </a:rPr>
              <a:t>avocuḥ</a:t>
            </a:r>
            <a:r>
              <a:rPr lang="en-US" b="1" dirty="0" smtClean="0">
                <a:latin typeface="URW Palladio IT" pitchFamily="2" charset="0"/>
              </a:rPr>
              <a:t> |</a:t>
            </a:r>
          </a:p>
          <a:p>
            <a:pPr algn="ctr" eaLnBrk="1" hangingPunct="1">
              <a:spcAft>
                <a:spcPts val="600"/>
              </a:spcAft>
              <a:buNone/>
            </a:pPr>
            <a:r>
              <a:rPr lang="en-US" b="1" dirty="0" err="1" smtClean="0">
                <a:latin typeface="URW Palladio IT" pitchFamily="2" charset="0"/>
              </a:rPr>
              <a:t>Taṁ</a:t>
            </a:r>
            <a:r>
              <a:rPr lang="en-US" b="1" dirty="0" smtClean="0">
                <a:latin typeface="URW Palladio IT" pitchFamily="2" charset="0"/>
              </a:rPr>
              <a:t> </a:t>
            </a:r>
            <a:r>
              <a:rPr lang="en-US" b="1" dirty="0" err="1" smtClean="0">
                <a:latin typeface="URW Palladio IT" pitchFamily="2" charset="0"/>
              </a:rPr>
              <a:t>devadevamajamacyutamāhuragryam</a:t>
            </a:r>
            <a:r>
              <a:rPr lang="en-US" b="1" dirty="0" smtClean="0">
                <a:latin typeface="URW Palladio IT" pitchFamily="2" charset="0"/>
              </a:rPr>
              <a:t> ||2||</a:t>
            </a:r>
          </a:p>
          <a:p>
            <a:pPr algn="ctr">
              <a:lnSpc>
                <a:spcPct val="115000"/>
              </a:lnSpc>
              <a:buFont typeface="Arial" charset="0"/>
              <a:buNone/>
            </a:pPr>
            <a:r>
              <a:rPr lang="kn-IN" b="1" dirty="0" smtClean="0">
                <a:solidFill>
                  <a:srgbClr val="000000"/>
                </a:solidFill>
                <a:ea typeface="Calibri" pitchFamily="34" charset="0"/>
              </a:rPr>
              <a:t>ಯನ್ನೇತಿ ನೇತಿ ವಚನೈರ್ನಿಗಮಾ ಅವೋಚುಃ</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600"/>
              </a:spcAft>
              <a:buNone/>
            </a:pPr>
            <a:r>
              <a:rPr lang="kn-IN" b="1" dirty="0" smtClean="0">
                <a:solidFill>
                  <a:srgbClr val="000000"/>
                </a:solidFill>
                <a:ea typeface="Tunga" pitchFamily="2"/>
              </a:rPr>
              <a:t>ತಂ ದೇವದೇವಂ</a:t>
            </a:r>
            <a:r>
              <a:rPr lang="en-CA" b="1" dirty="0" smtClean="0">
                <a:solidFill>
                  <a:srgbClr val="000000"/>
                </a:solidFill>
                <a:cs typeface="Calibri" pitchFamily="34" charset="0"/>
              </a:rPr>
              <a:t> </a:t>
            </a:r>
            <a:r>
              <a:rPr lang="kn-IN" b="1" dirty="0" smtClean="0">
                <a:solidFill>
                  <a:srgbClr val="000000"/>
                </a:solidFill>
                <a:ea typeface="Tunga" pitchFamily="2"/>
              </a:rPr>
              <a:t>ಅಜಮಚ್ಯುತಮಾಹುರಗ್ರ್ಯಮ್ ||೨||</a:t>
            </a:r>
            <a:endParaRPr lang="en-US" b="1" dirty="0" smtClean="0">
              <a:latin typeface="BRH Kannada Extra" pitchFamily="2" charset="0"/>
            </a:endParaRPr>
          </a:p>
          <a:p>
            <a:pPr algn="ctr">
              <a:buFont typeface="Wingdings 2" pitchFamily="18" charset="2"/>
              <a:buNone/>
            </a:pPr>
            <a:r>
              <a:rPr lang="en-CA" sz="2400" dirty="0">
                <a:latin typeface="Times New Roman" pitchFamily="18" charset="0"/>
                <a:cs typeface="Times New Roman" pitchFamily="18" charset="0"/>
              </a:rPr>
              <a:t>I worship that... which is described in the Upanishads</a:t>
            </a:r>
          </a:p>
          <a:p>
            <a:pPr algn="ctr">
              <a:buFont typeface="Wingdings 2" pitchFamily="18" charset="2"/>
              <a:buNone/>
            </a:pPr>
            <a:r>
              <a:rPr lang="en-CA" sz="2400"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2400" dirty="0">
                <a:latin typeface="Times New Roman" pitchFamily="18" charset="0"/>
                <a:cs typeface="Times New Roman" pitchFamily="18" charset="0"/>
              </a:rPr>
              <a:t>Being which is spoken of (in the Vedas) as unborn,</a:t>
            </a:r>
          </a:p>
          <a:p>
            <a:pPr algn="ctr">
              <a:buFont typeface="Wingdings 2" pitchFamily="18" charset="2"/>
              <a:buNone/>
            </a:pPr>
            <a:r>
              <a:rPr lang="en-CA" sz="2400" dirty="0">
                <a:latin typeface="Times New Roman" pitchFamily="18" charset="0"/>
                <a:cs typeface="Times New Roman" pitchFamily="18" charset="0"/>
              </a:rPr>
              <a:t>infallible, and the highest</a:t>
            </a:r>
            <a:endParaRPr lang="en-US" sz="2400" dirty="0">
              <a:latin typeface="Times New Roman" pitchFamily="18" charset="0"/>
              <a:cs typeface="Times New Roman" pitchFamily="18" charset="0"/>
            </a:endParaRPr>
          </a:p>
          <a:p>
            <a:pPr algn="ctr" eaLnBrk="1" hangingPunct="1">
              <a:buFont typeface="Wingdings 2" pitchFamily="18" charset="2"/>
              <a:buNone/>
            </a:pPr>
            <a:endParaRPr lang="en-US" sz="1200" b="1" dirty="0">
              <a:latin typeface="GITA1" pitchFamily="2" charset="0"/>
            </a:endParaRPr>
          </a:p>
        </p:txBody>
      </p:sp>
    </p:spTree>
    <p:extLst>
      <p:ext uri="{BB962C8B-B14F-4D97-AF65-F5344CB8AC3E}">
        <p14:creationId xmlns:p14="http://schemas.microsoft.com/office/powerpoint/2010/main" val="42405436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76" y="0"/>
            <a:ext cx="12194822" cy="6859588"/>
          </a:xfrm>
        </p:spPr>
        <p:txBody>
          <a:bodyPr/>
          <a:lstStyle/>
          <a:p>
            <a:pPr algn="ctr" eaLnBrk="1" hangingPunct="1">
              <a:buFont typeface="Wingdings 2" pitchFamily="18" charset="2"/>
              <a:buNone/>
            </a:pPr>
            <a:endParaRPr lang="en-US" sz="133" b="1" dirty="0">
              <a:latin typeface="GITA1" pitchFamily="2" charset="0"/>
            </a:endParaRPr>
          </a:p>
          <a:p>
            <a:pPr algn="ctr" eaLnBrk="1" hangingPunct="1">
              <a:buFont typeface="Wingdings 2" pitchFamily="18" charset="2"/>
              <a:buNone/>
            </a:pPr>
            <a:r>
              <a:rPr lang="hi-IN" sz="4001" b="1" dirty="0">
                <a:latin typeface="Sanskrit 99" pitchFamily="2" charset="0"/>
                <a:cs typeface="Sanskrit 2003" pitchFamily="2" charset="-78"/>
              </a:rPr>
              <a:t>प्रातर्नमामि</a:t>
            </a:r>
            <a:r>
              <a:rPr lang="hi-IN" sz="4001" b="1" dirty="0">
                <a:latin typeface="Sanskrit 2003" pitchFamily="2" charset="-78"/>
                <a:cs typeface="Sanskrit 2003" pitchFamily="2" charset="-78"/>
              </a:rPr>
              <a:t> तमसः </a:t>
            </a:r>
            <a:r>
              <a:rPr lang="en-IN" sz="4001" b="1" dirty="0" err="1">
                <a:latin typeface="Sanskrit 99" pitchFamily="2" charset="0"/>
              </a:rPr>
              <a:t>prmkRv</a:t>
            </a:r>
            <a:r>
              <a:rPr lang="en-IN" sz="4001" b="1" dirty="0">
                <a:latin typeface="Sanskrit 99" pitchFamily="2" charset="0"/>
              </a:rPr>
              <a:t>[</a:t>
            </a:r>
            <a:r>
              <a:rPr lang="en-IN" sz="4001" dirty="0">
                <a:latin typeface="Sanskrit 99" pitchFamily="2" charset="0"/>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पूर्णं सनातनपदं पुरुषोत्तमाख्यम्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buFont typeface="Wingdings 2" pitchFamily="18" charset="2"/>
              <a:buNone/>
            </a:pPr>
            <a:r>
              <a:rPr lang="en-US" b="1" dirty="0" err="1" smtClean="0">
                <a:latin typeface="URW Palladio IT" pitchFamily="2" charset="0"/>
              </a:rPr>
              <a:t>Prātarnamāmi</a:t>
            </a:r>
            <a:r>
              <a:rPr lang="en-US" b="1" dirty="0" smtClean="0">
                <a:latin typeface="URW Palladio IT" pitchFamily="2" charset="0"/>
              </a:rPr>
              <a:t> </a:t>
            </a:r>
            <a:r>
              <a:rPr lang="en-US" b="1" dirty="0" err="1" smtClean="0">
                <a:latin typeface="URW Palladio IT" pitchFamily="2" charset="0"/>
              </a:rPr>
              <a:t>tamasaḥ</a:t>
            </a:r>
            <a:r>
              <a:rPr lang="en-US" b="1" dirty="0" smtClean="0">
                <a:latin typeface="URW Palladio IT" pitchFamily="2" charset="0"/>
              </a:rPr>
              <a:t> </a:t>
            </a:r>
            <a:r>
              <a:rPr lang="en-US" b="1" dirty="0" err="1" smtClean="0">
                <a:latin typeface="URW Palladio IT" pitchFamily="2" charset="0"/>
              </a:rPr>
              <a:t>paramarkavarṇaṁ</a:t>
            </a:r>
            <a:r>
              <a:rPr lang="en-US" b="1" dirty="0" smtClean="0">
                <a:latin typeface="URW Palladio IT" pitchFamily="2" charset="0"/>
              </a:rPr>
              <a:t> |</a:t>
            </a:r>
          </a:p>
          <a:p>
            <a:pPr algn="ctr" eaLnBrk="1" hangingPunct="1">
              <a:spcAft>
                <a:spcPts val="1200"/>
              </a:spcAft>
              <a:buNone/>
            </a:pPr>
            <a:r>
              <a:rPr lang="en-US" b="1" dirty="0" err="1" smtClean="0">
                <a:latin typeface="URW Palladio IT" pitchFamily="2" charset="0"/>
              </a:rPr>
              <a:t>Pūrṇaṁ</a:t>
            </a:r>
            <a:r>
              <a:rPr lang="en-US" b="1" dirty="0" smtClean="0">
                <a:latin typeface="URW Palladio IT" pitchFamily="2" charset="0"/>
              </a:rPr>
              <a:t> </a:t>
            </a:r>
            <a:r>
              <a:rPr lang="en-US" b="1" dirty="0" err="1" smtClean="0">
                <a:latin typeface="URW Palladio IT" pitchFamily="2" charset="0"/>
              </a:rPr>
              <a:t>sanātanapadaṁ</a:t>
            </a:r>
            <a:r>
              <a:rPr lang="en-US" b="1" dirty="0" smtClean="0">
                <a:latin typeface="URW Palladio IT" pitchFamily="2" charset="0"/>
              </a:rPr>
              <a:t> </a:t>
            </a:r>
            <a:r>
              <a:rPr lang="en-US" b="1" dirty="0" err="1" smtClean="0">
                <a:latin typeface="URW Palladio IT" pitchFamily="2" charset="0"/>
              </a:rPr>
              <a:t>puruṣottamākhyam</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ಪ್ರಾತರ್ನಮಾಮಿ ತಮಸಃ ಪರಮರ್ಕವರ್ಣಂ</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ಪೂರ್ಣಂ ಸನಾತನಪದಂ ಪುರುಷೋತ್ತಮಾಖ್ಯಮ್ ||</a:t>
            </a:r>
            <a:endParaRPr lang="en-US" b="1" dirty="0" smtClean="0">
              <a:latin typeface="URW Palladio IT" pitchFamily="2" charset="0"/>
            </a:endParaRPr>
          </a:p>
          <a:p>
            <a:pPr algn="ctr">
              <a:buFont typeface="Wingdings 2" pitchFamily="18" charset="2"/>
              <a:buNone/>
            </a:pPr>
            <a:r>
              <a:rPr lang="en-CA" sz="2400"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2400" dirty="0" err="1">
                <a:latin typeface="Times New Roman" pitchFamily="18" charset="0"/>
                <a:cs typeface="Times New Roman" pitchFamily="18" charset="0"/>
              </a:rPr>
              <a:t>Purusha</a:t>
            </a:r>
            <a:r>
              <a:rPr lang="en-CA"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algn="ctr" eaLnBrk="1" hangingPunct="1">
              <a:buFont typeface="Wingdings 2" pitchFamily="18" charset="2"/>
              <a:buNone/>
            </a:pPr>
            <a:endParaRPr lang="en-US" b="1" dirty="0" smtClean="0">
              <a:latin typeface="URW Palladio ITU" pitchFamily="2" charset="0"/>
            </a:endParaRPr>
          </a:p>
        </p:txBody>
      </p:sp>
    </p:spTree>
    <p:extLst>
      <p:ext uri="{BB962C8B-B14F-4D97-AF65-F5344CB8AC3E}">
        <p14:creationId xmlns:p14="http://schemas.microsoft.com/office/powerpoint/2010/main" val="24148076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76" y="228653"/>
            <a:ext cx="12194822" cy="6630935"/>
          </a:xfrm>
        </p:spPr>
        <p:txBody>
          <a:bodyPr/>
          <a:lstStyle/>
          <a:p>
            <a:pPr algn="ctr" eaLnBrk="1" hangingPunct="1">
              <a:buFont typeface="Wingdings 2" pitchFamily="18" charset="2"/>
              <a:buNone/>
            </a:pPr>
            <a:r>
              <a:rPr lang="en-IN" sz="4001" b="1" dirty="0" err="1">
                <a:latin typeface="Sanskrit 99" pitchFamily="2" charset="0"/>
              </a:rPr>
              <a:t>yiSmiÚd</a:t>
            </a:r>
            <a:r>
              <a:rPr lang="en-IN" sz="4001" b="1" dirty="0">
                <a:latin typeface="Sanskrit 99" pitchFamily="2" charset="0"/>
              </a:rPr>
              <a:t>&lt; </a:t>
            </a:r>
            <a:r>
              <a:rPr lang="hi-IN" sz="4001" b="1" dirty="0">
                <a:latin typeface="Sanskrit 2003" pitchFamily="2" charset="-78"/>
                <a:cs typeface="Sanskrit 2003" pitchFamily="2" charset="-78"/>
              </a:rPr>
              <a:t>जगदशेषमशेष मूर्तौ</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रज्ज्वां भुजङ्गम इव प्रतिभासितं वै</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॥३॥</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Yasminnidaṁ</a:t>
            </a:r>
            <a:r>
              <a:rPr lang="en-US" b="1" dirty="0" smtClean="0">
                <a:latin typeface="URW Palladio IT" pitchFamily="2" charset="0"/>
              </a:rPr>
              <a:t> </a:t>
            </a:r>
            <a:r>
              <a:rPr lang="en-US" b="1" dirty="0" err="1" smtClean="0">
                <a:latin typeface="URW Palladio IT" pitchFamily="2" charset="0"/>
              </a:rPr>
              <a:t>jagadaśeṣamaśeṣa</a:t>
            </a:r>
            <a:r>
              <a:rPr lang="en-US" b="1" dirty="0" smtClean="0">
                <a:latin typeface="URW Palladio IT" pitchFamily="2" charset="0"/>
              </a:rPr>
              <a:t> </a:t>
            </a:r>
            <a:r>
              <a:rPr lang="en-US" b="1" dirty="0" err="1" smtClean="0">
                <a:latin typeface="URW Palladio IT" pitchFamily="2" charset="0"/>
              </a:rPr>
              <a:t>mūrtau</a:t>
            </a:r>
            <a:r>
              <a:rPr lang="en-US" b="1" dirty="0" smtClean="0">
                <a:latin typeface="URW Palladio IT" pitchFamily="2" charset="0"/>
              </a:rPr>
              <a:t>|</a:t>
            </a:r>
          </a:p>
          <a:p>
            <a:pPr algn="ctr" eaLnBrk="1" hangingPunct="1">
              <a:spcAft>
                <a:spcPts val="1800"/>
              </a:spcAft>
              <a:buNone/>
            </a:pPr>
            <a:r>
              <a:rPr lang="en-US" b="1" dirty="0" err="1" smtClean="0">
                <a:latin typeface="URW Palladio IT" pitchFamily="2" charset="0"/>
              </a:rPr>
              <a:t>Rajjvāṁ</a:t>
            </a:r>
            <a:r>
              <a:rPr lang="en-US" b="1" dirty="0" smtClean="0">
                <a:latin typeface="URW Palladio IT" pitchFamily="2" charset="0"/>
              </a:rPr>
              <a:t> </a:t>
            </a:r>
            <a:r>
              <a:rPr lang="en-US" b="1" dirty="0" err="1" smtClean="0">
                <a:latin typeface="URW Palladio IT" pitchFamily="2" charset="0"/>
              </a:rPr>
              <a:t>bhujaṅgama</a:t>
            </a:r>
            <a:r>
              <a:rPr lang="en-US" b="1" dirty="0" smtClean="0">
                <a:latin typeface="URW Palladio IT" pitchFamily="2" charset="0"/>
              </a:rPr>
              <a:t> </a:t>
            </a:r>
            <a:r>
              <a:rPr lang="en-US" b="1" dirty="0" err="1" smtClean="0">
                <a:latin typeface="URW Palladio IT" pitchFamily="2" charset="0"/>
              </a:rPr>
              <a:t>iva</a:t>
            </a:r>
            <a:r>
              <a:rPr lang="en-US" b="1" dirty="0" smtClean="0">
                <a:latin typeface="URW Palladio IT" pitchFamily="2" charset="0"/>
              </a:rPr>
              <a:t> </a:t>
            </a:r>
            <a:r>
              <a:rPr lang="en-US" b="1" dirty="0" err="1" smtClean="0">
                <a:latin typeface="URW Palladio IT" pitchFamily="2" charset="0"/>
              </a:rPr>
              <a:t>pratibhāsitaṁ</a:t>
            </a:r>
            <a:r>
              <a:rPr lang="en-US" b="1" dirty="0" smtClean="0">
                <a:latin typeface="URW Palladio IT" pitchFamily="2" charset="0"/>
              </a:rPr>
              <a:t> </a:t>
            </a:r>
            <a:r>
              <a:rPr lang="en-US" b="1" dirty="0" err="1" smtClean="0">
                <a:latin typeface="URW Palladio IT" pitchFamily="2" charset="0"/>
              </a:rPr>
              <a:t>vai</a:t>
            </a:r>
            <a:r>
              <a:rPr lang="en-US" b="1" dirty="0" smtClean="0">
                <a:latin typeface="URW Palladio IT" pitchFamily="2" charset="0"/>
              </a:rPr>
              <a:t>||3||</a:t>
            </a:r>
          </a:p>
          <a:p>
            <a:pPr algn="ctr">
              <a:lnSpc>
                <a:spcPct val="115000"/>
              </a:lnSpc>
              <a:buFont typeface="Arial" charset="0"/>
              <a:buNone/>
            </a:pPr>
            <a:r>
              <a:rPr lang="kn-IN" b="1" dirty="0" smtClean="0">
                <a:solidFill>
                  <a:srgbClr val="000000"/>
                </a:solidFill>
                <a:ea typeface="Calibri" pitchFamily="34" charset="0"/>
              </a:rPr>
              <a:t>ಯಸ್ಮಿನ್ನಿದಂ ಜಗದಶೇಷಮಶೇಷಮೂರ್ತೌ</a:t>
            </a:r>
          </a:p>
          <a:p>
            <a:pPr algn="ctr">
              <a:spcAft>
                <a:spcPts val="1200"/>
              </a:spcAft>
              <a:buNone/>
            </a:pPr>
            <a:r>
              <a:rPr lang="kn-IN" b="1" dirty="0" smtClean="0">
                <a:solidFill>
                  <a:srgbClr val="000000"/>
                </a:solidFill>
                <a:ea typeface="Calibri" pitchFamily="34" charset="0"/>
              </a:rPr>
              <a:t>ರಜ್ವಾಂ ಭುಜಙ್ಗಮ ಇವ ಪ್ರತಿಭಾಸಿತಂ ವೈ ||೩||</a:t>
            </a:r>
            <a:endParaRPr lang="en-US" b="1" dirty="0" smtClean="0">
              <a:solidFill>
                <a:srgbClr val="000000"/>
              </a:solidFill>
              <a:ea typeface="Calibri" pitchFamily="34" charset="0"/>
            </a:endParaRPr>
          </a:p>
          <a:p>
            <a:pPr algn="ctr">
              <a:spcAft>
                <a:spcPts val="1200"/>
              </a:spcAft>
              <a:buNone/>
            </a:pPr>
            <a:endParaRPr lang="en-US" b="1" dirty="0" smtClean="0">
              <a:latin typeface="BRH Kannada Extra" pitchFamily="2" charset="0"/>
            </a:endParaRPr>
          </a:p>
          <a:p>
            <a:pPr algn="ctr">
              <a:buFont typeface="Wingdings 2" pitchFamily="18" charset="2"/>
              <a:buNone/>
            </a:pPr>
            <a:r>
              <a:rPr lang="en-CA" sz="2400"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2400" dirty="0">
                <a:latin typeface="Times New Roman" pitchFamily="18" charset="0"/>
                <a:cs typeface="Times New Roman" pitchFamily="18" charset="0"/>
              </a:rPr>
              <a:t>universe appears just as a snake is superimposed on a rope</a:t>
            </a:r>
            <a:endParaRPr lang="en-US" sz="1800" dirty="0">
              <a:latin typeface="URW Palladio ITU" pitchFamily="2" charset="0"/>
            </a:endParaRPr>
          </a:p>
        </p:txBody>
      </p:sp>
    </p:spTree>
    <p:extLst>
      <p:ext uri="{BB962C8B-B14F-4D97-AF65-F5344CB8AC3E}">
        <p14:creationId xmlns:p14="http://schemas.microsoft.com/office/powerpoint/2010/main" val="35881821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116675"/>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31" y="980971"/>
            <a:ext cx="9146115" cy="6740307"/>
          </a:xfrm>
          <a:prstGeom prst="rect">
            <a:avLst/>
          </a:prstGeom>
        </p:spPr>
        <p:txBody>
          <a:bodyPr wrap="square">
            <a:spAutoFit/>
          </a:bodyPr>
          <a:lstStyle/>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a:solidFill>
                  <a:prstClr val="black"/>
                </a:solidFill>
                <a:latin typeface="Sanskrit 99" pitchFamily="2" charset="0"/>
                <a:cs typeface="Arial" panose="020B0604020202020204" pitchFamily="34" charset="0"/>
              </a:rPr>
              <a:t>s&lt;</a:t>
            </a:r>
            <a:r>
              <a:rPr lang="en-US" sz="2400" dirty="0" err="1">
                <a:solidFill>
                  <a:prstClr val="black"/>
                </a:solidFill>
                <a:latin typeface="Sanskrit 99" pitchFamily="2" charset="0"/>
                <a:cs typeface="Arial" panose="020B0604020202020204" pitchFamily="34" charset="0"/>
              </a:rPr>
              <a:t>gCDXv</a:t>
            </a:r>
            <a:r>
              <a:rPr lang="en-US" sz="2400" dirty="0">
                <a:solidFill>
                  <a:prstClr val="black"/>
                </a:solidFill>
                <a:latin typeface="Sanskrit 99" pitchFamily="2" charset="0"/>
                <a:cs typeface="Arial" panose="020B0604020202020204" pitchFamily="34" charset="0"/>
              </a:rPr>
              <a:t>&lt; s&lt;</a:t>
            </a:r>
            <a:r>
              <a:rPr lang="en-US" sz="2400" dirty="0" err="1">
                <a:solidFill>
                  <a:prstClr val="black"/>
                </a:solidFill>
                <a:latin typeface="Sanskrit 99" pitchFamily="2" charset="0"/>
                <a:cs typeface="Arial" panose="020B0604020202020204" pitchFamily="34" charset="0"/>
              </a:rPr>
              <a:t>vdXv</a:t>
            </a:r>
            <a:r>
              <a:rPr lang="en-US" sz="2400" dirty="0">
                <a:solidFill>
                  <a:prstClr val="black"/>
                </a:solidFill>
                <a:latin typeface="Sanskrit 99" pitchFamily="2" charset="0"/>
                <a:cs typeface="Arial" panose="020B0604020202020204" pitchFamily="34" charset="0"/>
              </a:rPr>
              <a:t>&lt;</a:t>
            </a:r>
          </a:p>
          <a:p>
            <a:pPr algn="ctr" defTabSz="914583">
              <a:defRPr/>
            </a:pPr>
            <a:r>
              <a:rPr lang="en-US" sz="2400" dirty="0">
                <a:solidFill>
                  <a:prstClr val="black"/>
                </a:solidFill>
                <a:latin typeface="Sanskrit 99" pitchFamily="2" charset="0"/>
                <a:cs typeface="Arial" panose="020B0604020202020204" pitchFamily="34" charset="0"/>
              </a:rPr>
              <a:t>s&lt; </a:t>
            </a:r>
            <a:r>
              <a:rPr lang="en-US" sz="2400" dirty="0" err="1">
                <a:solidFill>
                  <a:prstClr val="black"/>
                </a:solidFill>
                <a:latin typeface="Sanskrit 99" pitchFamily="2" charset="0"/>
                <a:cs typeface="Arial" panose="020B0604020202020204" pitchFamily="34" charset="0"/>
              </a:rPr>
              <a:t>vae</a:t>
            </a:r>
            <a:r>
              <a:rPr lang="en-US" sz="2400" dirty="0">
                <a:solidFill>
                  <a:prstClr val="black"/>
                </a:solidFill>
                <a:latin typeface="Sanskrit 99" pitchFamily="2" charset="0"/>
                <a:cs typeface="Arial" panose="020B0604020202020204" pitchFamily="34" charset="0"/>
              </a:rPr>
              <a:t> </a:t>
            </a:r>
            <a:r>
              <a:rPr lang="en-US" sz="2400" dirty="0" err="1">
                <a:solidFill>
                  <a:prstClr val="black"/>
                </a:solidFill>
                <a:latin typeface="Sanskrit 99" pitchFamily="2" charset="0"/>
                <a:cs typeface="Arial" panose="020B0604020202020204" pitchFamily="34" charset="0"/>
              </a:rPr>
              <a:t>mna</a:t>
            </a:r>
            <a:r>
              <a:rPr lang="en-US" sz="2400" dirty="0">
                <a:solidFill>
                  <a:prstClr val="black"/>
                </a:solidFill>
                <a:latin typeface="Sanskrit 99" pitchFamily="2" charset="0"/>
                <a:cs typeface="Arial" panose="020B0604020202020204" pitchFamily="34" charset="0"/>
              </a:rPr>
              <a:t>&lt;is </a:t>
            </a:r>
            <a:r>
              <a:rPr lang="en-US" sz="2400" dirty="0" err="1">
                <a:solidFill>
                  <a:prstClr val="black"/>
                </a:solidFill>
                <a:latin typeface="Sanskrit 99" pitchFamily="2" charset="0"/>
                <a:cs typeface="Arial" panose="020B0604020202020204" pitchFamily="34" charset="0"/>
              </a:rPr>
              <a:t>jantam</a:t>
            </a:r>
            <a:r>
              <a:rPr lang="en-US" sz="2400" dirty="0">
                <a:solidFill>
                  <a:prstClr val="black"/>
                </a:solidFill>
                <a:latin typeface="Sanskrit 99" pitchFamily="2" charset="0"/>
                <a:cs typeface="Arial" panose="020B0604020202020204" pitchFamily="34" charset="0"/>
              </a:rPr>
              <a:t>!</a:t>
            </a:r>
          </a:p>
          <a:p>
            <a:pPr algn="ctr" defTabSz="914583">
              <a:defRPr/>
            </a:pPr>
            <a:r>
              <a:rPr lang="en-US" sz="2400" dirty="0">
                <a:solidFill>
                  <a:prstClr val="black"/>
                </a:solidFill>
                <a:latin typeface="Sanskrit 99" pitchFamily="2" charset="0"/>
                <a:cs typeface="Arial" panose="020B0604020202020204" pitchFamily="34" charset="0"/>
              </a:rPr>
              <a:t>deva </a:t>
            </a:r>
            <a:r>
              <a:rPr lang="en-US" sz="2400" dirty="0" err="1">
                <a:solidFill>
                  <a:prstClr val="black"/>
                </a:solidFill>
                <a:latin typeface="Sanskrit 99" pitchFamily="2" charset="0"/>
                <a:cs typeface="Arial" panose="020B0604020202020204" pitchFamily="34" charset="0"/>
              </a:rPr>
              <a:t>Éag</a:t>
            </a:r>
            <a:r>
              <a:rPr lang="en-US" sz="2400" dirty="0">
                <a:solidFill>
                  <a:prstClr val="black"/>
                </a:solidFill>
                <a:latin typeface="Sanskrit 99" pitchFamily="2" charset="0"/>
                <a:cs typeface="Arial" panose="020B0604020202020204" pitchFamily="34" charset="0"/>
              </a:rPr>
              <a:t>&lt; </a:t>
            </a:r>
            <a:r>
              <a:rPr lang="en-US" sz="2400" dirty="0" err="1">
                <a:solidFill>
                  <a:prstClr val="black"/>
                </a:solidFill>
                <a:latin typeface="Sanskrit 99" pitchFamily="2" charset="0"/>
                <a:cs typeface="Arial" panose="020B0604020202020204" pitchFamily="34" charset="0"/>
              </a:rPr>
              <a:t>ywa</a:t>
            </a:r>
            <a:r>
              <a:rPr lang="en-US" sz="2400" dirty="0">
                <a:solidFill>
                  <a:prstClr val="black"/>
                </a:solidFill>
                <a:latin typeface="Sanskrit 99" pitchFamily="2" charset="0"/>
                <a:cs typeface="Arial" panose="020B0604020202020204" pitchFamily="34" charset="0"/>
              </a:rPr>
              <a:t> </a:t>
            </a:r>
            <a:r>
              <a:rPr lang="en-US" sz="2400" dirty="0" err="1">
                <a:solidFill>
                  <a:prstClr val="black"/>
                </a:solidFill>
                <a:latin typeface="Sanskrit 99" pitchFamily="2" charset="0"/>
                <a:cs typeface="Arial" panose="020B0604020202020204" pitchFamily="34" charset="0"/>
              </a:rPr>
              <a:t>pUveR</a:t>
            </a: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err="1">
                <a:solidFill>
                  <a:prstClr val="black"/>
                </a:solidFill>
                <a:latin typeface="Sanskrit 99" pitchFamily="2" charset="0"/>
                <a:cs typeface="Arial" panose="020B0604020202020204" pitchFamily="34" charset="0"/>
              </a:rPr>
              <a:t>sÃanana</a:t>
            </a:r>
            <a:r>
              <a:rPr lang="en-US" sz="2400" dirty="0">
                <a:solidFill>
                  <a:prstClr val="black"/>
                </a:solidFill>
                <a:latin typeface="Sanskrit 99" pitchFamily="2" charset="0"/>
                <a:cs typeface="Arial" panose="020B0604020202020204" pitchFamily="34" charset="0"/>
              </a:rPr>
              <a:t> %paste.</a:t>
            </a:r>
          </a:p>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Saìgacchadhvaà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saàvadadhvaà</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vo</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manäàsi</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jänatäm</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devä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bhägaà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yathä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pürve</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saïjänänä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upäsate</a:t>
            </a:r>
            <a:r>
              <a:rPr lang="en-US" sz="2400" dirty="0">
                <a:solidFill>
                  <a:prstClr val="black"/>
                </a:solidFill>
                <a:latin typeface="URW Palladio IT" pitchFamily="2" charset="0"/>
                <a:cs typeface="Arial" panose="020B0604020202020204" pitchFamily="34" charset="0"/>
              </a:rPr>
              <a:t>||</a:t>
            </a:r>
          </a:p>
          <a:p>
            <a:pPr algn="ctr" defTabSz="914583"/>
            <a:endParaRPr lang="en-US" sz="2400" b="1" dirty="0">
              <a:solidFill>
                <a:prstClr val="black"/>
              </a:solidFill>
              <a:latin typeface="BRH Kannada" pitchFamily="2" charset="0"/>
            </a:endParaRPr>
          </a:p>
          <a:p>
            <a:pPr algn="ctr" defTabSz="914583">
              <a:defRPr/>
            </a:pP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a:solidFill>
                  <a:prstClr val="black"/>
                </a:solidFill>
                <a:latin typeface="URW Palladio IT" pitchFamily="2" charset="0"/>
              </a:rPr>
              <a:t> May we move in harmony, speak in one voice; let our minds be in agreement; just as the ancient Gods shared their portion of sacrifice.</a:t>
            </a:r>
          </a:p>
          <a:p>
            <a:pPr algn="ctr" defTabSz="914583">
              <a:defRPr/>
            </a:pPr>
            <a:endParaRPr lang="en-US" sz="2400" dirty="0">
              <a:solidFill>
                <a:prstClr val="black"/>
              </a:solidFill>
              <a:latin typeface="URW Palladio IT" pitchFamily="2" charset="0"/>
              <a:cs typeface="Arial" panose="020B0604020202020204" pitchFamily="34" charset="0"/>
            </a:endParaRPr>
          </a:p>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endParaRPr lang="en-US" sz="24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3052599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483247" y="15"/>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65815" y="1371933"/>
            <a:ext cx="9104831" cy="4402487"/>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mÙ</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simit</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smanI</a:t>
            </a:r>
            <a:endParaRPr lang="en-US" sz="2801" dirty="0">
              <a:solidFill>
                <a:prstClr val="black"/>
              </a:solidFill>
              <a:latin typeface="Sanskrit 99" pitchFamily="2" charset="0"/>
              <a:cs typeface="Arial" panose="020B0604020202020204" pitchFamily="34" charset="0"/>
            </a:endParaRPr>
          </a:p>
          <a:p>
            <a:pPr algn="ctr" defTabSz="914583">
              <a:defRPr/>
            </a:pPr>
            <a:r>
              <a:rPr lang="en-US" sz="2801" dirty="0" err="1">
                <a:solidFill>
                  <a:prstClr val="black"/>
                </a:solidFill>
                <a:latin typeface="Sanskrit 99" pitchFamily="2" charset="0"/>
                <a:cs typeface="Arial" panose="020B0604020202020204" pitchFamily="34" charset="0"/>
              </a:rPr>
              <a:t>sman</a:t>
            </a:r>
            <a:r>
              <a:rPr lang="en-US" sz="2801" dirty="0">
                <a:solidFill>
                  <a:prstClr val="black"/>
                </a:solidFill>
                <a:latin typeface="Sanskrit 99" pitchFamily="2" charset="0"/>
                <a:cs typeface="Arial" panose="020B0604020202020204" pitchFamily="34" charset="0"/>
              </a:rPr>
              <a:t>&lt; </a:t>
            </a:r>
            <a:r>
              <a:rPr lang="en-US" sz="2801" dirty="0" err="1">
                <a:solidFill>
                  <a:prstClr val="black"/>
                </a:solidFill>
                <a:latin typeface="Sanskrit 99" pitchFamily="2" charset="0"/>
                <a:cs typeface="Arial" panose="020B0604020202020204" pitchFamily="34" charset="0"/>
              </a:rPr>
              <a:t>mn</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shicÄme;am</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mantraù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samitiù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samäné</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sahacittameñäm</a:t>
            </a: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33229084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35936"/>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29" y="1125005"/>
            <a:ext cx="9146117" cy="4833503"/>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a:t>
            </a:r>
            <a:r>
              <a:rPr lang="en-US" sz="2801" dirty="0">
                <a:solidFill>
                  <a:prstClr val="black"/>
                </a:solidFill>
                <a:latin typeface="Sanskrit 99" pitchFamily="2" charset="0"/>
                <a:cs typeface="Arial" panose="020B0604020202020204" pitchFamily="34" charset="0"/>
              </a:rPr>
              <a:t>&lt; </a:t>
            </a:r>
            <a:r>
              <a:rPr lang="en-US" sz="2801" dirty="0" err="1">
                <a:solidFill>
                  <a:prstClr val="black"/>
                </a:solidFill>
                <a:latin typeface="Sanskrit 99" pitchFamily="2" charset="0"/>
                <a:cs typeface="Arial" panose="020B0604020202020204" pitchFamily="34" charset="0"/>
              </a:rPr>
              <a:t>mÙmiÉmÙye</a:t>
            </a:r>
            <a:r>
              <a:rPr lang="en-US" sz="2801" dirty="0">
                <a:solidFill>
                  <a:prstClr val="black"/>
                </a:solidFill>
                <a:latin typeface="Sanskrit 99" pitchFamily="2" charset="0"/>
                <a:cs typeface="Arial" panose="020B0604020202020204" pitchFamily="34" charset="0"/>
              </a:rPr>
              <a:t> v&gt;</a:t>
            </a:r>
          </a:p>
          <a:p>
            <a:pPr algn="ctr" defTabSz="914583">
              <a:defRPr/>
            </a:pPr>
            <a:r>
              <a:rPr lang="en-US" sz="2801" dirty="0" err="1">
                <a:solidFill>
                  <a:prstClr val="black"/>
                </a:solidFill>
                <a:latin typeface="Sanskrit 99" pitchFamily="2" charset="0"/>
                <a:cs typeface="Arial" panose="020B0604020202020204" pitchFamily="34" charset="0"/>
              </a:rPr>
              <a:t>smanen</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hiv;a</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juhaeim</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mantramabhimantraye</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Samänena</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haviñä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juhomi</a:t>
            </a:r>
            <a:r>
              <a:rPr lang="en-US" sz="2801" dirty="0">
                <a:solidFill>
                  <a:prstClr val="black"/>
                </a:solidFill>
                <a:latin typeface="URW Palladio IT" pitchFamily="2" charset="0"/>
                <a:cs typeface="Arial" panose="020B0604020202020204" pitchFamily="34" charset="0"/>
              </a:rPr>
              <a:t>||</a:t>
            </a: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In order for such unity to form I offer a common prayer.</a:t>
            </a: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42041143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35936"/>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31" y="1305645"/>
            <a:ext cx="9146115" cy="5695534"/>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smanI</a:t>
            </a:r>
            <a:r>
              <a:rPr lang="en-US" sz="2801" dirty="0">
                <a:solidFill>
                  <a:prstClr val="black"/>
                </a:solidFill>
                <a:latin typeface="Sanskrit 99" pitchFamily="2" charset="0"/>
                <a:cs typeface="Arial" panose="020B0604020202020204" pitchFamily="34" charset="0"/>
              </a:rPr>
              <a:t> v </a:t>
            </a:r>
            <a:r>
              <a:rPr lang="en-US" sz="2801" dirty="0" err="1">
                <a:solidFill>
                  <a:prstClr val="black"/>
                </a:solidFill>
                <a:latin typeface="Sanskrit 99" pitchFamily="2" charset="0"/>
                <a:cs typeface="Arial" panose="020B0604020202020204" pitchFamily="34" charset="0"/>
              </a:rPr>
              <a:t>Aakªit</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smana</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ùdyain</a:t>
            </a:r>
            <a:r>
              <a:rPr lang="en-US" sz="2801" dirty="0">
                <a:solidFill>
                  <a:prstClr val="black"/>
                </a:solidFill>
                <a:latin typeface="Sanskrit 99" pitchFamily="2" charset="0"/>
                <a:cs typeface="Arial" panose="020B0604020202020204" pitchFamily="34" charset="0"/>
              </a:rPr>
              <a:t> v&gt;</a:t>
            </a:r>
          </a:p>
          <a:p>
            <a:pPr algn="ctr" defTabSz="914583">
              <a:defRPr/>
            </a:pPr>
            <a:r>
              <a:rPr lang="en-US" sz="2801" dirty="0" err="1">
                <a:solidFill>
                  <a:prstClr val="black"/>
                </a:solidFill>
                <a:latin typeface="Sanskrit 99" pitchFamily="2" charset="0"/>
                <a:cs typeface="Arial" panose="020B0604020202020204" pitchFamily="34" charset="0"/>
              </a:rPr>
              <a:t>smanmStu</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mnae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ywa</a:t>
            </a:r>
            <a:r>
              <a:rPr lang="en-US" sz="2801" dirty="0">
                <a:solidFill>
                  <a:prstClr val="black"/>
                </a:solidFill>
                <a:latin typeface="Sanskrit 99" pitchFamily="2" charset="0"/>
                <a:cs typeface="Arial" panose="020B0604020202020204" pitchFamily="34" charset="0"/>
              </a:rPr>
              <a:t> v&gt; </a:t>
            </a:r>
            <a:r>
              <a:rPr lang="en-US" sz="2801" dirty="0" err="1">
                <a:solidFill>
                  <a:prstClr val="black"/>
                </a:solidFill>
                <a:latin typeface="Sanskrit 99" pitchFamily="2" charset="0"/>
                <a:cs typeface="Arial" panose="020B0604020202020204" pitchFamily="34" charset="0"/>
              </a:rPr>
              <a:t>sushasit</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Samäné</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äkütiù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samänä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hådayäni</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Samänamastu</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yathä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susahäsati</a:t>
            </a:r>
            <a:r>
              <a:rPr lang="en-US" sz="2801" dirty="0">
                <a:solidFill>
                  <a:prstClr val="black"/>
                </a:solidFill>
                <a:latin typeface="URW Palladio IT" pitchFamily="2" charset="0"/>
                <a:cs typeface="Arial" panose="020B0604020202020204" pitchFamily="34" charset="0"/>
              </a:rPr>
              <a:t>||</a:t>
            </a: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endParaRPr lang="en-US" sz="2801" b="1" dirty="0">
              <a:solidFill>
                <a:prstClr val="black"/>
              </a:solidFill>
              <a:latin typeface="BRH Kannada" pitchFamily="2" charset="0"/>
              <a:cs typeface="Arial" panose="020B0604020202020204" pitchFamily="34" charset="0"/>
            </a:endParaRPr>
          </a:p>
          <a:p>
            <a:pPr algn="ctr" defTabSz="914583"/>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May our intentions and aspirations be alike, so that a common objective unifies us all.</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4091733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29" y="35936"/>
            <a:ext cx="9146117"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29" y="1444177"/>
            <a:ext cx="9146117" cy="5695534"/>
          </a:xfrm>
          <a:prstGeom prst="rect">
            <a:avLst/>
          </a:prstGeom>
        </p:spPr>
        <p:txBody>
          <a:bodyPr wrap="square">
            <a:spAutoFit/>
          </a:bodyPr>
          <a:lstStyle/>
          <a:p>
            <a:pPr algn="ctr" defTabSz="914583">
              <a:defRPr/>
            </a:pPr>
            <a:r>
              <a:rPr lang="en-US" sz="2801" dirty="0">
                <a:solidFill>
                  <a:prstClr val="black"/>
                </a:solidFill>
                <a:latin typeface="Sanskrit 99" pitchFamily="2" charset="0"/>
                <a:cs typeface="Arial" panose="020B0604020202020204" pitchFamily="34" charset="0"/>
              </a:rPr>
              <a:t>s&lt;</a:t>
            </a:r>
            <a:r>
              <a:rPr lang="en-US" sz="2801" dirty="0" err="1">
                <a:solidFill>
                  <a:prstClr val="black"/>
                </a:solidFill>
                <a:latin typeface="Sanskrit 99" pitchFamily="2" charset="0"/>
                <a:cs typeface="Arial" panose="020B0604020202020204" pitchFamily="34" charset="0"/>
              </a:rPr>
              <a:t>gCDXv</a:t>
            </a:r>
            <a:r>
              <a:rPr lang="en-US" sz="2801" dirty="0">
                <a:solidFill>
                  <a:prstClr val="black"/>
                </a:solidFill>
                <a:latin typeface="Sanskrit 99" pitchFamily="2" charset="0"/>
                <a:cs typeface="Arial" panose="020B0604020202020204" pitchFamily="34" charset="0"/>
              </a:rPr>
              <a:t>&lt; s&lt;</a:t>
            </a:r>
            <a:r>
              <a:rPr lang="en-US" sz="2801" dirty="0" err="1">
                <a:solidFill>
                  <a:prstClr val="black"/>
                </a:solidFill>
                <a:latin typeface="Sanskrit 99" pitchFamily="2" charset="0"/>
                <a:cs typeface="Arial" panose="020B0604020202020204" pitchFamily="34" charset="0"/>
              </a:rPr>
              <a:t>vdXv</a:t>
            </a:r>
            <a:r>
              <a:rPr lang="en-US" sz="2801" dirty="0">
                <a:solidFill>
                  <a:prstClr val="black"/>
                </a:solidFill>
                <a:latin typeface="Sanskrit 99" pitchFamily="2" charset="0"/>
                <a:cs typeface="Arial" panose="020B0604020202020204" pitchFamily="34" charset="0"/>
              </a:rPr>
              <a:t>&lt;</a:t>
            </a:r>
          </a:p>
          <a:p>
            <a:pPr algn="ctr" defTabSz="914583">
              <a:defRPr/>
            </a:pPr>
            <a:r>
              <a:rPr lang="en-US" sz="2801" dirty="0">
                <a:solidFill>
                  <a:prstClr val="black"/>
                </a:solidFill>
                <a:latin typeface="Sanskrit 99" pitchFamily="2" charset="0"/>
                <a:cs typeface="Arial" panose="020B0604020202020204" pitchFamily="34" charset="0"/>
              </a:rPr>
              <a:t>s&lt;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mna</a:t>
            </a:r>
            <a:r>
              <a:rPr lang="en-US" sz="2801" dirty="0">
                <a:solidFill>
                  <a:prstClr val="black"/>
                </a:solidFill>
                <a:latin typeface="Sanskrit 99" pitchFamily="2" charset="0"/>
                <a:cs typeface="Arial" panose="020B0604020202020204" pitchFamily="34" charset="0"/>
              </a:rPr>
              <a:t>&lt;is </a:t>
            </a:r>
            <a:r>
              <a:rPr lang="en-US" sz="2801" dirty="0" err="1">
                <a:solidFill>
                  <a:prstClr val="black"/>
                </a:solidFill>
                <a:latin typeface="Sanskrit 99" pitchFamily="2" charset="0"/>
                <a:cs typeface="Arial" panose="020B0604020202020204" pitchFamily="34" charset="0"/>
              </a:rPr>
              <a:t>jantam</a:t>
            </a:r>
            <a:r>
              <a:rPr lang="en-US" sz="2801" dirty="0">
                <a:solidFill>
                  <a:prstClr val="black"/>
                </a:solidFill>
                <a:latin typeface="Sanskrit 99" pitchFamily="2" charset="0"/>
                <a:cs typeface="Arial" panose="020B0604020202020204" pitchFamily="34" charset="0"/>
              </a:rPr>
              <a:t>! </a:t>
            </a:r>
            <a:r>
              <a:rPr lang="en-US" sz="2801" dirty="0">
                <a:solidFill>
                  <a:prstClr val="black"/>
                </a:solidFill>
                <a:latin typeface="Calibri"/>
                <a:cs typeface="Arial" panose="020B0604020202020204" pitchFamily="34" charset="0"/>
              </a:rPr>
              <a:t>(3)</a:t>
            </a:r>
          </a:p>
          <a:p>
            <a:pPr algn="ctr" defTabSz="914583">
              <a:defRPr/>
            </a:pPr>
            <a:endParaRPr lang="en-US" sz="2801" dirty="0">
              <a:solidFill>
                <a:prstClr val="black"/>
              </a:solidFill>
              <a:latin typeface="Calibri"/>
              <a:cs typeface="Arial" panose="020B0604020202020204" pitchFamily="34" charset="0"/>
            </a:endParaRP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Saìgacchadhvaà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saàvadadhvaà</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manäàsi</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jänatäm</a:t>
            </a:r>
            <a:r>
              <a:rPr lang="en-US" sz="2801" dirty="0">
                <a:solidFill>
                  <a:prstClr val="black"/>
                </a:solidFill>
                <a:latin typeface="URW Palladio IT" pitchFamily="2" charset="0"/>
                <a:cs typeface="Arial" panose="020B0604020202020204" pitchFamily="34" charset="0"/>
              </a:rPr>
              <a:t> (3)</a:t>
            </a:r>
          </a:p>
          <a:p>
            <a:pPr algn="ctr" defTabSz="914583">
              <a:defRPr/>
            </a:pPr>
            <a:endParaRPr lang="en-US" sz="2801" b="1" dirty="0">
              <a:solidFill>
                <a:prstClr val="black"/>
              </a:solidFill>
              <a:latin typeface="BRH Kannada" pitchFamily="2"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rPr>
              <a:t>May we move in harmony, speak in one voice; let our minds be in agreement</a:t>
            </a: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1362372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76" y="16"/>
            <a:ext cx="12194822" cy="6829419"/>
          </a:xfrm>
          <a:prstGeom prst="rect">
            <a:avLst/>
          </a:prstGeom>
          <a:noFill/>
          <a:ln w="9525">
            <a:noFill/>
            <a:miter lim="800000"/>
            <a:headEnd/>
            <a:tailEnd/>
          </a:ln>
        </p:spPr>
      </p:pic>
      <p:sp>
        <p:nvSpPr>
          <p:cNvPr id="19459" name="Title 1"/>
          <p:cNvSpPr>
            <a:spLocks noGrp="1"/>
          </p:cNvSpPr>
          <p:nvPr>
            <p:ph type="ctrTitle"/>
          </p:nvPr>
        </p:nvSpPr>
        <p:spPr>
          <a:xfrm>
            <a:off x="176" y="16"/>
            <a:ext cx="12194822" cy="6829419"/>
          </a:xfrm>
        </p:spPr>
        <p:txBody>
          <a:bodyPr/>
          <a:lstStyle/>
          <a:p>
            <a:pPr eaLnBrk="1" hangingPunct="1">
              <a:lnSpc>
                <a:spcPct val="150000"/>
              </a:lnSpc>
            </a:pPr>
            <a:r>
              <a:rPr lang="en-IN" sz="4268" b="1" dirty="0" err="1">
                <a:solidFill>
                  <a:schemeClr val="tx1">
                    <a:lumMod val="95000"/>
                    <a:lumOff val="5000"/>
                  </a:schemeClr>
                </a:solidFill>
              </a:rPr>
              <a:t>श्रीमद्गोस्वामी-तुलसीदासजी</a:t>
            </a:r>
            <a:r>
              <a:rPr lang="en-IN" sz="4268" b="1" dirty="0">
                <a:solidFill>
                  <a:schemeClr val="tx1">
                    <a:lumMod val="95000"/>
                    <a:lumOff val="5000"/>
                  </a:schemeClr>
                </a:solidFill>
              </a:rPr>
              <a:t> </a:t>
            </a:r>
            <a:r>
              <a:rPr lang="en-IN" sz="4268" b="1" dirty="0" err="1">
                <a:solidFill>
                  <a:schemeClr val="tx1">
                    <a:lumMod val="95000"/>
                    <a:lumOff val="5000"/>
                  </a:schemeClr>
                </a:solidFill>
              </a:rPr>
              <a:t>विरचित</a:t>
            </a: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a:t>
            </a:r>
            <a:r>
              <a:rPr lang="en-IN" sz="4268" b="1" dirty="0" err="1">
                <a:solidFill>
                  <a:schemeClr val="tx1">
                    <a:lumMod val="95000"/>
                    <a:lumOff val="5000"/>
                  </a:schemeClr>
                </a:solidFill>
              </a:rPr>
              <a:t>श्रीहनुमान</a:t>
            </a:r>
            <a:r>
              <a:rPr lang="en-IN" sz="4268" b="1" dirty="0">
                <a:solidFill>
                  <a:schemeClr val="tx1">
                    <a:lumMod val="95000"/>
                    <a:lumOff val="5000"/>
                  </a:schemeClr>
                </a:solidFill>
              </a:rPr>
              <a:t> </a:t>
            </a:r>
            <a:r>
              <a:rPr lang="en-IN" sz="4268" b="1" dirty="0" err="1">
                <a:solidFill>
                  <a:schemeClr val="tx1">
                    <a:lumMod val="95000"/>
                    <a:lumOff val="5000"/>
                  </a:schemeClr>
                </a:solidFill>
              </a:rPr>
              <a:t>चालीसा</a:t>
            </a:r>
            <a:r>
              <a:rPr lang="en-IN" sz="4268" b="1" dirty="0">
                <a:solidFill>
                  <a:schemeClr val="tx1">
                    <a:lumMod val="95000"/>
                    <a:lumOff val="5000"/>
                  </a:schemeClr>
                </a:solidFill>
              </a:rPr>
              <a:t>॥</a:t>
            </a:r>
            <a:br>
              <a:rPr lang="en-IN" sz="4268" b="1" dirty="0">
                <a:solidFill>
                  <a:schemeClr val="tx1">
                    <a:lumMod val="95000"/>
                    <a:lumOff val="5000"/>
                  </a:schemeClr>
                </a:solidFill>
              </a:rPr>
            </a:b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Çré</a:t>
            </a: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Hanumäna</a:t>
            </a: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Cälésä</a:t>
            </a:r>
            <a:r>
              <a:rPr lang="en-US" sz="4268" b="1" dirty="0">
                <a:solidFill>
                  <a:schemeClr val="tx1">
                    <a:lumMod val="95000"/>
                    <a:lumOff val="5000"/>
                  </a:schemeClr>
                </a:solidFill>
                <a:latin typeface="URW Palladio IT" pitchFamily="2" charset="0"/>
              </a:rPr>
              <a:t> || </a:t>
            </a:r>
            <a:br>
              <a:rPr lang="en-US" sz="4268" b="1" dirty="0">
                <a:solidFill>
                  <a:schemeClr val="tx1">
                    <a:lumMod val="95000"/>
                    <a:lumOff val="5000"/>
                  </a:schemeClr>
                </a:solidFill>
                <a:latin typeface="URW Palladio IT" pitchFamily="2" charset="0"/>
              </a:rPr>
            </a:br>
            <a:r>
              <a:rPr lang="en-US" sz="4268" b="1" dirty="0">
                <a:solidFill>
                  <a:schemeClr val="tx1">
                    <a:lumMod val="95000"/>
                    <a:lumOff val="5000"/>
                  </a:schemeClr>
                </a:solidFill>
              </a:rPr>
              <a:t> ॥ </a:t>
            </a:r>
            <a:r>
              <a:rPr lang="en-US" sz="4268" b="1" dirty="0" err="1">
                <a:solidFill>
                  <a:schemeClr val="tx1">
                    <a:lumMod val="95000"/>
                    <a:lumOff val="5000"/>
                  </a:schemeClr>
                </a:solidFill>
              </a:rPr>
              <a:t>ಶ್ರೀ</a:t>
            </a:r>
            <a:r>
              <a:rPr lang="en-US" sz="4268" b="1" dirty="0">
                <a:solidFill>
                  <a:schemeClr val="tx1">
                    <a:lumMod val="95000"/>
                    <a:lumOff val="5000"/>
                  </a:schemeClr>
                </a:solidFill>
              </a:rPr>
              <a:t> </a:t>
            </a:r>
            <a:r>
              <a:rPr lang="en-US" sz="4268" b="1" dirty="0" err="1">
                <a:solidFill>
                  <a:schemeClr val="tx1">
                    <a:lumMod val="95000"/>
                    <a:lumOff val="5000"/>
                  </a:schemeClr>
                </a:solidFill>
              </a:rPr>
              <a:t>ಹನುಮಾ</a:t>
            </a:r>
            <a:r>
              <a:rPr lang="kn-IN" sz="4268" b="1" dirty="0">
                <a:solidFill>
                  <a:schemeClr val="tx1">
                    <a:lumMod val="95000"/>
                    <a:lumOff val="5000"/>
                  </a:schemeClr>
                </a:solidFill>
                <a:ea typeface="Tunga" pitchFamily="2"/>
              </a:rPr>
              <a:t>ನ್</a:t>
            </a:r>
            <a:r>
              <a:rPr lang="en-US" sz="4268" b="1" dirty="0">
                <a:solidFill>
                  <a:schemeClr val="tx1">
                    <a:lumMod val="95000"/>
                    <a:lumOff val="5000"/>
                  </a:schemeClr>
                </a:solidFill>
              </a:rPr>
              <a:t> </a:t>
            </a:r>
            <a:r>
              <a:rPr lang="en-US" sz="4268" b="1" dirty="0" err="1">
                <a:solidFill>
                  <a:schemeClr val="tx1">
                    <a:lumMod val="95000"/>
                    <a:lumOff val="5000"/>
                  </a:schemeClr>
                </a:solidFill>
              </a:rPr>
              <a:t>ಚಾಲೀಸಾ</a:t>
            </a:r>
            <a:r>
              <a:rPr lang="en-US" sz="4268" b="1" dirty="0">
                <a:solidFill>
                  <a:schemeClr val="tx1">
                    <a:lumMod val="95000"/>
                    <a:lumOff val="5000"/>
                  </a:schemeClr>
                </a:solidFill>
              </a:rPr>
              <a:t> ॥</a:t>
            </a:r>
            <a:r>
              <a:rPr lang="en-US" sz="4268" dirty="0">
                <a:solidFill>
                  <a:schemeClr val="tx1">
                    <a:lumMod val="95000"/>
                    <a:lumOff val="5000"/>
                  </a:schemeClr>
                </a:solidFill>
              </a:rPr>
              <a:t/>
            </a:r>
            <a:br>
              <a:rPr lang="en-US" sz="4268" dirty="0">
                <a:solidFill>
                  <a:schemeClr val="tx1">
                    <a:lumMod val="95000"/>
                    <a:lumOff val="5000"/>
                  </a:schemeClr>
                </a:solidFill>
              </a:rPr>
            </a:br>
            <a:endParaRPr lang="en-US" sz="4268" dirty="0">
              <a:solidFill>
                <a:schemeClr val="tx1">
                  <a:lumMod val="95000"/>
                  <a:lumOff val="5000"/>
                </a:schemeClr>
              </a:solidFill>
            </a:endParaRPr>
          </a:p>
        </p:txBody>
      </p:sp>
    </p:spTree>
    <p:extLst>
      <p:ext uri="{BB962C8B-B14F-4D97-AF65-F5344CB8AC3E}">
        <p14:creationId xmlns:p14="http://schemas.microsoft.com/office/powerpoint/2010/main" val="16990341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981835" y="2743835"/>
            <a:ext cx="8231505" cy="1067047"/>
          </a:xfrm>
        </p:spPr>
        <p:txBody>
          <a:bodyPr/>
          <a:lstStyle/>
          <a:p>
            <a:pPr algn="ctr" eaLnBrk="1" hangingPunct="1">
              <a:buFont typeface="Arial" charset="0"/>
              <a:buNone/>
            </a:pPr>
            <a:r>
              <a:rPr lang="en-IN" sz="5401" b="1">
                <a:latin typeface="Aparajita" pitchFamily="34" charset="0"/>
                <a:ea typeface="Aparajita" pitchFamily="34" charset="0"/>
                <a:cs typeface="Aparajita" pitchFamily="34" charset="0"/>
              </a:rPr>
              <a:t>॥ दोहा ॥ </a:t>
            </a:r>
            <a:r>
              <a:rPr lang="en-IN" sz="5401" b="1"/>
              <a:t>- </a:t>
            </a:r>
            <a:r>
              <a:rPr lang="en-US" sz="5401" b="1">
                <a:latin typeface="URW Palladio IT" pitchFamily="2" charset="0"/>
              </a:rPr>
              <a:t>DOHÄ - </a:t>
            </a:r>
            <a:r>
              <a:rPr lang="kn-IN" sz="5401" b="1">
                <a:ea typeface="Tunga" pitchFamily="2"/>
              </a:rPr>
              <a:t>ದೋಹಾ</a:t>
            </a:r>
            <a:endParaRPr lang="en-US" sz="5401" b="1">
              <a:latin typeface="URW Palladio IT" pitchFamily="2" charset="0"/>
            </a:endParaRPr>
          </a:p>
          <a:p>
            <a:pPr algn="ctr" eaLnBrk="1" hangingPunct="1"/>
            <a:endParaRPr lang="en-US" sz="5401"/>
          </a:p>
        </p:txBody>
      </p:sp>
    </p:spTree>
    <p:extLst>
      <p:ext uri="{BB962C8B-B14F-4D97-AF65-F5344CB8AC3E}">
        <p14:creationId xmlns:p14="http://schemas.microsoft.com/office/powerpoint/2010/main" val="220908311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524529" y="-76217"/>
            <a:ext cx="9146117" cy="6757106"/>
          </a:xfrm>
          <a:prstGeom prst="rect">
            <a:avLst/>
          </a:prstGeom>
          <a:noFill/>
          <a:ln w="9525">
            <a:noFill/>
            <a:miter lim="800000"/>
            <a:headEnd/>
            <a:tailEnd/>
          </a:ln>
        </p:spPr>
        <p:txBody>
          <a:bodyPr wrap="square">
            <a:spAutoFit/>
          </a:bodyPr>
          <a:lstStyle/>
          <a:p>
            <a:pPr algn="just" defTabSz="914583"/>
            <a:endParaRPr lang="en-IN" sz="700" b="1" dirty="0">
              <a:solidFill>
                <a:prstClr val="black"/>
              </a:solidFill>
              <a:latin typeface="Aparajita" pitchFamily="34" charset="0"/>
            </a:endParaRPr>
          </a:p>
          <a:p>
            <a:pPr algn="just" defTabSz="914583"/>
            <a:endParaRPr lang="en-IN" sz="10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श्रीगुरु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p>
          <a:p>
            <a:pPr algn="ctr" defTabSz="914583"/>
            <a:r>
              <a:rPr lang="en-IN" sz="4001" b="1" dirty="0" err="1">
                <a:solidFill>
                  <a:prstClr val="black"/>
                </a:solidFill>
                <a:latin typeface="Aparajita" pitchFamily="34" charset="0"/>
              </a:rPr>
              <a:t>निज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सुधारि</a:t>
            </a:r>
            <a:r>
              <a:rPr lang="en-IN" sz="4001" b="1" dirty="0">
                <a:solidFill>
                  <a:prstClr val="black"/>
                </a:solidFill>
                <a:latin typeface="Aparajita" pitchFamily="34" charset="0"/>
              </a:rPr>
              <a:t> ।</a:t>
            </a:r>
          </a:p>
          <a:p>
            <a:pPr algn="ctr" defTabSz="914583"/>
            <a:r>
              <a:rPr lang="en-IN" sz="4001" b="1" dirty="0">
                <a:solidFill>
                  <a:prstClr val="black"/>
                </a:solidFill>
                <a:latin typeface="Aparajita" pitchFamily="34" charset="0"/>
              </a:rPr>
              <a:t/>
            </a:r>
            <a:br>
              <a:rPr lang="en-IN" sz="4001" b="1" dirty="0">
                <a:solidFill>
                  <a:prstClr val="black"/>
                </a:solidFill>
                <a:latin typeface="Aparajita" pitchFamily="34" charset="0"/>
              </a:rPr>
            </a:br>
            <a:r>
              <a:rPr lang="en-US" sz="3601" b="1" dirty="0" err="1">
                <a:solidFill>
                  <a:prstClr val="black"/>
                </a:solidFill>
                <a:latin typeface="URW Palladio IT" pitchFamily="2" charset="0"/>
              </a:rPr>
              <a:t>Çréguru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Carana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Saroja</a:t>
            </a:r>
            <a:r>
              <a:rPr lang="en-US" sz="3601" b="1" dirty="0">
                <a:solidFill>
                  <a:prstClr val="black"/>
                </a:solidFill>
                <a:latin typeface="URW Palladio IT" pitchFamily="2" charset="0"/>
              </a:rPr>
              <a:t> Raja </a:t>
            </a:r>
          </a:p>
          <a:p>
            <a:pPr algn="ctr" defTabSz="914583"/>
            <a:r>
              <a:rPr lang="en-US" sz="3601" b="1" dirty="0" err="1">
                <a:solidFill>
                  <a:prstClr val="black"/>
                </a:solidFill>
                <a:latin typeface="URW Palladio IT" pitchFamily="2" charset="0"/>
              </a:rPr>
              <a:t>Nija</a:t>
            </a:r>
            <a:r>
              <a:rPr lang="en-US" sz="3601" b="1" dirty="0">
                <a:solidFill>
                  <a:prstClr val="black"/>
                </a:solidFill>
                <a:latin typeface="URW Palladio IT" pitchFamily="2" charset="0"/>
              </a:rPr>
              <a:t> Manu </a:t>
            </a:r>
            <a:r>
              <a:rPr lang="en-US" sz="3601" b="1" dirty="0" err="1">
                <a:solidFill>
                  <a:prstClr val="black"/>
                </a:solidFill>
                <a:latin typeface="URW Palladio IT" pitchFamily="2" charset="0"/>
              </a:rPr>
              <a:t>Mukuru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Sudhäri</a:t>
            </a:r>
            <a:r>
              <a:rPr lang="en-US" sz="3601" b="1" dirty="0">
                <a:solidFill>
                  <a:prstClr val="black"/>
                </a:solidFill>
                <a:latin typeface="URW Palladio IT" pitchFamily="2" charset="0"/>
              </a:rPr>
              <a:t> |</a:t>
            </a:r>
          </a:p>
          <a:p>
            <a:pPr algn="ctr" defTabSz="914583"/>
            <a:r>
              <a:rPr lang="en-US" sz="4001" b="1" dirty="0">
                <a:solidFill>
                  <a:prstClr val="black"/>
                </a:solidFill>
                <a:latin typeface="URW Palladio IT" pitchFamily="2" charset="0"/>
              </a:rPr>
              <a:t> </a:t>
            </a:r>
          </a:p>
          <a:p>
            <a:pPr algn="ctr" defTabSz="914583"/>
            <a:r>
              <a:rPr lang="en-US" sz="4001" b="1" dirty="0" err="1">
                <a:solidFill>
                  <a:prstClr val="black"/>
                </a:solidFill>
                <a:latin typeface="Calibri" pitchFamily="34" charset="0"/>
              </a:rPr>
              <a:t>ಶ್ರೀ</a:t>
            </a:r>
            <a:r>
              <a:rPr lang="en-US" sz="4001" b="1" dirty="0">
                <a:solidFill>
                  <a:prstClr val="black"/>
                </a:solidFill>
                <a:latin typeface="Calibri" pitchFamily="34" charset="0"/>
              </a:rPr>
              <a:t> </a:t>
            </a:r>
            <a:r>
              <a:rPr lang="en-US" sz="4001" b="1" dirty="0" err="1">
                <a:solidFill>
                  <a:prstClr val="black"/>
                </a:solidFill>
                <a:latin typeface="Calibri" pitchFamily="34" charset="0"/>
              </a:rPr>
              <a:t>ಗುರು</a:t>
            </a:r>
            <a:r>
              <a:rPr lang="en-US" sz="4001" b="1" dirty="0">
                <a:solidFill>
                  <a:prstClr val="black"/>
                </a:solidFill>
                <a:latin typeface="Calibri" pitchFamily="34" charset="0"/>
              </a:rPr>
              <a:t> </a:t>
            </a:r>
            <a:r>
              <a:rPr lang="en-US" sz="4001" b="1" dirty="0" err="1">
                <a:solidFill>
                  <a:prstClr val="black"/>
                </a:solidFill>
                <a:latin typeface="Calibri" pitchFamily="34" charset="0"/>
              </a:rPr>
              <a:t>ಚರನ</a:t>
            </a:r>
            <a:r>
              <a:rPr lang="en-US" sz="4001" b="1" dirty="0">
                <a:solidFill>
                  <a:prstClr val="black"/>
                </a:solidFill>
                <a:latin typeface="Calibri" pitchFamily="34" charset="0"/>
              </a:rPr>
              <a:t> </a:t>
            </a:r>
            <a:r>
              <a:rPr lang="en-US" sz="4001" b="1" dirty="0" err="1">
                <a:solidFill>
                  <a:prstClr val="black"/>
                </a:solidFill>
                <a:latin typeface="Calibri" pitchFamily="34" charset="0"/>
              </a:rPr>
              <a:t>ಸರೋಜ</a:t>
            </a:r>
            <a:r>
              <a:rPr lang="en-US" sz="4001" b="1" dirty="0">
                <a:solidFill>
                  <a:prstClr val="black"/>
                </a:solidFill>
                <a:latin typeface="Calibri" pitchFamily="34" charset="0"/>
              </a:rPr>
              <a:t> </a:t>
            </a:r>
            <a:r>
              <a:rPr lang="en-US" sz="4001" b="1" dirty="0" err="1">
                <a:solidFill>
                  <a:prstClr val="black"/>
                </a:solidFill>
                <a:latin typeface="Calibri" pitchFamily="34" charset="0"/>
              </a:rPr>
              <a:t>ರಜ</a:t>
            </a:r>
            <a:r>
              <a:rPr lang="en-US" sz="4001" b="1" dirty="0">
                <a:solidFill>
                  <a:prstClr val="black"/>
                </a:solidFill>
                <a:latin typeface="Calibri" pitchFamily="34" charset="0"/>
              </a:rPr>
              <a:t> </a:t>
            </a:r>
          </a:p>
          <a:p>
            <a:pPr algn="ctr" defTabSz="914583"/>
            <a:r>
              <a:rPr lang="en-US" sz="4001" b="1" dirty="0" err="1">
                <a:solidFill>
                  <a:prstClr val="black"/>
                </a:solidFill>
                <a:latin typeface="Calibri" pitchFamily="34" charset="0"/>
              </a:rPr>
              <a:t>ನಿಜ</a:t>
            </a:r>
            <a:r>
              <a:rPr lang="en-US" sz="4001" b="1" dirty="0">
                <a:solidFill>
                  <a:prstClr val="black"/>
                </a:solidFill>
                <a:latin typeface="Calibri" pitchFamily="34" charset="0"/>
              </a:rPr>
              <a:t> </a:t>
            </a:r>
            <a:r>
              <a:rPr lang="en-US" sz="4001" b="1" dirty="0" err="1">
                <a:solidFill>
                  <a:prstClr val="black"/>
                </a:solidFill>
                <a:latin typeface="Calibri" pitchFamily="34" charset="0"/>
              </a:rPr>
              <a:t>ಮನು</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ಮುಕುರು </a:t>
            </a:r>
            <a:r>
              <a:rPr lang="en-US" sz="4001" b="1" dirty="0" err="1">
                <a:solidFill>
                  <a:prstClr val="black"/>
                </a:solidFill>
                <a:latin typeface="Calibri" pitchFamily="34" charset="0"/>
              </a:rPr>
              <a:t>ಸುಧಾರಿ</a:t>
            </a:r>
            <a:r>
              <a:rPr lang="en-US" sz="4001" b="1" dirty="0">
                <a:solidFill>
                  <a:prstClr val="black"/>
                </a:solidFill>
                <a:latin typeface="Calibri" pitchFamily="34" charset="0"/>
              </a:rPr>
              <a:t> ।</a:t>
            </a:r>
          </a:p>
          <a:p>
            <a:pPr algn="ctr" defTabSz="914583"/>
            <a:endParaRPr lang="en-IN" sz="800" b="1" dirty="0">
              <a:solidFill>
                <a:prstClr val="black"/>
              </a:solidFill>
              <a:latin typeface="Palatino Linotype" pitchFamily="18" charset="0"/>
            </a:endParaRPr>
          </a:p>
          <a:p>
            <a:pPr algn="ctr" defTabSz="914583"/>
            <a:endParaRPr lang="en-US" sz="3201" b="1" dirty="0">
              <a:solidFill>
                <a:prstClr val="black"/>
              </a:solidFill>
              <a:latin typeface="Palatino Linotype" pitchFamily="18" charset="0"/>
            </a:endParaRPr>
          </a:p>
          <a:p>
            <a:pPr algn="ctr" defTabSz="914583"/>
            <a:r>
              <a:rPr lang="en-US" sz="3201" b="1" dirty="0">
                <a:solidFill>
                  <a:prstClr val="black"/>
                </a:solidFill>
                <a:latin typeface="Palatino Linotype" pitchFamily="18" charset="0"/>
              </a:rPr>
              <a:t>With the dust of Guru's Lotus feet, I  </a:t>
            </a:r>
          </a:p>
          <a:p>
            <a:pPr algn="ctr" defTabSz="914583"/>
            <a:r>
              <a:rPr lang="en-US" sz="3201" b="1" dirty="0">
                <a:solidFill>
                  <a:prstClr val="black"/>
                </a:solidFill>
                <a:latin typeface="Palatino Linotype" pitchFamily="18" charset="0"/>
              </a:rPr>
              <a:t>clean the  mirror of my mind</a:t>
            </a:r>
            <a:endParaRPr lang="en-IN" sz="3201" b="1" dirty="0">
              <a:solidFill>
                <a:prstClr val="black"/>
              </a:solidFill>
              <a:latin typeface="Palatino Linotype" pitchFamily="18" charset="0"/>
            </a:endParaRPr>
          </a:p>
        </p:txBody>
      </p:sp>
    </p:spTree>
    <p:extLst>
      <p:ext uri="{BB962C8B-B14F-4D97-AF65-F5344CB8AC3E}">
        <p14:creationId xmlns:p14="http://schemas.microsoft.com/office/powerpoint/2010/main" val="34914879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524529" y="13"/>
            <a:ext cx="9146117" cy="6941900"/>
          </a:xfrm>
          <a:prstGeom prst="rect">
            <a:avLst/>
          </a:prstGeom>
          <a:noFill/>
          <a:ln w="9525">
            <a:noFill/>
            <a:miter lim="800000"/>
            <a:headEnd/>
            <a:tailEnd/>
          </a:ln>
        </p:spPr>
        <p:txBody>
          <a:bodyPr>
            <a:spAutoFit/>
          </a:bodyPr>
          <a:lstStyle/>
          <a:p>
            <a:pPr algn="ctr" defTabSz="914583"/>
            <a:endParaRPr lang="en-IN" sz="700" dirty="0">
              <a:solidFill>
                <a:prstClr val="black"/>
              </a:solidFill>
              <a:latin typeface="Aparajita" pitchFamily="34" charset="0"/>
            </a:endParaRPr>
          </a:p>
          <a:p>
            <a:pPr algn="ctr" defTabSz="914583"/>
            <a:endParaRPr lang="en-IN" sz="10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बरनउँ</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बिमल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जसु</a:t>
            </a:r>
            <a:r>
              <a:rPr lang="en-IN" sz="4001" b="1" dirty="0">
                <a:solidFill>
                  <a:prstClr val="black"/>
                </a:solidFill>
                <a:latin typeface="Aparajita" pitchFamily="34" charset="0"/>
              </a:rPr>
              <a:t> </a:t>
            </a:r>
          </a:p>
          <a:p>
            <a:pPr algn="ctr" defTabSz="914583"/>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दायकु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p>
          <a:p>
            <a:pPr algn="ctr" defTabSz="914583"/>
            <a:endParaRPr lang="en-US"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Baranaüð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Raghubara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Bimala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Jasu</a:t>
            </a:r>
            <a:r>
              <a:rPr lang="en-US" sz="3601" b="1" dirty="0">
                <a:solidFill>
                  <a:prstClr val="black"/>
                </a:solidFill>
                <a:latin typeface="URW Palladio IT" pitchFamily="2" charset="0"/>
              </a:rPr>
              <a:t> </a:t>
            </a:r>
          </a:p>
          <a:p>
            <a:pPr algn="ctr" defTabSz="914583"/>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Däyaku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Cäri</a:t>
            </a:r>
            <a:r>
              <a:rPr lang="en-US" sz="3601" b="1" dirty="0">
                <a:solidFill>
                  <a:prstClr val="black"/>
                </a:solidFill>
                <a:latin typeface="URW Palladio IT" pitchFamily="2" charset="0"/>
              </a:rPr>
              <a:t> || - D1</a:t>
            </a:r>
            <a:r>
              <a:rPr lang="en-US" sz="4001" b="1" dirty="0">
                <a:solidFill>
                  <a:prstClr val="black"/>
                </a:solidFill>
                <a:latin typeface="URW Palladio IT" pitchFamily="2" charset="0"/>
              </a:rPr>
              <a:t> </a:t>
            </a:r>
          </a:p>
          <a:p>
            <a:pPr algn="ctr" defTabSz="914583"/>
            <a:endParaRPr lang="en-US" sz="4001" b="1" dirty="0">
              <a:solidFill>
                <a:prstClr val="black"/>
              </a:solidFill>
              <a:latin typeface="URW Palladio IT" pitchFamily="2" charset="0"/>
            </a:endParaRPr>
          </a:p>
          <a:p>
            <a:pPr algn="ctr" defTabSz="914583"/>
            <a:r>
              <a:rPr lang="en-US" sz="4001" b="1" dirty="0" err="1">
                <a:solidFill>
                  <a:prstClr val="black"/>
                </a:solidFill>
                <a:latin typeface="Calibri" pitchFamily="34" charset="0"/>
              </a:rPr>
              <a:t>ಬರನಊ</a:t>
            </a:r>
            <a:r>
              <a:rPr lang="en-US" sz="4001" b="1" dirty="0">
                <a:solidFill>
                  <a:prstClr val="black"/>
                </a:solidFill>
                <a:latin typeface="Calibri" pitchFamily="34" charset="0"/>
              </a:rPr>
              <a:t> </a:t>
            </a:r>
            <a:r>
              <a:rPr lang="en-US" sz="4001" b="1" dirty="0" err="1">
                <a:solidFill>
                  <a:prstClr val="black"/>
                </a:solidFill>
                <a:latin typeface="Calibri" pitchFamily="34" charset="0"/>
              </a:rPr>
              <a:t>ರಘುಬರ</a:t>
            </a:r>
            <a:r>
              <a:rPr lang="en-US" sz="4001" b="1" dirty="0">
                <a:solidFill>
                  <a:prstClr val="black"/>
                </a:solidFill>
                <a:latin typeface="Calibri" pitchFamily="34" charset="0"/>
              </a:rPr>
              <a:t> </a:t>
            </a:r>
            <a:r>
              <a:rPr lang="en-US" sz="4001" b="1" dirty="0" err="1">
                <a:solidFill>
                  <a:prstClr val="black"/>
                </a:solidFill>
                <a:latin typeface="Calibri" pitchFamily="34" charset="0"/>
              </a:rPr>
              <a:t>ಬಿಮಲ</a:t>
            </a:r>
            <a:r>
              <a:rPr lang="en-US" sz="4001" b="1" dirty="0">
                <a:solidFill>
                  <a:prstClr val="black"/>
                </a:solidFill>
                <a:latin typeface="Calibri" pitchFamily="34" charset="0"/>
              </a:rPr>
              <a:t> </a:t>
            </a:r>
            <a:r>
              <a:rPr lang="en-US" sz="4001" b="1" dirty="0" err="1">
                <a:solidFill>
                  <a:prstClr val="black"/>
                </a:solidFill>
                <a:latin typeface="Calibri" pitchFamily="34" charset="0"/>
              </a:rPr>
              <a:t>ಜಸು</a:t>
            </a:r>
            <a:endParaRPr lang="en-US" sz="4001" b="1" dirty="0">
              <a:solidFill>
                <a:prstClr val="black"/>
              </a:solidFill>
              <a:latin typeface="Calibri" pitchFamily="34" charset="0"/>
            </a:endParaRPr>
          </a:p>
          <a:p>
            <a:pPr algn="ctr" defTabSz="914583"/>
            <a:r>
              <a:rPr lang="en-US" sz="4001" b="1" dirty="0" err="1">
                <a:solidFill>
                  <a:prstClr val="black"/>
                </a:solidFill>
                <a:latin typeface="Calibri" pitchFamily="34" charset="0"/>
              </a:rPr>
              <a:t>ಜೋ</a:t>
            </a:r>
            <a:r>
              <a:rPr lang="en-US" sz="4001" b="1" dirty="0">
                <a:solidFill>
                  <a:prstClr val="black"/>
                </a:solidFill>
                <a:latin typeface="Calibri" pitchFamily="34" charset="0"/>
              </a:rPr>
              <a:t> </a:t>
            </a:r>
            <a:r>
              <a:rPr lang="en-US" sz="4001" b="1" dirty="0" err="1">
                <a:solidFill>
                  <a:prstClr val="black"/>
                </a:solidFill>
                <a:latin typeface="Calibri" pitchFamily="34" charset="0"/>
              </a:rPr>
              <a:t>ದಾಯಕು</a:t>
            </a:r>
            <a:r>
              <a:rPr lang="en-US" sz="4001" b="1" dirty="0">
                <a:solidFill>
                  <a:prstClr val="black"/>
                </a:solidFill>
                <a:latin typeface="Calibri" pitchFamily="34" charset="0"/>
              </a:rPr>
              <a:t> </a:t>
            </a:r>
            <a:r>
              <a:rPr lang="en-US" sz="4001" b="1" dirty="0" err="1">
                <a:solidFill>
                  <a:prstClr val="black"/>
                </a:solidFill>
                <a:latin typeface="Calibri" pitchFamily="34" charset="0"/>
              </a:rPr>
              <a:t>ಫಲ</a:t>
            </a:r>
            <a:r>
              <a:rPr lang="en-US" sz="4001" b="1" dirty="0">
                <a:solidFill>
                  <a:prstClr val="black"/>
                </a:solidFill>
                <a:latin typeface="Calibri" pitchFamily="34" charset="0"/>
              </a:rPr>
              <a:t> </a:t>
            </a:r>
            <a:r>
              <a:rPr lang="en-US" sz="4001" b="1" dirty="0" err="1">
                <a:solidFill>
                  <a:prstClr val="black"/>
                </a:solidFill>
                <a:latin typeface="Calibri" pitchFamily="34" charset="0"/>
              </a:rPr>
              <a:t>ಚಾರಿ</a:t>
            </a:r>
            <a:r>
              <a:rPr lang="en-US" sz="4001" b="1" dirty="0">
                <a:solidFill>
                  <a:prstClr val="black"/>
                </a:solidFill>
                <a:latin typeface="Calibri" pitchFamily="34" charset="0"/>
              </a:rPr>
              <a:t> ॥</a:t>
            </a:r>
            <a:endParaRPr lang="en-US" sz="3601" b="1" dirty="0">
              <a:solidFill>
                <a:prstClr val="black"/>
              </a:solidFill>
              <a:latin typeface="URW Palladio IT" pitchFamily="2" charset="0"/>
            </a:endParaRPr>
          </a:p>
          <a:p>
            <a:pPr algn="ctr" defTabSz="914583"/>
            <a:endParaRPr lang="en-US" sz="2801" b="1" dirty="0">
              <a:solidFill>
                <a:prstClr val="black"/>
              </a:solidFill>
              <a:latin typeface="Palatino Linotype" pitchFamily="18" charset="0"/>
            </a:endParaRPr>
          </a:p>
          <a:p>
            <a:pPr algn="ctr" defTabSz="914583"/>
            <a:r>
              <a:rPr lang="en-US" sz="2801" b="1" dirty="0">
                <a:solidFill>
                  <a:prstClr val="black"/>
                </a:solidFill>
                <a:latin typeface="Palatino Linotype" pitchFamily="18" charset="0"/>
              </a:rPr>
              <a:t>And then narrate the sacred glory of Sri Ram Chandra, The Supreme among the </a:t>
            </a:r>
            <a:r>
              <a:rPr lang="en-US" sz="2801" b="1" dirty="0" err="1">
                <a:solidFill>
                  <a:prstClr val="black"/>
                </a:solidFill>
                <a:latin typeface="Palatino Linotype" pitchFamily="18" charset="0"/>
              </a:rPr>
              <a:t>Raghu</a:t>
            </a:r>
            <a:r>
              <a:rPr lang="en-US" sz="2801" b="1" dirty="0">
                <a:solidFill>
                  <a:prstClr val="black"/>
                </a:solidFill>
                <a:latin typeface="Palatino Linotype" pitchFamily="18" charset="0"/>
              </a:rPr>
              <a:t> 	dynasty. The giver of the four attainments of life</a:t>
            </a:r>
            <a:r>
              <a:rPr lang="en-IN" sz="2801" b="1" dirty="0">
                <a:solidFill>
                  <a:prstClr val="black"/>
                </a:solidFill>
                <a:latin typeface="Palatino Linotype" pitchFamily="18" charset="0"/>
              </a:rPr>
              <a:t>.</a:t>
            </a:r>
            <a:r>
              <a:rPr lang="en-US" sz="2801" b="1" dirty="0">
                <a:solidFill>
                  <a:prstClr val="black"/>
                </a:solidFill>
                <a:latin typeface="Palatino Linotype" pitchFamily="18" charset="0"/>
              </a:rPr>
              <a:t>		</a:t>
            </a:r>
            <a:endParaRPr lang="en-IN" sz="2801" b="1" dirty="0">
              <a:solidFill>
                <a:prstClr val="black"/>
              </a:solidFill>
              <a:latin typeface="Palatino Linotype" pitchFamily="18" charset="0"/>
            </a:endParaRPr>
          </a:p>
        </p:txBody>
      </p:sp>
    </p:spTree>
    <p:extLst>
      <p:ext uri="{BB962C8B-B14F-4D97-AF65-F5344CB8AC3E}">
        <p14:creationId xmlns:p14="http://schemas.microsoft.com/office/powerpoint/2010/main" val="26082956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524529" y="15"/>
            <a:ext cx="9146117" cy="7049494"/>
          </a:xfrm>
          <a:prstGeom prst="rect">
            <a:avLst/>
          </a:prstGeom>
          <a:noFill/>
          <a:ln w="9525">
            <a:noFill/>
            <a:miter lim="800000"/>
            <a:headEnd/>
            <a:tailEnd/>
          </a:ln>
        </p:spPr>
        <p:txBody>
          <a:bodyPr wrap="square">
            <a:spAutoFit/>
          </a:bodyPr>
          <a:lstStyle/>
          <a:p>
            <a:pPr algn="ctr" defTabSz="914583"/>
            <a:endParaRPr lang="en-IN" sz="2400" b="1" dirty="0">
              <a:solidFill>
                <a:prstClr val="black"/>
              </a:solidFill>
              <a:latin typeface="Calibri" pitchFamily="34" charset="0"/>
            </a:endParaRPr>
          </a:p>
          <a:p>
            <a:pPr algn="ctr" defTabSz="914583"/>
            <a:r>
              <a:rPr lang="en-IN" sz="4001" b="1" dirty="0" err="1">
                <a:solidFill>
                  <a:prstClr val="black"/>
                </a:solidFill>
                <a:latin typeface="Aparajita" pitchFamily="34" charset="0"/>
              </a:rPr>
              <a:t>बुद्धिहीन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जानिके</a:t>
            </a:r>
            <a:r>
              <a:rPr lang="en-IN" sz="4001" b="1" dirty="0">
                <a:solidFill>
                  <a:prstClr val="black"/>
                </a:solidFill>
                <a:latin typeface="Aparajita" pitchFamily="34" charset="0"/>
              </a:rPr>
              <a:t> </a:t>
            </a:r>
          </a:p>
          <a:p>
            <a:pPr algn="ctr" defTabSz="914583"/>
            <a:r>
              <a:rPr lang="en-IN" sz="4001" b="1" dirty="0" err="1">
                <a:solidFill>
                  <a:prstClr val="black"/>
                </a:solidFill>
                <a:latin typeface="Aparajita" pitchFamily="34" charset="0"/>
              </a:rPr>
              <a:t>सुमिरौं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पवनकुमार</a:t>
            </a:r>
            <a:r>
              <a:rPr lang="en-IN" sz="4001" b="1" dirty="0">
                <a:solidFill>
                  <a:prstClr val="black"/>
                </a:solidFill>
                <a:latin typeface="Aparajita" pitchFamily="34" charset="0"/>
              </a:rPr>
              <a:t> ।</a:t>
            </a:r>
          </a:p>
          <a:p>
            <a:pPr algn="ctr" defTabSz="914583"/>
            <a:r>
              <a:rPr lang="en-IN" sz="4801" b="1" dirty="0">
                <a:solidFill>
                  <a:prstClr val="black"/>
                </a:solidFill>
                <a:latin typeface="Aparajita" pitchFamily="34" charset="0"/>
              </a:rPr>
              <a:t/>
            </a:r>
            <a:br>
              <a:rPr lang="en-IN" sz="4801" b="1" dirty="0">
                <a:solidFill>
                  <a:prstClr val="black"/>
                </a:solidFill>
                <a:latin typeface="Aparajita" pitchFamily="34" charset="0"/>
              </a:rPr>
            </a:br>
            <a:r>
              <a:rPr lang="en-US" sz="4001" b="1" dirty="0" err="1">
                <a:solidFill>
                  <a:prstClr val="black"/>
                </a:solidFill>
                <a:latin typeface="URW Palladio IT" pitchFamily="2" charset="0"/>
              </a:rPr>
              <a:t>Buddhihéna</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Tanu</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Jänike</a:t>
            </a:r>
            <a:r>
              <a:rPr lang="en-US" sz="4001" b="1" dirty="0">
                <a:solidFill>
                  <a:prstClr val="black"/>
                </a:solidFill>
                <a:latin typeface="URW Palladio IT" pitchFamily="2" charset="0"/>
              </a:rPr>
              <a:t> </a:t>
            </a:r>
          </a:p>
          <a:p>
            <a:pPr algn="ctr" defTabSz="914583"/>
            <a:r>
              <a:rPr lang="en-US" sz="4001" b="1" dirty="0" err="1">
                <a:solidFill>
                  <a:prstClr val="black"/>
                </a:solidFill>
                <a:latin typeface="URW Palladio IT" pitchFamily="2" charset="0"/>
              </a:rPr>
              <a:t>Sumirauà</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Pavanakumära</a:t>
            </a:r>
            <a:r>
              <a:rPr lang="en-US" sz="4001" b="1" dirty="0">
                <a:solidFill>
                  <a:prstClr val="black"/>
                </a:solidFill>
                <a:latin typeface="URW Palladio IT" pitchFamily="2" charset="0"/>
              </a:rPr>
              <a:t> | </a:t>
            </a:r>
          </a:p>
          <a:p>
            <a:pPr algn="ctr" defTabSz="914583"/>
            <a:endParaRPr lang="en-US" sz="4001" b="1" dirty="0">
              <a:solidFill>
                <a:prstClr val="black"/>
              </a:solidFill>
              <a:latin typeface="URW Palladio IT" pitchFamily="2" charset="0"/>
            </a:endParaRPr>
          </a:p>
          <a:p>
            <a:pPr algn="ctr" defTabSz="914583"/>
            <a:r>
              <a:rPr lang="en-US" sz="4001" b="1" dirty="0" err="1">
                <a:solidFill>
                  <a:prstClr val="black"/>
                </a:solidFill>
                <a:latin typeface="Calibri" pitchFamily="34" charset="0"/>
              </a:rPr>
              <a:t>ಬುದ್ಧಿಹೀನ</a:t>
            </a:r>
            <a:r>
              <a:rPr lang="en-US" sz="4001" b="1" dirty="0">
                <a:solidFill>
                  <a:prstClr val="black"/>
                </a:solidFill>
                <a:latin typeface="Calibri" pitchFamily="34" charset="0"/>
              </a:rPr>
              <a:t> </a:t>
            </a:r>
            <a:r>
              <a:rPr lang="en-US" sz="4001" b="1" dirty="0" err="1">
                <a:solidFill>
                  <a:prstClr val="black"/>
                </a:solidFill>
                <a:latin typeface="Calibri" pitchFamily="34" charset="0"/>
              </a:rPr>
              <a:t>ತನು</a:t>
            </a:r>
            <a:r>
              <a:rPr lang="en-US" sz="4001" b="1" dirty="0">
                <a:solidFill>
                  <a:prstClr val="black"/>
                </a:solidFill>
                <a:latin typeface="Calibri" pitchFamily="34" charset="0"/>
              </a:rPr>
              <a:t> </a:t>
            </a:r>
            <a:r>
              <a:rPr lang="en-US" sz="4001" b="1" dirty="0" err="1">
                <a:solidFill>
                  <a:prstClr val="black"/>
                </a:solidFill>
                <a:latin typeface="Calibri" pitchFamily="34" charset="0"/>
              </a:rPr>
              <a:t>ಜಾನಿ</a:t>
            </a:r>
            <a:r>
              <a:rPr lang="en-US" sz="4001" b="1" dirty="0">
                <a:solidFill>
                  <a:prstClr val="black"/>
                </a:solidFill>
                <a:latin typeface="Calibri" pitchFamily="34" charset="0"/>
              </a:rPr>
              <a:t> </a:t>
            </a:r>
            <a:r>
              <a:rPr lang="en-US" sz="4001" b="1" dirty="0" err="1">
                <a:solidFill>
                  <a:prstClr val="black"/>
                </a:solidFill>
                <a:latin typeface="Calibri" pitchFamily="34" charset="0"/>
              </a:rPr>
              <a:t>ಕೇ</a:t>
            </a:r>
            <a:r>
              <a:rPr lang="en-US" sz="4001" b="1" dirty="0">
                <a:solidFill>
                  <a:prstClr val="black"/>
                </a:solidFill>
                <a:latin typeface="Calibri" pitchFamily="34" charset="0"/>
              </a:rPr>
              <a:t> </a:t>
            </a:r>
          </a:p>
          <a:p>
            <a:pPr algn="ctr" defTabSz="914583"/>
            <a:r>
              <a:rPr lang="en-US" sz="4001" b="1" dirty="0" err="1">
                <a:solidFill>
                  <a:prstClr val="black"/>
                </a:solidFill>
                <a:latin typeface="Calibri" pitchFamily="34" charset="0"/>
              </a:rPr>
              <a:t>ಸುಮಿರೌ</a:t>
            </a:r>
            <a:r>
              <a:rPr lang="en-US" sz="4001" b="1" dirty="0">
                <a:solidFill>
                  <a:prstClr val="black"/>
                </a:solidFill>
                <a:latin typeface="Calibri" pitchFamily="34" charset="0"/>
              </a:rPr>
              <a:t> </a:t>
            </a:r>
            <a:r>
              <a:rPr lang="en-US" sz="4001" b="1" dirty="0" err="1">
                <a:solidFill>
                  <a:prstClr val="black"/>
                </a:solidFill>
                <a:latin typeface="Calibri" pitchFamily="34" charset="0"/>
              </a:rPr>
              <a:t>ಪವನ</a:t>
            </a:r>
            <a:r>
              <a:rPr lang="en-US" sz="4001" b="1" dirty="0">
                <a:solidFill>
                  <a:prstClr val="black"/>
                </a:solidFill>
                <a:latin typeface="Calibri" pitchFamily="34" charset="0"/>
              </a:rPr>
              <a:t> </a:t>
            </a:r>
            <a:r>
              <a:rPr lang="en-US" sz="4001" b="1" dirty="0" err="1">
                <a:solidFill>
                  <a:prstClr val="black"/>
                </a:solidFill>
                <a:latin typeface="Calibri" pitchFamily="34" charset="0"/>
              </a:rPr>
              <a:t>ಕುಮಾರ</a:t>
            </a:r>
            <a:r>
              <a:rPr lang="en-US" sz="4001" b="1" dirty="0">
                <a:solidFill>
                  <a:prstClr val="black"/>
                </a:solidFill>
                <a:latin typeface="Calibri" pitchFamily="34" charset="0"/>
              </a:rPr>
              <a:t> ।</a:t>
            </a:r>
          </a:p>
          <a:p>
            <a:pPr algn="ctr" defTabSz="914583"/>
            <a:endParaRPr lang="en-US" sz="4401" b="1" dirty="0">
              <a:solidFill>
                <a:prstClr val="black"/>
              </a:solidFill>
              <a:latin typeface="URW Palladio IT" pitchFamily="2" charset="0"/>
            </a:endParaRPr>
          </a:p>
          <a:p>
            <a:pPr algn="ctr" defTabSz="914583"/>
            <a:r>
              <a:rPr lang="en-US" sz="2801" b="1" dirty="0">
                <a:solidFill>
                  <a:prstClr val="black"/>
                </a:solidFill>
                <a:latin typeface="Palatino Linotype" pitchFamily="18" charset="0"/>
              </a:rPr>
              <a:t>Knowing myself to be ignorant, I urge you, 	O  Hanuman, The son of </a:t>
            </a:r>
            <a:r>
              <a:rPr lang="en-US" sz="2801" b="1" dirty="0" err="1">
                <a:solidFill>
                  <a:prstClr val="black"/>
                </a:solidFill>
                <a:latin typeface="Palatino Linotype" pitchFamily="18" charset="0"/>
              </a:rPr>
              <a:t>Pavan</a:t>
            </a:r>
            <a:r>
              <a:rPr lang="en-US" sz="2801" b="1" dirty="0">
                <a:solidFill>
                  <a:prstClr val="black"/>
                </a:solidFill>
                <a:latin typeface="Palatino Linotype" pitchFamily="18" charset="0"/>
              </a:rPr>
              <a:t>(</a:t>
            </a:r>
            <a:r>
              <a:rPr lang="en-IN" sz="2801" b="1" dirty="0">
                <a:solidFill>
                  <a:prstClr val="black"/>
                </a:solidFill>
                <a:latin typeface="Palatino Linotype" pitchFamily="18" charset="0"/>
              </a:rPr>
              <a:t>Wind</a:t>
            </a:r>
            <a:r>
              <a:rPr lang="en-US" sz="2801" b="1" dirty="0">
                <a:solidFill>
                  <a:prstClr val="black"/>
                </a:solidFill>
                <a:latin typeface="Palatino Linotype" pitchFamily="18" charset="0"/>
              </a:rPr>
              <a:t>) !</a:t>
            </a:r>
          </a:p>
        </p:txBody>
      </p:sp>
    </p:spTree>
    <p:extLst>
      <p:ext uri="{BB962C8B-B14F-4D97-AF65-F5344CB8AC3E}">
        <p14:creationId xmlns:p14="http://schemas.microsoft.com/office/powerpoint/2010/main" val="15134841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524529" y="-2"/>
            <a:ext cx="9146117" cy="6310702"/>
          </a:xfrm>
          <a:prstGeom prst="rect">
            <a:avLst/>
          </a:prstGeom>
          <a:noFill/>
          <a:ln w="9525">
            <a:noFill/>
            <a:miter lim="800000"/>
            <a:headEnd/>
            <a:tailEnd/>
          </a:ln>
        </p:spPr>
        <p:txBody>
          <a:bodyPr wrap="square">
            <a:spAutoFit/>
          </a:bodyPr>
          <a:lstStyle/>
          <a:p>
            <a:pPr defTabSz="914583"/>
            <a:endParaRPr lang="en-IN" sz="2400" b="1" dirty="0">
              <a:solidFill>
                <a:prstClr val="black"/>
              </a:solidFill>
              <a:latin typeface="Calibri" pitchFamily="34" charset="0"/>
            </a:endParaRPr>
          </a:p>
          <a:p>
            <a:pPr algn="ctr" defTabSz="914583"/>
            <a:r>
              <a:rPr lang="en-IN" sz="4001" b="1" dirty="0" err="1">
                <a:solidFill>
                  <a:prstClr val="black"/>
                </a:solidFill>
                <a:latin typeface="Aparajita" pitchFamily="34" charset="0"/>
              </a:rPr>
              <a:t>बल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बिद्या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p>
          <a:p>
            <a:pPr algn="ctr" defTabSz="914583"/>
            <a:r>
              <a:rPr lang="en-IN" sz="4001" b="1" dirty="0" err="1">
                <a:solidFill>
                  <a:prstClr val="black"/>
                </a:solidFill>
                <a:latin typeface="Aparajita" pitchFamily="34" charset="0"/>
              </a:rPr>
              <a:t>हरहु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कलेस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बिकार</a:t>
            </a:r>
            <a:r>
              <a:rPr lang="en-IN" sz="4001" b="1" dirty="0">
                <a:solidFill>
                  <a:prstClr val="black"/>
                </a:solidFill>
                <a:latin typeface="Aparajita" pitchFamily="34" charset="0"/>
              </a:rPr>
              <a:t> ॥ </a:t>
            </a:r>
          </a:p>
          <a:p>
            <a:pPr algn="ctr" defTabSz="914583"/>
            <a:endParaRPr lang="en-IN" sz="4001" b="1" dirty="0">
              <a:solidFill>
                <a:prstClr val="black"/>
              </a:solidFill>
              <a:latin typeface="Palatino Linotype" pitchFamily="18" charset="0"/>
            </a:endParaRPr>
          </a:p>
          <a:p>
            <a:pPr algn="ctr" defTabSz="914583"/>
            <a:r>
              <a:rPr lang="en-US" sz="3201" b="1" dirty="0" err="1">
                <a:solidFill>
                  <a:prstClr val="black"/>
                </a:solidFill>
                <a:latin typeface="URW Palladio IT" pitchFamily="2" charset="0"/>
              </a:rPr>
              <a:t>Bala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Budhi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Bidyä</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Dehu</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Mohià</a:t>
            </a:r>
            <a:r>
              <a:rPr lang="en-US" sz="3201" b="1" dirty="0">
                <a:solidFill>
                  <a:prstClr val="black"/>
                </a:solidFill>
                <a:latin typeface="URW Palladio IT" pitchFamily="2" charset="0"/>
              </a:rPr>
              <a:t> </a:t>
            </a:r>
          </a:p>
          <a:p>
            <a:pPr algn="ctr" defTabSz="914583"/>
            <a:r>
              <a:rPr lang="en-US" sz="3201" b="1" dirty="0" err="1">
                <a:solidFill>
                  <a:prstClr val="black"/>
                </a:solidFill>
                <a:latin typeface="URW Palladio IT" pitchFamily="2" charset="0"/>
              </a:rPr>
              <a:t>Harahu</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Kalesa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Bikära</a:t>
            </a:r>
            <a:r>
              <a:rPr lang="en-US" sz="3201" b="1" dirty="0">
                <a:solidFill>
                  <a:prstClr val="black"/>
                </a:solidFill>
                <a:latin typeface="URW Palladio IT" pitchFamily="2" charset="0"/>
              </a:rPr>
              <a:t> || - D2</a:t>
            </a:r>
          </a:p>
          <a:p>
            <a:pPr algn="ctr" defTabSz="914583"/>
            <a:endParaRPr lang="en-US" sz="2400" b="1" dirty="0">
              <a:solidFill>
                <a:prstClr val="black"/>
              </a:solidFill>
              <a:latin typeface="URW Palladio IT" pitchFamily="2" charset="0"/>
            </a:endParaRPr>
          </a:p>
          <a:p>
            <a:pPr algn="ctr" defTabSz="914583"/>
            <a:r>
              <a:rPr lang="en-US" sz="4001" b="1" dirty="0" err="1">
                <a:solidFill>
                  <a:prstClr val="black"/>
                </a:solidFill>
                <a:latin typeface="Calibri" pitchFamily="34" charset="0"/>
              </a:rPr>
              <a:t>ಬಲ</a:t>
            </a:r>
            <a:r>
              <a:rPr lang="en-US" sz="4001" b="1" dirty="0">
                <a:solidFill>
                  <a:prstClr val="black"/>
                </a:solidFill>
                <a:latin typeface="Calibri" pitchFamily="34" charset="0"/>
              </a:rPr>
              <a:t> </a:t>
            </a:r>
            <a:r>
              <a:rPr lang="en-US" sz="4001" b="1" dirty="0" err="1">
                <a:solidFill>
                  <a:prstClr val="black"/>
                </a:solidFill>
                <a:latin typeface="Calibri" pitchFamily="34" charset="0"/>
              </a:rPr>
              <a:t>ಬು</a:t>
            </a:r>
            <a:r>
              <a:rPr lang="kn-IN" sz="4001" b="1" dirty="0">
                <a:solidFill>
                  <a:prstClr val="black"/>
                </a:solidFill>
                <a:latin typeface="Calibri" pitchFamily="34" charset="0"/>
                <a:ea typeface="Tunga" pitchFamily="2"/>
                <a:cs typeface="Tunga" pitchFamily="2"/>
              </a:rPr>
              <a:t>ಧಿ</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ಬಿ</a:t>
            </a:r>
            <a:r>
              <a:rPr lang="en-US" sz="4001" b="1" dirty="0" err="1">
                <a:solidFill>
                  <a:prstClr val="black"/>
                </a:solidFill>
                <a:latin typeface="Calibri" pitchFamily="34" charset="0"/>
              </a:rPr>
              <a:t>ದ್ಯಾ</a:t>
            </a:r>
            <a:r>
              <a:rPr lang="en-US" sz="4001" b="1" dirty="0">
                <a:solidFill>
                  <a:prstClr val="black"/>
                </a:solidFill>
                <a:latin typeface="Calibri" pitchFamily="34" charset="0"/>
              </a:rPr>
              <a:t> </a:t>
            </a:r>
            <a:r>
              <a:rPr lang="en-US" sz="4001" b="1" dirty="0" err="1">
                <a:solidFill>
                  <a:prstClr val="black"/>
                </a:solidFill>
                <a:latin typeface="Calibri" pitchFamily="34" charset="0"/>
              </a:rPr>
              <a:t>ದೇಹು</a:t>
            </a:r>
            <a:r>
              <a:rPr lang="en-US" sz="4001" b="1" dirty="0">
                <a:solidFill>
                  <a:prstClr val="black"/>
                </a:solidFill>
                <a:latin typeface="Calibri" pitchFamily="34" charset="0"/>
              </a:rPr>
              <a:t> </a:t>
            </a:r>
            <a:r>
              <a:rPr lang="en-US" sz="4001" b="1" dirty="0" err="1">
                <a:solidFill>
                  <a:prstClr val="black"/>
                </a:solidFill>
                <a:latin typeface="Calibri" pitchFamily="34" charset="0"/>
              </a:rPr>
              <a:t>ಮೋಹಿ</a:t>
            </a:r>
            <a:r>
              <a:rPr lang="en-US" sz="4001" b="1" dirty="0">
                <a:solidFill>
                  <a:prstClr val="black"/>
                </a:solidFill>
                <a:latin typeface="Calibri" pitchFamily="34" charset="0"/>
              </a:rPr>
              <a:t> </a:t>
            </a:r>
          </a:p>
          <a:p>
            <a:pPr algn="ctr" defTabSz="914583"/>
            <a:r>
              <a:rPr lang="en-US" sz="4001" b="1" dirty="0" err="1">
                <a:solidFill>
                  <a:prstClr val="black"/>
                </a:solidFill>
                <a:latin typeface="Calibri" pitchFamily="34" charset="0"/>
              </a:rPr>
              <a:t>ಹರಹು</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ಕಲೇಸ ಬಿ</a:t>
            </a:r>
            <a:r>
              <a:rPr lang="en-US" sz="4001" b="1" dirty="0" err="1">
                <a:solidFill>
                  <a:prstClr val="black"/>
                </a:solidFill>
                <a:latin typeface="Calibri" pitchFamily="34" charset="0"/>
              </a:rPr>
              <a:t>ಕಾರ</a:t>
            </a:r>
            <a:r>
              <a:rPr lang="en-US" sz="4001" b="1" dirty="0">
                <a:solidFill>
                  <a:prstClr val="black"/>
                </a:solidFill>
                <a:latin typeface="Calibri" pitchFamily="34" charset="0"/>
              </a:rPr>
              <a:t> ॥</a:t>
            </a:r>
          </a:p>
          <a:p>
            <a:pPr algn="ctr" defTabSz="914583"/>
            <a:endParaRPr lang="en-IN" sz="3601" b="1" dirty="0">
              <a:solidFill>
                <a:prstClr val="black"/>
              </a:solidFill>
              <a:latin typeface="Palatino Linotype" pitchFamily="18" charset="0"/>
            </a:endParaRPr>
          </a:p>
          <a:p>
            <a:pPr algn="ctr" defTabSz="914583"/>
            <a:r>
              <a:rPr lang="en-US" sz="2801" b="1" dirty="0">
                <a:solidFill>
                  <a:prstClr val="black"/>
                </a:solidFill>
                <a:latin typeface="Palatino Linotype" pitchFamily="18" charset="0"/>
              </a:rPr>
              <a:t>O Lord! kindly bestow on me strength, 	wisdom 	and knowledge, removing all my miseries and blemishes.</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28282255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829399" y="2820053"/>
            <a:ext cx="8231505" cy="1371918"/>
          </a:xfrm>
        </p:spPr>
        <p:txBody>
          <a:bodyPr/>
          <a:lstStyle/>
          <a:p>
            <a:pPr algn="ctr" eaLnBrk="1" hangingPunct="1">
              <a:buFont typeface="Arial" charset="0"/>
              <a:buNone/>
            </a:pPr>
            <a:r>
              <a:rPr lang="en-IN" sz="7201" b="1">
                <a:latin typeface="Aparajita" pitchFamily="34" charset="0"/>
                <a:ea typeface="Aparajita" pitchFamily="34" charset="0"/>
                <a:cs typeface="Aparajita" pitchFamily="34" charset="0"/>
              </a:rPr>
              <a:t>॥चौपाई॥ </a:t>
            </a:r>
            <a:r>
              <a:rPr lang="en-IN" sz="6601" b="1"/>
              <a:t>- </a:t>
            </a:r>
            <a:r>
              <a:rPr lang="en-IN" sz="5401" b="1">
                <a:latin typeface="URW Palladio IT" pitchFamily="2" charset="0"/>
              </a:rPr>
              <a:t>CHAUP</a:t>
            </a:r>
            <a:r>
              <a:rPr lang="en-US" sz="5401" b="1">
                <a:latin typeface="URW Palladio IT" pitchFamily="2" charset="0"/>
              </a:rPr>
              <a:t>ÄÉ</a:t>
            </a:r>
          </a:p>
          <a:p>
            <a:pPr eaLnBrk="1" hangingPunct="1"/>
            <a:endParaRPr lang="en-US" smtClean="0"/>
          </a:p>
        </p:txBody>
      </p:sp>
    </p:spTree>
    <p:extLst>
      <p:ext uri="{BB962C8B-B14F-4D97-AF65-F5344CB8AC3E}">
        <p14:creationId xmlns:p14="http://schemas.microsoft.com/office/powerpoint/2010/main" val="36557595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524529" y="228654"/>
            <a:ext cx="9146117" cy="6125780"/>
          </a:xfrm>
          <a:prstGeom prst="rect">
            <a:avLst/>
          </a:prstGeom>
          <a:noFill/>
          <a:ln w="9525">
            <a:noFill/>
            <a:miter lim="800000"/>
            <a:headEnd/>
            <a:tailEnd/>
          </a:ln>
        </p:spPr>
        <p:txBody>
          <a:bodyPr wrap="square">
            <a:spAutoFit/>
          </a:bodyPr>
          <a:lstStyle/>
          <a:p>
            <a:pPr algn="ctr" defTabSz="914583"/>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ज्ञान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कपीस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उजागर</a:t>
            </a:r>
            <a:r>
              <a:rPr lang="en-IN" sz="4001" b="1" dirty="0">
                <a:solidFill>
                  <a:prstClr val="black"/>
                </a:solidFill>
                <a:latin typeface="Aparajita" pitchFamily="34" charset="0"/>
              </a:rPr>
              <a:t> ॥१॥</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Jaya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Jïäna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Guna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Sägara</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Jaya </a:t>
            </a:r>
            <a:r>
              <a:rPr lang="en-US" sz="3601" b="1" dirty="0" err="1">
                <a:solidFill>
                  <a:prstClr val="black"/>
                </a:solidFill>
                <a:latin typeface="URW Palladio IT" pitchFamily="2" charset="0"/>
              </a:rPr>
              <a:t>Kapésa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Tihuð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Loka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Ujägara</a:t>
            </a:r>
            <a:r>
              <a:rPr lang="en-US" sz="3601" b="1" dirty="0">
                <a:solidFill>
                  <a:prstClr val="black"/>
                </a:solidFill>
                <a:latin typeface="URW Palladio IT" pitchFamily="2" charset="0"/>
              </a:rPr>
              <a:t> </a:t>
            </a:r>
            <a:r>
              <a:rPr lang="en-US" sz="2400" b="1" dirty="0">
                <a:solidFill>
                  <a:prstClr val="black"/>
                </a:solidFill>
                <a:latin typeface="URW Palladio IT" pitchFamily="2" charset="0"/>
              </a:rPr>
              <a:t>|| - 1</a:t>
            </a:r>
          </a:p>
          <a:p>
            <a:pPr algn="ctr" defTabSz="914583"/>
            <a:endParaRPr lang="en-US" sz="2400"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ಜ್ಞಾನ</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en-US" sz="3601" b="1" dirty="0" err="1">
                <a:solidFill>
                  <a:srgbClr val="000000"/>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ಸಾಗರ</a:t>
            </a:r>
            <a:r>
              <a:rPr lang="en-US" sz="3601" b="1" dirty="0">
                <a:solidFill>
                  <a:prstClr val="black"/>
                </a:solidFill>
                <a:latin typeface="Calibri" pitchFamily="34" charset="0"/>
              </a:rPr>
              <a:t> । </a:t>
            </a:r>
          </a:p>
          <a:p>
            <a:pPr algn="ctr" defTabSz="914583"/>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ಕಪೀ</a:t>
            </a:r>
            <a:r>
              <a:rPr lang="kn-IN" sz="3601" b="1" dirty="0">
                <a:solidFill>
                  <a:prstClr val="black"/>
                </a:solidFill>
                <a:latin typeface="Calibri" pitchFamily="34" charset="0"/>
                <a:ea typeface="Tunga" pitchFamily="2"/>
                <a:cs typeface="Tunga" pitchFamily="2"/>
              </a:rPr>
              <a:t>ಸ</a:t>
            </a:r>
            <a:r>
              <a:rPr lang="en-US" sz="3601" b="1" dirty="0">
                <a:solidFill>
                  <a:prstClr val="black"/>
                </a:solidFill>
                <a:latin typeface="Calibri" pitchFamily="34" charset="0"/>
              </a:rPr>
              <a:t> </a:t>
            </a:r>
            <a:r>
              <a:rPr lang="en-US" sz="3601" b="1" dirty="0" err="1">
                <a:solidFill>
                  <a:prstClr val="black"/>
                </a:solidFill>
                <a:latin typeface="Calibri" pitchFamily="34" charset="0"/>
              </a:rPr>
              <a:t>ತಿಹು</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ಉಜಾಗರ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a:t>
            </a:r>
            <a:r>
              <a:rPr lang="en-US" sz="3601" b="1" dirty="0">
                <a:solidFill>
                  <a:prstClr val="black"/>
                </a:solidFill>
                <a:latin typeface="Calibri" pitchFamily="34" charset="0"/>
              </a:rPr>
              <a:t>॥</a:t>
            </a:r>
            <a:r>
              <a:rPr lang="en-US" sz="3601" b="1" dirty="0">
                <a:solidFill>
                  <a:prstClr val="black"/>
                </a:solidFill>
                <a:latin typeface="URW Palladio IT" pitchFamily="2" charset="0"/>
              </a:rPr>
              <a:t> </a:t>
            </a:r>
          </a:p>
          <a:p>
            <a:pPr algn="ctr" defTabSz="914583"/>
            <a:endParaRPr lang="en-US" sz="3201" b="1" dirty="0">
              <a:solidFill>
                <a:prstClr val="black"/>
              </a:solidFill>
              <a:latin typeface="URW Palladio IT" pitchFamily="2" charset="0"/>
            </a:endParaRPr>
          </a:p>
          <a:p>
            <a:pPr algn="ctr" defTabSz="914583"/>
            <a:r>
              <a:rPr lang="en-US" sz="2400" b="1" dirty="0">
                <a:solidFill>
                  <a:prstClr val="black"/>
                </a:solidFill>
                <a:latin typeface="Palatino Linotype" pitchFamily="18" charset="0"/>
              </a:rPr>
              <a:t>Victory of Thee, O Hanuman, Ocean of wisdom and virtue, victory to the Lord of monkeys who is well known in all the three worlds</a:t>
            </a:r>
            <a:endParaRPr lang="en-IN" sz="2000" b="1" dirty="0">
              <a:solidFill>
                <a:prstClr val="black"/>
              </a:solidFill>
              <a:latin typeface="Palatino Linotype" pitchFamily="18" charset="0"/>
            </a:endParaRPr>
          </a:p>
        </p:txBody>
      </p:sp>
    </p:spTree>
    <p:extLst>
      <p:ext uri="{BB962C8B-B14F-4D97-AF65-F5344CB8AC3E}">
        <p14:creationId xmlns:p14="http://schemas.microsoft.com/office/powerpoint/2010/main" val="4844118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524529" y="0"/>
            <a:ext cx="9146117" cy="6587444"/>
          </a:xfrm>
          <a:prstGeom prst="rect">
            <a:avLst/>
          </a:prstGeom>
          <a:noFill/>
          <a:ln w="9525">
            <a:noFill/>
            <a:miter lim="800000"/>
            <a:headEnd/>
            <a:tailEnd/>
          </a:ln>
        </p:spPr>
        <p:txBody>
          <a:bodyPr>
            <a:spAutoFit/>
          </a:bodyPr>
          <a:lstStyle/>
          <a:p>
            <a:pPr algn="ctr" defTabSz="914583"/>
            <a:endParaRPr lang="en-IN" sz="12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अतुलित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धामा</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अञ्जनि-पुत्र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पवनसुत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नामा</a:t>
            </a:r>
            <a:r>
              <a:rPr lang="en-IN" sz="4001" b="1" dirty="0">
                <a:solidFill>
                  <a:prstClr val="black"/>
                </a:solidFill>
                <a:latin typeface="Aparajita" pitchFamily="34" charset="0"/>
              </a:rPr>
              <a:t> ॥२॥</a:t>
            </a:r>
          </a:p>
          <a:p>
            <a:pPr algn="ctr" defTabSz="914583"/>
            <a:endParaRPr lang="en-IN" sz="54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Düta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Atulita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Dhämä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Aïjaniputra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Pavanasuta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Nämä</a:t>
            </a:r>
            <a:r>
              <a:rPr lang="en-US" sz="3601" b="1" dirty="0">
                <a:solidFill>
                  <a:prstClr val="black"/>
                </a:solidFill>
                <a:latin typeface="URW Palladio IT" pitchFamily="2" charset="0"/>
              </a:rPr>
              <a:t> || - 2</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ಅತುಲಿತ </a:t>
            </a:r>
            <a:r>
              <a:rPr lang="en-US" sz="3601" b="1" dirty="0" err="1">
                <a:solidFill>
                  <a:prstClr val="black"/>
                </a:solidFill>
                <a:latin typeface="Calibri" pitchFamily="34" charset="0"/>
              </a:rPr>
              <a:t>ಬಲ</a:t>
            </a:r>
            <a:r>
              <a:rPr lang="en-US" sz="3601" b="1" dirty="0">
                <a:solidFill>
                  <a:prstClr val="black"/>
                </a:solidFill>
                <a:latin typeface="Calibri" pitchFamily="34" charset="0"/>
              </a:rPr>
              <a:t> </a:t>
            </a:r>
            <a:r>
              <a:rPr lang="en-US" sz="3601" b="1" dirty="0" err="1">
                <a:solidFill>
                  <a:prstClr val="black"/>
                </a:solidFill>
                <a:latin typeface="Calibri" pitchFamily="34" charset="0"/>
              </a:rPr>
              <a:t>ಧಾಮಾ</a:t>
            </a:r>
            <a:r>
              <a:rPr lang="en-US" sz="3601" b="1" dirty="0">
                <a:solidFill>
                  <a:prstClr val="black"/>
                </a:solidFill>
                <a:latin typeface="Calibri" pitchFamily="34" charset="0"/>
              </a:rPr>
              <a:t> । </a:t>
            </a:r>
          </a:p>
          <a:p>
            <a:pPr algn="ctr" defTabSz="914583"/>
            <a:r>
              <a:rPr lang="en-US" sz="3601" b="1" dirty="0" err="1">
                <a:solidFill>
                  <a:prstClr val="black"/>
                </a:solidFill>
                <a:latin typeface="Calibri" pitchFamily="34" charset="0"/>
              </a:rPr>
              <a:t>ಅಂಜನಿ</a:t>
            </a:r>
            <a:r>
              <a:rPr lang="en-US" sz="3601" b="1" dirty="0">
                <a:solidFill>
                  <a:prstClr val="black"/>
                </a:solidFill>
                <a:latin typeface="Calibri" pitchFamily="34" charset="0"/>
              </a:rPr>
              <a:t> </a:t>
            </a:r>
            <a:r>
              <a:rPr lang="en-US" sz="3601" b="1" dirty="0" err="1">
                <a:solidFill>
                  <a:prstClr val="black"/>
                </a:solidFill>
                <a:latin typeface="Calibri" pitchFamily="34" charset="0"/>
              </a:rPr>
              <a:t>ಪುತ್ರ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ನಾಮಾ</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a:t>
            </a:r>
            <a:r>
              <a:rPr lang="en-US" sz="3601" b="1" dirty="0">
                <a:solidFill>
                  <a:prstClr val="black"/>
                </a:solidFill>
                <a:latin typeface="Calibri" pitchFamily="34" charset="0"/>
              </a:rPr>
              <a:t>॥</a:t>
            </a:r>
          </a:p>
          <a:p>
            <a:pPr algn="ctr" defTabSz="914583"/>
            <a:endParaRPr lang="en-US" sz="2400" b="1" dirty="0">
              <a:solidFill>
                <a:prstClr val="black"/>
              </a:solidFill>
              <a:latin typeface="Palatino Linotype" pitchFamily="18" charset="0"/>
            </a:endParaRPr>
          </a:p>
          <a:p>
            <a:pPr algn="ctr" defTabSz="914583"/>
            <a:r>
              <a:rPr lang="en-US" sz="2400" b="1" dirty="0">
                <a:solidFill>
                  <a:prstClr val="black"/>
                </a:solidFill>
                <a:latin typeface="Palatino Linotype" pitchFamily="18" charset="0"/>
              </a:rPr>
              <a:t>You, the Divine messenger of Ram and </a:t>
            </a:r>
            <a:r>
              <a:rPr lang="en-IN" sz="2400" b="1" dirty="0">
                <a:solidFill>
                  <a:prstClr val="black"/>
                </a:solidFill>
                <a:latin typeface="Palatino Linotype" pitchFamily="18" charset="0"/>
              </a:rPr>
              <a:t>abode of matchless power</a:t>
            </a:r>
            <a:r>
              <a:rPr lang="en-US" sz="2400" b="1" dirty="0">
                <a:solidFill>
                  <a:prstClr val="black"/>
                </a:solidFill>
                <a:latin typeface="Palatino Linotype" pitchFamily="18" charset="0"/>
              </a:rPr>
              <a:t>, are also known as </a:t>
            </a:r>
            <a:r>
              <a:rPr lang="en-US" sz="2400" b="1" dirty="0" err="1">
                <a:solidFill>
                  <a:prstClr val="black"/>
                </a:solidFill>
                <a:latin typeface="Palatino Linotype" pitchFamily="18" charset="0"/>
              </a:rPr>
              <a:t>Anjaniputra</a:t>
            </a:r>
            <a:r>
              <a:rPr lang="en-US" sz="2400" b="1" dirty="0">
                <a:solidFill>
                  <a:prstClr val="black"/>
                </a:solidFill>
                <a:latin typeface="Palatino Linotype" pitchFamily="18" charset="0"/>
              </a:rPr>
              <a:t> (</a:t>
            </a:r>
            <a:r>
              <a:rPr lang="en-IN" sz="2400" b="1" dirty="0" err="1">
                <a:solidFill>
                  <a:prstClr val="black"/>
                </a:solidFill>
                <a:latin typeface="Palatino Linotype" pitchFamily="18" charset="0"/>
              </a:rPr>
              <a:t>Anjani's</a:t>
            </a:r>
            <a:r>
              <a:rPr lang="en-IN" sz="2400" b="1" dirty="0">
                <a:solidFill>
                  <a:prstClr val="black"/>
                </a:solidFill>
                <a:latin typeface="Palatino Linotype" pitchFamily="18" charset="0"/>
              </a:rPr>
              <a:t> son</a:t>
            </a:r>
            <a:r>
              <a:rPr lang="en-US" sz="2400" b="1" dirty="0">
                <a:solidFill>
                  <a:prstClr val="black"/>
                </a:solidFill>
                <a:latin typeface="Palatino Linotype" pitchFamily="18" charset="0"/>
              </a:rPr>
              <a:t>) and known as the son of the wind – </a:t>
            </a:r>
            <a:r>
              <a:rPr lang="en-US" sz="2400" b="1" dirty="0" err="1">
                <a:solidFill>
                  <a:prstClr val="black"/>
                </a:solidFill>
                <a:latin typeface="Palatino Linotype" pitchFamily="18" charset="0"/>
              </a:rPr>
              <a:t>Pavanputra</a:t>
            </a:r>
            <a:r>
              <a:rPr lang="en-US" sz="2400" b="1" dirty="0">
                <a:solidFill>
                  <a:prstClr val="black"/>
                </a:solidFill>
                <a:latin typeface="Palatino Linotype" pitchFamily="18" charset="0"/>
              </a:rPr>
              <a:t> (</a:t>
            </a:r>
            <a:r>
              <a:rPr lang="en-IN" sz="2400" b="1" dirty="0">
                <a:solidFill>
                  <a:prstClr val="black"/>
                </a:solidFill>
                <a:latin typeface="Palatino Linotype" pitchFamily="18" charset="0"/>
              </a:rPr>
              <a:t>Son of the Wind</a:t>
            </a:r>
            <a:r>
              <a:rPr lang="en-US" sz="2400" b="1" dirty="0">
                <a:solidFill>
                  <a:prstClr val="black"/>
                </a:solidFill>
                <a:latin typeface="Palatino Linotype" pitchFamily="18" charset="0"/>
              </a:rPr>
              <a:t>).</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35367514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524529" y="15"/>
            <a:ext cx="9146117" cy="6556795"/>
          </a:xfrm>
          <a:prstGeom prst="rect">
            <a:avLst/>
          </a:prstGeom>
          <a:noFill/>
          <a:ln w="9525">
            <a:noFill/>
            <a:miter lim="800000"/>
            <a:headEnd/>
            <a:tailEnd/>
          </a:ln>
        </p:spPr>
        <p:txBody>
          <a:bodyPr wrap="square">
            <a:spAutoFit/>
          </a:bodyPr>
          <a:lstStyle/>
          <a:p>
            <a:pPr algn="ctr" defTabSz="914583"/>
            <a:endParaRPr lang="en-IN" sz="1200" dirty="0">
              <a:solidFill>
                <a:prstClr val="black"/>
              </a:solidFill>
              <a:latin typeface="Calibri" pitchFamily="34" charset="0"/>
            </a:endParaRPr>
          </a:p>
          <a:p>
            <a:pPr algn="ctr" defTabSz="914583"/>
            <a:r>
              <a:rPr lang="en-IN" sz="4001" b="1" dirty="0" err="1">
                <a:solidFill>
                  <a:prstClr val="black"/>
                </a:solidFill>
                <a:latin typeface="Aparajita" pitchFamily="34" charset="0"/>
              </a:rPr>
              <a:t>महाबीर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बिक्रम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बजरङ्गी</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निवार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सङ्गी</a:t>
            </a:r>
            <a:r>
              <a:rPr lang="en-IN" sz="4001" b="1" dirty="0">
                <a:solidFill>
                  <a:prstClr val="black"/>
                </a:solidFill>
                <a:latin typeface="Aparajita" pitchFamily="34" charset="0"/>
              </a:rPr>
              <a:t> ॥३॥</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Mahäbéra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Bikrama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Bajaraìgé</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Kumati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Nivära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Sumati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Saìgé</a:t>
            </a:r>
            <a:r>
              <a:rPr lang="en-US" sz="3601" b="1" dirty="0">
                <a:solidFill>
                  <a:prstClr val="black"/>
                </a:solidFill>
                <a:latin typeface="URW Palladio IT" pitchFamily="2" charset="0"/>
              </a:rPr>
              <a:t> || - 3</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ಮಹಾಬೀರ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ಬಿಕ್ರಮ </a:t>
            </a:r>
            <a:r>
              <a:rPr lang="en-US" sz="3601" b="1" dirty="0" err="1">
                <a:solidFill>
                  <a:prstClr val="black"/>
                </a:solidFill>
                <a:latin typeface="Calibri" pitchFamily="34" charset="0"/>
              </a:rPr>
              <a:t>ಬಜರಂಗೀ</a:t>
            </a:r>
            <a:r>
              <a:rPr lang="en-US" sz="3601" b="1" dirty="0">
                <a:solidFill>
                  <a:prstClr val="black"/>
                </a:solidFill>
                <a:latin typeface="Calibri" pitchFamily="34" charset="0"/>
              </a:rPr>
              <a:t> । </a:t>
            </a:r>
          </a:p>
          <a:p>
            <a:pPr algn="ctr" defTabSz="914583"/>
            <a:r>
              <a:rPr lang="en-US" sz="3601" b="1" dirty="0" err="1">
                <a:solidFill>
                  <a:prstClr val="black"/>
                </a:solidFill>
                <a:latin typeface="Calibri" pitchFamily="34" charset="0"/>
              </a:rPr>
              <a:t>ಕುಮತಿ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ನಿವಾರ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ಸಂಗೀ</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800" dirty="0">
              <a:solidFill>
                <a:prstClr val="black"/>
              </a:solidFill>
              <a:latin typeface="Palatino Linotype" pitchFamily="18" charset="0"/>
            </a:endParaRPr>
          </a:p>
        </p:txBody>
      </p:sp>
    </p:spTree>
    <p:extLst>
      <p:ext uri="{BB962C8B-B14F-4D97-AF65-F5344CB8AC3E}">
        <p14:creationId xmlns:p14="http://schemas.microsoft.com/office/powerpoint/2010/main" val="14494545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524529" y="16"/>
            <a:ext cx="9146117" cy="6556795"/>
          </a:xfrm>
          <a:prstGeom prst="rect">
            <a:avLst/>
          </a:prstGeom>
          <a:noFill/>
          <a:ln w="9525">
            <a:noFill/>
            <a:miter lim="800000"/>
            <a:headEnd/>
            <a:tailEnd/>
          </a:ln>
        </p:spPr>
        <p:txBody>
          <a:bodyPr wrap="square">
            <a:spAutoFit/>
          </a:bodyPr>
          <a:lstStyle/>
          <a:p>
            <a:pPr algn="ctr" defTabSz="914583"/>
            <a:endParaRPr lang="en-IN" sz="1200" dirty="0">
              <a:solidFill>
                <a:prstClr val="black"/>
              </a:solidFill>
              <a:latin typeface="Calibri" pitchFamily="34" charset="0"/>
            </a:endParaRPr>
          </a:p>
          <a:p>
            <a:pPr algn="ctr" defTabSz="914583"/>
            <a:r>
              <a:rPr lang="en-IN" sz="4001" b="1" dirty="0" err="1">
                <a:solidFill>
                  <a:prstClr val="black"/>
                </a:solidFill>
                <a:latin typeface="Aparajita" pitchFamily="34" charset="0"/>
              </a:rPr>
              <a:t>कञ्चन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कानन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कुण्डल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कुञ्चित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केसा</a:t>
            </a:r>
            <a:r>
              <a:rPr lang="en-IN" sz="4001" b="1" dirty="0">
                <a:solidFill>
                  <a:prstClr val="black"/>
                </a:solidFill>
                <a:latin typeface="Aparajita" pitchFamily="34" charset="0"/>
              </a:rPr>
              <a:t> ॥४॥</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Kaïcana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Barana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Biräja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Subesä</a:t>
            </a:r>
            <a:r>
              <a:rPr lang="en-US" sz="3601" b="1" dirty="0">
                <a:solidFill>
                  <a:prstClr val="black"/>
                </a:solidFill>
                <a:latin typeface="URW Palladio IT" pitchFamily="2" charset="0"/>
              </a:rPr>
              <a:t> |</a:t>
            </a:r>
          </a:p>
          <a:p>
            <a:pPr algn="ctr" defTabSz="914583"/>
            <a:r>
              <a:rPr lang="en-US" sz="3601" b="1" dirty="0" err="1">
                <a:solidFill>
                  <a:prstClr val="black"/>
                </a:solidFill>
                <a:latin typeface="URW Palladio IT" pitchFamily="2" charset="0"/>
              </a:rPr>
              <a:t>Känana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Kuëòala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Kuïcita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Kesä</a:t>
            </a:r>
            <a:r>
              <a:rPr lang="en-US" sz="3601" b="1" dirty="0">
                <a:solidFill>
                  <a:prstClr val="black"/>
                </a:solidFill>
                <a:latin typeface="URW Palladio IT" pitchFamily="2" charset="0"/>
              </a:rPr>
              <a:t> || - 4</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ಕಂಚನ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ಸುಬೇಸಾ</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ಕಾನನ</a:t>
            </a:r>
            <a:r>
              <a:rPr lang="en-US" sz="3601" b="1" dirty="0">
                <a:solidFill>
                  <a:prstClr val="black"/>
                </a:solidFill>
                <a:latin typeface="Calibri" pitchFamily="34" charset="0"/>
              </a:rPr>
              <a:t> </a:t>
            </a:r>
            <a:r>
              <a:rPr lang="en-US" sz="3601" b="1" dirty="0" err="1">
                <a:solidFill>
                  <a:prstClr val="black"/>
                </a:solidFill>
                <a:latin typeface="Calibri" pitchFamily="34" charset="0"/>
              </a:rPr>
              <a:t>ಕುಂಡಲ</a:t>
            </a:r>
            <a:r>
              <a:rPr lang="en-US" sz="3601" b="1" dirty="0">
                <a:solidFill>
                  <a:prstClr val="black"/>
                </a:solidFill>
                <a:latin typeface="Calibri" pitchFamily="34" charset="0"/>
              </a:rPr>
              <a:t> </a:t>
            </a:r>
            <a:r>
              <a:rPr lang="en-US" sz="3601" b="1" dirty="0" err="1">
                <a:solidFill>
                  <a:prstClr val="black"/>
                </a:solidFill>
                <a:latin typeface="Calibri" pitchFamily="34" charset="0"/>
              </a:rPr>
              <a:t>ಕುಂಚಿತ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೪</a:t>
            </a:r>
            <a:r>
              <a:rPr lang="en-US" sz="3601" b="1" dirty="0">
                <a:solidFill>
                  <a:prstClr val="black"/>
                </a:solidFill>
                <a:latin typeface="Calibri" pitchFamily="34" charset="0"/>
              </a:rPr>
              <a:t>॥</a:t>
            </a:r>
          </a:p>
          <a:p>
            <a:pPr algn="ctr" defTabSz="914583"/>
            <a:endParaRPr lang="en-US" sz="360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physique is golden </a:t>
            </a:r>
            <a:r>
              <a:rPr lang="en-US" sz="2400" b="1" dirty="0" err="1">
                <a:solidFill>
                  <a:prstClr val="black"/>
                </a:solidFill>
                <a:latin typeface="Palatino Linotype" pitchFamily="18" charset="0"/>
              </a:rPr>
              <a:t>coloured</a:t>
            </a:r>
            <a:r>
              <a:rPr lang="en-US" sz="2400" b="1" dirty="0">
                <a:solidFill>
                  <a:prstClr val="black"/>
                </a:solidFill>
                <a:latin typeface="Palatino Linotype" pitchFamily="18" charset="0"/>
              </a:rPr>
              <a:t>. His dress is pretty, wearing '</a:t>
            </a:r>
            <a:r>
              <a:rPr lang="en-US" sz="2400" b="1" dirty="0" err="1">
                <a:solidFill>
                  <a:prstClr val="black"/>
                </a:solidFill>
                <a:latin typeface="Palatino Linotype" pitchFamily="18" charset="0"/>
              </a:rPr>
              <a:t>Kundals</a:t>
            </a:r>
            <a:r>
              <a:rPr lang="en-US" sz="2400" b="1" dirty="0">
                <a:solidFill>
                  <a:prstClr val="black"/>
                </a:solidFill>
                <a:latin typeface="Palatino Linotype" pitchFamily="18" charset="0"/>
              </a:rPr>
              <a:t>' ear-rings and his hairs are long and curly.</a:t>
            </a:r>
            <a:endParaRPr lang="en-IN" sz="1800" dirty="0">
              <a:solidFill>
                <a:prstClr val="black"/>
              </a:solidFill>
              <a:latin typeface="Palatino Linotype" pitchFamily="18" charset="0"/>
            </a:endParaRPr>
          </a:p>
        </p:txBody>
      </p:sp>
    </p:spTree>
    <p:extLst>
      <p:ext uri="{BB962C8B-B14F-4D97-AF65-F5344CB8AC3E}">
        <p14:creationId xmlns:p14="http://schemas.microsoft.com/office/powerpoint/2010/main" val="70473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524529" y="0"/>
            <a:ext cx="8993681" cy="6279796"/>
          </a:xfrm>
          <a:prstGeom prst="rect">
            <a:avLst/>
          </a:prstGeom>
          <a:noFill/>
          <a:ln w="9525">
            <a:noFill/>
            <a:miter lim="800000"/>
            <a:headEnd/>
            <a:tailEnd/>
          </a:ln>
        </p:spPr>
        <p:txBody>
          <a:bodyPr wrap="square">
            <a:spAutoFit/>
          </a:bodyPr>
          <a:lstStyle/>
          <a:p>
            <a:pPr algn="ctr" defTabSz="914583"/>
            <a:endParaRPr lang="en-IN" sz="1800" b="1" dirty="0">
              <a:solidFill>
                <a:prstClr val="black"/>
              </a:solidFill>
              <a:latin typeface="Palatino Linotype" pitchFamily="18" charset="0"/>
            </a:endParaRPr>
          </a:p>
          <a:p>
            <a:pPr algn="ctr" defTabSz="914583"/>
            <a:r>
              <a:rPr lang="en-IN" sz="4001" b="1" dirty="0" err="1">
                <a:solidFill>
                  <a:prstClr val="black"/>
                </a:solidFill>
                <a:latin typeface="Aparajita" pitchFamily="34" charset="0"/>
              </a:rPr>
              <a:t>हाथ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बज्र</a:t>
            </a:r>
            <a:r>
              <a:rPr lang="en-IN" sz="4001" b="1" dirty="0">
                <a:solidFill>
                  <a:prstClr val="black"/>
                </a:solidFill>
                <a:latin typeface="Aparajita" pitchFamily="34" charset="0"/>
              </a:rPr>
              <a:t> औ </a:t>
            </a:r>
            <a:r>
              <a:rPr lang="en-IN" sz="4001" b="1" dirty="0" err="1">
                <a:solidFill>
                  <a:prstClr val="black"/>
                </a:solidFill>
                <a:latin typeface="Aparajita" pitchFamily="34" charset="0"/>
              </a:rPr>
              <a:t>ध्वजा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बिराजै</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जनेउ</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साजै</a:t>
            </a:r>
            <a:r>
              <a:rPr lang="en-IN" sz="4001" b="1" dirty="0">
                <a:solidFill>
                  <a:prstClr val="black"/>
                </a:solidFill>
                <a:latin typeface="Aparajita" pitchFamily="34" charset="0"/>
              </a:rPr>
              <a:t> ॥५॥</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Hätha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Bajra</a:t>
            </a:r>
            <a:r>
              <a:rPr lang="en-US" sz="3601" b="1" dirty="0">
                <a:solidFill>
                  <a:prstClr val="black"/>
                </a:solidFill>
                <a:latin typeface="URW Palladio IT" pitchFamily="2" charset="0"/>
              </a:rPr>
              <a:t> Au </a:t>
            </a:r>
            <a:r>
              <a:rPr lang="en-US" sz="3601" b="1" dirty="0" err="1">
                <a:solidFill>
                  <a:prstClr val="black"/>
                </a:solidFill>
                <a:latin typeface="URW Palladio IT" pitchFamily="2" charset="0"/>
              </a:rPr>
              <a:t>Dhvajä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Biräjai</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Käðdhe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Müðja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Janeü</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Säjai</a:t>
            </a:r>
            <a:r>
              <a:rPr lang="en-US" sz="3601" b="1" dirty="0">
                <a:solidFill>
                  <a:prstClr val="black"/>
                </a:solidFill>
                <a:latin typeface="URW Palladio IT" pitchFamily="2" charset="0"/>
              </a:rPr>
              <a:t> || - 5 </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ಹಾಥ</a:t>
            </a:r>
            <a:r>
              <a:rPr lang="en-US" sz="3601" b="1" dirty="0">
                <a:solidFill>
                  <a:prstClr val="black"/>
                </a:solidFill>
                <a:latin typeface="Calibri" pitchFamily="34" charset="0"/>
              </a:rPr>
              <a:t> </a:t>
            </a:r>
            <a:r>
              <a:rPr lang="en-US" sz="3601" b="1" dirty="0" err="1">
                <a:solidFill>
                  <a:prstClr val="black"/>
                </a:solidFill>
                <a:latin typeface="Calibri" pitchFamily="34" charset="0"/>
              </a:rPr>
              <a:t>ಬಜ್ರ</a:t>
            </a:r>
            <a:r>
              <a:rPr lang="en-US" sz="3601" b="1" dirty="0">
                <a:solidFill>
                  <a:prstClr val="black"/>
                </a:solidFill>
                <a:latin typeface="Calibri" pitchFamily="34" charset="0"/>
              </a:rPr>
              <a:t> ಔ </a:t>
            </a:r>
            <a:r>
              <a:rPr lang="kn-IN" sz="3601" b="1" dirty="0">
                <a:solidFill>
                  <a:prstClr val="black"/>
                </a:solidFill>
                <a:latin typeface="Calibri" pitchFamily="34" charset="0"/>
                <a:ea typeface="Tunga" pitchFamily="2"/>
                <a:cs typeface="Tunga" pitchFamily="2"/>
              </a:rPr>
              <a:t>ಧ್ವಜಾ </a:t>
            </a:r>
            <a:r>
              <a:rPr lang="en-US" sz="3601" b="1" dirty="0" err="1">
                <a:solidFill>
                  <a:prstClr val="black"/>
                </a:solidFill>
                <a:latin typeface="Calibri" pitchFamily="34" charset="0"/>
              </a:rPr>
              <a:t>ಬಿರಾಜೇ</a:t>
            </a:r>
            <a:r>
              <a:rPr lang="en-US" sz="3601" b="1" dirty="0">
                <a:solidFill>
                  <a:prstClr val="black"/>
                </a:solidFill>
                <a:latin typeface="Calibri" pitchFamily="34" charset="0"/>
              </a:rPr>
              <a:t> । </a:t>
            </a:r>
          </a:p>
          <a:p>
            <a:pPr algn="ctr" defTabSz="914583"/>
            <a:r>
              <a:rPr lang="en-US" sz="3601" b="1" dirty="0" err="1">
                <a:solidFill>
                  <a:prstClr val="black"/>
                </a:solidFill>
                <a:latin typeface="Calibri" pitchFamily="34" charset="0"/>
              </a:rPr>
              <a:t>ಕಾಂಧೇ</a:t>
            </a:r>
            <a:r>
              <a:rPr lang="en-US" sz="3601" b="1" dirty="0">
                <a:solidFill>
                  <a:prstClr val="black"/>
                </a:solidFill>
                <a:latin typeface="Calibri" pitchFamily="34" charset="0"/>
              </a:rPr>
              <a:t> </a:t>
            </a:r>
            <a:r>
              <a:rPr lang="en-US" sz="3601" b="1" dirty="0" err="1">
                <a:solidFill>
                  <a:prstClr val="black"/>
                </a:solidFill>
                <a:latin typeface="Calibri" pitchFamily="34" charset="0"/>
              </a:rPr>
              <a:t>ಮೂಂಜ</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ಜನೇಊ</a:t>
            </a:r>
            <a:r>
              <a:rPr lang="en-US" sz="3601" b="1" dirty="0">
                <a:solidFill>
                  <a:prstClr val="black"/>
                </a:solidFill>
                <a:latin typeface="Calibri" pitchFamily="34" charset="0"/>
              </a:rPr>
              <a:t> </a:t>
            </a:r>
            <a:r>
              <a:rPr lang="en-US" sz="3601" b="1" dirty="0" err="1">
                <a:solidFill>
                  <a:prstClr val="black"/>
                </a:solidFill>
                <a:latin typeface="Calibri" pitchFamily="34" charset="0"/>
              </a:rPr>
              <a:t>ಸಾಜೇ</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೫</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is holding in one hand a lighting bolt and in the other a banner with sacred thread across his shoulder.</a:t>
            </a:r>
            <a:endParaRPr lang="en-IN" sz="2801" b="1" dirty="0">
              <a:solidFill>
                <a:prstClr val="black"/>
              </a:solidFill>
              <a:latin typeface="Aparajita" pitchFamily="34" charset="0"/>
            </a:endParaRPr>
          </a:p>
        </p:txBody>
      </p:sp>
    </p:spTree>
    <p:extLst>
      <p:ext uri="{BB962C8B-B14F-4D97-AF65-F5344CB8AC3E}">
        <p14:creationId xmlns:p14="http://schemas.microsoft.com/office/powerpoint/2010/main" val="28020354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524529" y="0"/>
            <a:ext cx="9146117" cy="6649128"/>
          </a:xfrm>
          <a:prstGeom prst="rect">
            <a:avLst/>
          </a:prstGeom>
          <a:noFill/>
          <a:ln w="9525">
            <a:noFill/>
            <a:miter lim="800000"/>
            <a:headEnd/>
            <a:tailEnd/>
          </a:ln>
        </p:spPr>
        <p:txBody>
          <a:bodyPr wrap="square">
            <a:spAutoFit/>
          </a:bodyPr>
          <a:lstStyle/>
          <a:p>
            <a:pPr algn="just" defTabSz="914583"/>
            <a:endParaRPr lang="en-IN" sz="1800" b="1" dirty="0">
              <a:solidFill>
                <a:prstClr val="black"/>
              </a:solidFill>
              <a:latin typeface="Palatino Linotype" pitchFamily="18" charset="0"/>
            </a:endParaRPr>
          </a:p>
          <a:p>
            <a:pPr algn="ctr" defTabSz="914583"/>
            <a:r>
              <a:rPr lang="en-IN" sz="4001" b="1" dirty="0" err="1">
                <a:solidFill>
                  <a:prstClr val="black"/>
                </a:solidFill>
                <a:latin typeface="Aparajita" pitchFamily="34" charset="0"/>
              </a:rPr>
              <a:t>सङ्कर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केसरीनन्दन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प्रताप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बन्दन</a:t>
            </a:r>
            <a:r>
              <a:rPr lang="en-IN" sz="4001" b="1" dirty="0">
                <a:solidFill>
                  <a:prstClr val="black"/>
                </a:solidFill>
                <a:latin typeface="Aparajita" pitchFamily="34" charset="0"/>
              </a:rPr>
              <a:t> ॥६॥</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Saìkara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Kesarénandana</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Teja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Pratäpa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Mahä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a:t>
            </a:r>
            <a:r>
              <a:rPr lang="en-US" sz="3601" b="1" dirty="0">
                <a:solidFill>
                  <a:prstClr val="black"/>
                </a:solidFill>
                <a:latin typeface="URW Palladio IT" pitchFamily="2" charset="0"/>
              </a:rPr>
              <a:t> Bandana || - 6 </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ಸಂಕರ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ಕೇಸರೀ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ನಂದನ</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ತೇಜ</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ಪ್ರತಾಪ</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ಬಂದನ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೬</a:t>
            </a:r>
            <a:r>
              <a:rPr lang="en-US" sz="3601" b="1" dirty="0">
                <a:solidFill>
                  <a:prstClr val="black"/>
                </a:solidFill>
                <a:latin typeface="Calibri" pitchFamily="34" charset="0"/>
              </a:rPr>
              <a:t>॥</a:t>
            </a:r>
          </a:p>
          <a:p>
            <a:pPr algn="ctr" defTabSz="914583"/>
            <a:endParaRPr lang="en-US" sz="360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emanation of 'SHIVA' and you delight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IN" sz="2400" b="1" dirty="0" err="1">
                <a:solidFill>
                  <a:prstClr val="black"/>
                </a:solidFill>
                <a:latin typeface="Palatino Linotype" pitchFamily="18" charset="0"/>
              </a:rPr>
              <a:t>Kesari</a:t>
            </a:r>
            <a:r>
              <a:rPr lang="en-US" sz="2400" b="1" dirty="0">
                <a:solidFill>
                  <a:prstClr val="black"/>
                </a:solidFill>
                <a:latin typeface="Palatino Linotype" pitchFamily="18" charset="0"/>
              </a:rPr>
              <a:t>. Being ever effulgent, </a:t>
            </a:r>
            <a:r>
              <a:rPr lang="en-IN" sz="2400" b="1" dirty="0">
                <a:solidFill>
                  <a:prstClr val="black"/>
                </a:solidFill>
                <a:latin typeface="Palatino Linotype" pitchFamily="18" charset="0"/>
              </a:rPr>
              <a:t>your glory is revered throughout  the world. </a:t>
            </a:r>
            <a:endParaRPr lang="en-IN" sz="3201" b="1" dirty="0">
              <a:solidFill>
                <a:prstClr val="black"/>
              </a:solidFill>
              <a:latin typeface="Palatino Linotype" pitchFamily="18" charset="0"/>
            </a:endParaRPr>
          </a:p>
        </p:txBody>
      </p:sp>
    </p:spTree>
    <p:extLst>
      <p:ext uri="{BB962C8B-B14F-4D97-AF65-F5344CB8AC3E}">
        <p14:creationId xmlns:p14="http://schemas.microsoft.com/office/powerpoint/2010/main" val="37753322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524529" y="0"/>
            <a:ext cx="9146117" cy="627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583"/>
            <a:endParaRPr lang="en-US" sz="1800" dirty="0">
              <a:solidFill>
                <a:prstClr val="black"/>
              </a:solidFill>
              <a:latin typeface="Calibri" pitchFamily="34" charset="0"/>
            </a:endParaRPr>
          </a:p>
          <a:p>
            <a:pPr algn="ctr" defTabSz="914583"/>
            <a:r>
              <a:rPr lang="en-IN" sz="4001" b="1" dirty="0" err="1">
                <a:solidFill>
                  <a:prstClr val="black"/>
                </a:solidFill>
                <a:latin typeface="Aparajita" pitchFamily="34" charset="0"/>
              </a:rPr>
              <a:t>बिद्यावान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चातुर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आतुर</a:t>
            </a:r>
            <a:r>
              <a:rPr lang="en-IN" sz="4001" b="1" dirty="0">
                <a:solidFill>
                  <a:prstClr val="black"/>
                </a:solidFill>
                <a:latin typeface="Aparajita" pitchFamily="34" charset="0"/>
              </a:rPr>
              <a:t> ॥७॥</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Vidyäväna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Guné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Cätura</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Karibe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Ätura</a:t>
            </a:r>
            <a:r>
              <a:rPr lang="en-US" sz="3601" b="1" dirty="0">
                <a:solidFill>
                  <a:prstClr val="black"/>
                </a:solidFill>
                <a:latin typeface="URW Palladio IT" pitchFamily="2" charset="0"/>
              </a:rPr>
              <a:t> || - 7</a:t>
            </a:r>
          </a:p>
          <a:p>
            <a:pPr algn="ctr" defTabSz="914583"/>
            <a:endParaRPr lang="en-US" sz="3601" b="1" dirty="0">
              <a:solidFill>
                <a:prstClr val="black"/>
              </a:solidFill>
              <a:latin typeface="URW Palladio IT" pitchFamily="2" charset="0"/>
            </a:endParaRPr>
          </a:p>
          <a:p>
            <a:pPr algn="ctr" defTabSz="914583"/>
            <a:r>
              <a:rPr lang="kn-IN" sz="3601" b="1" dirty="0">
                <a:solidFill>
                  <a:prstClr val="black"/>
                </a:solidFill>
                <a:latin typeface="Calibri" pitchFamily="34" charset="0"/>
                <a:ea typeface="Tunga" pitchFamily="2"/>
                <a:cs typeface="Tunga" pitchFamily="2"/>
              </a:rPr>
              <a:t>ಬಿ</a:t>
            </a:r>
            <a:r>
              <a:rPr lang="en-US" sz="3601" b="1" dirty="0" err="1">
                <a:solidFill>
                  <a:prstClr val="black"/>
                </a:solidFill>
                <a:latin typeface="Calibri" pitchFamily="34" charset="0"/>
              </a:rPr>
              <a:t>ದ್ಯಾವಾನ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en-US" sz="3601" b="1" dirty="0" err="1">
                <a:solidFill>
                  <a:srgbClr val="000000"/>
                </a:solidFill>
                <a:latin typeface="BRH Kannada" pitchFamily="2" charset="0"/>
              </a:rPr>
              <a:t>¤Ã</a:t>
            </a:r>
            <a:r>
              <a:rPr lang="en-US" sz="3601" b="1" dirty="0">
                <a:solidFill>
                  <a:prstClr val="black"/>
                </a:solidFill>
                <a:latin typeface="Calibri" pitchFamily="34" charset="0"/>
              </a:rPr>
              <a:t> </a:t>
            </a:r>
            <a:r>
              <a:rPr lang="en-US" sz="3601" b="1" dirty="0" err="1">
                <a:solidFill>
                  <a:prstClr val="black"/>
                </a:solidFill>
                <a:latin typeface="Calibri" pitchFamily="34" charset="0"/>
              </a:rPr>
              <a:t>ಅತಿ</a:t>
            </a:r>
            <a:r>
              <a:rPr lang="en-US" sz="3601" b="1" dirty="0">
                <a:solidFill>
                  <a:prstClr val="black"/>
                </a:solidFill>
                <a:latin typeface="Calibri" pitchFamily="34" charset="0"/>
              </a:rPr>
              <a:t> </a:t>
            </a:r>
            <a:r>
              <a:rPr lang="en-US" sz="3601" b="1" dirty="0" err="1">
                <a:solidFill>
                  <a:prstClr val="black"/>
                </a:solidFill>
                <a:latin typeface="Calibri" pitchFamily="34" charset="0"/>
              </a:rPr>
              <a:t>ಚಾತುರ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ಕರಿಬೇ</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ಆತುರ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೭</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repository learning, virtuous, very wise and highly keen to do the work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33072037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524529" y="15"/>
            <a:ext cx="9146117" cy="6926127"/>
          </a:xfrm>
          <a:prstGeom prst="rect">
            <a:avLst/>
          </a:prstGeom>
          <a:noFill/>
          <a:ln w="9525">
            <a:noFill/>
            <a:miter lim="800000"/>
            <a:headEnd/>
            <a:tailEnd/>
          </a:ln>
        </p:spPr>
        <p:txBody>
          <a:bodyPr wrap="square">
            <a:spAutoFit/>
          </a:bodyPr>
          <a:lstStyle/>
          <a:p>
            <a:pPr algn="ctr" defTabSz="914583"/>
            <a:endParaRPr lang="en-US" sz="1600" dirty="0">
              <a:solidFill>
                <a:prstClr val="black"/>
              </a:solidFill>
              <a:latin typeface="Calibri" pitchFamily="34" charset="0"/>
            </a:endParaRPr>
          </a:p>
          <a:p>
            <a:pPr algn="ctr" defTabSz="914583"/>
            <a:r>
              <a:rPr lang="en-IN" sz="4001" b="1" dirty="0" err="1">
                <a:solidFill>
                  <a:prstClr val="black"/>
                </a:solidFill>
                <a:latin typeface="Aparajita" pitchFamily="34" charset="0"/>
              </a:rPr>
              <a:t>प्रभु</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रसिया</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लखन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बसिया</a:t>
            </a:r>
            <a:r>
              <a:rPr lang="en-IN" sz="4001" b="1" dirty="0">
                <a:solidFill>
                  <a:prstClr val="black"/>
                </a:solidFill>
                <a:latin typeface="Aparajita" pitchFamily="34" charset="0"/>
              </a:rPr>
              <a:t> ॥८॥</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Prabhu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Caritra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Sunibe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Rasiyä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Lakhana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Sétä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Basiyä</a:t>
            </a:r>
            <a:r>
              <a:rPr lang="en-US" sz="3601" b="1" dirty="0">
                <a:solidFill>
                  <a:prstClr val="black"/>
                </a:solidFill>
                <a:latin typeface="URW Palladio IT" pitchFamily="2" charset="0"/>
              </a:rPr>
              <a:t> || - 8</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ಪ್ರಭು</a:t>
            </a:r>
            <a:r>
              <a:rPr lang="en-US" sz="3601" b="1" dirty="0">
                <a:solidFill>
                  <a:prstClr val="black"/>
                </a:solidFill>
                <a:latin typeface="Calibri" pitchFamily="34" charset="0"/>
              </a:rPr>
              <a:t> </a:t>
            </a:r>
            <a:r>
              <a:rPr lang="en-US" sz="3601" b="1" dirty="0" err="1">
                <a:solidFill>
                  <a:prstClr val="black"/>
                </a:solidFill>
                <a:latin typeface="Calibri" pitchFamily="34" charset="0"/>
              </a:rPr>
              <a:t>ಚರಿತ್ರ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ಸುನಿಬೇ</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ರಸಿಯಾ</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ಲಖ</a:t>
            </a:r>
            <a:r>
              <a:rPr lang="kn-IN" sz="3601" b="1" dirty="0">
                <a:solidFill>
                  <a:prstClr val="black"/>
                </a:solidFill>
                <a:latin typeface="Calibri" pitchFamily="34" charset="0"/>
                <a:ea typeface="Tunga" pitchFamily="2"/>
                <a:cs typeface="Tunga" pitchFamily="2"/>
              </a:rPr>
              <a:t>ನ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ಬಸಿಯಾ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೮</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You are intensely greedy for listening to the 	narration of Lord Ram's life-story and revel on its 	enjoyment. You ever dwell in the hearts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r>
              <a:rPr lang="en-US" sz="2400" b="1" dirty="0" err="1">
                <a:solidFill>
                  <a:prstClr val="black"/>
                </a:solidFill>
                <a:latin typeface="Palatino Linotype" pitchFamily="18" charset="0"/>
              </a:rPr>
              <a:t>Sita</a:t>
            </a:r>
            <a:r>
              <a:rPr lang="en-US" sz="2400" b="1" dirty="0">
                <a:solidFill>
                  <a:prstClr val="black"/>
                </a:solidFill>
                <a:latin typeface="Palatino Linotype" pitchFamily="18" charset="0"/>
              </a:rPr>
              <a:t> and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Lakshman</a:t>
            </a:r>
            <a:r>
              <a:rPr lang="en-US" sz="2400" b="1" dirty="0">
                <a:solidFill>
                  <a:prstClr val="black"/>
                </a:solidFill>
                <a:latin typeface="Palatino Linotype" pitchFamily="18" charset="0"/>
              </a:rPr>
              <a:t>.</a:t>
            </a:r>
            <a:r>
              <a:rPr lang="en-US" sz="2000" b="1" dirty="0">
                <a:solidFill>
                  <a:prstClr val="black"/>
                </a:solidFill>
                <a:latin typeface="Calibri" pitchFamily="34" charset="0"/>
              </a:rPr>
              <a:t/>
            </a:r>
            <a:br>
              <a:rPr lang="en-US" sz="2000" b="1" dirty="0">
                <a:solidFill>
                  <a:prstClr val="black"/>
                </a:solidFill>
                <a:latin typeface="Calibri" pitchFamily="34" charset="0"/>
              </a:rPr>
            </a:br>
            <a:endParaRPr lang="en-US" sz="2000" b="1" dirty="0">
              <a:solidFill>
                <a:prstClr val="black"/>
              </a:solidFill>
              <a:latin typeface="Calibri" pitchFamily="34" charset="0"/>
            </a:endParaRPr>
          </a:p>
        </p:txBody>
      </p:sp>
    </p:spTree>
    <p:extLst>
      <p:ext uri="{BB962C8B-B14F-4D97-AF65-F5344CB8AC3E}">
        <p14:creationId xmlns:p14="http://schemas.microsoft.com/office/powerpoint/2010/main" val="38796167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524529" y="1"/>
            <a:ext cx="9146117" cy="862031"/>
          </a:xfrm>
          <a:prstGeom prst="rect">
            <a:avLst/>
          </a:prstGeom>
          <a:noFill/>
          <a:ln w="9525">
            <a:noFill/>
            <a:miter lim="800000"/>
            <a:headEnd/>
            <a:tailEnd/>
          </a:ln>
        </p:spPr>
        <p:txBody>
          <a:bodyPr>
            <a:spAutoFit/>
          </a:bodyPr>
          <a:lstStyle/>
          <a:p>
            <a:pPr algn="ctr" defTabSz="914583"/>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34819" name="Rectangle 1"/>
          <p:cNvSpPr>
            <a:spLocks noChangeArrowheads="1"/>
          </p:cNvSpPr>
          <p:nvPr/>
        </p:nvSpPr>
        <p:spPr bwMode="auto">
          <a:xfrm>
            <a:off x="1576929" y="4741389"/>
            <a:ext cx="9146117" cy="2247410"/>
          </a:xfrm>
          <a:prstGeom prst="rect">
            <a:avLst/>
          </a:prstGeom>
          <a:noFill/>
          <a:ln w="9525">
            <a:noFill/>
            <a:miter lim="800000"/>
            <a:headEnd/>
            <a:tailEnd/>
          </a:ln>
        </p:spPr>
        <p:txBody>
          <a:bodyPr>
            <a:spAutoFit/>
          </a:bodyPr>
          <a:lstStyle/>
          <a:p>
            <a:pPr defTabSz="914583"/>
            <a:r>
              <a:rPr lang="en-US" sz="2801" b="1" dirty="0">
                <a:solidFill>
                  <a:srgbClr val="000000"/>
                </a:solidFill>
                <a:latin typeface="Calibri"/>
              </a:rPr>
              <a:t>	</a:t>
            </a:r>
          </a:p>
          <a:p>
            <a:pPr algn="ctr" defTabSz="914583"/>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algn="ctr" defTabSz="914583"/>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algn="ctr" defTabSz="914583"/>
            <a:r>
              <a:rPr lang="kn-IN" sz="2801" b="1" dirty="0">
                <a:solidFill>
                  <a:srgbClr val="000000"/>
                </a:solidFill>
                <a:latin typeface="Calibri"/>
              </a:rPr>
              <a:t>ರಾಮ ಲಕ್ಷ್ಮಣ ಜಾನಕೀ</a:t>
            </a:r>
          </a:p>
          <a:p>
            <a:pPr algn="ctr" defTabSz="914583"/>
            <a:r>
              <a:rPr lang="kn-IN" sz="2801" b="1" dirty="0">
                <a:solidFill>
                  <a:srgbClr val="000000"/>
                </a:solidFill>
                <a:latin typeface="Calibri"/>
              </a:rPr>
              <a:t>ಜೈ ಬೋಲೋ ಹನುಮಾನ್ ಕೀ</a:t>
            </a:r>
            <a:endParaRPr lang="en-IN" sz="2801"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3163208" y="9529"/>
            <a:ext cx="5868758" cy="5173272"/>
          </a:xfrm>
          <a:prstGeom prst="rect">
            <a:avLst/>
          </a:prstGeom>
          <a:noFill/>
          <a:ln w="9525">
            <a:noFill/>
            <a:miter lim="800000"/>
            <a:headEnd/>
            <a:tailEnd/>
          </a:ln>
        </p:spPr>
      </p:pic>
    </p:spTree>
    <p:extLst>
      <p:ext uri="{BB962C8B-B14F-4D97-AF65-F5344CB8AC3E}">
        <p14:creationId xmlns:p14="http://schemas.microsoft.com/office/powerpoint/2010/main" val="23831576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524529" y="152457"/>
            <a:ext cx="9146117" cy="6372129"/>
          </a:xfrm>
          <a:prstGeom prst="rect">
            <a:avLst/>
          </a:prstGeom>
          <a:noFill/>
          <a:ln w="9525">
            <a:noFill/>
            <a:miter lim="800000"/>
            <a:headEnd/>
            <a:tailEnd/>
          </a:ln>
        </p:spPr>
        <p:txBody>
          <a:bodyPr wrap="square">
            <a:spAutoFit/>
          </a:bodyPr>
          <a:lstStyle/>
          <a:p>
            <a:pPr algn="ctr" defTabSz="914583"/>
            <a:r>
              <a:rPr lang="en-IN" sz="4001" b="1" dirty="0" err="1">
                <a:solidFill>
                  <a:prstClr val="black"/>
                </a:solidFill>
                <a:latin typeface="Aparajita" pitchFamily="34" charset="0"/>
              </a:rPr>
              <a:t>सूक्ष्म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सियहिं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दिखावा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बिकट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लङ्क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जरावा</a:t>
            </a:r>
            <a:r>
              <a:rPr lang="en-IN" sz="4001" b="1" dirty="0">
                <a:solidFill>
                  <a:prstClr val="black"/>
                </a:solidFill>
                <a:latin typeface="Aparajita" pitchFamily="34" charset="0"/>
              </a:rPr>
              <a:t> ॥९॥</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Sükñma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Siyahià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Dikhävä</a:t>
            </a:r>
            <a:r>
              <a:rPr lang="en-US" sz="3601" b="1" dirty="0">
                <a:solidFill>
                  <a:prstClr val="black"/>
                </a:solidFill>
                <a:latin typeface="URW Palladio IT" pitchFamily="2" charset="0"/>
              </a:rPr>
              <a:t>| </a:t>
            </a:r>
          </a:p>
          <a:p>
            <a:pPr algn="ctr" defTabSz="914583"/>
            <a:r>
              <a:rPr lang="en-US" sz="3601" b="1" dirty="0" err="1">
                <a:solidFill>
                  <a:prstClr val="black"/>
                </a:solidFill>
                <a:latin typeface="URW Palladio IT" pitchFamily="2" charset="0"/>
              </a:rPr>
              <a:t>Bikaöa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Laìka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Jarävä</a:t>
            </a:r>
            <a:r>
              <a:rPr lang="en-US" sz="3601" b="1" dirty="0">
                <a:solidFill>
                  <a:prstClr val="black"/>
                </a:solidFill>
                <a:latin typeface="URW Palladio IT" pitchFamily="2" charset="0"/>
              </a:rPr>
              <a:t> || - 9</a:t>
            </a:r>
          </a:p>
          <a:p>
            <a:pPr algn="ctr" defTabSz="914583"/>
            <a:endParaRPr lang="en-US" sz="3601" b="1" dirty="0">
              <a:solidFill>
                <a:prstClr val="black"/>
              </a:solidFill>
              <a:latin typeface="URW Palladio IT" pitchFamily="2" charset="0"/>
            </a:endParaRPr>
          </a:p>
          <a:p>
            <a:pPr algn="ctr" defTabSz="914583"/>
            <a:r>
              <a:rPr lang="kn-IN" sz="3601" b="1" dirty="0">
                <a:solidFill>
                  <a:prstClr val="black"/>
                </a:solidFill>
                <a:latin typeface="Calibri" pitchFamily="34" charset="0"/>
                <a:ea typeface="Tunga" pitchFamily="2"/>
                <a:cs typeface="Tunga" pitchFamily="2"/>
              </a:rPr>
              <a:t>ಸೂಕ್ಷ್ಮ ರೂಪ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ಸಿಯ</a:t>
            </a:r>
            <a:r>
              <a:rPr lang="kn-IN" sz="3601" b="1" dirty="0">
                <a:solidFill>
                  <a:prstClr val="black"/>
                </a:solidFill>
                <a:latin typeface="Calibri" pitchFamily="34" charset="0"/>
                <a:ea typeface="Tunga" pitchFamily="2"/>
                <a:cs typeface="Tunga" pitchFamily="2"/>
              </a:rPr>
              <a:t>ಹಿಂ </a:t>
            </a:r>
            <a:r>
              <a:rPr lang="en-US" sz="3601" b="1" dirty="0" err="1">
                <a:solidFill>
                  <a:prstClr val="black"/>
                </a:solidFill>
                <a:latin typeface="Calibri" pitchFamily="34" charset="0"/>
              </a:rPr>
              <a:t>ದಿಖಾವಾ</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ಬಿಕಟ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ರೂಪ</a:t>
            </a:r>
            <a:r>
              <a:rPr lang="en-US" sz="3601" b="1" dirty="0">
                <a:solidFill>
                  <a:prstClr val="black"/>
                </a:solidFill>
                <a:latin typeface="Calibri" pitchFamily="34" charset="0"/>
              </a:rPr>
              <a:t>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ಜರಾವಾ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೯</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You appeared before </a:t>
            </a:r>
            <a:r>
              <a:rPr lang="en-US" sz="2400" b="1" dirty="0" err="1">
                <a:solidFill>
                  <a:prstClr val="black"/>
                </a:solidFill>
                <a:latin typeface="Palatino Linotype" pitchFamily="18" charset="0"/>
              </a:rPr>
              <a:t>Sita</a:t>
            </a:r>
            <a:r>
              <a:rPr lang="en-US" sz="2400" b="1" dirty="0">
                <a:solidFill>
                  <a:prstClr val="black"/>
                </a:solidFill>
                <a:latin typeface="Palatino Linotype" pitchFamily="18" charset="0"/>
              </a:rPr>
              <a:t> in a diminutive form and spoke to her, while you assumed an awesome form and struck terror by setting Lanka on fire.</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5215763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524529" y="228675"/>
            <a:ext cx="9146117" cy="6218241"/>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भीम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रामचन्द्र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सँवारे</a:t>
            </a:r>
            <a:r>
              <a:rPr lang="en-IN" sz="4001" b="1" dirty="0">
                <a:solidFill>
                  <a:prstClr val="black"/>
                </a:solidFill>
                <a:latin typeface="Aparajita" pitchFamily="34" charset="0"/>
              </a:rPr>
              <a:t> ॥१०॥</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Bhéma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Asura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Saðhäre</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Rämacandra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Saðväre</a:t>
            </a:r>
            <a:r>
              <a:rPr lang="en-US" sz="3601" b="1" dirty="0">
                <a:solidFill>
                  <a:prstClr val="black"/>
                </a:solidFill>
                <a:latin typeface="URW Palladio IT" pitchFamily="2" charset="0"/>
              </a:rPr>
              <a:t> || - 10</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ಭೀಮ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ರೂಪ</a:t>
            </a:r>
            <a:r>
              <a:rPr lang="en-US" sz="3601" b="1" dirty="0">
                <a:solidFill>
                  <a:prstClr val="black"/>
                </a:solidFill>
                <a:latin typeface="Calibri" pitchFamily="34" charset="0"/>
              </a:rPr>
              <a:t>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ಅಸುರ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ಸಂಹಾರೇ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ರಾಮಚಂದ್ರ</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ಸಂವಾರೇ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೧೦</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He, with his terrible form, killed demons in Lanka and performed all acts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p>
        </p:txBody>
      </p:sp>
    </p:spTree>
    <p:extLst>
      <p:ext uri="{BB962C8B-B14F-4D97-AF65-F5344CB8AC3E}">
        <p14:creationId xmlns:p14="http://schemas.microsoft.com/office/powerpoint/2010/main" val="5307808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524529" y="152436"/>
            <a:ext cx="9146117" cy="6587573"/>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सञ्जीवन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लखन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जियाये</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श्रीरघुबीर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हरषि</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लाये</a:t>
            </a:r>
            <a:r>
              <a:rPr lang="en-IN" sz="4001" b="1" dirty="0">
                <a:solidFill>
                  <a:prstClr val="black"/>
                </a:solidFill>
                <a:latin typeface="Aparajita" pitchFamily="34" charset="0"/>
              </a:rPr>
              <a:t> ॥११॥</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Läya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Sajévana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Lakhana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Jiyäye</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Çréraghubéra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Harañi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Läye</a:t>
            </a:r>
            <a:r>
              <a:rPr lang="en-US" sz="3601" b="1" dirty="0">
                <a:solidFill>
                  <a:prstClr val="black"/>
                </a:solidFill>
                <a:latin typeface="URW Palladio IT" pitchFamily="2" charset="0"/>
              </a:rPr>
              <a:t> || - 11</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ಲಾಯ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ಸಂಜೀವನ </a:t>
            </a:r>
            <a:r>
              <a:rPr lang="en-US" sz="3601" b="1" dirty="0" err="1">
                <a:solidFill>
                  <a:prstClr val="black"/>
                </a:solidFill>
                <a:latin typeface="Calibri" pitchFamily="34" charset="0"/>
              </a:rPr>
              <a:t>ಲಖ</a:t>
            </a:r>
            <a:r>
              <a:rPr lang="kn-IN" sz="3601" b="1" dirty="0">
                <a:solidFill>
                  <a:prstClr val="black"/>
                </a:solidFill>
                <a:latin typeface="Calibri" pitchFamily="34" charset="0"/>
                <a:ea typeface="Tunga" pitchFamily="2"/>
                <a:cs typeface="Tunga" pitchFamily="2"/>
              </a:rPr>
              <a:t>ನ </a:t>
            </a:r>
            <a:r>
              <a:rPr lang="en-US" sz="3601" b="1" dirty="0" err="1">
                <a:solidFill>
                  <a:prstClr val="black"/>
                </a:solidFill>
                <a:latin typeface="Calibri" pitchFamily="34" charset="0"/>
              </a:rPr>
              <a:t>ಜಿಯಾಯೇ</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ಶ್ರೀ</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kn-IN" sz="3601" b="1" dirty="0">
                <a:solidFill>
                  <a:prstClr val="black"/>
                </a:solidFill>
                <a:latin typeface="Calibri" pitchFamily="34" charset="0"/>
                <a:ea typeface="Tunga" pitchFamily="2"/>
                <a:cs typeface="Tunga" pitchFamily="2"/>
              </a:rPr>
              <a:t>ಷಿ</a:t>
            </a:r>
            <a:r>
              <a:rPr lang="en-US" sz="3601" b="1" dirty="0">
                <a:solidFill>
                  <a:prstClr val="black"/>
                </a:solidFill>
                <a:latin typeface="Calibri" pitchFamily="34" charset="0"/>
              </a:rPr>
              <a:t> </a:t>
            </a:r>
            <a:r>
              <a:rPr lang="en-US" sz="3601" b="1" dirty="0" err="1">
                <a:solidFill>
                  <a:prstClr val="black"/>
                </a:solidFill>
                <a:latin typeface="Calibri" pitchFamily="34" charset="0"/>
              </a:rPr>
              <a:t>ಉರ</a:t>
            </a:r>
            <a:r>
              <a:rPr lang="en-US" sz="3601" b="1" dirty="0">
                <a:solidFill>
                  <a:prstClr val="black"/>
                </a:solidFill>
                <a:latin typeface="Calibri" pitchFamily="34" charset="0"/>
              </a:rPr>
              <a:t> </a:t>
            </a:r>
            <a:r>
              <a:rPr lang="en-US" sz="3601" b="1" dirty="0" err="1">
                <a:solidFill>
                  <a:prstClr val="black"/>
                </a:solidFill>
                <a:latin typeface="Calibri" pitchFamily="34" charset="0"/>
              </a:rPr>
              <a:t>ಲಾಯೇ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೧೧</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When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made </a:t>
            </a:r>
            <a:r>
              <a:rPr lang="en-US" sz="2400" b="1" dirty="0" err="1">
                <a:solidFill>
                  <a:prstClr val="black"/>
                </a:solidFill>
                <a:latin typeface="Palatino Linotype" pitchFamily="18" charset="0"/>
              </a:rPr>
              <a:t>Lakshman</a:t>
            </a:r>
            <a:r>
              <a:rPr lang="en-US" sz="2400" b="1" dirty="0">
                <a:solidFill>
                  <a:prstClr val="black"/>
                </a:solidFill>
                <a:latin typeface="Palatino Linotype" pitchFamily="18" charset="0"/>
              </a:rPr>
              <a:t> alive after bringing '</a:t>
            </a:r>
            <a:r>
              <a:rPr lang="en-US" sz="2400" b="1" dirty="0" err="1">
                <a:solidFill>
                  <a:prstClr val="black"/>
                </a:solidFill>
                <a:latin typeface="Palatino Linotype" pitchFamily="18" charset="0"/>
              </a:rPr>
              <a:t>Sanjivni</a:t>
            </a:r>
            <a:r>
              <a:rPr lang="en-US" sz="2400" b="1" dirty="0">
                <a:solidFill>
                  <a:prstClr val="black"/>
                </a:solidFill>
                <a:latin typeface="Palatino Linotype" pitchFamily="18" charset="0"/>
              </a:rPr>
              <a:t> herb'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37105226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600746" y="13"/>
            <a:ext cx="9069899" cy="7480253"/>
          </a:xfrm>
          <a:prstGeom prst="rect">
            <a:avLst/>
          </a:prstGeom>
          <a:noFill/>
          <a:ln w="9525">
            <a:noFill/>
            <a:miter lim="800000"/>
            <a:headEnd/>
            <a:tailEnd/>
          </a:ln>
        </p:spPr>
        <p:txBody>
          <a:bodyPr wrap="square">
            <a:spAutoFit/>
          </a:bodyPr>
          <a:lstStyle/>
          <a:p>
            <a:pPr algn="ctr" defTabSz="914583"/>
            <a:endParaRPr lang="en-IN" sz="4001"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रघुपति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बड़ाई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भरतहि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भाई</a:t>
            </a:r>
            <a:r>
              <a:rPr lang="en-IN" sz="4001" b="1" dirty="0">
                <a:solidFill>
                  <a:prstClr val="black"/>
                </a:solidFill>
                <a:latin typeface="Aparajita" pitchFamily="34" charset="0"/>
              </a:rPr>
              <a:t> ॥१२॥</a:t>
            </a:r>
          </a:p>
          <a:p>
            <a:pPr algn="ctr" defTabSz="914583"/>
            <a:endParaRPr lang="en-IN" sz="4001" b="1" dirty="0">
              <a:solidFill>
                <a:prstClr val="black"/>
              </a:solidFill>
              <a:latin typeface="Aparajita" pitchFamily="34" charset="0"/>
            </a:endParaRPr>
          </a:p>
          <a:p>
            <a:pPr algn="ctr" defTabSz="914583"/>
            <a:r>
              <a:rPr lang="en-US" sz="3201" b="1" dirty="0" err="1">
                <a:solidFill>
                  <a:prstClr val="black"/>
                </a:solidFill>
                <a:latin typeface="Aparajita" pitchFamily="34" charset="0"/>
              </a:rPr>
              <a:t>Raghupati</a:t>
            </a:r>
            <a:r>
              <a:rPr lang="en-US" sz="3201" b="1" dirty="0">
                <a:solidFill>
                  <a:prstClr val="black"/>
                </a:solidFill>
                <a:latin typeface="Aparajita" pitchFamily="34" charset="0"/>
              </a:rPr>
              <a:t> </a:t>
            </a:r>
            <a:r>
              <a:rPr lang="en-US" sz="3201" b="1" dirty="0" err="1">
                <a:solidFill>
                  <a:prstClr val="black"/>
                </a:solidFill>
                <a:latin typeface="Aparajita" pitchFamily="34" charset="0"/>
              </a:rPr>
              <a:t>Kénhé</a:t>
            </a:r>
            <a:r>
              <a:rPr lang="en-US" sz="3201" b="1" dirty="0">
                <a:solidFill>
                  <a:prstClr val="black"/>
                </a:solidFill>
                <a:latin typeface="Aparajita" pitchFamily="34" charset="0"/>
              </a:rPr>
              <a:t> </a:t>
            </a:r>
            <a:r>
              <a:rPr lang="en-US" sz="3201" b="1" dirty="0" err="1">
                <a:solidFill>
                  <a:prstClr val="black"/>
                </a:solidFill>
                <a:latin typeface="Aparajita" pitchFamily="34" charset="0"/>
              </a:rPr>
              <a:t>Bahuta</a:t>
            </a:r>
            <a:r>
              <a:rPr lang="en-US" sz="3201" b="1" dirty="0">
                <a:solidFill>
                  <a:prstClr val="black"/>
                </a:solidFill>
                <a:latin typeface="Aparajita" pitchFamily="34" charset="0"/>
              </a:rPr>
              <a:t> </a:t>
            </a:r>
            <a:r>
              <a:rPr lang="en-US" sz="3201" b="1" dirty="0" err="1">
                <a:solidFill>
                  <a:prstClr val="black"/>
                </a:solidFill>
                <a:latin typeface="Aparajita" pitchFamily="34" charset="0"/>
              </a:rPr>
              <a:t>Baòäé</a:t>
            </a:r>
            <a:r>
              <a:rPr lang="en-US" sz="3201" b="1" dirty="0">
                <a:solidFill>
                  <a:prstClr val="black"/>
                </a:solidFill>
                <a:latin typeface="Aparajita" pitchFamily="34" charset="0"/>
              </a:rPr>
              <a:t> | </a:t>
            </a:r>
          </a:p>
          <a:p>
            <a:pPr algn="ctr" defTabSz="914583"/>
            <a:r>
              <a:rPr lang="en-US" sz="3201" b="1" dirty="0" err="1">
                <a:solidFill>
                  <a:prstClr val="black"/>
                </a:solidFill>
                <a:latin typeface="Aparajita" pitchFamily="34" charset="0"/>
              </a:rPr>
              <a:t>Tum</a:t>
            </a:r>
            <a:r>
              <a:rPr lang="en-US" sz="3201" b="1" dirty="0">
                <a:solidFill>
                  <a:prstClr val="black"/>
                </a:solidFill>
                <a:latin typeface="Aparajita" pitchFamily="34" charset="0"/>
              </a:rPr>
              <a:t> Mama Priya </a:t>
            </a:r>
            <a:r>
              <a:rPr lang="en-US" sz="3201" b="1" dirty="0" err="1">
                <a:solidFill>
                  <a:prstClr val="black"/>
                </a:solidFill>
                <a:latin typeface="Aparajita" pitchFamily="34" charset="0"/>
              </a:rPr>
              <a:t>Bharatahi</a:t>
            </a:r>
            <a:r>
              <a:rPr lang="en-US" sz="3201" b="1" dirty="0">
                <a:solidFill>
                  <a:prstClr val="black"/>
                </a:solidFill>
                <a:latin typeface="Aparajita" pitchFamily="34" charset="0"/>
              </a:rPr>
              <a:t> Sama </a:t>
            </a:r>
            <a:r>
              <a:rPr lang="en-US" sz="3201" b="1" dirty="0" err="1">
                <a:solidFill>
                  <a:prstClr val="black"/>
                </a:solidFill>
                <a:latin typeface="Aparajita" pitchFamily="34" charset="0"/>
              </a:rPr>
              <a:t>Bhäé</a:t>
            </a:r>
            <a:r>
              <a:rPr lang="en-US" sz="3201" b="1" dirty="0">
                <a:solidFill>
                  <a:prstClr val="black"/>
                </a:solidFill>
                <a:latin typeface="Aparajita" pitchFamily="34" charset="0"/>
              </a:rPr>
              <a:t>||-12</a:t>
            </a:r>
          </a:p>
          <a:p>
            <a:pPr algn="ctr" defTabSz="914583"/>
            <a:r>
              <a:rPr lang="en-US" sz="3201" b="1" dirty="0">
                <a:solidFill>
                  <a:prstClr val="black"/>
                </a:solidFill>
                <a:latin typeface="Aparajita" pitchFamily="34" charset="0"/>
              </a:rPr>
              <a:t>	</a:t>
            </a:r>
          </a:p>
          <a:p>
            <a:pPr algn="ctr" defTabSz="914583"/>
            <a:r>
              <a:rPr lang="en-US" sz="3201" b="1" dirty="0" err="1">
                <a:solidFill>
                  <a:prstClr val="black"/>
                </a:solidFill>
                <a:latin typeface="Aparajita" pitchFamily="34" charset="0"/>
              </a:rPr>
              <a:t>ರಘುಪತಿ</a:t>
            </a:r>
            <a:r>
              <a:rPr lang="en-US" sz="3201" b="1" dirty="0">
                <a:solidFill>
                  <a:prstClr val="black"/>
                </a:solidFill>
                <a:latin typeface="Aparajita" pitchFamily="34" charset="0"/>
              </a:rPr>
              <a:t> </a:t>
            </a:r>
            <a:r>
              <a:rPr lang="en-US" sz="3201" b="1" dirty="0" err="1">
                <a:solidFill>
                  <a:prstClr val="black"/>
                </a:solidFill>
                <a:latin typeface="Aparajita" pitchFamily="34" charset="0"/>
              </a:rPr>
              <a:t>ಕೀಂಹೀ</a:t>
            </a:r>
            <a:r>
              <a:rPr lang="en-US" sz="3201" b="1" dirty="0">
                <a:solidFill>
                  <a:prstClr val="black"/>
                </a:solidFill>
                <a:latin typeface="Aparajita" pitchFamily="34" charset="0"/>
              </a:rPr>
              <a:t> </a:t>
            </a:r>
            <a:r>
              <a:rPr lang="en-US" sz="3201" b="1" dirty="0" err="1">
                <a:solidFill>
                  <a:prstClr val="black"/>
                </a:solidFill>
                <a:latin typeface="Aparajita" pitchFamily="34" charset="0"/>
              </a:rPr>
              <a:t>ಬಹುತ</a:t>
            </a:r>
            <a:r>
              <a:rPr lang="en-US" sz="3201" b="1" dirty="0">
                <a:solidFill>
                  <a:prstClr val="black"/>
                </a:solidFill>
                <a:latin typeface="Aparajita" pitchFamily="34" charset="0"/>
              </a:rPr>
              <a:t> </a:t>
            </a:r>
            <a:r>
              <a:rPr lang="en-US" sz="3201" b="1" dirty="0" err="1">
                <a:solidFill>
                  <a:prstClr val="black"/>
                </a:solidFill>
                <a:latin typeface="Aparajita" pitchFamily="34" charset="0"/>
              </a:rPr>
              <a:t>ಬಡಾಈ</a:t>
            </a:r>
            <a:r>
              <a:rPr lang="en-US" sz="3201" b="1" dirty="0">
                <a:solidFill>
                  <a:prstClr val="black"/>
                </a:solidFill>
                <a:latin typeface="Aparajita" pitchFamily="34" charset="0"/>
              </a:rPr>
              <a:t> ।</a:t>
            </a:r>
          </a:p>
          <a:p>
            <a:pPr algn="ctr" defTabSz="914583"/>
            <a:r>
              <a:rPr lang="en-US" sz="3201" b="1" dirty="0" err="1">
                <a:solidFill>
                  <a:prstClr val="black"/>
                </a:solidFill>
                <a:latin typeface="Aparajita" pitchFamily="34" charset="0"/>
              </a:rPr>
              <a:t>ತುಮ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ಮಮ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ಪ್ರಿಯ</a:t>
            </a:r>
            <a:r>
              <a:rPr lang="en-US" sz="3201" b="1" dirty="0">
                <a:solidFill>
                  <a:prstClr val="black"/>
                </a:solidFill>
                <a:latin typeface="Aparajita" pitchFamily="34" charset="0"/>
              </a:rPr>
              <a:t> </a:t>
            </a:r>
            <a:r>
              <a:rPr lang="en-US" sz="3201" b="1" dirty="0" err="1">
                <a:solidFill>
                  <a:prstClr val="black"/>
                </a:solidFill>
                <a:latin typeface="Aparajita" pitchFamily="34" charset="0"/>
              </a:rPr>
              <a:t>ಭರತಹಿ</a:t>
            </a:r>
            <a:r>
              <a:rPr lang="en-US" sz="3201" b="1" dirty="0">
                <a:solidFill>
                  <a:prstClr val="black"/>
                </a:solidFill>
                <a:latin typeface="Aparajita" pitchFamily="34" charset="0"/>
              </a:rPr>
              <a:t> </a:t>
            </a:r>
            <a:r>
              <a:rPr lang="en-US" sz="3201" b="1" dirty="0" err="1">
                <a:solidFill>
                  <a:prstClr val="black"/>
                </a:solidFill>
                <a:latin typeface="Aparajita" pitchFamily="34" charset="0"/>
              </a:rPr>
              <a:t>ಸಮ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ಭಾಈ</a:t>
            </a:r>
            <a:r>
              <a:rPr lang="en-US" sz="3201" b="1" dirty="0">
                <a:solidFill>
                  <a:prstClr val="black"/>
                </a:solidFill>
                <a:latin typeface="Aparajita" pitchFamily="34" charset="0"/>
              </a:rPr>
              <a:t> ॥</a:t>
            </a:r>
            <a:r>
              <a:rPr lang="kn-IN" sz="3201" b="1" dirty="0">
                <a:solidFill>
                  <a:prstClr val="black"/>
                </a:solidFill>
                <a:latin typeface="Aparajita" pitchFamily="34" charset="0"/>
              </a:rPr>
              <a:t>೧೨</a:t>
            </a:r>
            <a:r>
              <a:rPr lang="en-US" sz="3201" b="1" dirty="0">
                <a:solidFill>
                  <a:prstClr val="black"/>
                </a:solidFill>
                <a:latin typeface="Aparajita" pitchFamily="34" charset="0"/>
              </a:rPr>
              <a:t>॥</a:t>
            </a:r>
          </a:p>
          <a:p>
            <a:pPr algn="ctr" defTabSz="914583"/>
            <a:r>
              <a:rPr lang="en-US" sz="4001" b="1" dirty="0">
                <a:solidFill>
                  <a:prstClr val="black"/>
                </a:solidFill>
                <a:latin typeface="Aparajita" pitchFamily="34" charset="0"/>
              </a:rPr>
              <a:t>	</a:t>
            </a:r>
          </a:p>
          <a:p>
            <a:pPr algn="ctr" defTabSz="914583"/>
            <a:r>
              <a:rPr lang="en-US" sz="2400" b="1" dirty="0">
                <a:solidFill>
                  <a:prstClr val="black"/>
                </a:solidFill>
                <a:latin typeface="Aparajita" pitchFamily="34" charset="0"/>
              </a:rPr>
              <a:t>Shri Ram enthusiastically extolled </a:t>
            </a:r>
            <a:r>
              <a:rPr lang="en-US" sz="2400" b="1" dirty="0" err="1">
                <a:solidFill>
                  <a:prstClr val="black"/>
                </a:solidFill>
                <a:latin typeface="Aparajita" pitchFamily="34" charset="0"/>
              </a:rPr>
              <a:t>Hanumanji's</a:t>
            </a:r>
            <a:r>
              <a:rPr lang="en-US" sz="2400" b="1" dirty="0">
                <a:solidFill>
                  <a:prstClr val="black"/>
                </a:solidFill>
                <a:latin typeface="Aparajita" pitchFamily="34" charset="0"/>
              </a:rPr>
              <a:t> excellence and remarked, "you are as dear to me as 	my own brother Bharat”</a:t>
            </a:r>
          </a:p>
          <a:p>
            <a:pPr algn="ctr" defTabSz="914583"/>
            <a:r>
              <a:rPr lang="en-US" sz="2400" b="1" dirty="0">
                <a:solidFill>
                  <a:prstClr val="black"/>
                </a:solidFill>
                <a:latin typeface="Palatino Linotype" pitchFamily="18" charset="0"/>
              </a:rPr>
              <a:t>		</a:t>
            </a:r>
            <a:r>
              <a:rPr lang="en-US" sz="2400" b="1" dirty="0">
                <a:solidFill>
                  <a:prstClr val="black"/>
                </a:solidFill>
                <a:latin typeface="Calibri" pitchFamily="34" charset="0"/>
              </a:rPr>
              <a:t/>
            </a:r>
            <a:br>
              <a:rPr lang="en-US" sz="2400" b="1" dirty="0">
                <a:solidFill>
                  <a:prstClr val="black"/>
                </a:solidFill>
                <a:latin typeface="Calibri" pitchFamily="34" charset="0"/>
              </a:rPr>
            </a:br>
            <a:endParaRPr lang="en-US" sz="2400" b="1" dirty="0">
              <a:solidFill>
                <a:prstClr val="black"/>
              </a:solidFill>
              <a:latin typeface="Calibri" pitchFamily="34" charset="0"/>
            </a:endParaRPr>
          </a:p>
        </p:txBody>
      </p:sp>
    </p:spTree>
    <p:extLst>
      <p:ext uri="{BB962C8B-B14F-4D97-AF65-F5344CB8AC3E}">
        <p14:creationId xmlns:p14="http://schemas.microsoft.com/office/powerpoint/2010/main" val="951658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524529" y="14"/>
            <a:ext cx="9146117" cy="6556923"/>
          </a:xfrm>
          <a:prstGeom prst="rect">
            <a:avLst/>
          </a:prstGeom>
          <a:noFill/>
          <a:ln w="9525">
            <a:noFill/>
            <a:miter lim="800000"/>
            <a:headEnd/>
            <a:tailEnd/>
          </a:ln>
        </p:spPr>
        <p:txBody>
          <a:bodyPr wrap="square">
            <a:spAutoFit/>
          </a:bodyPr>
          <a:lstStyle/>
          <a:p>
            <a:pPr algn="ctr" defTabSz="914583"/>
            <a:r>
              <a:rPr lang="en-IN" sz="4001" b="1" dirty="0" err="1">
                <a:solidFill>
                  <a:prstClr val="black"/>
                </a:solidFill>
                <a:latin typeface="Aparajita" pitchFamily="34" charset="0"/>
              </a:rPr>
              <a:t>सहस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श्रीपति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कण्ठ</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लगावैं</a:t>
            </a:r>
            <a:r>
              <a:rPr lang="en-IN" sz="4001" b="1" dirty="0">
                <a:solidFill>
                  <a:prstClr val="black"/>
                </a:solidFill>
                <a:latin typeface="Aparajita" pitchFamily="34" charset="0"/>
              </a:rPr>
              <a:t> ॥१३॥</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Sahasa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Badana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Gävaià</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Asa </a:t>
            </a:r>
            <a:r>
              <a:rPr lang="en-US" sz="3601" b="1" dirty="0" err="1">
                <a:solidFill>
                  <a:prstClr val="black"/>
                </a:solidFill>
                <a:latin typeface="URW Palladio IT" pitchFamily="2" charset="0"/>
              </a:rPr>
              <a:t>Kahi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Çrépati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Kaëöha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Lagävaià</a:t>
            </a:r>
            <a:r>
              <a:rPr lang="en-US" sz="3601" b="1" dirty="0">
                <a:solidFill>
                  <a:prstClr val="black"/>
                </a:solidFill>
                <a:latin typeface="URW Palladio IT" pitchFamily="2" charset="0"/>
              </a:rPr>
              <a:t> || - 13</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ಸಹಸ</a:t>
            </a:r>
            <a:r>
              <a:rPr lang="en-US" sz="3601" b="1" dirty="0">
                <a:solidFill>
                  <a:prstClr val="black"/>
                </a:solidFill>
                <a:latin typeface="Calibri" pitchFamily="34" charset="0"/>
              </a:rPr>
              <a:t> </a:t>
            </a:r>
            <a:r>
              <a:rPr lang="en-US" sz="3601" b="1" dirty="0" err="1">
                <a:solidFill>
                  <a:prstClr val="black"/>
                </a:solidFill>
                <a:latin typeface="Calibri" pitchFamily="34" charset="0"/>
              </a:rPr>
              <a:t>ಬದನ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ಜಸ</a:t>
            </a:r>
            <a:r>
              <a:rPr lang="en-US" sz="3601" b="1" dirty="0">
                <a:solidFill>
                  <a:prstClr val="black"/>
                </a:solidFill>
                <a:latin typeface="Calibri" pitchFamily="34" charset="0"/>
              </a:rPr>
              <a:t> </a:t>
            </a:r>
            <a:r>
              <a:rPr lang="en-US" sz="3601" b="1" dirty="0" err="1">
                <a:solidFill>
                  <a:prstClr val="black"/>
                </a:solidFill>
                <a:latin typeface="Calibri" pitchFamily="34" charset="0"/>
              </a:rPr>
              <a:t>ಗಾವೈ</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ಅಸ</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ಶ್ರೀಪತಿ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ಕಂಠ</a:t>
            </a:r>
            <a:r>
              <a:rPr lang="en-US" sz="3601" b="1" dirty="0">
                <a:solidFill>
                  <a:prstClr val="black"/>
                </a:solidFill>
                <a:latin typeface="Calibri" pitchFamily="34" charset="0"/>
              </a:rPr>
              <a:t> </a:t>
            </a:r>
            <a:r>
              <a:rPr lang="en-US" sz="3601" b="1" dirty="0" err="1">
                <a:solidFill>
                  <a:prstClr val="black"/>
                </a:solidFill>
                <a:latin typeface="Calibri" pitchFamily="34" charset="0"/>
              </a:rPr>
              <a:t>ಲಗಾವೈ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೧೩</a:t>
            </a:r>
            <a:r>
              <a:rPr lang="en-US" sz="3601" b="1" dirty="0">
                <a:solidFill>
                  <a:prstClr val="black"/>
                </a:solidFill>
                <a:latin typeface="Calibri" pitchFamily="34" charset="0"/>
              </a:rPr>
              <a:t>॥</a:t>
            </a:r>
          </a:p>
          <a:p>
            <a:pPr algn="ctr" defTabSz="914583"/>
            <a:endParaRPr lang="en-US" sz="3601" b="1" dirty="0">
              <a:solidFill>
                <a:prstClr val="black"/>
              </a:solidFill>
              <a:latin typeface="Palatino Linotype" pitchFamily="18" charset="0"/>
            </a:endParaRPr>
          </a:p>
          <a:p>
            <a:pPr algn="ctr" defTabSz="914583"/>
            <a:r>
              <a:rPr lang="en-US" sz="2400" b="1" dirty="0">
                <a:solidFill>
                  <a:prstClr val="black"/>
                </a:solidFill>
                <a:latin typeface="Palatino Linotype" pitchFamily="18" charset="0"/>
              </a:rPr>
              <a:t>Shri Ram embraced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saying: "Let the thousand - tongued </a:t>
            </a:r>
            <a:r>
              <a:rPr lang="en-US" sz="2400" b="1" dirty="0" err="1">
                <a:solidFill>
                  <a:prstClr val="black"/>
                </a:solidFill>
                <a:latin typeface="Palatino Linotype" pitchFamily="18" charset="0"/>
              </a:rPr>
              <a:t>sheshnaag</a:t>
            </a:r>
            <a:r>
              <a:rPr lang="en-US" sz="2400" b="1" dirty="0">
                <a:solidFill>
                  <a:prstClr val="black"/>
                </a:solidFill>
                <a:latin typeface="Palatino Linotype" pitchFamily="18" charset="0"/>
              </a:rPr>
              <a:t> sing your glories”</a:t>
            </a:r>
          </a:p>
          <a:p>
            <a:pPr algn="ctr" defTabSz="914583"/>
            <a:r>
              <a:rPr lang="en-US" sz="3601" b="1" dirty="0">
                <a:solidFill>
                  <a:prstClr val="black"/>
                </a:solidFill>
                <a:latin typeface="Palatino Linotype" pitchFamily="18" charset="0"/>
              </a:rPr>
              <a:t>	</a:t>
            </a:r>
          </a:p>
        </p:txBody>
      </p:sp>
    </p:spTree>
    <p:extLst>
      <p:ext uri="{BB962C8B-B14F-4D97-AF65-F5344CB8AC3E}">
        <p14:creationId xmlns:p14="http://schemas.microsoft.com/office/powerpoint/2010/main" val="33538154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753182" y="15"/>
            <a:ext cx="8612593" cy="7049366"/>
          </a:xfrm>
          <a:prstGeom prst="rect">
            <a:avLst/>
          </a:prstGeom>
          <a:noFill/>
          <a:ln w="9525">
            <a:noFill/>
            <a:miter lim="800000"/>
            <a:headEnd/>
            <a:tailEnd/>
          </a:ln>
        </p:spPr>
        <p:txBody>
          <a:bodyPr>
            <a:spAutoFit/>
          </a:bodyPr>
          <a:lstStyle/>
          <a:p>
            <a:pPr algn="ctr" defTabSz="914583"/>
            <a:endParaRPr lang="en-IN" sz="16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सनकादिक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ब्रह्मादि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नारद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अहीसा</a:t>
            </a:r>
            <a:r>
              <a:rPr lang="en-IN" sz="4001" b="1" dirty="0">
                <a:solidFill>
                  <a:prstClr val="black"/>
                </a:solidFill>
                <a:latin typeface="Aparajita" pitchFamily="34" charset="0"/>
              </a:rPr>
              <a:t> ॥१४॥</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Sanakädika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Brahmädi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Munésä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Närada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Särada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Sahita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Ahésä</a:t>
            </a:r>
            <a:r>
              <a:rPr lang="en-US" sz="3601" b="1" dirty="0">
                <a:solidFill>
                  <a:prstClr val="black"/>
                </a:solidFill>
                <a:latin typeface="URW Palladio IT" pitchFamily="2" charset="0"/>
              </a:rPr>
              <a:t> || - 14</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ಸನ</a:t>
            </a:r>
            <a:r>
              <a:rPr lang="kn-IN" sz="3601" b="1" dirty="0">
                <a:solidFill>
                  <a:prstClr val="black"/>
                </a:solidFill>
                <a:latin typeface="Calibri" pitchFamily="34" charset="0"/>
                <a:ea typeface="Tunga" pitchFamily="2"/>
                <a:cs typeface="Tunga" pitchFamily="2"/>
              </a:rPr>
              <a:t>ಕಾ</a:t>
            </a:r>
            <a:r>
              <a:rPr lang="en-US" sz="3601" b="1" dirty="0" err="1">
                <a:solidFill>
                  <a:prstClr val="black"/>
                </a:solidFill>
                <a:latin typeface="Calibri" pitchFamily="34" charset="0"/>
              </a:rPr>
              <a:t>ದಿಕ</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ಬ್ರಹ್ಮಾದಿ</a:t>
            </a:r>
            <a:r>
              <a:rPr lang="en-US" sz="3601" b="1" dirty="0">
                <a:solidFill>
                  <a:prstClr val="black"/>
                </a:solidFill>
                <a:latin typeface="Calibri" pitchFamily="34" charset="0"/>
              </a:rPr>
              <a:t> </a:t>
            </a:r>
            <a:r>
              <a:rPr lang="en-US" sz="3601" b="1" dirty="0" err="1">
                <a:solidFill>
                  <a:prstClr val="black"/>
                </a:solidFill>
                <a:latin typeface="Calibri" pitchFamily="34" charset="0"/>
              </a:rPr>
              <a:t>ಮು</a:t>
            </a:r>
            <a:r>
              <a:rPr lang="kn-IN" sz="3601" b="1" dirty="0">
                <a:solidFill>
                  <a:prstClr val="black"/>
                </a:solidFill>
                <a:latin typeface="Calibri" pitchFamily="34" charset="0"/>
                <a:ea typeface="Tunga" pitchFamily="2"/>
                <a:cs typeface="Tunga" pitchFamily="2"/>
              </a:rPr>
              <a:t>ನೀ</a:t>
            </a:r>
            <a:r>
              <a:rPr lang="en-US" sz="3601" b="1" dirty="0" err="1">
                <a:solidFill>
                  <a:prstClr val="black"/>
                </a:solidFill>
                <a:latin typeface="Calibri" pitchFamily="34" charset="0"/>
              </a:rPr>
              <a:t>ಸಾ</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ನಾರದ</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ಸಾರದ</a:t>
            </a:r>
            <a:r>
              <a:rPr lang="en-US" sz="3601" b="1" dirty="0">
                <a:solidFill>
                  <a:prstClr val="black"/>
                </a:solidFill>
                <a:latin typeface="Calibri" pitchFamily="34" charset="0"/>
              </a:rPr>
              <a:t> </a:t>
            </a:r>
            <a:r>
              <a:rPr lang="en-US" sz="3601" b="1" dirty="0" err="1">
                <a:solidFill>
                  <a:prstClr val="black"/>
                </a:solidFill>
                <a:latin typeface="Calibri" pitchFamily="34" charset="0"/>
              </a:rPr>
              <a:t>ಸಹಿತ</a:t>
            </a:r>
            <a:r>
              <a:rPr lang="en-US" sz="3601" b="1" dirty="0">
                <a:solidFill>
                  <a:prstClr val="black"/>
                </a:solidFill>
                <a:latin typeface="Calibri" pitchFamily="34" charset="0"/>
              </a:rPr>
              <a:t> </a:t>
            </a:r>
            <a:r>
              <a:rPr lang="en-US" sz="3601" b="1" dirty="0" err="1">
                <a:solidFill>
                  <a:prstClr val="black"/>
                </a:solidFill>
                <a:latin typeface="Calibri" pitchFamily="34" charset="0"/>
              </a:rPr>
              <a:t>ಅಹೀಸಾ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೧೪</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Sanak</a:t>
            </a:r>
            <a:r>
              <a:rPr lang="en-US" sz="2400" b="1" dirty="0">
                <a:solidFill>
                  <a:prstClr val="black"/>
                </a:solidFill>
                <a:latin typeface="Palatino Linotype" pitchFamily="18" charset="0"/>
              </a:rPr>
              <a:t> and the sages, saints. Lord Brahma, the great hermits </a:t>
            </a:r>
            <a:r>
              <a:rPr lang="en-US" sz="2400" b="1" dirty="0" err="1">
                <a:solidFill>
                  <a:prstClr val="black"/>
                </a:solidFill>
                <a:latin typeface="Palatino Linotype" pitchFamily="18" charset="0"/>
              </a:rPr>
              <a:t>Narad</a:t>
            </a:r>
            <a:r>
              <a:rPr lang="en-US" sz="2400" b="1" dirty="0">
                <a:solidFill>
                  <a:prstClr val="black"/>
                </a:solidFill>
                <a:latin typeface="Palatino Linotype" pitchFamily="18" charset="0"/>
              </a:rPr>
              <a:t> and Goddess </a:t>
            </a:r>
            <a:r>
              <a:rPr lang="en-US" sz="2400" b="1" dirty="0" err="1">
                <a:solidFill>
                  <a:prstClr val="black"/>
                </a:solidFill>
                <a:latin typeface="Palatino Linotype" pitchFamily="18" charset="0"/>
              </a:rPr>
              <a:t>Saraswati</a:t>
            </a:r>
            <a:r>
              <a:rPr lang="en-US" sz="2400" b="1" dirty="0">
                <a:solidFill>
                  <a:prstClr val="black"/>
                </a:solidFill>
                <a:latin typeface="Palatino Linotype" pitchFamily="18" charset="0"/>
              </a:rPr>
              <a:t> along with </a:t>
            </a:r>
            <a:r>
              <a:rPr lang="en-US" sz="2400" b="1" dirty="0" err="1">
                <a:solidFill>
                  <a:prstClr val="black"/>
                </a:solidFill>
                <a:latin typeface="Palatino Linotype" pitchFamily="18" charset="0"/>
              </a:rPr>
              <a:t>Sheshnag</a:t>
            </a:r>
            <a:r>
              <a:rPr lang="en-US" sz="2400" b="1" dirty="0">
                <a:solidFill>
                  <a:prstClr val="black"/>
                </a:solidFill>
                <a:latin typeface="Palatino Linotype" pitchFamily="18" charset="0"/>
              </a:rPr>
              <a:t> the cosmic serpent, fail to sing the glories of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exactly</a:t>
            </a:r>
          </a:p>
          <a:p>
            <a:pPr algn="ctr" defTabSz="914583"/>
            <a:r>
              <a:rPr lang="en-US" sz="2801" b="1" dirty="0">
                <a:solidFill>
                  <a:prstClr val="black"/>
                </a:solidFill>
                <a:latin typeface="Palatino Linotype" pitchFamily="18"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32691893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24529" y="-152433"/>
            <a:ext cx="9146117" cy="7295587"/>
          </a:xfrm>
          <a:prstGeom prst="rect">
            <a:avLst/>
          </a:prstGeom>
          <a:noFill/>
          <a:ln w="9525">
            <a:noFill/>
            <a:miter lim="800000"/>
            <a:headEnd/>
            <a:tailEnd/>
          </a:ln>
        </p:spPr>
        <p:txBody>
          <a:bodyPr wrap="square">
            <a:spAutoFit/>
          </a:bodyPr>
          <a:lstStyle/>
          <a:p>
            <a:pPr algn="ctr" defTabSz="914583"/>
            <a:endParaRPr lang="en-IN" sz="4001"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जम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दिगपाल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कोबिद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॥१५॥</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Jama </a:t>
            </a:r>
            <a:r>
              <a:rPr lang="en-US" sz="3601" b="1" dirty="0" err="1">
                <a:solidFill>
                  <a:prstClr val="black"/>
                </a:solidFill>
                <a:latin typeface="URW Palladio IT" pitchFamily="2" charset="0"/>
              </a:rPr>
              <a:t>Kubera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Digapäla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Kabi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Kobida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Kahi</a:t>
            </a:r>
            <a:r>
              <a:rPr lang="en-US" sz="3601" b="1" dirty="0">
                <a:solidFill>
                  <a:prstClr val="black"/>
                </a:solidFill>
                <a:latin typeface="URW Palladio IT" pitchFamily="2" charset="0"/>
              </a:rPr>
              <a:t> Sake </a:t>
            </a:r>
            <a:r>
              <a:rPr lang="en-US" sz="3601" b="1" dirty="0" err="1">
                <a:solidFill>
                  <a:prstClr val="black"/>
                </a:solidFill>
                <a:latin typeface="URW Palladio IT" pitchFamily="2" charset="0"/>
              </a:rPr>
              <a:t>Kahäð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a:t>
            </a:r>
            <a:r>
              <a:rPr lang="en-US" sz="3601" b="1" dirty="0">
                <a:solidFill>
                  <a:prstClr val="black"/>
                </a:solidFill>
                <a:latin typeface="URW Palladio IT" pitchFamily="2" charset="0"/>
              </a:rPr>
              <a:t> || - 15</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ಜಮ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ದಿಗಪಾಲ</a:t>
            </a:r>
            <a:r>
              <a:rPr lang="en-US" sz="3601" b="1" dirty="0">
                <a:solidFill>
                  <a:prstClr val="black"/>
                </a:solidFill>
                <a:latin typeface="Calibri" pitchFamily="34" charset="0"/>
              </a:rPr>
              <a:t> </a:t>
            </a:r>
            <a:r>
              <a:rPr lang="en-US" sz="3601" b="1" dirty="0" err="1">
                <a:solidFill>
                  <a:prstClr val="black"/>
                </a:solidFill>
                <a:latin typeface="Calibri" pitchFamily="34" charset="0"/>
              </a:rPr>
              <a:t>ಜಹಾ</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ಕಬಿ</a:t>
            </a:r>
            <a:r>
              <a:rPr lang="en-US" sz="3601" b="1" dirty="0">
                <a:solidFill>
                  <a:prstClr val="black"/>
                </a:solidFill>
                <a:latin typeface="Calibri" pitchFamily="34" charset="0"/>
              </a:rPr>
              <a:t> </a:t>
            </a:r>
            <a:r>
              <a:rPr lang="en-US" sz="3601" b="1" dirty="0" err="1">
                <a:solidFill>
                  <a:prstClr val="black"/>
                </a:solidFill>
                <a:latin typeface="Calibri" pitchFamily="34" charset="0"/>
              </a:rPr>
              <a:t>ಕೋಬಿದ</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ಸಕೇ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೧೫</a:t>
            </a:r>
            <a:r>
              <a:rPr lang="en-US" sz="3601" b="1" dirty="0">
                <a:solidFill>
                  <a:prstClr val="black"/>
                </a:solidFill>
                <a:latin typeface="Calibri" pitchFamily="34" charset="0"/>
              </a:rPr>
              <a:t>॥</a:t>
            </a:r>
          </a:p>
          <a:p>
            <a:pPr algn="ctr" defTabSz="914583"/>
            <a:endParaRPr lang="en-US" sz="2400"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What to talk of denizens of the poets and scholars </a:t>
            </a:r>
            <a:r>
              <a:rPr lang="en-US" sz="2400" b="1" dirty="0" err="1">
                <a:solidFill>
                  <a:prstClr val="black"/>
                </a:solidFill>
                <a:latin typeface="Palatino Linotype" pitchFamily="18" charset="0"/>
              </a:rPr>
              <a:t>etc</a:t>
            </a:r>
            <a:r>
              <a:rPr lang="en-US" sz="2400" b="1" dirty="0">
                <a:solidFill>
                  <a:prstClr val="black"/>
                </a:solidFill>
                <a:latin typeface="Palatino Linotype" pitchFamily="18" charset="0"/>
              </a:rPr>
              <a:t>, even Gods like </a:t>
            </a:r>
            <a:r>
              <a:rPr lang="en-US" sz="2400" b="1" dirty="0" err="1">
                <a:solidFill>
                  <a:prstClr val="black"/>
                </a:solidFill>
                <a:latin typeface="Palatino Linotype" pitchFamily="18" charset="0"/>
              </a:rPr>
              <a:t>Yamraj</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Kuber</a:t>
            </a:r>
            <a:r>
              <a:rPr lang="en-US" sz="2400" b="1" dirty="0">
                <a:solidFill>
                  <a:prstClr val="black"/>
                </a:solidFill>
                <a:latin typeface="Palatino Linotype" pitchFamily="18" charset="0"/>
              </a:rPr>
              <a:t>, and </a:t>
            </a:r>
            <a:r>
              <a:rPr lang="en-US" sz="2400" b="1" dirty="0" err="1">
                <a:solidFill>
                  <a:prstClr val="black"/>
                </a:solidFill>
                <a:latin typeface="Palatino Linotype" pitchFamily="18" charset="0"/>
              </a:rPr>
              <a:t>Digpal</a:t>
            </a:r>
            <a:r>
              <a:rPr lang="en-US" sz="2400" b="1" dirty="0">
                <a:solidFill>
                  <a:prstClr val="black"/>
                </a:solidFill>
                <a:latin typeface="Palatino Linotype" pitchFamily="18" charset="0"/>
              </a:rPr>
              <a:t> fail to narrate Hanuman's greatness in total.</a:t>
            </a:r>
          </a:p>
          <a:p>
            <a:pPr algn="ctr" defTabSz="914583"/>
            <a:r>
              <a:rPr lang="en-US" sz="3201" b="1" dirty="0">
                <a:solidFill>
                  <a:prstClr val="black"/>
                </a:solidFill>
                <a:latin typeface="Palatino Linotype" pitchFamily="18" charset="0"/>
              </a:rPr>
              <a:t>		</a:t>
            </a:r>
          </a:p>
        </p:txBody>
      </p:sp>
    </p:spTree>
    <p:extLst>
      <p:ext uri="{BB962C8B-B14F-4D97-AF65-F5344CB8AC3E}">
        <p14:creationId xmlns:p14="http://schemas.microsoft.com/office/powerpoint/2010/main" val="7478416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676964" y="1"/>
            <a:ext cx="8765028" cy="6772367"/>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उपकार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सुग्रीवहिं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दीह्ना</a:t>
            </a:r>
            <a:r>
              <a:rPr lang="en-IN" sz="4001" b="1" dirty="0">
                <a:solidFill>
                  <a:prstClr val="black"/>
                </a:solidFill>
                <a:latin typeface="Aparajita" pitchFamily="34" charset="0"/>
              </a:rPr>
              <a:t> ॥१६॥</a:t>
            </a:r>
          </a:p>
          <a:p>
            <a:pPr algn="ctr" defTabSz="914583"/>
            <a:endParaRPr lang="en-IN" sz="3601" b="1" dirty="0">
              <a:solidFill>
                <a:prstClr val="black"/>
              </a:solidFill>
              <a:latin typeface="Aparajita" pitchFamily="34" charset="0"/>
            </a:endParaRPr>
          </a:p>
          <a:p>
            <a:pPr algn="ctr" defTabSz="914583"/>
            <a:r>
              <a:rPr lang="en-US" sz="3201" b="1" dirty="0" err="1">
                <a:solidFill>
                  <a:prstClr val="black"/>
                </a:solidFill>
                <a:latin typeface="URW Palladio IT" pitchFamily="2" charset="0"/>
              </a:rPr>
              <a:t>Tuma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Upakära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Sugrévahià</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Kénhä</a:t>
            </a:r>
            <a:r>
              <a:rPr lang="en-US" sz="3201" b="1" dirty="0">
                <a:solidFill>
                  <a:prstClr val="black"/>
                </a:solidFill>
                <a:latin typeface="URW Palladio IT" pitchFamily="2" charset="0"/>
              </a:rPr>
              <a:t> | </a:t>
            </a:r>
          </a:p>
          <a:p>
            <a:pPr algn="ctr" defTabSz="914583"/>
            <a:r>
              <a:rPr lang="en-US" sz="3201" b="1" dirty="0" err="1">
                <a:solidFill>
                  <a:prstClr val="black"/>
                </a:solidFill>
                <a:latin typeface="URW Palladio IT" pitchFamily="2" charset="0"/>
              </a:rPr>
              <a:t>Räma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Miläya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Räja</a:t>
            </a:r>
            <a:r>
              <a:rPr lang="en-US" sz="3201" b="1" dirty="0">
                <a:solidFill>
                  <a:prstClr val="black"/>
                </a:solidFill>
                <a:latin typeface="URW Palladio IT" pitchFamily="2" charset="0"/>
              </a:rPr>
              <a:t> Pada </a:t>
            </a:r>
            <a:r>
              <a:rPr lang="en-US" sz="3201" b="1" dirty="0" err="1">
                <a:solidFill>
                  <a:prstClr val="black"/>
                </a:solidFill>
                <a:latin typeface="URW Palladio IT" pitchFamily="2" charset="0"/>
              </a:rPr>
              <a:t>Dénhä</a:t>
            </a:r>
            <a:r>
              <a:rPr lang="en-US" sz="3201" b="1" dirty="0">
                <a:solidFill>
                  <a:prstClr val="black"/>
                </a:solidFill>
                <a:latin typeface="URW Palladio IT" pitchFamily="2" charset="0"/>
              </a:rPr>
              <a:t> || - 16</a:t>
            </a:r>
          </a:p>
          <a:p>
            <a:pPr algn="ctr" defTabSz="914583"/>
            <a:endParaRPr lang="en-US" sz="3201" b="1" dirty="0">
              <a:solidFill>
                <a:prstClr val="black"/>
              </a:solidFill>
              <a:latin typeface="URW Palladio IT" pitchFamily="2" charset="0"/>
            </a:endParaRPr>
          </a:p>
          <a:p>
            <a:pPr algn="ctr" defTabSz="914583"/>
            <a:r>
              <a:rPr lang="en-US" sz="3201" b="1" dirty="0" err="1">
                <a:solidFill>
                  <a:prstClr val="black"/>
                </a:solidFill>
                <a:latin typeface="Calibri" pitchFamily="34" charset="0"/>
              </a:rPr>
              <a:t>ತುಮ</a:t>
            </a:r>
            <a:r>
              <a:rPr lang="en-US" sz="3201" b="1" dirty="0">
                <a:solidFill>
                  <a:prstClr val="black"/>
                </a:solidFill>
                <a:latin typeface="Calibri" pitchFamily="34" charset="0"/>
              </a:rPr>
              <a:t> </a:t>
            </a:r>
            <a:r>
              <a:rPr lang="en-US" sz="3201" b="1" dirty="0" err="1">
                <a:solidFill>
                  <a:prstClr val="black"/>
                </a:solidFill>
                <a:latin typeface="Calibri" pitchFamily="34" charset="0"/>
              </a:rPr>
              <a:t>ಉಪಕಾರ</a:t>
            </a:r>
            <a:r>
              <a:rPr lang="en-US" sz="3201" b="1" dirty="0">
                <a:solidFill>
                  <a:prstClr val="black"/>
                </a:solidFill>
                <a:latin typeface="Calibri" pitchFamily="34" charset="0"/>
              </a:rPr>
              <a:t> </a:t>
            </a:r>
            <a:r>
              <a:rPr lang="en-US" sz="3201" b="1" dirty="0" err="1">
                <a:solidFill>
                  <a:prstClr val="black"/>
                </a:solidFill>
                <a:latin typeface="Calibri" pitchFamily="34" charset="0"/>
              </a:rPr>
              <a:t>ಸುಗ್ರೀವಹಿ</a:t>
            </a:r>
            <a:r>
              <a:rPr lang="en-US" sz="3201" b="1" dirty="0">
                <a:solidFill>
                  <a:prstClr val="black"/>
                </a:solidFill>
                <a:latin typeface="Calibri" pitchFamily="34" charset="0"/>
              </a:rPr>
              <a:t> </a:t>
            </a:r>
            <a:r>
              <a:rPr lang="en-US" sz="3201" b="1" dirty="0" err="1">
                <a:solidFill>
                  <a:prstClr val="black"/>
                </a:solidFill>
                <a:latin typeface="Calibri" pitchFamily="34" charset="0"/>
              </a:rPr>
              <a:t>ಕೀಂಹಾ</a:t>
            </a:r>
            <a:r>
              <a:rPr lang="en-US" sz="3201" b="1" dirty="0">
                <a:solidFill>
                  <a:prstClr val="black"/>
                </a:solidFill>
                <a:latin typeface="Calibri" pitchFamily="34" charset="0"/>
              </a:rPr>
              <a:t> ।</a:t>
            </a:r>
          </a:p>
          <a:p>
            <a:pPr algn="ctr" defTabSz="914583"/>
            <a:r>
              <a:rPr lang="en-US" sz="3201" b="1" dirty="0" err="1">
                <a:solidFill>
                  <a:prstClr val="black"/>
                </a:solidFill>
                <a:latin typeface="Calibri" pitchFamily="34" charset="0"/>
              </a:rPr>
              <a:t>ರಾಮ</a:t>
            </a:r>
            <a:r>
              <a:rPr lang="en-US" sz="3201" b="1" dirty="0">
                <a:solidFill>
                  <a:prstClr val="black"/>
                </a:solidFill>
                <a:latin typeface="Calibri" pitchFamily="34" charset="0"/>
              </a:rPr>
              <a:t> </a:t>
            </a:r>
            <a:r>
              <a:rPr lang="en-US" sz="3201" b="1" dirty="0" err="1">
                <a:solidFill>
                  <a:prstClr val="black"/>
                </a:solidFill>
                <a:latin typeface="Calibri" pitchFamily="34" charset="0"/>
              </a:rPr>
              <a:t>ಮಿಲಾಯ</a:t>
            </a:r>
            <a:r>
              <a:rPr lang="en-US" sz="3201" b="1" dirty="0">
                <a:solidFill>
                  <a:prstClr val="black"/>
                </a:solidFill>
                <a:latin typeface="Calibri" pitchFamily="34" charset="0"/>
              </a:rPr>
              <a:t> </a:t>
            </a:r>
            <a:r>
              <a:rPr lang="en-US" sz="3201" b="1" dirty="0" err="1">
                <a:solidFill>
                  <a:prstClr val="black"/>
                </a:solidFill>
                <a:latin typeface="Calibri" pitchFamily="34" charset="0"/>
              </a:rPr>
              <a:t>ರಾಜ</a:t>
            </a:r>
            <a:r>
              <a:rPr lang="en-US" sz="3201" b="1" dirty="0">
                <a:solidFill>
                  <a:prstClr val="black"/>
                </a:solidFill>
                <a:latin typeface="Calibri" pitchFamily="34" charset="0"/>
              </a:rPr>
              <a:t> </a:t>
            </a:r>
            <a:r>
              <a:rPr lang="en-US" sz="3201" b="1" dirty="0" err="1">
                <a:solidFill>
                  <a:prstClr val="black"/>
                </a:solidFill>
                <a:latin typeface="Calibri" pitchFamily="34" charset="0"/>
              </a:rPr>
              <a:t>ಪದ</a:t>
            </a:r>
            <a:r>
              <a:rPr lang="en-US" sz="3201" b="1" dirty="0">
                <a:solidFill>
                  <a:prstClr val="black"/>
                </a:solidFill>
                <a:latin typeface="Calibri" pitchFamily="34" charset="0"/>
              </a:rPr>
              <a:t> </a:t>
            </a:r>
            <a:r>
              <a:rPr lang="en-US" sz="3201" b="1" dirty="0" err="1">
                <a:solidFill>
                  <a:prstClr val="black"/>
                </a:solidFill>
                <a:latin typeface="Calibri" pitchFamily="34" charset="0"/>
              </a:rPr>
              <a:t>ದೀಂಹಾ</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೧೬</a:t>
            </a:r>
            <a:r>
              <a:rPr lang="en-US" sz="32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rendered a great service for Sugriva, It were you who united him with SHRI RAM and installed him on the Royal Throne.</a:t>
            </a:r>
          </a:p>
          <a:p>
            <a:pPr algn="ctr" defTabSz="914583"/>
            <a:r>
              <a:rPr lang="en-US" sz="3201" b="1" dirty="0">
                <a:solidFill>
                  <a:prstClr val="black"/>
                </a:solidFill>
                <a:latin typeface="Palatino Linotype" pitchFamily="18" charset="0"/>
              </a:rPr>
              <a:t>		</a:t>
            </a:r>
            <a:endParaRPr lang="en-US" sz="3201" dirty="0">
              <a:solidFill>
                <a:prstClr val="black"/>
              </a:solidFill>
              <a:latin typeface="Calibri" pitchFamily="34" charset="0"/>
            </a:endParaRPr>
          </a:p>
        </p:txBody>
      </p:sp>
    </p:spTree>
    <p:extLst>
      <p:ext uri="{BB962C8B-B14F-4D97-AF65-F5344CB8AC3E}">
        <p14:creationId xmlns:p14="http://schemas.microsoft.com/office/powerpoint/2010/main" val="21137480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524529" y="1"/>
            <a:ext cx="9146117" cy="862031"/>
          </a:xfrm>
          <a:prstGeom prst="rect">
            <a:avLst/>
          </a:prstGeom>
          <a:noFill/>
          <a:ln w="9525">
            <a:noFill/>
            <a:miter lim="800000"/>
            <a:headEnd/>
            <a:tailEnd/>
          </a:ln>
        </p:spPr>
        <p:txBody>
          <a:bodyPr>
            <a:spAutoFit/>
          </a:bodyPr>
          <a:lstStyle/>
          <a:p>
            <a:pPr algn="ctr" defTabSz="914583"/>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44035" name="Rectangle 1"/>
          <p:cNvSpPr>
            <a:spLocks noChangeArrowheads="1"/>
          </p:cNvSpPr>
          <p:nvPr/>
        </p:nvSpPr>
        <p:spPr bwMode="auto">
          <a:xfrm>
            <a:off x="1524529" y="4649276"/>
            <a:ext cx="9146117" cy="2678426"/>
          </a:xfrm>
          <a:prstGeom prst="rect">
            <a:avLst/>
          </a:prstGeom>
          <a:noFill/>
          <a:ln w="9525">
            <a:noFill/>
            <a:miter lim="800000"/>
            <a:headEnd/>
            <a:tailEnd/>
          </a:ln>
        </p:spPr>
        <p:txBody>
          <a:bodyPr>
            <a:spAutoFit/>
          </a:bodyPr>
          <a:lstStyle/>
          <a:p>
            <a:pPr defTabSz="914583"/>
            <a:r>
              <a:rPr lang="en-US" sz="2801" b="1" dirty="0">
                <a:solidFill>
                  <a:srgbClr val="000000"/>
                </a:solidFill>
                <a:latin typeface="Calibri"/>
              </a:rPr>
              <a:t>	</a:t>
            </a:r>
          </a:p>
          <a:p>
            <a:pPr defTabSz="914583"/>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83"/>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83"/>
            <a:r>
              <a:rPr lang="en-CA" sz="2801" b="1" dirty="0">
                <a:solidFill>
                  <a:srgbClr val="000000"/>
                </a:solidFill>
                <a:latin typeface="Calibri"/>
              </a:rPr>
              <a:t>			  </a:t>
            </a:r>
            <a:r>
              <a:rPr lang="kn-IN" sz="2801" b="1" dirty="0">
                <a:solidFill>
                  <a:srgbClr val="000000"/>
                </a:solidFill>
                <a:latin typeface="Calibri"/>
              </a:rPr>
              <a:t>ರಾಮ ಲಕ್ಷ್ಮಣ </a:t>
            </a:r>
            <a:r>
              <a:rPr lang="kn-IN" sz="2801" b="1" dirty="0" err="1">
                <a:solidFill>
                  <a:srgbClr val="000000"/>
                </a:solidFill>
                <a:latin typeface="Calibri"/>
              </a:rPr>
              <a:t>ಜಾನಕೀ</a:t>
            </a:r>
            <a:endParaRPr lang="kn-IN" sz="2801" b="1" dirty="0">
              <a:solidFill>
                <a:srgbClr val="000000"/>
              </a:solidFill>
              <a:latin typeface="Calibri"/>
            </a:endParaRPr>
          </a:p>
          <a:p>
            <a:pPr algn="ctr" defTabSz="914583"/>
            <a:r>
              <a:rPr lang="kn-IN" sz="2801" b="1" dirty="0">
                <a:solidFill>
                  <a:srgbClr val="000000"/>
                </a:solidFill>
                <a:latin typeface="Calibri"/>
              </a:rPr>
              <a:t>ಜೈ </a:t>
            </a:r>
            <a:r>
              <a:rPr lang="kn-IN" sz="2801" b="1" dirty="0" err="1">
                <a:solidFill>
                  <a:srgbClr val="000000"/>
                </a:solidFill>
                <a:latin typeface="Calibri"/>
              </a:rPr>
              <a:t>ಬೋಲೋ</a:t>
            </a:r>
            <a:r>
              <a:rPr lang="kn-IN" sz="2801" b="1" dirty="0">
                <a:solidFill>
                  <a:srgbClr val="000000"/>
                </a:solidFill>
                <a:latin typeface="Calibri"/>
              </a:rPr>
              <a:t> </a:t>
            </a:r>
            <a:r>
              <a:rPr lang="kn-IN" sz="2801" b="1" dirty="0" err="1">
                <a:solidFill>
                  <a:srgbClr val="000000"/>
                </a:solidFill>
                <a:latin typeface="Calibri"/>
              </a:rPr>
              <a:t>ಹನುಮಾನ್</a:t>
            </a:r>
            <a:r>
              <a:rPr lang="kn-IN" sz="2801" b="1" dirty="0">
                <a:solidFill>
                  <a:srgbClr val="000000"/>
                </a:solidFill>
                <a:latin typeface="Calibri"/>
              </a:rPr>
              <a:t> ಕೀ</a:t>
            </a:r>
            <a:endParaRPr lang="en-CA" sz="2801" b="1" dirty="0">
              <a:solidFill>
                <a:srgbClr val="000000"/>
              </a:solidFill>
              <a:latin typeface="Calibri"/>
            </a:endParaRPr>
          </a:p>
          <a:p>
            <a:pPr defTabSz="914583"/>
            <a:endParaRPr lang="en-IN" sz="2801"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524529" y="-228652"/>
            <a:ext cx="9146117" cy="5411452"/>
          </a:xfrm>
          <a:prstGeom prst="rect">
            <a:avLst/>
          </a:prstGeom>
          <a:noFill/>
          <a:ln w="9525">
            <a:noFill/>
            <a:miter lim="800000"/>
            <a:headEnd/>
            <a:tailEnd/>
          </a:ln>
        </p:spPr>
      </p:pic>
    </p:spTree>
    <p:extLst>
      <p:ext uri="{BB962C8B-B14F-4D97-AF65-F5344CB8AC3E}">
        <p14:creationId xmlns:p14="http://schemas.microsoft.com/office/powerpoint/2010/main" val="151399710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600746" y="1"/>
            <a:ext cx="9146117" cy="6095130"/>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401" b="1" dirty="0">
                <a:solidFill>
                  <a:srgbClr val="00B050"/>
                </a:solidFill>
                <a:latin typeface="Sanskrit 99" pitchFamily="2"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बिभीषन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लङ्केस्वर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भए</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a:t>
            </a:r>
            <a:r>
              <a:rPr lang="en-IN" sz="4001" b="1" dirty="0">
                <a:solidFill>
                  <a:prstClr val="black"/>
                </a:solidFill>
                <a:latin typeface="Aparajita" pitchFamily="34" charset="0"/>
              </a:rPr>
              <a:t> ॥१७॥</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Tumharo</a:t>
            </a:r>
            <a:r>
              <a:rPr lang="en-US" sz="3601" b="1" dirty="0">
                <a:solidFill>
                  <a:prstClr val="black"/>
                </a:solidFill>
                <a:latin typeface="URW Palladio IT" pitchFamily="2" charset="0"/>
              </a:rPr>
              <a:t> Mantra </a:t>
            </a:r>
            <a:r>
              <a:rPr lang="en-US" sz="3601" b="1" dirty="0" err="1">
                <a:solidFill>
                  <a:prstClr val="black"/>
                </a:solidFill>
                <a:latin typeface="URW Palladio IT" pitchFamily="2" charset="0"/>
              </a:rPr>
              <a:t>Bibhéñana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Mänä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Laìkesvara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Bhae</a:t>
            </a:r>
            <a:r>
              <a:rPr lang="en-US" sz="3601" b="1" dirty="0">
                <a:solidFill>
                  <a:prstClr val="black"/>
                </a:solidFill>
                <a:latin typeface="URW Palladio IT" pitchFamily="2" charset="0"/>
              </a:rPr>
              <a:t> Saba Jaga </a:t>
            </a:r>
            <a:r>
              <a:rPr lang="en-US" sz="3601" b="1" dirty="0" err="1">
                <a:solidFill>
                  <a:prstClr val="black"/>
                </a:solidFill>
                <a:latin typeface="URW Palladio IT" pitchFamily="2" charset="0"/>
              </a:rPr>
              <a:t>Jänä</a:t>
            </a:r>
            <a:r>
              <a:rPr lang="en-US" sz="3601" b="1" dirty="0">
                <a:solidFill>
                  <a:prstClr val="black"/>
                </a:solidFill>
                <a:latin typeface="URW Palladio IT" pitchFamily="2" charset="0"/>
              </a:rPr>
              <a:t> || - 17</a:t>
            </a:r>
          </a:p>
          <a:p>
            <a:pPr algn="ctr" defTabSz="914583"/>
            <a:endParaRPr lang="en-US" sz="3601" b="1" dirty="0">
              <a:solidFill>
                <a:prstClr val="black"/>
              </a:solidFill>
              <a:latin typeface="URW Palladio IT" pitchFamily="2" charset="0"/>
            </a:endParaRPr>
          </a:p>
          <a:p>
            <a:pPr algn="ctr" defTabSz="914583"/>
            <a:r>
              <a:rPr lang="en-US" sz="3201" b="1" dirty="0" err="1">
                <a:solidFill>
                  <a:prstClr val="black"/>
                </a:solidFill>
                <a:latin typeface="Calibri" pitchFamily="34" charset="0"/>
              </a:rPr>
              <a:t>ತುಮ್ಹ</a:t>
            </a:r>
            <a:r>
              <a:rPr lang="kn-IN" sz="3201" b="1" dirty="0" err="1">
                <a:solidFill>
                  <a:prstClr val="black"/>
                </a:solidFill>
                <a:latin typeface="Calibri" pitchFamily="34" charset="0"/>
                <a:ea typeface="Tunga" pitchFamily="2"/>
                <a:cs typeface="Tunga" pitchFamily="2"/>
              </a:rPr>
              <a:t>ರೋ</a:t>
            </a:r>
            <a:r>
              <a:rPr lang="en-US" sz="3201" b="1" dirty="0">
                <a:solidFill>
                  <a:prstClr val="black"/>
                </a:solidFill>
                <a:latin typeface="Calibri" pitchFamily="34" charset="0"/>
              </a:rPr>
              <a:t> </a:t>
            </a:r>
            <a:r>
              <a:rPr lang="en-US" sz="3201" b="1" dirty="0" err="1">
                <a:solidFill>
                  <a:prstClr val="black"/>
                </a:solidFill>
                <a:latin typeface="Calibri" pitchFamily="34" charset="0"/>
              </a:rPr>
              <a:t>ಮಂತ್ರ</a:t>
            </a:r>
            <a:r>
              <a:rPr lang="en-US" sz="3201" b="1" dirty="0">
                <a:solidFill>
                  <a:prstClr val="black"/>
                </a:solidFill>
                <a:latin typeface="Calibri" pitchFamily="34" charset="0"/>
              </a:rPr>
              <a:t> </a:t>
            </a:r>
            <a:r>
              <a:rPr lang="en-US" sz="3201" b="1" dirty="0" err="1">
                <a:solidFill>
                  <a:prstClr val="black"/>
                </a:solidFill>
                <a:latin typeface="Calibri" pitchFamily="34" charset="0"/>
              </a:rPr>
              <a:t>ಬಿಭೀಷಣ</a:t>
            </a:r>
            <a:r>
              <a:rPr lang="en-US" sz="3201" b="1" dirty="0">
                <a:solidFill>
                  <a:prstClr val="black"/>
                </a:solidFill>
                <a:latin typeface="Calibri" pitchFamily="34" charset="0"/>
              </a:rPr>
              <a:t> </a:t>
            </a:r>
            <a:r>
              <a:rPr lang="en-US" sz="3201" b="1" dirty="0" err="1">
                <a:solidFill>
                  <a:prstClr val="black"/>
                </a:solidFill>
                <a:latin typeface="Calibri" pitchFamily="34" charset="0"/>
              </a:rPr>
              <a:t>ಮಾನಾ</a:t>
            </a:r>
            <a:r>
              <a:rPr lang="en-US" sz="3201" b="1" dirty="0">
                <a:solidFill>
                  <a:prstClr val="black"/>
                </a:solidFill>
                <a:latin typeface="Calibri" pitchFamily="34" charset="0"/>
              </a:rPr>
              <a:t> ।</a:t>
            </a:r>
          </a:p>
          <a:p>
            <a:pPr algn="ctr" defTabSz="914583"/>
            <a:r>
              <a:rPr lang="en-US" sz="3201" b="1" dirty="0" err="1">
                <a:solidFill>
                  <a:prstClr val="black"/>
                </a:solidFill>
                <a:latin typeface="Calibri" pitchFamily="34" charset="0"/>
              </a:rPr>
              <a:t>ಲಂಕೇಶ್ವರ</a:t>
            </a:r>
            <a:r>
              <a:rPr lang="en-US" sz="3201" b="1" dirty="0">
                <a:solidFill>
                  <a:prstClr val="black"/>
                </a:solidFill>
                <a:latin typeface="Calibri" pitchFamily="34" charset="0"/>
              </a:rPr>
              <a:t> </a:t>
            </a:r>
            <a:r>
              <a:rPr lang="en-US" sz="3201" b="1" dirty="0" err="1">
                <a:solidFill>
                  <a:prstClr val="black"/>
                </a:solidFill>
                <a:latin typeface="Calibri" pitchFamily="34" charset="0"/>
              </a:rPr>
              <a:t>ಭಯೇ</a:t>
            </a:r>
            <a:r>
              <a:rPr lang="en-US" sz="3201" b="1" dirty="0">
                <a:solidFill>
                  <a:prstClr val="black"/>
                </a:solidFill>
                <a:latin typeface="Calibri" pitchFamily="34" charset="0"/>
              </a:rPr>
              <a:t> </a:t>
            </a:r>
            <a:r>
              <a:rPr lang="en-US" sz="3201" b="1" dirty="0" err="1">
                <a:solidFill>
                  <a:prstClr val="black"/>
                </a:solidFill>
                <a:latin typeface="Calibri" pitchFamily="34" charset="0"/>
              </a:rPr>
              <a:t>ಸಬ</a:t>
            </a:r>
            <a:r>
              <a:rPr lang="en-US" sz="3201" b="1" dirty="0">
                <a:solidFill>
                  <a:prstClr val="black"/>
                </a:solidFill>
                <a:latin typeface="Calibri" pitchFamily="34" charset="0"/>
              </a:rPr>
              <a:t> </a:t>
            </a:r>
            <a:r>
              <a:rPr lang="en-US" sz="3201" b="1" dirty="0" err="1">
                <a:solidFill>
                  <a:prstClr val="black"/>
                </a:solidFill>
                <a:latin typeface="Calibri" pitchFamily="34" charset="0"/>
              </a:rPr>
              <a:t>ಜಗ</a:t>
            </a:r>
            <a:r>
              <a:rPr lang="en-US" sz="3201" b="1" dirty="0">
                <a:solidFill>
                  <a:prstClr val="black"/>
                </a:solidFill>
                <a:latin typeface="Calibri" pitchFamily="34" charset="0"/>
              </a:rPr>
              <a:t> </a:t>
            </a:r>
            <a:r>
              <a:rPr lang="en-US" sz="3201" b="1" dirty="0" err="1">
                <a:solidFill>
                  <a:prstClr val="black"/>
                </a:solidFill>
                <a:latin typeface="Calibri" pitchFamily="34" charset="0"/>
              </a:rPr>
              <a:t>ಜಾನಾ</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೧೭</a:t>
            </a:r>
            <a:r>
              <a:rPr lang="en-US" sz="3201" b="1" dirty="0">
                <a:solidFill>
                  <a:prstClr val="black"/>
                </a:solidFill>
                <a:latin typeface="Calibri" pitchFamily="34" charset="0"/>
              </a:rPr>
              <a:t>॥</a:t>
            </a:r>
          </a:p>
          <a:p>
            <a:pPr algn="ctr" defTabSz="914583"/>
            <a:endParaRPr lang="en-US" sz="32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By heeding your advice. </a:t>
            </a:r>
            <a:r>
              <a:rPr lang="en-US" sz="2400" b="1" dirty="0" err="1">
                <a:solidFill>
                  <a:prstClr val="black"/>
                </a:solidFill>
                <a:latin typeface="Palatino Linotype" pitchFamily="18" charset="0"/>
              </a:rPr>
              <a:t>Vibhishan</a:t>
            </a:r>
            <a:r>
              <a:rPr lang="en-US" sz="2400"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4028106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676964" y="15"/>
            <a:ext cx="8765028" cy="7665047"/>
          </a:xfrm>
          <a:prstGeom prst="rect">
            <a:avLst/>
          </a:prstGeom>
          <a:noFill/>
          <a:ln w="9525">
            <a:noFill/>
            <a:miter lim="800000"/>
            <a:headEnd/>
            <a:tailEnd/>
          </a:ln>
        </p:spPr>
        <p:txBody>
          <a:bodyPr>
            <a:spAutoFit/>
          </a:bodyPr>
          <a:lstStyle/>
          <a:p>
            <a:pPr algn="ctr" defTabSz="914583"/>
            <a:endParaRPr lang="en-IN" sz="16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जोजन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लील्यो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a:t>
            </a:r>
            <a:r>
              <a:rPr lang="en-IN" sz="4001" b="1" dirty="0">
                <a:solidFill>
                  <a:prstClr val="black"/>
                </a:solidFill>
                <a:latin typeface="Aparajita" pitchFamily="34" charset="0"/>
              </a:rPr>
              <a:t> ॥१८॥</a:t>
            </a:r>
          </a:p>
          <a:p>
            <a:pPr algn="ctr" defTabSz="914583"/>
            <a:endParaRPr lang="en-IN" sz="36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Juga </a:t>
            </a:r>
            <a:r>
              <a:rPr lang="en-US" sz="3601" b="1" dirty="0" err="1">
                <a:solidFill>
                  <a:prstClr val="black"/>
                </a:solidFill>
                <a:latin typeface="URW Palladio IT" pitchFamily="2" charset="0"/>
              </a:rPr>
              <a:t>Sahasra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Jojana</a:t>
            </a:r>
            <a:r>
              <a:rPr lang="en-US" sz="3601" b="1" dirty="0">
                <a:solidFill>
                  <a:prstClr val="black"/>
                </a:solidFill>
                <a:latin typeface="URW Palladio IT" pitchFamily="2" charset="0"/>
              </a:rPr>
              <a:t> Para </a:t>
            </a:r>
            <a:r>
              <a:rPr lang="en-US" sz="3601" b="1" dirty="0" err="1">
                <a:solidFill>
                  <a:prstClr val="black"/>
                </a:solidFill>
                <a:latin typeface="URW Palladio IT" pitchFamily="2" charset="0"/>
              </a:rPr>
              <a:t>Bhänü</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Lélyo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Tähi</a:t>
            </a:r>
            <a:r>
              <a:rPr lang="en-US" sz="3601" b="1" dirty="0">
                <a:solidFill>
                  <a:prstClr val="black"/>
                </a:solidFill>
                <a:latin typeface="URW Palladio IT" pitchFamily="2" charset="0"/>
              </a:rPr>
              <a:t> Madhura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Jänü</a:t>
            </a:r>
            <a:r>
              <a:rPr lang="en-US" sz="3601" b="1" dirty="0">
                <a:solidFill>
                  <a:prstClr val="black"/>
                </a:solidFill>
                <a:latin typeface="URW Palladio IT" pitchFamily="2" charset="0"/>
              </a:rPr>
              <a:t> || - 18</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ಸಹ</a:t>
            </a:r>
            <a:r>
              <a:rPr lang="kn-IN" sz="3601" b="1" dirty="0" err="1">
                <a:solidFill>
                  <a:prstClr val="black"/>
                </a:solidFill>
                <a:latin typeface="Calibri" pitchFamily="34" charset="0"/>
                <a:ea typeface="Tunga" pitchFamily="2"/>
                <a:cs typeface="Tunga" pitchFamily="2"/>
              </a:rPr>
              <a:t>ಸ್ರ</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ಜೋಜನ</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ಭಾನು</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ಲೀಲ್ಯೋ</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ತಾಹಿ</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ಮಧುರ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ಫಲ</a:t>
            </a:r>
            <a:r>
              <a:rPr lang="en-US" sz="3601" b="1" dirty="0">
                <a:solidFill>
                  <a:prstClr val="black"/>
                </a:solidFill>
                <a:latin typeface="Calibri" pitchFamily="34" charset="0"/>
              </a:rPr>
              <a:t> </a:t>
            </a:r>
            <a:r>
              <a:rPr lang="en-US" sz="3601" b="1" dirty="0" err="1">
                <a:solidFill>
                  <a:prstClr val="black"/>
                </a:solidFill>
                <a:latin typeface="Calibri" pitchFamily="34" charset="0"/>
              </a:rPr>
              <a:t>ಜಾನು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೧೮</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gulped, the SUN at distance of sixteen thousand miles considering it to be a sweet fruit.</a:t>
            </a:r>
          </a:p>
          <a:p>
            <a:pPr algn="ctr" defTabSz="914583"/>
            <a:r>
              <a:rPr lang="en-US" sz="2400" b="1" dirty="0">
                <a:solidFill>
                  <a:prstClr val="black"/>
                </a:solidFill>
                <a:latin typeface="Palatino Linotype" pitchFamily="18" charset="0"/>
              </a:rPr>
              <a:t>		</a:t>
            </a:r>
            <a:r>
              <a:rPr lang="en-US" sz="3601" b="1" dirty="0">
                <a:solidFill>
                  <a:prstClr val="black"/>
                </a:solidFill>
                <a:latin typeface="Calibri" pitchFamily="34" charset="0"/>
              </a:rPr>
              <a:t/>
            </a:r>
            <a:br>
              <a:rPr lang="en-US" sz="3601" b="1" dirty="0">
                <a:solidFill>
                  <a:prstClr val="black"/>
                </a:solidFill>
                <a:latin typeface="Calibri" pitchFamily="34" charset="0"/>
              </a:rPr>
            </a:br>
            <a:endParaRPr lang="en-US" sz="3601" b="1" dirty="0">
              <a:solidFill>
                <a:prstClr val="black"/>
              </a:solidFill>
              <a:latin typeface="Calibri" pitchFamily="34" charset="0"/>
            </a:endParaRPr>
          </a:p>
        </p:txBody>
      </p:sp>
    </p:spTree>
    <p:extLst>
      <p:ext uri="{BB962C8B-B14F-4D97-AF65-F5344CB8AC3E}">
        <p14:creationId xmlns:p14="http://schemas.microsoft.com/office/powerpoint/2010/main" val="352499738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600746" y="1"/>
            <a:ext cx="9069899" cy="6587701"/>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प्रभु</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मुद्रिका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जलधि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लाँघि</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अचरज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नाहीं</a:t>
            </a:r>
            <a:r>
              <a:rPr lang="en-IN" sz="4001" b="1" dirty="0">
                <a:solidFill>
                  <a:prstClr val="black"/>
                </a:solidFill>
                <a:latin typeface="Aparajita" pitchFamily="34" charset="0"/>
              </a:rPr>
              <a:t> ॥१९॥</a:t>
            </a:r>
          </a:p>
          <a:p>
            <a:pPr algn="ctr" defTabSz="914583"/>
            <a:endParaRPr lang="en-IN" sz="4001" b="1" dirty="0">
              <a:solidFill>
                <a:prstClr val="black"/>
              </a:solidFill>
              <a:latin typeface="Aparajita" pitchFamily="34" charset="0"/>
            </a:endParaRPr>
          </a:p>
          <a:p>
            <a:pPr algn="ctr" defTabSz="914583"/>
            <a:r>
              <a:rPr lang="en-US" sz="3201" b="1" dirty="0">
                <a:solidFill>
                  <a:prstClr val="black"/>
                </a:solidFill>
                <a:latin typeface="URW Palladio IT" pitchFamily="2" charset="0"/>
              </a:rPr>
              <a:t>Prabhu </a:t>
            </a:r>
            <a:r>
              <a:rPr lang="en-US" sz="3201" b="1" dirty="0" err="1">
                <a:solidFill>
                  <a:prstClr val="black"/>
                </a:solidFill>
                <a:latin typeface="URW Palladio IT" pitchFamily="2" charset="0"/>
              </a:rPr>
              <a:t>Mudrikä</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Meli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Mukha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Mähéà</a:t>
            </a:r>
            <a:r>
              <a:rPr lang="en-US" sz="3201" b="1" dirty="0">
                <a:solidFill>
                  <a:prstClr val="black"/>
                </a:solidFill>
                <a:latin typeface="URW Palladio IT" pitchFamily="2" charset="0"/>
              </a:rPr>
              <a:t> | </a:t>
            </a:r>
          </a:p>
          <a:p>
            <a:pPr algn="ctr" defTabSz="914583"/>
            <a:r>
              <a:rPr lang="en-US" sz="3201" b="1" dirty="0" err="1">
                <a:solidFill>
                  <a:prstClr val="black"/>
                </a:solidFill>
                <a:latin typeface="URW Palladio IT" pitchFamily="2" charset="0"/>
              </a:rPr>
              <a:t>Jaladhi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Läðghi</a:t>
            </a:r>
            <a:r>
              <a:rPr lang="en-US" sz="3201" b="1" dirty="0">
                <a:solidFill>
                  <a:prstClr val="black"/>
                </a:solidFill>
                <a:latin typeface="URW Palladio IT" pitchFamily="2" charset="0"/>
              </a:rPr>
              <a:t> Gaye </a:t>
            </a:r>
            <a:r>
              <a:rPr lang="en-US" sz="3201" b="1" dirty="0" err="1">
                <a:solidFill>
                  <a:prstClr val="black"/>
                </a:solidFill>
                <a:latin typeface="URW Palladio IT" pitchFamily="2" charset="0"/>
              </a:rPr>
              <a:t>Acaraja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Nähéà</a:t>
            </a:r>
            <a:r>
              <a:rPr lang="en-US" sz="3201" b="1" dirty="0">
                <a:solidFill>
                  <a:prstClr val="black"/>
                </a:solidFill>
                <a:latin typeface="URW Palladio IT" pitchFamily="2" charset="0"/>
              </a:rPr>
              <a:t> || - 19</a:t>
            </a:r>
          </a:p>
          <a:p>
            <a:pPr algn="ctr" defTabSz="914583"/>
            <a:endParaRPr lang="en-US" sz="3201" b="1" dirty="0">
              <a:solidFill>
                <a:prstClr val="black"/>
              </a:solidFill>
              <a:latin typeface="URW Palladio IT" pitchFamily="2" charset="0"/>
            </a:endParaRPr>
          </a:p>
          <a:p>
            <a:pPr algn="ctr" defTabSz="914583"/>
            <a:r>
              <a:rPr lang="en-US" sz="3201" b="1" dirty="0" err="1">
                <a:solidFill>
                  <a:prstClr val="black"/>
                </a:solidFill>
                <a:latin typeface="Calibri" pitchFamily="34" charset="0"/>
              </a:rPr>
              <a:t>ಪ್ರಭು</a:t>
            </a:r>
            <a:r>
              <a:rPr lang="en-US" sz="3201" b="1" dirty="0">
                <a:solidFill>
                  <a:prstClr val="black"/>
                </a:solidFill>
                <a:latin typeface="Calibri" pitchFamily="34" charset="0"/>
              </a:rPr>
              <a:t> </a:t>
            </a:r>
            <a:r>
              <a:rPr lang="en-US" sz="3201" b="1" dirty="0" err="1">
                <a:solidFill>
                  <a:prstClr val="black"/>
                </a:solidFill>
                <a:latin typeface="Calibri" pitchFamily="34" charset="0"/>
              </a:rPr>
              <a:t>ಮುದ್ರಿಕಾ</a:t>
            </a:r>
            <a:r>
              <a:rPr lang="en-US" sz="3201" b="1" dirty="0">
                <a:solidFill>
                  <a:prstClr val="black"/>
                </a:solidFill>
                <a:latin typeface="Calibri" pitchFamily="34" charset="0"/>
              </a:rPr>
              <a:t> </a:t>
            </a:r>
            <a:r>
              <a:rPr lang="en-US" sz="3201" b="1" dirty="0" err="1">
                <a:solidFill>
                  <a:prstClr val="black"/>
                </a:solidFill>
                <a:latin typeface="Calibri" pitchFamily="34" charset="0"/>
              </a:rPr>
              <a:t>ಮೇಲಿ</a:t>
            </a:r>
            <a:r>
              <a:rPr lang="en-US" sz="3201" b="1" dirty="0">
                <a:solidFill>
                  <a:prstClr val="black"/>
                </a:solidFill>
                <a:latin typeface="Calibri" pitchFamily="34" charset="0"/>
              </a:rPr>
              <a:t> </a:t>
            </a:r>
            <a:r>
              <a:rPr lang="en-US" sz="3201" b="1" dirty="0" err="1">
                <a:solidFill>
                  <a:prstClr val="black"/>
                </a:solidFill>
                <a:latin typeface="Calibri" pitchFamily="34" charset="0"/>
              </a:rPr>
              <a:t>ಮುಖ</a:t>
            </a:r>
            <a:r>
              <a:rPr lang="en-US" sz="3201" b="1" dirty="0">
                <a:solidFill>
                  <a:prstClr val="black"/>
                </a:solidFill>
                <a:latin typeface="Calibri" pitchFamily="34" charset="0"/>
              </a:rPr>
              <a:t> </a:t>
            </a:r>
            <a:r>
              <a:rPr lang="en-US" sz="3201" b="1" dirty="0" err="1">
                <a:solidFill>
                  <a:prstClr val="black"/>
                </a:solidFill>
                <a:latin typeface="Calibri" pitchFamily="34" charset="0"/>
              </a:rPr>
              <a:t>ಮಾಹೀಂ</a:t>
            </a:r>
            <a:r>
              <a:rPr lang="en-US" sz="3201" b="1" dirty="0">
                <a:solidFill>
                  <a:prstClr val="black"/>
                </a:solidFill>
                <a:latin typeface="Calibri" pitchFamily="34" charset="0"/>
              </a:rPr>
              <a:t> ।</a:t>
            </a:r>
          </a:p>
          <a:p>
            <a:pPr algn="ctr" defTabSz="914583"/>
            <a:r>
              <a:rPr lang="en-US" sz="3201" b="1" dirty="0" err="1">
                <a:solidFill>
                  <a:prstClr val="black"/>
                </a:solidFill>
                <a:latin typeface="Calibri" pitchFamily="34" charset="0"/>
              </a:rPr>
              <a:t>ಜಲಧಿಲಾಂಘಿ</a:t>
            </a:r>
            <a:r>
              <a:rPr lang="en-US" sz="3201" b="1" dirty="0">
                <a:solidFill>
                  <a:prstClr val="black"/>
                </a:solidFill>
                <a:latin typeface="Calibri" pitchFamily="34" charset="0"/>
              </a:rPr>
              <a:t> </a:t>
            </a:r>
            <a:r>
              <a:rPr lang="en-US" sz="3201" b="1" dirty="0" err="1">
                <a:solidFill>
                  <a:prstClr val="black"/>
                </a:solidFill>
                <a:latin typeface="Calibri" pitchFamily="34" charset="0"/>
              </a:rPr>
              <a:t>ಗಯೇ</a:t>
            </a:r>
            <a:r>
              <a:rPr lang="en-US" sz="3201" b="1" dirty="0">
                <a:solidFill>
                  <a:prstClr val="black"/>
                </a:solidFill>
                <a:latin typeface="Calibri" pitchFamily="34" charset="0"/>
              </a:rPr>
              <a:t> </a:t>
            </a:r>
            <a:r>
              <a:rPr lang="en-US" sz="3201" b="1" dirty="0" err="1">
                <a:solidFill>
                  <a:prstClr val="black"/>
                </a:solidFill>
                <a:latin typeface="Calibri" pitchFamily="34" charset="0"/>
              </a:rPr>
              <a:t>ಅಚರಜ</a:t>
            </a:r>
            <a:r>
              <a:rPr lang="en-US" sz="3201" b="1" dirty="0">
                <a:solidFill>
                  <a:prstClr val="black"/>
                </a:solidFill>
                <a:latin typeface="Calibri" pitchFamily="34" charset="0"/>
              </a:rPr>
              <a:t> </a:t>
            </a:r>
            <a:r>
              <a:rPr lang="en-US" sz="3201" b="1" dirty="0" err="1">
                <a:solidFill>
                  <a:prstClr val="black"/>
                </a:solidFill>
                <a:latin typeface="Calibri" pitchFamily="34" charset="0"/>
              </a:rPr>
              <a:t>ನಾಹೀಂ</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೧೯</a:t>
            </a:r>
            <a:r>
              <a:rPr lang="en-US" sz="32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Carrying the Lord's ring in his mouth, he went across the ocean. There is no wonder in that.</a:t>
            </a:r>
          </a:p>
          <a:p>
            <a:pPr algn="ctr" defTabSz="914583"/>
            <a:r>
              <a:rPr lang="en-US" sz="4001" b="1" dirty="0">
                <a:solidFill>
                  <a:prstClr val="black"/>
                </a:solidFill>
                <a:latin typeface="Palatino Linotype" pitchFamily="18" charset="0"/>
              </a:rPr>
              <a:t>		</a:t>
            </a:r>
            <a:endParaRPr lang="en-US" sz="4001" dirty="0">
              <a:solidFill>
                <a:prstClr val="black"/>
              </a:solidFill>
              <a:latin typeface="Calibri" pitchFamily="34" charset="0"/>
            </a:endParaRPr>
          </a:p>
        </p:txBody>
      </p:sp>
    </p:spTree>
    <p:extLst>
      <p:ext uri="{BB962C8B-B14F-4D97-AF65-F5344CB8AC3E}">
        <p14:creationId xmlns:p14="http://schemas.microsoft.com/office/powerpoint/2010/main" val="22418552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676964" y="14"/>
            <a:ext cx="9146117" cy="6556667"/>
          </a:xfrm>
          <a:prstGeom prst="rect">
            <a:avLst/>
          </a:prstGeom>
          <a:noFill/>
          <a:ln w="9525">
            <a:noFill/>
            <a:miter lim="800000"/>
            <a:headEnd/>
            <a:tailEnd/>
          </a:ln>
        </p:spPr>
        <p:txBody>
          <a:bodyPr wrap="square">
            <a:spAutoFit/>
          </a:bodyPr>
          <a:lstStyle/>
          <a:p>
            <a:pPr algn="ctr" defTabSz="914583"/>
            <a:endParaRPr lang="en-IN" sz="1400" b="1" dirty="0">
              <a:solidFill>
                <a:prstClr val="black"/>
              </a:solidFill>
              <a:latin typeface="Aparajita" pitchFamily="34" charset="0"/>
            </a:endParaRPr>
          </a:p>
          <a:p>
            <a:pPr algn="ctr" defTabSz="914583"/>
            <a:r>
              <a:rPr lang="en-IN" sz="5401" b="1" dirty="0">
                <a:solidFill>
                  <a:prstClr val="black"/>
                </a:solidFill>
                <a:latin typeface="Aparajita" pitchFamily="34" charset="0"/>
              </a:rPr>
              <a:t> </a:t>
            </a:r>
            <a:r>
              <a:rPr lang="en-IN" sz="4001" b="1" dirty="0" err="1">
                <a:solidFill>
                  <a:prstClr val="black"/>
                </a:solidFill>
                <a:latin typeface="Aparajita" pitchFamily="34" charset="0"/>
              </a:rPr>
              <a:t>दुर्गम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अनुग्रह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तेते</a:t>
            </a:r>
            <a:r>
              <a:rPr lang="en-IN" sz="4001" b="1" dirty="0">
                <a:solidFill>
                  <a:prstClr val="black"/>
                </a:solidFill>
                <a:latin typeface="Aparajita" pitchFamily="34" charset="0"/>
              </a:rPr>
              <a:t> ॥२०॥</a:t>
            </a:r>
          </a:p>
          <a:p>
            <a:pPr algn="ctr" defTabSz="914583"/>
            <a:endParaRPr lang="en-IN" sz="3601" b="1" dirty="0">
              <a:solidFill>
                <a:prstClr val="black"/>
              </a:solidFill>
              <a:latin typeface="Aparajita" pitchFamily="34" charset="0"/>
            </a:endParaRPr>
          </a:p>
          <a:p>
            <a:pPr algn="ctr" defTabSz="914583"/>
            <a:r>
              <a:rPr lang="en-US" sz="3601" b="1" dirty="0">
                <a:solidFill>
                  <a:prstClr val="black"/>
                </a:solidFill>
                <a:latin typeface="Aparajita" pitchFamily="34" charset="0"/>
              </a:rPr>
              <a:t>    </a:t>
            </a:r>
            <a:r>
              <a:rPr lang="en-US" sz="3601" b="1" dirty="0" err="1">
                <a:solidFill>
                  <a:prstClr val="black"/>
                </a:solidFill>
                <a:latin typeface="URW Palladio IT" pitchFamily="2" charset="0"/>
              </a:rPr>
              <a:t>Durgama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Jete</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Sugama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Anugraha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Tete</a:t>
            </a:r>
            <a:r>
              <a:rPr lang="en-US" sz="3601" b="1" dirty="0">
                <a:solidFill>
                  <a:prstClr val="black"/>
                </a:solidFill>
                <a:latin typeface="URW Palladio IT" pitchFamily="2" charset="0"/>
              </a:rPr>
              <a:t> || - 20</a:t>
            </a:r>
          </a:p>
          <a:p>
            <a:pPr algn="ctr" defTabSz="914583"/>
            <a:endParaRPr lang="en-US" sz="3601" b="1" dirty="0">
              <a:solidFill>
                <a:prstClr val="black"/>
              </a:solidFill>
              <a:latin typeface="URW Palladio IT" pitchFamily="2" charset="0"/>
            </a:endParaRPr>
          </a:p>
          <a:p>
            <a:pPr algn="ctr" defTabSz="914583"/>
            <a:r>
              <a:rPr lang="en-US" sz="3601" b="1" dirty="0">
                <a:solidFill>
                  <a:prstClr val="black"/>
                </a:solidFill>
                <a:latin typeface="URW Palladio IT" pitchFamily="2" charset="0"/>
              </a:rPr>
              <a:t>    </a:t>
            </a:r>
            <a:r>
              <a:rPr lang="en-US" sz="3601" b="1" dirty="0" err="1">
                <a:solidFill>
                  <a:prstClr val="black"/>
                </a:solidFill>
                <a:latin typeface="Calibri" pitchFamily="34" charset="0"/>
              </a:rPr>
              <a:t>ದುರ್ಗಮ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ಜಗತ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ಜೇತೇ</a:t>
            </a:r>
            <a:r>
              <a:rPr lang="en-US" sz="3601" b="1" dirty="0">
                <a:solidFill>
                  <a:prstClr val="black"/>
                </a:solidFill>
                <a:latin typeface="Calibri" pitchFamily="34" charset="0"/>
              </a:rPr>
              <a:t> ।</a:t>
            </a:r>
          </a:p>
          <a:p>
            <a:pPr algn="ctr" defTabSz="914583"/>
            <a:r>
              <a:rPr lang="en-US" sz="3601" b="1" dirty="0">
                <a:solidFill>
                  <a:prstClr val="black"/>
                </a:solidFill>
                <a:latin typeface="Calibri" pitchFamily="34" charset="0"/>
              </a:rPr>
              <a:t>  </a:t>
            </a:r>
            <a:r>
              <a:rPr lang="en-US" sz="3601" b="1" dirty="0" err="1">
                <a:solidFill>
                  <a:prstClr val="black"/>
                </a:solidFill>
                <a:latin typeface="Calibri" pitchFamily="34" charset="0"/>
              </a:rPr>
              <a:t>ಸುಗಮ</a:t>
            </a:r>
            <a:r>
              <a:rPr lang="en-US" sz="3601" b="1" dirty="0">
                <a:solidFill>
                  <a:prstClr val="black"/>
                </a:solidFill>
                <a:latin typeface="Calibri" pitchFamily="34" charset="0"/>
              </a:rPr>
              <a:t> </a:t>
            </a:r>
            <a:r>
              <a:rPr lang="en-US" sz="3601" b="1" dirty="0" err="1">
                <a:solidFill>
                  <a:prstClr val="black"/>
                </a:solidFill>
                <a:latin typeface="Calibri" pitchFamily="34" charset="0"/>
              </a:rPr>
              <a:t>ಅನುಗ್ರಹ</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ತೇತೇ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೨೦</a:t>
            </a:r>
            <a:r>
              <a:rPr lang="en-US" sz="3601" b="1" dirty="0">
                <a:solidFill>
                  <a:prstClr val="black"/>
                </a:solidFill>
                <a:latin typeface="Calibri" pitchFamily="34" charset="0"/>
              </a:rPr>
              <a:t>॥</a:t>
            </a:r>
          </a:p>
          <a:p>
            <a:pPr algn="ctr" defTabSz="914583"/>
            <a:endParaRPr lang="en-US" sz="2400" b="1" dirty="0">
              <a:solidFill>
                <a:prstClr val="black"/>
              </a:solidFill>
              <a:latin typeface="Calibri" pitchFamily="34" charset="0"/>
            </a:endParaRPr>
          </a:p>
          <a:p>
            <a:pPr algn="ctr" defTabSz="914583"/>
            <a:r>
              <a:rPr lang="en-US" sz="2400" b="1" dirty="0">
                <a:solidFill>
                  <a:prstClr val="black"/>
                </a:solidFill>
                <a:latin typeface="URW Palladio IT" pitchFamily="2" charset="0"/>
              </a:rPr>
              <a:t>   </a:t>
            </a:r>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all the difficult tasks in the world are rendered easiest by your grace.</a:t>
            </a:r>
          </a:p>
          <a:p>
            <a:pPr algn="ctr" defTabSz="914583"/>
            <a:r>
              <a:rPr lang="en-US" sz="2400" b="1" dirty="0">
                <a:solidFill>
                  <a:prstClr val="black"/>
                </a:solidFill>
                <a:latin typeface="Palatino Linotype" pitchFamily="18" charset="0"/>
              </a:rPr>
              <a:t>		</a:t>
            </a:r>
            <a:endParaRPr lang="en-US" sz="4001" dirty="0">
              <a:solidFill>
                <a:prstClr val="black"/>
              </a:solidFill>
              <a:latin typeface="Calibri" pitchFamily="34" charset="0"/>
            </a:endParaRPr>
          </a:p>
        </p:txBody>
      </p:sp>
    </p:spTree>
    <p:extLst>
      <p:ext uri="{BB962C8B-B14F-4D97-AF65-F5344CB8AC3E}">
        <p14:creationId xmlns:p14="http://schemas.microsoft.com/office/powerpoint/2010/main" val="3221068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829399" y="258825"/>
            <a:ext cx="8612593" cy="6957033"/>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दुआरे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रखवारे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आज्ञा</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पैसारे</a:t>
            </a:r>
            <a:r>
              <a:rPr lang="en-IN" sz="4001" b="1" dirty="0">
                <a:solidFill>
                  <a:prstClr val="black"/>
                </a:solidFill>
                <a:latin typeface="Aparajita" pitchFamily="34" charset="0"/>
              </a:rPr>
              <a:t> ॥२१॥</a:t>
            </a:r>
          </a:p>
          <a:p>
            <a:pPr algn="ctr" defTabSz="914583"/>
            <a:endParaRPr lang="en-IN" sz="36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Duäre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Rakhaväre</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Hota</a:t>
            </a:r>
            <a:r>
              <a:rPr lang="en-US" sz="3601" b="1" dirty="0">
                <a:solidFill>
                  <a:prstClr val="black"/>
                </a:solidFill>
                <a:latin typeface="URW Palladio IT" pitchFamily="2" charset="0"/>
              </a:rPr>
              <a:t> Na </a:t>
            </a:r>
            <a:r>
              <a:rPr lang="en-US" sz="3601" b="1" dirty="0" err="1">
                <a:solidFill>
                  <a:prstClr val="black"/>
                </a:solidFill>
                <a:latin typeface="URW Palladio IT" pitchFamily="2" charset="0"/>
              </a:rPr>
              <a:t>Äjïä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Binu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Paisäre</a:t>
            </a:r>
            <a:r>
              <a:rPr lang="en-US" sz="3601" b="1" dirty="0">
                <a:solidFill>
                  <a:prstClr val="black"/>
                </a:solidFill>
                <a:latin typeface="URW Palladio IT" pitchFamily="2" charset="0"/>
              </a:rPr>
              <a:t> || - 21</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ದುವಾರೇ</a:t>
            </a:r>
            <a:r>
              <a:rPr lang="en-US" sz="3601" b="1" dirty="0">
                <a:solidFill>
                  <a:prstClr val="black"/>
                </a:solidFill>
                <a:latin typeface="Calibri" pitchFamily="34" charset="0"/>
              </a:rPr>
              <a:t> </a:t>
            </a:r>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ರಖವಾರೇ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ಹೋತ</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ಆಜ್ಞಾ</a:t>
            </a:r>
            <a:r>
              <a:rPr lang="en-US" sz="3601" b="1" dirty="0">
                <a:solidFill>
                  <a:prstClr val="black"/>
                </a:solidFill>
                <a:latin typeface="Calibri" pitchFamily="34" charset="0"/>
              </a:rPr>
              <a:t> </a:t>
            </a:r>
            <a:r>
              <a:rPr lang="en-US" sz="3601" b="1" dirty="0" err="1">
                <a:solidFill>
                  <a:prstClr val="black"/>
                </a:solidFill>
                <a:latin typeface="Calibri" pitchFamily="34" charset="0"/>
              </a:rPr>
              <a:t>ಬಿನು</a:t>
            </a:r>
            <a:r>
              <a:rPr lang="en-US" sz="3601" b="1" dirty="0">
                <a:solidFill>
                  <a:prstClr val="black"/>
                </a:solidFill>
                <a:latin typeface="Calibri" pitchFamily="34" charset="0"/>
              </a:rPr>
              <a:t> </a:t>
            </a:r>
            <a:r>
              <a:rPr lang="en-US" sz="3601" b="1" dirty="0" err="1">
                <a:solidFill>
                  <a:prstClr val="black"/>
                </a:solidFill>
                <a:latin typeface="Calibri" pitchFamily="34" charset="0"/>
              </a:rPr>
              <a:t>ಪೈಸಾರೇ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೨೧</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sentinel at the door of Ram's mercy mansion or His divine abode. No one may enter without your permission.</a:t>
            </a:r>
          </a:p>
          <a:p>
            <a:pPr algn="ctr" defTabSz="914583"/>
            <a:r>
              <a:rPr lang="en-US" sz="2801" b="1" dirty="0">
                <a:solidFill>
                  <a:prstClr val="black"/>
                </a:solidFill>
                <a:latin typeface="Palatino Linotype" pitchFamily="18" charset="0"/>
              </a:rPr>
              <a:t>		</a:t>
            </a:r>
            <a:endParaRPr lang="en-US" sz="2801" b="1" dirty="0">
              <a:solidFill>
                <a:prstClr val="black"/>
              </a:solidFill>
              <a:latin typeface="Calibri" pitchFamily="34" charset="0"/>
            </a:endParaRPr>
          </a:p>
        </p:txBody>
      </p:sp>
    </p:spTree>
    <p:extLst>
      <p:ext uri="{BB962C8B-B14F-4D97-AF65-F5344CB8AC3E}">
        <p14:creationId xmlns:p14="http://schemas.microsoft.com/office/powerpoint/2010/main" val="28478687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753181" y="117735"/>
            <a:ext cx="8917464" cy="6741461"/>
          </a:xfrm>
          <a:prstGeom prst="rect">
            <a:avLst/>
          </a:prstGeom>
          <a:noFill/>
          <a:ln w="9525">
            <a:noFill/>
            <a:miter lim="800000"/>
            <a:headEnd/>
            <a:tailEnd/>
          </a:ln>
        </p:spPr>
        <p:txBody>
          <a:bodyPr wrap="square">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रच्छक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डर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॥२२॥</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Saba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Lahai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Tumhäré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Saranä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Racchaka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Kähü</a:t>
            </a:r>
            <a:r>
              <a:rPr lang="en-US" sz="3601" b="1" dirty="0">
                <a:solidFill>
                  <a:prstClr val="black"/>
                </a:solidFill>
                <a:latin typeface="URW Palladio IT" pitchFamily="2" charset="0"/>
              </a:rPr>
              <a:t> Ko </a:t>
            </a:r>
            <a:r>
              <a:rPr lang="en-US" sz="3601" b="1" dirty="0" err="1">
                <a:solidFill>
                  <a:prstClr val="black"/>
                </a:solidFill>
                <a:latin typeface="URW Palladio IT" pitchFamily="2" charset="0"/>
              </a:rPr>
              <a:t>Òara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a:t>
            </a:r>
            <a:r>
              <a:rPr lang="en-US" sz="3601" b="1" dirty="0">
                <a:solidFill>
                  <a:prstClr val="black"/>
                </a:solidFill>
                <a:latin typeface="URW Palladio IT" pitchFamily="2" charset="0"/>
              </a:rPr>
              <a:t> || - 22</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ಲಹೈ</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ಸರನಾ</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a:t>
            </a:r>
            <a:r>
              <a:rPr lang="kn-IN" sz="3601" b="1" dirty="0" err="1">
                <a:solidFill>
                  <a:prstClr val="black"/>
                </a:solidFill>
                <a:latin typeface="Calibri" pitchFamily="34" charset="0"/>
                <a:ea typeface="Tunga" pitchFamily="2"/>
                <a:cs typeface="Tunga" pitchFamily="2"/>
              </a:rPr>
              <a:t>ಚ್ಛ</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ಡರನಾ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೨೨</a:t>
            </a:r>
            <a:r>
              <a:rPr lang="en-US" sz="3601" b="1" dirty="0">
                <a:solidFill>
                  <a:prstClr val="black"/>
                </a:solidFill>
                <a:latin typeface="Calibri" pitchFamily="34" charset="0"/>
              </a:rPr>
              <a:t>॥</a:t>
            </a:r>
          </a:p>
          <a:p>
            <a:pPr algn="ctr" defTabSz="914583"/>
            <a:endParaRPr lang="en-US" sz="2400"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By your grace one can enjoy all happiness and one need not have any fear under your protection</a:t>
            </a:r>
            <a:r>
              <a:rPr lang="en-US" sz="2400" b="1" dirty="0">
                <a:solidFill>
                  <a:prstClr val="black"/>
                </a:solidFill>
                <a:latin typeface="Calibri" pitchFamily="34" charset="0"/>
              </a:rPr>
              <a:t>.</a:t>
            </a:r>
          </a:p>
          <a:p>
            <a:pPr algn="ctr" defTabSz="914583"/>
            <a:r>
              <a:rPr lang="en-IN" sz="2801" b="1" dirty="0">
                <a:solidFill>
                  <a:srgbClr val="00B050"/>
                </a:solidFill>
                <a:latin typeface="Sanskrit 99" pitchFamily="2" charset="0"/>
              </a:rPr>
              <a:t>		</a:t>
            </a:r>
            <a:r>
              <a:rPr lang="en-US" sz="1800" b="1" dirty="0">
                <a:solidFill>
                  <a:prstClr val="black"/>
                </a:solidFill>
                <a:latin typeface="Calibri" pitchFamily="34" charset="0"/>
              </a:rPr>
              <a:t/>
            </a:r>
            <a:br>
              <a:rPr lang="en-US" sz="1800" b="1" dirty="0">
                <a:solidFill>
                  <a:prstClr val="black"/>
                </a:solidFill>
                <a:latin typeface="Calibri" pitchFamily="34" charset="0"/>
              </a:rPr>
            </a:br>
            <a:endParaRPr lang="en-US" sz="1800" b="1" dirty="0">
              <a:solidFill>
                <a:prstClr val="black"/>
              </a:solidFill>
              <a:latin typeface="Calibri" pitchFamily="34" charset="0"/>
            </a:endParaRPr>
          </a:p>
        </p:txBody>
      </p:sp>
    </p:spTree>
    <p:extLst>
      <p:ext uri="{BB962C8B-B14F-4D97-AF65-F5344CB8AC3E}">
        <p14:creationId xmlns:p14="http://schemas.microsoft.com/office/powerpoint/2010/main" val="10042176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524529" y="19"/>
            <a:ext cx="9146117" cy="6680034"/>
          </a:xfrm>
          <a:prstGeom prst="rect">
            <a:avLst/>
          </a:prstGeom>
          <a:noFill/>
          <a:ln w="9525">
            <a:noFill/>
            <a:miter lim="800000"/>
            <a:headEnd/>
            <a:tailEnd/>
          </a:ln>
        </p:spPr>
        <p:txBody>
          <a:bodyPr wrap="square">
            <a:spAutoFit/>
          </a:bodyPr>
          <a:lstStyle/>
          <a:p>
            <a:pPr algn="ctr" defTabSz="914583"/>
            <a:endParaRPr lang="en-IN" sz="12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आपन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आपै</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काँपै</a:t>
            </a:r>
            <a:r>
              <a:rPr lang="en-IN" sz="4001" b="1" dirty="0">
                <a:solidFill>
                  <a:prstClr val="black"/>
                </a:solidFill>
                <a:latin typeface="Aparajita" pitchFamily="34" charset="0"/>
              </a:rPr>
              <a:t> ॥२३॥</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Äpana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Samhäro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Äpai</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Ténoà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Loka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Häðka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Käðpai</a:t>
            </a:r>
            <a:r>
              <a:rPr lang="en-US" sz="3601" b="1" dirty="0">
                <a:solidFill>
                  <a:prstClr val="black"/>
                </a:solidFill>
                <a:latin typeface="URW Palladio IT" pitchFamily="2" charset="0"/>
              </a:rPr>
              <a:t> || - 23</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ಆಪನ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ಆಪೈ</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ತೀನೋ</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ಹಾಂಕ</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ಕಾಂಪೈ</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೨೩</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When you roar all the three worlds tremble and only you can control your might.</a:t>
            </a:r>
          </a:p>
          <a:p>
            <a:pPr algn="ctr" defTabSz="914583"/>
            <a:r>
              <a:rPr lang="en-US" sz="3201" b="1" dirty="0">
                <a:solidFill>
                  <a:prstClr val="black"/>
                </a:solidFill>
                <a:latin typeface="Palatino Linotype" pitchFamily="18" charset="0"/>
              </a:rPr>
              <a:t>		</a:t>
            </a:r>
          </a:p>
        </p:txBody>
      </p:sp>
    </p:spTree>
    <p:extLst>
      <p:ext uri="{BB962C8B-B14F-4D97-AF65-F5344CB8AC3E}">
        <p14:creationId xmlns:p14="http://schemas.microsoft.com/office/powerpoint/2010/main" val="144702108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829399" y="15"/>
            <a:ext cx="8841246" cy="7264938"/>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भूत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पिसाच</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महाबीर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सुनावै</a:t>
            </a:r>
            <a:r>
              <a:rPr lang="en-IN" sz="4001" b="1" dirty="0">
                <a:solidFill>
                  <a:prstClr val="black"/>
                </a:solidFill>
                <a:latin typeface="Aparajita" pitchFamily="34" charset="0"/>
              </a:rPr>
              <a:t> ॥२४॥</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Bhüta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Pisäca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Nahim</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Ävai</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Mahäbéra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Jaba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Sunävai</a:t>
            </a:r>
            <a:r>
              <a:rPr lang="en-US" sz="3601" b="1" dirty="0">
                <a:solidFill>
                  <a:prstClr val="black"/>
                </a:solidFill>
                <a:latin typeface="URW Palladio IT" pitchFamily="2" charset="0"/>
              </a:rPr>
              <a:t> || - 24</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ಭೂತ</a:t>
            </a:r>
            <a:r>
              <a:rPr lang="en-US" sz="3601" b="1" dirty="0">
                <a:solidFill>
                  <a:prstClr val="black"/>
                </a:solidFill>
                <a:latin typeface="Calibri" pitchFamily="34" charset="0"/>
              </a:rPr>
              <a:t> </a:t>
            </a:r>
            <a:r>
              <a:rPr lang="en-US" sz="3601" b="1" dirty="0" err="1">
                <a:solidFill>
                  <a:prstClr val="black"/>
                </a:solidFill>
                <a:latin typeface="Calibri" pitchFamily="34" charset="0"/>
              </a:rPr>
              <a:t>ಪಿಸಾಚ</a:t>
            </a:r>
            <a:r>
              <a:rPr lang="en-US" sz="3601" b="1" dirty="0">
                <a:solidFill>
                  <a:prstClr val="black"/>
                </a:solidFill>
                <a:latin typeface="Calibri" pitchFamily="34" charset="0"/>
              </a:rPr>
              <a:t> </a:t>
            </a:r>
            <a:r>
              <a:rPr lang="en-US" sz="3601" b="1" dirty="0" err="1">
                <a:solidFill>
                  <a:prstClr val="black"/>
                </a:solidFill>
                <a:latin typeface="Calibri" pitchFamily="34" charset="0"/>
              </a:rPr>
              <a:t>ನಿಕಟ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ನಹಿ</a:t>
            </a:r>
            <a:r>
              <a:rPr lang="en-US" sz="3601" b="1" dirty="0">
                <a:solidFill>
                  <a:prstClr val="black"/>
                </a:solidFill>
                <a:latin typeface="Calibri" pitchFamily="34" charset="0"/>
              </a:rPr>
              <a:t> </a:t>
            </a:r>
            <a:r>
              <a:rPr lang="en-US" sz="3601" b="1" dirty="0" err="1">
                <a:solidFill>
                  <a:prstClr val="black"/>
                </a:solidFill>
                <a:latin typeface="Calibri" pitchFamily="34" charset="0"/>
              </a:rPr>
              <a:t>ಆವೈ</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ಮಹಾ</a:t>
            </a:r>
            <a:r>
              <a:rPr lang="kn-IN" sz="3601" b="1" dirty="0">
                <a:solidFill>
                  <a:prstClr val="black"/>
                </a:solidFill>
                <a:latin typeface="Calibri" pitchFamily="34" charset="0"/>
                <a:ea typeface="Tunga" pitchFamily="2"/>
                <a:cs typeface="Tunga" pitchFamily="2"/>
              </a:rPr>
              <a:t>ಬೀ</a:t>
            </a:r>
            <a:r>
              <a:rPr lang="en-US" sz="3601" b="1" dirty="0" err="1">
                <a:solidFill>
                  <a:prstClr val="black"/>
                </a:solidFill>
                <a:latin typeface="Calibri" pitchFamily="34" charset="0"/>
              </a:rPr>
              <a:t>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ಜಬ</a:t>
            </a:r>
            <a:r>
              <a:rPr lang="en-US" sz="3601" b="1" dirty="0">
                <a:solidFill>
                  <a:prstClr val="black"/>
                </a:solidFill>
                <a:latin typeface="Calibri" pitchFamily="34" charset="0"/>
              </a:rPr>
              <a:t> </a:t>
            </a:r>
            <a:r>
              <a:rPr lang="en-US" sz="3601" b="1" dirty="0" err="1">
                <a:solidFill>
                  <a:prstClr val="black"/>
                </a:solidFill>
                <a:latin typeface="Calibri" pitchFamily="34" charset="0"/>
              </a:rPr>
              <a:t>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ಸುನಾವೈ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೨೪</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Great Brave on.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name keeps all the Ghosts, Demons &amp; evils spirits away from his devotees.</a:t>
            </a:r>
          </a:p>
          <a:p>
            <a:pPr algn="ctr" defTabSz="914583"/>
            <a:r>
              <a:rPr lang="en-US" sz="3601" b="1" dirty="0">
                <a:solidFill>
                  <a:prstClr val="black"/>
                </a:solidFill>
                <a:latin typeface="Palatino Linotype" pitchFamily="18" charset="0"/>
              </a:rPr>
              <a:t>		</a:t>
            </a:r>
            <a:r>
              <a:rPr lang="en-US" sz="2801" b="1" dirty="0">
                <a:solidFill>
                  <a:prstClr val="black"/>
                </a:solidFill>
                <a:latin typeface="Palatino Linotype" pitchFamily="18" charset="0"/>
              </a:rPr>
              <a:t/>
            </a:r>
            <a:br>
              <a:rPr lang="en-US" sz="2801" b="1" dirty="0">
                <a:solidFill>
                  <a:prstClr val="black"/>
                </a:solidFill>
                <a:latin typeface="Palatino Linotype" pitchFamily="18" charset="0"/>
              </a:rPr>
            </a:br>
            <a:endParaRPr lang="en-US" sz="2801" b="1" dirty="0">
              <a:solidFill>
                <a:prstClr val="black"/>
              </a:solidFill>
              <a:latin typeface="Palatino Linotype" pitchFamily="18" charset="0"/>
            </a:endParaRPr>
          </a:p>
        </p:txBody>
      </p:sp>
    </p:spTree>
    <p:extLst>
      <p:ext uri="{BB962C8B-B14F-4D97-AF65-F5344CB8AC3E}">
        <p14:creationId xmlns:p14="http://schemas.microsoft.com/office/powerpoint/2010/main" val="327158305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524529" y="1"/>
            <a:ext cx="9146117" cy="862031"/>
          </a:xfrm>
          <a:prstGeom prst="rect">
            <a:avLst/>
          </a:prstGeom>
          <a:noFill/>
          <a:ln w="9525">
            <a:noFill/>
            <a:miter lim="800000"/>
            <a:headEnd/>
            <a:tailEnd/>
          </a:ln>
        </p:spPr>
        <p:txBody>
          <a:bodyPr>
            <a:spAutoFit/>
          </a:bodyPr>
          <a:lstStyle/>
          <a:p>
            <a:pPr algn="ctr" defTabSz="914583"/>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53251" name="Rectangle 1"/>
          <p:cNvSpPr>
            <a:spLocks noChangeArrowheads="1"/>
          </p:cNvSpPr>
          <p:nvPr/>
        </p:nvSpPr>
        <p:spPr bwMode="auto">
          <a:xfrm>
            <a:off x="1576929" y="4741389"/>
            <a:ext cx="9146117" cy="2616742"/>
          </a:xfrm>
          <a:prstGeom prst="rect">
            <a:avLst/>
          </a:prstGeom>
          <a:noFill/>
          <a:ln w="9525">
            <a:noFill/>
            <a:miter lim="800000"/>
            <a:headEnd/>
            <a:tailEnd/>
          </a:ln>
        </p:spPr>
        <p:txBody>
          <a:bodyPr>
            <a:spAutoFit/>
          </a:bodyPr>
          <a:lstStyle/>
          <a:p>
            <a:pPr defTabSz="914583"/>
            <a:r>
              <a:rPr lang="en-US" sz="2801" b="1" dirty="0">
                <a:solidFill>
                  <a:srgbClr val="000000"/>
                </a:solidFill>
                <a:latin typeface="Calibri"/>
              </a:rPr>
              <a:t>	</a:t>
            </a:r>
          </a:p>
          <a:p>
            <a:pPr defTabSz="914583"/>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83"/>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83"/>
            <a:r>
              <a:rPr lang="en-CA" sz="2801" b="1" dirty="0">
                <a:solidFill>
                  <a:srgbClr val="000000"/>
                </a:solidFill>
                <a:latin typeface="Calibri"/>
              </a:rPr>
              <a:t>			  </a:t>
            </a:r>
            <a:r>
              <a:rPr lang="kn-IN" sz="2400" b="1" dirty="0">
                <a:solidFill>
                  <a:srgbClr val="000000"/>
                </a:solidFill>
                <a:latin typeface="Calibri"/>
              </a:rPr>
              <a:t>ರಾಮ ಲಕ್ಷ್ಮಣ </a:t>
            </a:r>
            <a:r>
              <a:rPr lang="kn-IN" sz="2400" b="1" dirty="0" err="1">
                <a:solidFill>
                  <a:srgbClr val="000000"/>
                </a:solidFill>
                <a:latin typeface="Calibri"/>
              </a:rPr>
              <a:t>ಜಾನಕೀ</a:t>
            </a:r>
            <a:endParaRPr lang="kn-IN" sz="2400" b="1" dirty="0">
              <a:solidFill>
                <a:srgbClr val="000000"/>
              </a:solidFill>
              <a:latin typeface="Calibri"/>
            </a:endParaRPr>
          </a:p>
          <a:p>
            <a:pPr algn="ctr" defTabSz="914583"/>
            <a:r>
              <a:rPr lang="kn-IN" sz="2400" b="1" dirty="0">
                <a:solidFill>
                  <a:srgbClr val="000000"/>
                </a:solidFill>
                <a:latin typeface="Calibri"/>
              </a:rPr>
              <a:t>ಜೈ </a:t>
            </a:r>
            <a:r>
              <a:rPr lang="kn-IN" sz="2400" b="1" dirty="0" err="1">
                <a:solidFill>
                  <a:srgbClr val="000000"/>
                </a:solidFill>
                <a:latin typeface="Calibri"/>
              </a:rPr>
              <a:t>ಬೋಲೋ</a:t>
            </a:r>
            <a:r>
              <a:rPr lang="kn-IN" sz="2400" b="1" dirty="0">
                <a:solidFill>
                  <a:srgbClr val="000000"/>
                </a:solidFill>
                <a:latin typeface="Calibri"/>
              </a:rPr>
              <a:t> </a:t>
            </a:r>
            <a:r>
              <a:rPr lang="kn-IN" sz="2400" b="1" dirty="0" err="1">
                <a:solidFill>
                  <a:srgbClr val="000000"/>
                </a:solidFill>
                <a:latin typeface="Calibri"/>
              </a:rPr>
              <a:t>ಹನುಮಾನ್</a:t>
            </a:r>
            <a:r>
              <a:rPr lang="kn-IN" sz="2400" b="1" dirty="0">
                <a:solidFill>
                  <a:srgbClr val="000000"/>
                </a:solidFill>
                <a:latin typeface="Calibri"/>
              </a:rPr>
              <a:t> ಕೀ</a:t>
            </a:r>
            <a:endParaRPr lang="en-CA" sz="2400" b="1" dirty="0">
              <a:solidFill>
                <a:srgbClr val="000000"/>
              </a:solidFill>
              <a:latin typeface="Calibri"/>
            </a:endParaRPr>
          </a:p>
          <a:p>
            <a:pPr defTabSz="914583"/>
            <a:endParaRPr lang="en-IN" sz="2801"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510237" y="17482"/>
            <a:ext cx="9160408" cy="5189152"/>
          </a:xfrm>
          <a:prstGeom prst="rect">
            <a:avLst/>
          </a:prstGeom>
          <a:noFill/>
          <a:ln w="9525">
            <a:noFill/>
            <a:miter lim="800000"/>
            <a:headEnd/>
            <a:tailEnd/>
          </a:ln>
        </p:spPr>
      </p:pic>
    </p:spTree>
    <p:extLst>
      <p:ext uri="{BB962C8B-B14F-4D97-AF65-F5344CB8AC3E}">
        <p14:creationId xmlns:p14="http://schemas.microsoft.com/office/powerpoint/2010/main" val="20535157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753182" y="304888"/>
            <a:ext cx="8841246" cy="6002797"/>
          </a:xfrm>
          <a:prstGeom prst="rect">
            <a:avLst/>
          </a:prstGeom>
          <a:noFill/>
          <a:ln w="9525">
            <a:noFill/>
            <a:miter lim="800000"/>
            <a:headEnd/>
            <a:tailEnd/>
          </a:ln>
        </p:spPr>
        <p:txBody>
          <a:bodyPr>
            <a:spAutoFit/>
          </a:bodyPr>
          <a:lstStyle/>
          <a:p>
            <a:pPr algn="ctr" defTabSz="914583"/>
            <a:r>
              <a:rPr lang="en-IN" sz="1400" b="1" dirty="0">
                <a:solidFill>
                  <a:prstClr val="black"/>
                </a:solidFill>
                <a:latin typeface="Aparajita" pitchFamily="34" charset="0"/>
              </a:rPr>
              <a:t>	</a:t>
            </a:r>
            <a:r>
              <a:rPr lang="en-IN" sz="4001" b="1" dirty="0" err="1">
                <a:solidFill>
                  <a:prstClr val="black"/>
                </a:solidFill>
                <a:latin typeface="Aparajita" pitchFamily="34" charset="0"/>
              </a:rPr>
              <a:t>नासै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निरन्तर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॥२५॥</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Näsai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Roga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Harai</a:t>
            </a:r>
            <a:r>
              <a:rPr lang="en-US" sz="3601" b="1" dirty="0">
                <a:solidFill>
                  <a:prstClr val="black"/>
                </a:solidFill>
                <a:latin typeface="URW Palladio IT" pitchFamily="2" charset="0"/>
              </a:rPr>
              <a:t> Saba </a:t>
            </a:r>
            <a:r>
              <a:rPr lang="en-US" sz="3601" b="1" dirty="0" err="1">
                <a:solidFill>
                  <a:prstClr val="black"/>
                </a:solidFill>
                <a:latin typeface="URW Palladio IT" pitchFamily="2" charset="0"/>
              </a:rPr>
              <a:t>Pérä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Japata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Nirantara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Bérä</a:t>
            </a:r>
            <a:r>
              <a:rPr lang="en-US" sz="3601" b="1" dirty="0">
                <a:solidFill>
                  <a:prstClr val="black"/>
                </a:solidFill>
                <a:latin typeface="URW Palladio IT" pitchFamily="2" charset="0"/>
              </a:rPr>
              <a:t> || - 25</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ನಾಸೈ</a:t>
            </a:r>
            <a:r>
              <a:rPr lang="en-US" sz="3601" b="1" dirty="0">
                <a:solidFill>
                  <a:prstClr val="black"/>
                </a:solidFill>
                <a:latin typeface="Calibri" pitchFamily="34" charset="0"/>
              </a:rPr>
              <a:t> </a:t>
            </a:r>
            <a:r>
              <a:rPr lang="en-US" sz="3601" b="1" dirty="0" err="1">
                <a:solidFill>
                  <a:prstClr val="black"/>
                </a:solidFill>
                <a:latin typeface="Calibri" pitchFamily="34" charset="0"/>
              </a:rPr>
              <a:t>ರೋಗ</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ಜಪತ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ನಿರಂತರ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೨೫</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1600" b="1" dirty="0">
                <a:solidFill>
                  <a:prstClr val="black"/>
                </a:solidFill>
                <a:latin typeface="URW Palladio IT" pitchFamily="2" charset="0"/>
              </a:rPr>
              <a:t>  </a:t>
            </a:r>
            <a:r>
              <a:rPr lang="en-US" sz="2400" b="1" dirty="0">
                <a:solidFill>
                  <a:prstClr val="black"/>
                </a:solidFill>
                <a:latin typeface="Palatino Linotype" pitchFamily="18" charset="0"/>
              </a:rPr>
              <a:t>On reciting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holy name regularly all the  </a:t>
            </a:r>
          </a:p>
          <a:p>
            <a:pPr algn="ctr" defTabSz="914583"/>
            <a:r>
              <a:rPr lang="en-US" sz="2400" b="1" dirty="0">
                <a:solidFill>
                  <a:prstClr val="black"/>
                </a:solidFill>
                <a:latin typeface="Palatino Linotype" pitchFamily="18" charset="0"/>
              </a:rPr>
              <a:t> maladies perish the entire pain disappears</a:t>
            </a:r>
            <a:r>
              <a:rPr lang="en-US" sz="2400" b="1" dirty="0">
                <a:solidFill>
                  <a:prstClr val="black"/>
                </a:solidFill>
                <a:latin typeface="Calibri" pitchFamily="34" charset="0"/>
              </a:rPr>
              <a:t>.</a:t>
            </a:r>
          </a:p>
        </p:txBody>
      </p:sp>
    </p:spTree>
    <p:extLst>
      <p:ext uri="{BB962C8B-B14F-4D97-AF65-F5344CB8AC3E}">
        <p14:creationId xmlns:p14="http://schemas.microsoft.com/office/powerpoint/2010/main" val="10445564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524529" y="1"/>
            <a:ext cx="9146117" cy="6834050"/>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सङ्कट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छुड़ावै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बचन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ध्यान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लावै</a:t>
            </a:r>
            <a:r>
              <a:rPr lang="en-IN" sz="4001" b="1" dirty="0">
                <a:solidFill>
                  <a:prstClr val="black"/>
                </a:solidFill>
                <a:latin typeface="Aparajita" pitchFamily="34" charset="0"/>
              </a:rPr>
              <a:t> ॥२६॥</a:t>
            </a:r>
          </a:p>
          <a:p>
            <a:pPr algn="ctr" defTabSz="914583"/>
            <a:endParaRPr lang="en-IN" sz="4001" b="1" dirty="0">
              <a:solidFill>
                <a:prstClr val="black"/>
              </a:solidFill>
              <a:latin typeface="Aparajita" pitchFamily="34" charset="0"/>
            </a:endParaRPr>
          </a:p>
          <a:p>
            <a:pPr algn="ctr" defTabSz="914583"/>
            <a:r>
              <a:rPr lang="en-US" sz="3201" b="1" dirty="0" err="1">
                <a:solidFill>
                  <a:prstClr val="black"/>
                </a:solidFill>
                <a:latin typeface="URW Palladio IT" pitchFamily="2" charset="0"/>
              </a:rPr>
              <a:t>Saìkaöa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Teà</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Hanumäna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Chuåävai</a:t>
            </a:r>
            <a:r>
              <a:rPr lang="en-US" sz="3201" b="1" dirty="0">
                <a:solidFill>
                  <a:prstClr val="black"/>
                </a:solidFill>
                <a:latin typeface="URW Palladio IT" pitchFamily="2" charset="0"/>
              </a:rPr>
              <a:t> | </a:t>
            </a:r>
          </a:p>
          <a:p>
            <a:pPr algn="ctr" defTabSz="914583"/>
            <a:r>
              <a:rPr lang="en-US" sz="3201" b="1" dirty="0">
                <a:solidFill>
                  <a:prstClr val="black"/>
                </a:solidFill>
                <a:latin typeface="URW Palladio IT" pitchFamily="2" charset="0"/>
              </a:rPr>
              <a:t>Mana Krama </a:t>
            </a:r>
            <a:r>
              <a:rPr lang="en-US" sz="3201" b="1" dirty="0" err="1">
                <a:solidFill>
                  <a:prstClr val="black"/>
                </a:solidFill>
                <a:latin typeface="URW Palladio IT" pitchFamily="2" charset="0"/>
              </a:rPr>
              <a:t>Bacana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Dhyäna</a:t>
            </a:r>
            <a:r>
              <a:rPr lang="en-US" sz="3201" b="1" dirty="0">
                <a:solidFill>
                  <a:prstClr val="black"/>
                </a:solidFill>
                <a:latin typeface="URW Palladio IT" pitchFamily="2" charset="0"/>
              </a:rPr>
              <a:t> Jo </a:t>
            </a:r>
            <a:r>
              <a:rPr lang="en-US" sz="3201" b="1" dirty="0" err="1">
                <a:solidFill>
                  <a:prstClr val="black"/>
                </a:solidFill>
                <a:latin typeface="URW Palladio IT" pitchFamily="2" charset="0"/>
              </a:rPr>
              <a:t>Lävai</a:t>
            </a:r>
            <a:r>
              <a:rPr lang="en-US" sz="3201" b="1" dirty="0">
                <a:solidFill>
                  <a:prstClr val="black"/>
                </a:solidFill>
                <a:latin typeface="URW Palladio IT" pitchFamily="2" charset="0"/>
              </a:rPr>
              <a:t> || - 26</a:t>
            </a:r>
          </a:p>
          <a:p>
            <a:pPr algn="ctr" defTabSz="914583"/>
            <a:endParaRPr lang="en-US" sz="3201" b="1" dirty="0">
              <a:solidFill>
                <a:prstClr val="black"/>
              </a:solidFill>
              <a:latin typeface="URW Palladio IT" pitchFamily="2" charset="0"/>
            </a:endParaRPr>
          </a:p>
          <a:p>
            <a:pPr algn="ctr" defTabSz="914583"/>
            <a:r>
              <a:rPr lang="en-US" sz="3201" b="1" dirty="0" err="1">
                <a:solidFill>
                  <a:prstClr val="black"/>
                </a:solidFill>
                <a:latin typeface="Calibri" pitchFamily="34" charset="0"/>
              </a:rPr>
              <a:t>ಸಂಕಟ</a:t>
            </a:r>
            <a:r>
              <a:rPr lang="en-US" sz="3201" b="1" dirty="0">
                <a:solidFill>
                  <a:prstClr val="black"/>
                </a:solidFill>
                <a:latin typeface="Calibri" pitchFamily="34" charset="0"/>
              </a:rPr>
              <a:t> </a:t>
            </a:r>
            <a:r>
              <a:rPr lang="en-US" sz="3201" b="1" dirty="0" err="1">
                <a:solidFill>
                  <a:prstClr val="black"/>
                </a:solidFill>
                <a:latin typeface="Calibri" pitchFamily="34" charset="0"/>
              </a:rPr>
              <a:t>ತೇ</a:t>
            </a:r>
            <a:r>
              <a:rPr lang="en-US" sz="3201" b="1" dirty="0">
                <a:solidFill>
                  <a:prstClr val="black"/>
                </a:solidFill>
                <a:latin typeface="Calibri" pitchFamily="34" charset="0"/>
              </a:rPr>
              <a:t> </a:t>
            </a:r>
            <a:r>
              <a:rPr lang="en-US" sz="3201" b="1" dirty="0" err="1">
                <a:solidFill>
                  <a:prstClr val="black"/>
                </a:solidFill>
                <a:latin typeface="Calibri" pitchFamily="34" charset="0"/>
              </a:rPr>
              <a:t>ಹನುಮಾನ</a:t>
            </a:r>
            <a:r>
              <a:rPr lang="en-US" sz="3201" b="1" dirty="0">
                <a:solidFill>
                  <a:prstClr val="black"/>
                </a:solidFill>
                <a:latin typeface="Calibri" pitchFamily="34" charset="0"/>
              </a:rPr>
              <a:t> </a:t>
            </a:r>
            <a:r>
              <a:rPr lang="en-US" sz="3201" b="1" dirty="0" err="1">
                <a:solidFill>
                  <a:prstClr val="black"/>
                </a:solidFill>
                <a:latin typeface="Calibri" pitchFamily="34" charset="0"/>
              </a:rPr>
              <a:t>ಛುಡಾವೈ</a:t>
            </a:r>
            <a:r>
              <a:rPr lang="en-US" sz="3201" b="1" dirty="0">
                <a:solidFill>
                  <a:prstClr val="black"/>
                </a:solidFill>
                <a:latin typeface="Calibri" pitchFamily="34" charset="0"/>
              </a:rPr>
              <a:t> ।</a:t>
            </a:r>
          </a:p>
          <a:p>
            <a:pPr algn="ctr" defTabSz="914583"/>
            <a:r>
              <a:rPr lang="en-US" sz="3201" b="1" dirty="0" err="1">
                <a:solidFill>
                  <a:prstClr val="black"/>
                </a:solidFill>
                <a:latin typeface="Calibri" pitchFamily="34" charset="0"/>
              </a:rPr>
              <a:t>ಮನ</a:t>
            </a:r>
            <a:r>
              <a:rPr lang="en-US" sz="3201" b="1" dirty="0">
                <a:solidFill>
                  <a:prstClr val="black"/>
                </a:solidFill>
                <a:latin typeface="Calibri" pitchFamily="34" charset="0"/>
              </a:rPr>
              <a:t> </a:t>
            </a:r>
            <a:r>
              <a:rPr lang="en-US" sz="3201" b="1" dirty="0" err="1">
                <a:solidFill>
                  <a:prstClr val="black"/>
                </a:solidFill>
                <a:latin typeface="Calibri" pitchFamily="34" charset="0"/>
              </a:rPr>
              <a:t>ಕ್ರಮ</a:t>
            </a:r>
            <a:r>
              <a:rPr lang="en-US" sz="3201" b="1" dirty="0">
                <a:solidFill>
                  <a:prstClr val="black"/>
                </a:solidFill>
                <a:latin typeface="Calibri" pitchFamily="34" charset="0"/>
              </a:rPr>
              <a:t> </a:t>
            </a:r>
            <a:r>
              <a:rPr lang="en-US" sz="3201" b="1" dirty="0" err="1">
                <a:solidFill>
                  <a:prstClr val="black"/>
                </a:solidFill>
                <a:latin typeface="Calibri" pitchFamily="34" charset="0"/>
              </a:rPr>
              <a:t>ಬಚನ</a:t>
            </a:r>
            <a:r>
              <a:rPr lang="en-US" sz="3201" b="1" dirty="0">
                <a:solidFill>
                  <a:prstClr val="black"/>
                </a:solidFill>
                <a:latin typeface="Calibri" pitchFamily="34" charset="0"/>
              </a:rPr>
              <a:t> </a:t>
            </a:r>
            <a:r>
              <a:rPr lang="en-US" sz="3201" b="1" dirty="0" err="1">
                <a:solidFill>
                  <a:prstClr val="black"/>
                </a:solidFill>
                <a:latin typeface="Calibri" pitchFamily="34" charset="0"/>
              </a:rPr>
              <a:t>ಧ್ಯಾನ</a:t>
            </a:r>
            <a:r>
              <a:rPr lang="en-US" sz="3201" b="1" dirty="0">
                <a:solidFill>
                  <a:prstClr val="black"/>
                </a:solidFill>
                <a:latin typeface="Calibri" pitchFamily="34" charset="0"/>
              </a:rPr>
              <a:t> </a:t>
            </a:r>
            <a:r>
              <a:rPr lang="en-US" sz="3201" b="1" dirty="0" err="1">
                <a:solidFill>
                  <a:prstClr val="black"/>
                </a:solidFill>
                <a:latin typeface="Calibri" pitchFamily="34" charset="0"/>
              </a:rPr>
              <a:t>ಜೋ</a:t>
            </a:r>
            <a:r>
              <a:rPr lang="en-US" sz="3201" b="1" dirty="0">
                <a:solidFill>
                  <a:prstClr val="black"/>
                </a:solidFill>
                <a:latin typeface="Calibri" pitchFamily="34" charset="0"/>
              </a:rPr>
              <a:t> </a:t>
            </a:r>
            <a:r>
              <a:rPr lang="en-US" sz="3201" b="1" dirty="0" err="1">
                <a:solidFill>
                  <a:prstClr val="black"/>
                </a:solidFill>
                <a:latin typeface="Calibri" pitchFamily="34" charset="0"/>
              </a:rPr>
              <a:t>ಲಾವೈ</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೨೬</a:t>
            </a:r>
            <a:r>
              <a:rPr lang="en-US" sz="32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Those who remember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in thought, word and deed are well guarded against their odds in life</a:t>
            </a:r>
            <a:r>
              <a:rPr lang="en-US" sz="2400" b="1" dirty="0">
                <a:solidFill>
                  <a:prstClr val="black"/>
                </a:solidFill>
                <a:latin typeface="Calibri" pitchFamily="34" charset="0"/>
              </a:rPr>
              <a:t>.</a:t>
            </a:r>
          </a:p>
          <a:p>
            <a:pPr algn="ctr" defTabSz="914583"/>
            <a:r>
              <a:rPr lang="en-IN" sz="2801" b="1" dirty="0">
                <a:solidFill>
                  <a:srgbClr val="00B050"/>
                </a:solidFill>
                <a:latin typeface="Sanskrit 99" pitchFamily="2" charset="0"/>
              </a:rPr>
              <a:t>		</a:t>
            </a:r>
            <a:r>
              <a:rPr lang="en-US" sz="2801" dirty="0">
                <a:solidFill>
                  <a:prstClr val="black"/>
                </a:solidFill>
                <a:latin typeface="Calibri" pitchFamily="34" charset="0"/>
              </a:rPr>
              <a:t/>
            </a:r>
            <a:br>
              <a:rPr lang="en-US" sz="2801" dirty="0">
                <a:solidFill>
                  <a:prstClr val="black"/>
                </a:solidFill>
                <a:latin typeface="Calibri" pitchFamily="34" charset="0"/>
              </a:rPr>
            </a:br>
            <a:endParaRPr lang="en-US" sz="2801" dirty="0">
              <a:solidFill>
                <a:prstClr val="black"/>
              </a:solidFill>
              <a:latin typeface="Calibri" pitchFamily="34" charset="0"/>
            </a:endParaRPr>
          </a:p>
        </p:txBody>
      </p:sp>
    </p:spTree>
    <p:extLst>
      <p:ext uri="{BB962C8B-B14F-4D97-AF65-F5344CB8AC3E}">
        <p14:creationId xmlns:p14="http://schemas.microsoft.com/office/powerpoint/2010/main" val="21364615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600746" y="76227"/>
            <a:ext cx="9146117" cy="6710811"/>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तपस्वी</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सकल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साजा</a:t>
            </a:r>
            <a:r>
              <a:rPr lang="en-IN" sz="4001" b="1" dirty="0">
                <a:solidFill>
                  <a:prstClr val="black"/>
                </a:solidFill>
                <a:latin typeface="Aparajita" pitchFamily="34" charset="0"/>
              </a:rPr>
              <a:t> ॥२७॥</a:t>
            </a:r>
          </a:p>
          <a:p>
            <a:pPr algn="ctr" defTabSz="914583"/>
            <a:endParaRPr lang="en-US" sz="3601" b="1" dirty="0">
              <a:solidFill>
                <a:prstClr val="black"/>
              </a:solidFill>
              <a:latin typeface="URW Palladio IT" pitchFamily="2" charset="0"/>
            </a:endParaRPr>
          </a:p>
          <a:p>
            <a:pPr algn="ctr" defTabSz="914583"/>
            <a:r>
              <a:rPr lang="en-US" sz="3201" b="1" dirty="0">
                <a:solidFill>
                  <a:prstClr val="black"/>
                </a:solidFill>
                <a:latin typeface="URW Palladio IT" pitchFamily="2" charset="0"/>
              </a:rPr>
              <a:t>Saba Para </a:t>
            </a:r>
            <a:r>
              <a:rPr lang="en-US" sz="3201" b="1" dirty="0" err="1">
                <a:solidFill>
                  <a:prstClr val="black"/>
                </a:solidFill>
                <a:latin typeface="URW Palladio IT" pitchFamily="2" charset="0"/>
              </a:rPr>
              <a:t>Räma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Tapasvé</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Räjä</a:t>
            </a:r>
            <a:r>
              <a:rPr lang="en-US" sz="3201" b="1" dirty="0">
                <a:solidFill>
                  <a:prstClr val="black"/>
                </a:solidFill>
                <a:latin typeface="URW Palladio IT" pitchFamily="2" charset="0"/>
              </a:rPr>
              <a:t> | </a:t>
            </a:r>
          </a:p>
          <a:p>
            <a:pPr algn="ctr" defTabSz="914583"/>
            <a:r>
              <a:rPr lang="en-US" sz="3201" b="1" dirty="0">
                <a:solidFill>
                  <a:prstClr val="black"/>
                </a:solidFill>
                <a:latin typeface="URW Palladio IT" pitchFamily="2" charset="0"/>
              </a:rPr>
              <a:t>Tina </a:t>
            </a:r>
            <a:r>
              <a:rPr lang="en-US" sz="3201" b="1" dirty="0" err="1">
                <a:solidFill>
                  <a:prstClr val="black"/>
                </a:solidFill>
                <a:latin typeface="URW Palladio IT" pitchFamily="2" charset="0"/>
              </a:rPr>
              <a:t>Ke</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Käja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Sakala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Tuma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Säjä</a:t>
            </a:r>
            <a:r>
              <a:rPr lang="en-US" sz="3201" b="1" dirty="0">
                <a:solidFill>
                  <a:prstClr val="black"/>
                </a:solidFill>
                <a:latin typeface="URW Palladio IT" pitchFamily="2" charset="0"/>
              </a:rPr>
              <a:t> || - 27</a:t>
            </a:r>
          </a:p>
          <a:p>
            <a:pPr algn="ctr" defTabSz="914583"/>
            <a:endParaRPr lang="en-US" sz="3201" b="1" dirty="0">
              <a:solidFill>
                <a:prstClr val="black"/>
              </a:solidFill>
              <a:latin typeface="URW Palladio IT" pitchFamily="2" charset="0"/>
            </a:endParaRPr>
          </a:p>
          <a:p>
            <a:pPr algn="ctr" defTabSz="914583"/>
            <a:r>
              <a:rPr lang="en-US" sz="3201" b="1" dirty="0" err="1">
                <a:solidFill>
                  <a:prstClr val="black"/>
                </a:solidFill>
                <a:latin typeface="Calibri" pitchFamily="34" charset="0"/>
              </a:rPr>
              <a:t>ಸಬ</a:t>
            </a:r>
            <a:r>
              <a:rPr lang="en-US" sz="3201" b="1" dirty="0">
                <a:solidFill>
                  <a:prstClr val="black"/>
                </a:solidFill>
                <a:latin typeface="Calibri" pitchFamily="34" charset="0"/>
              </a:rPr>
              <a:t> </a:t>
            </a:r>
            <a:r>
              <a:rPr lang="en-US" sz="3201" b="1" dirty="0" err="1">
                <a:solidFill>
                  <a:prstClr val="black"/>
                </a:solidFill>
                <a:latin typeface="Calibri" pitchFamily="34" charset="0"/>
              </a:rPr>
              <a:t>ಪರ</a:t>
            </a:r>
            <a:r>
              <a:rPr lang="en-US" sz="3201" b="1" dirty="0">
                <a:solidFill>
                  <a:prstClr val="black"/>
                </a:solidFill>
                <a:latin typeface="Calibri" pitchFamily="34" charset="0"/>
              </a:rPr>
              <a:t> </a:t>
            </a:r>
            <a:r>
              <a:rPr lang="en-US" sz="3201" b="1" dirty="0" err="1">
                <a:solidFill>
                  <a:prstClr val="black"/>
                </a:solidFill>
                <a:latin typeface="Calibri" pitchFamily="34" charset="0"/>
              </a:rPr>
              <a:t>ರಾಮ</a:t>
            </a:r>
            <a:r>
              <a:rPr lang="en-US" sz="3201" b="1" dirty="0">
                <a:solidFill>
                  <a:prstClr val="black"/>
                </a:solidFill>
                <a:latin typeface="Calibri" pitchFamily="34" charset="0"/>
              </a:rPr>
              <a:t> </a:t>
            </a:r>
            <a:r>
              <a:rPr lang="kn-IN" sz="3201" b="1" dirty="0" err="1">
                <a:solidFill>
                  <a:prstClr val="black"/>
                </a:solidFill>
                <a:latin typeface="Calibri" pitchFamily="34" charset="0"/>
                <a:ea typeface="Tunga" pitchFamily="2"/>
                <a:cs typeface="Tunga" pitchFamily="2"/>
              </a:rPr>
              <a:t>ತಪಸ್ವೀ</a:t>
            </a:r>
            <a:r>
              <a:rPr lang="kn-IN" sz="3201" b="1" dirty="0">
                <a:solidFill>
                  <a:prstClr val="black"/>
                </a:solidFill>
                <a:latin typeface="Calibri" pitchFamily="34" charset="0"/>
                <a:ea typeface="Tunga" pitchFamily="2"/>
                <a:cs typeface="Tunga" pitchFamily="2"/>
              </a:rPr>
              <a:t> </a:t>
            </a:r>
            <a:r>
              <a:rPr lang="en-US" sz="3201" b="1" dirty="0" err="1">
                <a:solidFill>
                  <a:prstClr val="black"/>
                </a:solidFill>
                <a:latin typeface="Calibri" pitchFamily="34" charset="0"/>
              </a:rPr>
              <a:t>ರಾಜಾ</a:t>
            </a:r>
            <a:r>
              <a:rPr lang="en-US" sz="3201" b="1" dirty="0">
                <a:solidFill>
                  <a:prstClr val="black"/>
                </a:solidFill>
                <a:latin typeface="Calibri" pitchFamily="34" charset="0"/>
              </a:rPr>
              <a:t> ।</a:t>
            </a:r>
          </a:p>
          <a:p>
            <a:pPr algn="ctr" defTabSz="914583"/>
            <a:r>
              <a:rPr lang="en-US" sz="3201" b="1" dirty="0" err="1">
                <a:solidFill>
                  <a:prstClr val="black"/>
                </a:solidFill>
                <a:latin typeface="Calibri" pitchFamily="34" charset="0"/>
              </a:rPr>
              <a:t>ತಿನಕೇ</a:t>
            </a:r>
            <a:r>
              <a:rPr lang="en-US" sz="3201" b="1" dirty="0">
                <a:solidFill>
                  <a:prstClr val="black"/>
                </a:solidFill>
                <a:latin typeface="Calibri" pitchFamily="34" charset="0"/>
              </a:rPr>
              <a:t> </a:t>
            </a:r>
            <a:r>
              <a:rPr lang="en-US" sz="3201" b="1" dirty="0" err="1">
                <a:solidFill>
                  <a:prstClr val="black"/>
                </a:solidFill>
                <a:latin typeface="Calibri" pitchFamily="34" charset="0"/>
              </a:rPr>
              <a:t>ಕಾಜ</a:t>
            </a:r>
            <a:r>
              <a:rPr lang="en-US" sz="3201" b="1" dirty="0">
                <a:solidFill>
                  <a:prstClr val="black"/>
                </a:solidFill>
                <a:latin typeface="Calibri" pitchFamily="34" charset="0"/>
              </a:rPr>
              <a:t> </a:t>
            </a:r>
            <a:r>
              <a:rPr lang="en-US" sz="3201" b="1" dirty="0" err="1">
                <a:solidFill>
                  <a:prstClr val="black"/>
                </a:solidFill>
                <a:latin typeface="Calibri" pitchFamily="34" charset="0"/>
              </a:rPr>
              <a:t>ಸಕಲ</a:t>
            </a:r>
            <a:r>
              <a:rPr lang="en-US" sz="3201" b="1" dirty="0">
                <a:solidFill>
                  <a:prstClr val="black"/>
                </a:solidFill>
                <a:latin typeface="Calibri" pitchFamily="34" charset="0"/>
              </a:rPr>
              <a:t> </a:t>
            </a:r>
            <a:r>
              <a:rPr lang="en-US" sz="3201" b="1" dirty="0" err="1">
                <a:solidFill>
                  <a:prstClr val="black"/>
                </a:solidFill>
                <a:latin typeface="Calibri" pitchFamily="34" charset="0"/>
              </a:rPr>
              <a:t>ತುಮ</a:t>
            </a:r>
            <a:r>
              <a:rPr lang="en-US" sz="3201" b="1" dirty="0">
                <a:solidFill>
                  <a:prstClr val="black"/>
                </a:solidFill>
                <a:latin typeface="Calibri" pitchFamily="34" charset="0"/>
              </a:rPr>
              <a:t> </a:t>
            </a:r>
            <a:r>
              <a:rPr lang="en-US" sz="3201" b="1" dirty="0" err="1">
                <a:solidFill>
                  <a:prstClr val="black"/>
                </a:solidFill>
                <a:latin typeface="Calibri" pitchFamily="34" charset="0"/>
              </a:rPr>
              <a:t>ಸಾಜಾ</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೨೭</a:t>
            </a:r>
            <a:r>
              <a:rPr lang="en-US" sz="32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caretaker of even Lord Rama, who has been hailed as the Supreme Lord and the Monarch of all those devoted in penances.</a:t>
            </a:r>
          </a:p>
          <a:p>
            <a:pPr algn="ctr" defTabSz="914583"/>
            <a:r>
              <a:rPr lang="en-US" sz="2801" b="1" dirty="0">
                <a:solidFill>
                  <a:prstClr val="black"/>
                </a:solidFill>
                <a:latin typeface="Palatino Linotype" pitchFamily="18" charset="0"/>
              </a:rPr>
              <a:t>		</a:t>
            </a:r>
          </a:p>
        </p:txBody>
      </p:sp>
    </p:spTree>
    <p:extLst>
      <p:ext uri="{BB962C8B-B14F-4D97-AF65-F5344CB8AC3E}">
        <p14:creationId xmlns:p14="http://schemas.microsoft.com/office/powerpoint/2010/main" val="389231002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676964" y="0"/>
            <a:ext cx="8688811" cy="7172605"/>
          </a:xfrm>
          <a:prstGeom prst="rect">
            <a:avLst/>
          </a:prstGeom>
          <a:noFill/>
          <a:ln w="9525">
            <a:noFill/>
            <a:miter lim="800000"/>
            <a:headEnd/>
            <a:tailEnd/>
          </a:ln>
        </p:spPr>
        <p:txBody>
          <a:bodyPr>
            <a:spAutoFit/>
          </a:bodyPr>
          <a:lstStyle/>
          <a:p>
            <a:pPr algn="ctr" defTabSz="914583"/>
            <a:endParaRPr lang="en-IN" sz="4001"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और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मनोरथ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कोई</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सोई</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a:t>
            </a:r>
            <a:r>
              <a:rPr lang="en-IN" sz="4001" b="1" dirty="0">
                <a:solidFill>
                  <a:prstClr val="black"/>
                </a:solidFill>
                <a:latin typeface="Aparajita" pitchFamily="34" charset="0"/>
              </a:rPr>
              <a:t> ॥२८॥</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Aura </a:t>
            </a:r>
            <a:r>
              <a:rPr lang="en-US" sz="3601" b="1" dirty="0" err="1">
                <a:solidFill>
                  <a:prstClr val="black"/>
                </a:solidFill>
                <a:latin typeface="URW Palladio IT" pitchFamily="2" charset="0"/>
              </a:rPr>
              <a:t>Manoratha</a:t>
            </a:r>
            <a:r>
              <a:rPr lang="en-US" sz="3601" b="1" dirty="0">
                <a:solidFill>
                  <a:prstClr val="black"/>
                </a:solidFill>
                <a:latin typeface="URW Palladio IT" pitchFamily="2" charset="0"/>
              </a:rPr>
              <a:t> Jo </a:t>
            </a:r>
            <a:r>
              <a:rPr lang="en-US" sz="3601" b="1" dirty="0" err="1">
                <a:solidFill>
                  <a:prstClr val="black"/>
                </a:solidFill>
                <a:latin typeface="URW Palladio IT" pitchFamily="2" charset="0"/>
              </a:rPr>
              <a:t>Koé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Lävai</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Soé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Amita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Jévana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Pävai</a:t>
            </a:r>
            <a:r>
              <a:rPr lang="en-US" sz="3601" b="1" dirty="0">
                <a:solidFill>
                  <a:prstClr val="black"/>
                </a:solidFill>
                <a:latin typeface="URW Palladio IT" pitchFamily="2" charset="0"/>
              </a:rPr>
              <a:t> || - 28</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ಔರ</a:t>
            </a:r>
            <a:r>
              <a:rPr lang="en-US" sz="3601" b="1" dirty="0">
                <a:solidFill>
                  <a:prstClr val="black"/>
                </a:solidFill>
                <a:latin typeface="Calibri" pitchFamily="34" charset="0"/>
              </a:rPr>
              <a:t> </a:t>
            </a:r>
            <a:r>
              <a:rPr lang="en-US" sz="3601" b="1" dirty="0" err="1">
                <a:solidFill>
                  <a:prstClr val="black"/>
                </a:solidFill>
                <a:latin typeface="Calibri" pitchFamily="34" charset="0"/>
              </a:rPr>
              <a:t>ಮನೋರಥ</a:t>
            </a:r>
            <a:r>
              <a:rPr lang="en-US" sz="3601" b="1" dirty="0">
                <a:solidFill>
                  <a:prstClr val="black"/>
                </a:solidFill>
                <a:latin typeface="Calibri" pitchFamily="34" charset="0"/>
              </a:rPr>
              <a:t> </a:t>
            </a:r>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ಕೋಈ</a:t>
            </a:r>
            <a:r>
              <a:rPr lang="en-US" sz="3601" b="1" dirty="0">
                <a:solidFill>
                  <a:prstClr val="black"/>
                </a:solidFill>
                <a:latin typeface="Calibri" pitchFamily="34" charset="0"/>
              </a:rPr>
              <a:t> </a:t>
            </a:r>
            <a:r>
              <a:rPr lang="en-US" sz="3601" b="1" dirty="0" err="1">
                <a:solidFill>
                  <a:prstClr val="black"/>
                </a:solidFill>
                <a:latin typeface="Calibri" pitchFamily="34" charset="0"/>
              </a:rPr>
              <a:t>ಲಾವೈ</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ಸೋಈ</a:t>
            </a:r>
            <a:r>
              <a:rPr lang="en-US" sz="3601" b="1" dirty="0">
                <a:solidFill>
                  <a:prstClr val="black"/>
                </a:solidFill>
                <a:latin typeface="Calibri" pitchFamily="34" charset="0"/>
              </a:rPr>
              <a:t> </a:t>
            </a:r>
            <a:r>
              <a:rPr lang="en-US" sz="3601" b="1" dirty="0" err="1">
                <a:solidFill>
                  <a:prstClr val="black"/>
                </a:solidFill>
                <a:latin typeface="Calibri" pitchFamily="34" charset="0"/>
              </a:rPr>
              <a:t>ಅಮಿತ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ಜೀವನ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ಫಲ</a:t>
            </a:r>
            <a:r>
              <a:rPr lang="en-US" sz="3601" b="1" dirty="0">
                <a:solidFill>
                  <a:prstClr val="black"/>
                </a:solidFill>
                <a:latin typeface="Calibri" pitchFamily="34" charset="0"/>
              </a:rPr>
              <a:t> </a:t>
            </a:r>
            <a:r>
              <a:rPr lang="en-US" sz="3601" b="1" dirty="0" err="1">
                <a:solidFill>
                  <a:prstClr val="black"/>
                </a:solidFill>
                <a:latin typeface="Calibri" pitchFamily="34" charset="0"/>
              </a:rPr>
              <a:t>ಪಾವೈ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೨೮</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854462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829399" y="76234"/>
            <a:ext cx="8612593" cy="6895349"/>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परताप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उजियारा</a:t>
            </a:r>
            <a:r>
              <a:rPr lang="en-IN" sz="4001" b="1" dirty="0">
                <a:solidFill>
                  <a:prstClr val="black"/>
                </a:solidFill>
                <a:latin typeface="Aparajita" pitchFamily="34" charset="0"/>
              </a:rPr>
              <a:t> ॥२९॥</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Cäroà</a:t>
            </a:r>
            <a:r>
              <a:rPr lang="en-US" sz="3601" b="1" dirty="0">
                <a:solidFill>
                  <a:prstClr val="black"/>
                </a:solidFill>
                <a:latin typeface="URW Palladio IT" pitchFamily="2" charset="0"/>
              </a:rPr>
              <a:t> Juga </a:t>
            </a:r>
            <a:r>
              <a:rPr lang="en-US" sz="3601" b="1" dirty="0" err="1">
                <a:solidFill>
                  <a:prstClr val="black"/>
                </a:solidFill>
                <a:latin typeface="URW Palladio IT" pitchFamily="2" charset="0"/>
              </a:rPr>
              <a:t>Paratäpa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Tumhärä</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Hai </a:t>
            </a:r>
            <a:r>
              <a:rPr lang="en-US" sz="3601" b="1" dirty="0" err="1">
                <a:solidFill>
                  <a:prstClr val="black"/>
                </a:solidFill>
                <a:latin typeface="URW Palladio IT" pitchFamily="2" charset="0"/>
              </a:rPr>
              <a:t>Parasiddha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Ujiyärä</a:t>
            </a:r>
            <a:r>
              <a:rPr lang="en-US" sz="3601" b="1" dirty="0">
                <a:solidFill>
                  <a:prstClr val="black"/>
                </a:solidFill>
                <a:latin typeface="URW Palladio IT" pitchFamily="2" charset="0"/>
              </a:rPr>
              <a:t> || - 29</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ಚಾರೋ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ಪರತಾಪ</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ಹೈ</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ಪರಸಿದ್ಧ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ಜಗತ</a:t>
            </a:r>
            <a:r>
              <a:rPr lang="en-US" sz="3601" b="1" dirty="0">
                <a:solidFill>
                  <a:prstClr val="black"/>
                </a:solidFill>
                <a:latin typeface="Calibri" pitchFamily="34" charset="0"/>
              </a:rPr>
              <a:t> </a:t>
            </a:r>
            <a:r>
              <a:rPr lang="en-US" sz="3601" b="1" dirty="0" err="1">
                <a:solidFill>
                  <a:prstClr val="black"/>
                </a:solidFill>
                <a:latin typeface="Calibri" pitchFamily="34" charset="0"/>
              </a:rPr>
              <a:t>ಉಜಿಯಾರಾ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೨೯</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magnificent glory is acclaimed far and wide all through the four ages and your fame is </a:t>
            </a:r>
            <a:r>
              <a:rPr lang="en-US" sz="2400" b="1" dirty="0" err="1">
                <a:solidFill>
                  <a:prstClr val="black"/>
                </a:solidFill>
                <a:latin typeface="Palatino Linotype" pitchFamily="18" charset="0"/>
              </a:rPr>
              <a:t>radianlty</a:t>
            </a:r>
            <a:r>
              <a:rPr lang="en-US" sz="2400" b="1" dirty="0">
                <a:solidFill>
                  <a:prstClr val="black"/>
                </a:solidFill>
                <a:latin typeface="Palatino Linotype" pitchFamily="18" charset="0"/>
              </a:rPr>
              <a:t> noted all over the cosmos</a:t>
            </a:r>
            <a:r>
              <a:rPr lang="en-US" sz="2400" b="1" dirty="0">
                <a:solidFill>
                  <a:prstClr val="black"/>
                </a:solidFill>
                <a:latin typeface="Calibri" pitchFamily="34" charset="0"/>
              </a:rPr>
              <a:t>.</a:t>
            </a:r>
          </a:p>
          <a:p>
            <a:pPr algn="ctr" defTabSz="914583"/>
            <a:r>
              <a:rPr lang="en-US" sz="2000" b="1" dirty="0">
                <a:solidFill>
                  <a:prstClr val="black"/>
                </a:solidFill>
                <a:latin typeface="Calibri" pitchFamily="34" charset="0"/>
              </a:rPr>
              <a:t>		</a:t>
            </a:r>
            <a:endParaRPr lang="en-US" sz="2801" b="1" dirty="0">
              <a:solidFill>
                <a:prstClr val="black"/>
              </a:solidFill>
              <a:latin typeface="Calibri" pitchFamily="34" charset="0"/>
            </a:endParaRPr>
          </a:p>
        </p:txBody>
      </p:sp>
    </p:spTree>
    <p:extLst>
      <p:ext uri="{BB962C8B-B14F-4D97-AF65-F5344CB8AC3E}">
        <p14:creationId xmlns:p14="http://schemas.microsoft.com/office/powerpoint/2010/main" val="419308506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524529" y="103226"/>
            <a:ext cx="9146117" cy="7418441"/>
          </a:xfrm>
          <a:prstGeom prst="rect">
            <a:avLst/>
          </a:prstGeom>
          <a:noFill/>
          <a:ln w="9525">
            <a:noFill/>
            <a:miter lim="800000"/>
            <a:headEnd/>
            <a:tailEnd/>
          </a:ln>
        </p:spPr>
        <p:txBody>
          <a:bodyPr wrap="square">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रखवारे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निकन्दन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दुलारे</a:t>
            </a:r>
            <a:r>
              <a:rPr lang="en-IN" sz="4001" b="1" dirty="0">
                <a:solidFill>
                  <a:prstClr val="black"/>
                </a:solidFill>
                <a:latin typeface="Aparajita" pitchFamily="34" charset="0"/>
              </a:rPr>
              <a:t> ॥३०॥</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Sädhu</a:t>
            </a:r>
            <a:r>
              <a:rPr lang="en-US" sz="3601" b="1" dirty="0">
                <a:solidFill>
                  <a:prstClr val="black"/>
                </a:solidFill>
                <a:latin typeface="URW Palladio IT" pitchFamily="2" charset="0"/>
              </a:rPr>
              <a:t> Santa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Rakhaväre</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Asura </a:t>
            </a:r>
            <a:r>
              <a:rPr lang="en-US" sz="3601" b="1" dirty="0" err="1">
                <a:solidFill>
                  <a:prstClr val="black"/>
                </a:solidFill>
                <a:latin typeface="URW Palladio IT" pitchFamily="2" charset="0"/>
              </a:rPr>
              <a:t>Nikandana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Duläre</a:t>
            </a:r>
            <a:r>
              <a:rPr lang="en-US" sz="3601" b="1" dirty="0">
                <a:solidFill>
                  <a:prstClr val="black"/>
                </a:solidFill>
                <a:latin typeface="URW Palladio IT" pitchFamily="2" charset="0"/>
              </a:rPr>
              <a:t> || - 30</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ಸಾಧು</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ರಖವಾರೇ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ಅಸುರ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ನಿಕಂದನ</a:t>
            </a:r>
            <a:r>
              <a:rPr lang="en-US" sz="3601" b="1" dirty="0">
                <a:solidFill>
                  <a:prstClr val="black"/>
                </a:solidFill>
                <a:latin typeface="Calibri" pitchFamily="34" charset="0"/>
              </a:rPr>
              <a:t> </a:t>
            </a:r>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ದುಲಾರೇ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೩೦</a:t>
            </a:r>
            <a:r>
              <a:rPr lang="en-US" sz="3601" b="1" dirty="0">
                <a:solidFill>
                  <a:prstClr val="black"/>
                </a:solidFill>
                <a:latin typeface="Calibri" pitchFamily="34" charset="0"/>
              </a:rPr>
              <a:t>॥</a:t>
            </a:r>
          </a:p>
          <a:p>
            <a:pPr algn="ctr" defTabSz="914583"/>
            <a:endParaRPr lang="en-US" sz="2400"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a:t>
            </a:r>
            <a:r>
              <a:rPr lang="en-US" sz="2400" b="1" dirty="0" err="1">
                <a:solidFill>
                  <a:prstClr val="black"/>
                </a:solidFill>
                <a:latin typeface="Palatino Linotype" pitchFamily="18" charset="0"/>
              </a:rPr>
              <a:t>saviour</a:t>
            </a:r>
            <a:r>
              <a:rPr lang="en-US" sz="2400" b="1" dirty="0">
                <a:solidFill>
                  <a:prstClr val="black"/>
                </a:solidFill>
                <a:latin typeface="Palatino Linotype" pitchFamily="18" charset="0"/>
              </a:rPr>
              <a:t> and the guardian angel of saints and sages and destroy all the Demons, you are the seraphic darling of Shri Ram.</a:t>
            </a:r>
          </a:p>
          <a:p>
            <a:pPr algn="ctr" defTabSz="914583"/>
            <a:r>
              <a:rPr lang="en-US" sz="2400" b="1" dirty="0">
                <a:solidFill>
                  <a:prstClr val="black"/>
                </a:solidFill>
                <a:latin typeface="Palatino Linotype" pitchFamily="18" charset="0"/>
              </a:rPr>
              <a:t>	</a:t>
            </a:r>
            <a:r>
              <a:rPr lang="en-IN" sz="2400" b="1" dirty="0">
                <a:solidFill>
                  <a:srgbClr val="00B050"/>
                </a:solidFill>
                <a:latin typeface="Sanskrit 99" pitchFamily="2" charset="0"/>
              </a:rPr>
              <a:t> 	</a:t>
            </a:r>
          </a:p>
          <a:p>
            <a:pPr algn="ctr" defTabSz="914583"/>
            <a:r>
              <a:rPr lang="en-IN" sz="2400" b="1" dirty="0">
                <a:solidFill>
                  <a:srgbClr val="00B050"/>
                </a:solidFill>
                <a:latin typeface="Sanskrit 99" pitchFamily="2" charset="0"/>
              </a:rPr>
              <a:t>	</a:t>
            </a:r>
            <a:r>
              <a:rPr lang="en-US" sz="1800" b="1" dirty="0">
                <a:solidFill>
                  <a:prstClr val="black"/>
                </a:solidFill>
                <a:latin typeface="Calibri" pitchFamily="34" charset="0"/>
              </a:rPr>
              <a:t/>
            </a:r>
            <a:br>
              <a:rPr lang="en-US" sz="1800" b="1" dirty="0">
                <a:solidFill>
                  <a:prstClr val="black"/>
                </a:solidFill>
                <a:latin typeface="Calibri" pitchFamily="34" charset="0"/>
              </a:rPr>
            </a:br>
            <a:endParaRPr lang="en-US" sz="1800" b="1" dirty="0">
              <a:solidFill>
                <a:prstClr val="black"/>
              </a:solidFill>
              <a:latin typeface="Calibri" pitchFamily="34" charset="0"/>
            </a:endParaRPr>
          </a:p>
        </p:txBody>
      </p:sp>
    </p:spTree>
    <p:extLst>
      <p:ext uri="{BB962C8B-B14F-4D97-AF65-F5344CB8AC3E}">
        <p14:creationId xmlns:p14="http://schemas.microsoft.com/office/powerpoint/2010/main" val="32081245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676964" y="0"/>
            <a:ext cx="8688811" cy="7141699"/>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अष्टसिद्धि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माता</a:t>
            </a:r>
            <a:r>
              <a:rPr lang="en-IN" sz="4001" b="1" dirty="0">
                <a:solidFill>
                  <a:prstClr val="black"/>
                </a:solidFill>
                <a:latin typeface="Aparajita" pitchFamily="34" charset="0"/>
              </a:rPr>
              <a:t> ॥३१॥</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Añöa</a:t>
            </a:r>
            <a:r>
              <a:rPr lang="en-US" sz="3601" b="1" dirty="0">
                <a:solidFill>
                  <a:prstClr val="black"/>
                </a:solidFill>
                <a:latin typeface="URW Palladio IT" pitchFamily="2" charset="0"/>
              </a:rPr>
              <a:t> Siddhi Nau Nidhi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Dätä</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Asa Bara </a:t>
            </a:r>
            <a:r>
              <a:rPr lang="en-US" sz="3601" b="1" dirty="0" err="1">
                <a:solidFill>
                  <a:prstClr val="black"/>
                </a:solidFill>
                <a:latin typeface="URW Palladio IT" pitchFamily="2" charset="0"/>
              </a:rPr>
              <a:t>Déna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Jänaké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Mätä</a:t>
            </a:r>
            <a:r>
              <a:rPr lang="en-US" sz="3601" b="1" dirty="0">
                <a:solidFill>
                  <a:prstClr val="black"/>
                </a:solidFill>
                <a:latin typeface="URW Palladio IT" pitchFamily="2" charset="0"/>
              </a:rPr>
              <a:t> || - 31</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ಅಷ್ಟ</a:t>
            </a:r>
            <a:r>
              <a:rPr lang="en-US" sz="3601" b="1" dirty="0">
                <a:solidFill>
                  <a:prstClr val="black"/>
                </a:solidFill>
                <a:latin typeface="Calibri" pitchFamily="34" charset="0"/>
              </a:rPr>
              <a:t> </a:t>
            </a:r>
            <a:r>
              <a:rPr lang="en-US" sz="3601" b="1" dirty="0" err="1">
                <a:solidFill>
                  <a:prstClr val="black"/>
                </a:solidFill>
                <a:latin typeface="Calibri" pitchFamily="34" charset="0"/>
              </a:rPr>
              <a:t>ಸಿದ್ಧಿ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ನಿಧಿ</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ದಾತಾ</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ಅಸ</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ದೀಂಹ</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ಜಾನಕೀ</a:t>
            </a:r>
            <a:r>
              <a:rPr lang="en-US" sz="3601" b="1" dirty="0">
                <a:solidFill>
                  <a:prstClr val="black"/>
                </a:solidFill>
                <a:latin typeface="Calibri" pitchFamily="34" charset="0"/>
              </a:rPr>
              <a:t> </a:t>
            </a:r>
            <a:r>
              <a:rPr lang="en-US" sz="3601" b="1" dirty="0" err="1">
                <a:solidFill>
                  <a:prstClr val="black"/>
                </a:solidFill>
                <a:latin typeface="Calibri" pitchFamily="34" charset="0"/>
              </a:rPr>
              <a:t>ಮಾತಾ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೩೧</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has been blessed with mother </a:t>
            </a:r>
            <a:r>
              <a:rPr lang="en-US" sz="2400" b="1" dirty="0" err="1">
                <a:solidFill>
                  <a:prstClr val="black"/>
                </a:solidFill>
                <a:latin typeface="Palatino Linotype" pitchFamily="18" charset="0"/>
              </a:rPr>
              <a:t>Janki</a:t>
            </a:r>
            <a:r>
              <a:rPr lang="en-US" sz="2400" b="1" dirty="0">
                <a:solidFill>
                  <a:prstClr val="black"/>
                </a:solidFill>
                <a:latin typeface="Palatino Linotype" pitchFamily="18" charset="0"/>
              </a:rPr>
              <a:t> to grant to any one any YOGIC power of eight </a:t>
            </a:r>
            <a:r>
              <a:rPr lang="en-US" sz="2400" b="1" dirty="0" err="1">
                <a:solidFill>
                  <a:prstClr val="black"/>
                </a:solidFill>
                <a:latin typeface="Palatino Linotype" pitchFamily="18" charset="0"/>
              </a:rPr>
              <a:t>Sidhis</a:t>
            </a:r>
            <a:r>
              <a:rPr lang="en-US" sz="2400" b="1" dirty="0">
                <a:solidFill>
                  <a:prstClr val="black"/>
                </a:solidFill>
                <a:latin typeface="Palatino Linotype" pitchFamily="18" charset="0"/>
              </a:rPr>
              <a:t> and Nava </a:t>
            </a:r>
            <a:r>
              <a:rPr lang="en-US" sz="2400" b="1" dirty="0" err="1">
                <a:solidFill>
                  <a:prstClr val="black"/>
                </a:solidFill>
                <a:latin typeface="Palatino Linotype" pitchFamily="18" charset="0"/>
              </a:rPr>
              <a:t>Nidhis</a:t>
            </a:r>
            <a:r>
              <a:rPr lang="en-US" sz="2400" b="1" dirty="0">
                <a:solidFill>
                  <a:prstClr val="black"/>
                </a:solidFill>
                <a:latin typeface="Palatino Linotype" pitchFamily="18" charset="0"/>
              </a:rPr>
              <a:t> as per choice.</a:t>
            </a:r>
          </a:p>
          <a:p>
            <a:pPr algn="ctr" defTabSz="914583"/>
            <a:r>
              <a:rPr lang="en-IN" sz="3201" b="1" dirty="0">
                <a:solidFill>
                  <a:srgbClr val="00B050"/>
                </a:solidFill>
                <a:latin typeface="Sanskrit 99" pitchFamily="2" charset="0"/>
              </a:rPr>
              <a:t>		</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98933778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753182" y="76218"/>
            <a:ext cx="8765028" cy="7388048"/>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रसायन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सदा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दासा</a:t>
            </a:r>
            <a:r>
              <a:rPr lang="en-IN" sz="4001" b="1" dirty="0">
                <a:solidFill>
                  <a:prstClr val="black"/>
                </a:solidFill>
                <a:latin typeface="Aparajita" pitchFamily="34" charset="0"/>
              </a:rPr>
              <a:t> ॥३२॥</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Rasäyana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Päsä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Sadä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Raho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Raghupati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Däsä</a:t>
            </a:r>
            <a:r>
              <a:rPr lang="en-US" sz="3601" b="1" dirty="0">
                <a:solidFill>
                  <a:prstClr val="black"/>
                </a:solidFill>
                <a:latin typeface="URW Palladio IT" pitchFamily="2" charset="0"/>
              </a:rPr>
              <a:t> || - 32</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ರಸಾಯನ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ಪಾಸಾ</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ಸದಾ</a:t>
            </a:r>
            <a:r>
              <a:rPr lang="en-US" sz="3601" b="1" dirty="0">
                <a:solidFill>
                  <a:prstClr val="black"/>
                </a:solidFill>
                <a:latin typeface="Calibri" pitchFamily="34" charset="0"/>
              </a:rPr>
              <a:t> </a:t>
            </a:r>
            <a:r>
              <a:rPr lang="en-US" sz="3601" b="1" dirty="0" err="1">
                <a:solidFill>
                  <a:prstClr val="black"/>
                </a:solidFill>
                <a:latin typeface="Calibri" pitchFamily="34" charset="0"/>
              </a:rPr>
              <a:t>ರಹೋ</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ದಾಸಾ</a:t>
            </a:r>
            <a:r>
              <a:rPr lang="kn-IN" sz="3601" b="1" dirty="0">
                <a:solidFill>
                  <a:prstClr val="black"/>
                </a:solidFill>
                <a:latin typeface="Calibri" pitchFamily="34" charset="0"/>
                <a:ea typeface="Tunga" pitchFamily="2"/>
                <a:cs typeface="Tunga" pitchFamily="2"/>
              </a:rPr>
              <a:t> </a:t>
            </a:r>
            <a:r>
              <a:rPr lang="en-US" sz="3601" b="1" dirty="0">
                <a:solidFill>
                  <a:prstClr val="black"/>
                </a:solidFill>
                <a:latin typeface="Calibri" pitchFamily="34" charset="0"/>
              </a:rPr>
              <a:t>॥</a:t>
            </a:r>
            <a:r>
              <a:rPr lang="kn-IN" sz="3601" b="1" dirty="0">
                <a:solidFill>
                  <a:prstClr val="black"/>
                </a:solidFill>
                <a:latin typeface="Calibri" pitchFamily="34" charset="0"/>
                <a:ea typeface="Tunga" pitchFamily="2"/>
                <a:cs typeface="Tunga" pitchFamily="2"/>
              </a:rPr>
              <a:t>೩೨</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hold the essence of devotion to RAM, always remaining His Servant.</a:t>
            </a:r>
          </a:p>
          <a:p>
            <a:pPr algn="ctr" defTabSz="914583"/>
            <a:r>
              <a:rPr lang="en-US" sz="3601" b="1" dirty="0">
                <a:solidFill>
                  <a:prstClr val="black"/>
                </a:solidFill>
                <a:latin typeface="Palatino Linotype" pitchFamily="18" charset="0"/>
              </a:rPr>
              <a:t>		</a:t>
            </a:r>
            <a:r>
              <a:rPr lang="en-US" sz="3601" dirty="0">
                <a:solidFill>
                  <a:prstClr val="black"/>
                </a:solidFill>
                <a:latin typeface="Calibri" pitchFamily="34" charset="0"/>
              </a:rPr>
              <a:t/>
            </a:r>
            <a:br>
              <a:rPr lang="en-US" sz="3601" dirty="0">
                <a:solidFill>
                  <a:prstClr val="black"/>
                </a:solidFill>
                <a:latin typeface="Calibri" pitchFamily="34" charset="0"/>
              </a:rPr>
            </a:b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376988110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676964" y="0"/>
            <a:ext cx="8688811" cy="7141699"/>
          </a:xfrm>
          <a:prstGeom prst="rect">
            <a:avLst/>
          </a:prstGeom>
          <a:noFill/>
          <a:ln w="9525">
            <a:noFill/>
            <a:miter lim="800000"/>
            <a:headEnd/>
            <a:tailEnd/>
          </a:ln>
        </p:spPr>
        <p:txBody>
          <a:bodyPr>
            <a:spAutoFit/>
          </a:bodyPr>
          <a:lstStyle/>
          <a:p>
            <a:pPr algn="ctr" defTabSz="914583"/>
            <a:endParaRPr lang="en-IN" sz="1400" b="1" dirty="0">
              <a:solidFill>
                <a:srgbClr val="000000"/>
              </a:solidFill>
              <a:latin typeface="Aparajita" pitchFamily="34" charset="0"/>
            </a:endParaRPr>
          </a:p>
          <a:p>
            <a:pPr algn="ctr" defTabSz="914583"/>
            <a:r>
              <a:rPr lang="en-IN" sz="4001" b="1" dirty="0" err="1">
                <a:solidFill>
                  <a:srgbClr val="000000"/>
                </a:solidFill>
                <a:latin typeface="Aparajita" pitchFamily="34" charset="0"/>
              </a:rPr>
              <a:t>अष्टसिद्धि</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निधि</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दाता</a:t>
            </a:r>
            <a:r>
              <a:rPr lang="en-IN" sz="4001" b="1" dirty="0">
                <a:solidFill>
                  <a:srgbClr val="000000"/>
                </a:solidFill>
                <a:latin typeface="Aparajita" pitchFamily="34" charset="0"/>
              </a:rPr>
              <a:t> ।</a:t>
            </a:r>
            <a:br>
              <a:rPr lang="en-IN" sz="4001" b="1" dirty="0">
                <a:solidFill>
                  <a:srgbClr val="000000"/>
                </a:solidFill>
                <a:latin typeface="Aparajita" pitchFamily="34" charset="0"/>
              </a:rPr>
            </a:br>
            <a:r>
              <a:rPr lang="en-IN" sz="4001" b="1" dirty="0" err="1">
                <a:solidFill>
                  <a:srgbClr val="000000"/>
                </a:solidFill>
                <a:latin typeface="Aparajita" pitchFamily="34" charset="0"/>
              </a:rPr>
              <a:t>अस</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बर</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जानकी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माता</a:t>
            </a:r>
            <a:r>
              <a:rPr lang="en-IN" sz="4001" b="1" dirty="0">
                <a:solidFill>
                  <a:srgbClr val="000000"/>
                </a:solidFill>
                <a:latin typeface="Aparajita" pitchFamily="34" charset="0"/>
              </a:rPr>
              <a:t> ॥३१॥</a:t>
            </a:r>
          </a:p>
          <a:p>
            <a:pPr algn="ctr" defTabSz="914583"/>
            <a:endParaRPr lang="en-IN" sz="4001" b="1" dirty="0">
              <a:solidFill>
                <a:srgbClr val="000000"/>
              </a:solidFill>
              <a:latin typeface="Aparajita" pitchFamily="34" charset="0"/>
            </a:endParaRPr>
          </a:p>
          <a:p>
            <a:pPr algn="ctr" defTabSz="914583"/>
            <a:r>
              <a:rPr lang="en-US" sz="3601" b="1" dirty="0" err="1">
                <a:solidFill>
                  <a:srgbClr val="000000"/>
                </a:solidFill>
                <a:latin typeface="URW Palladio IT" pitchFamily="2" charset="0"/>
              </a:rPr>
              <a:t>Añöa</a:t>
            </a:r>
            <a:r>
              <a:rPr lang="en-US" sz="3601" b="1" dirty="0">
                <a:solidFill>
                  <a:srgbClr val="000000"/>
                </a:solidFill>
                <a:latin typeface="URW Palladio IT" pitchFamily="2" charset="0"/>
              </a:rPr>
              <a:t> Siddhi Nau Nidhi </a:t>
            </a:r>
            <a:r>
              <a:rPr lang="en-US" sz="3601" b="1" dirty="0" err="1">
                <a:solidFill>
                  <a:srgbClr val="000000"/>
                </a:solidFill>
                <a:latin typeface="URW Palladio IT" pitchFamily="2" charset="0"/>
              </a:rPr>
              <a:t>Ke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Dätä</a:t>
            </a:r>
            <a:r>
              <a:rPr lang="en-US" sz="3601" b="1" dirty="0">
                <a:solidFill>
                  <a:srgbClr val="000000"/>
                </a:solidFill>
                <a:latin typeface="URW Palladio IT" pitchFamily="2" charset="0"/>
              </a:rPr>
              <a:t> | </a:t>
            </a:r>
          </a:p>
          <a:p>
            <a:pPr algn="ctr" defTabSz="914583"/>
            <a:r>
              <a:rPr lang="en-US" sz="3601" b="1" dirty="0">
                <a:solidFill>
                  <a:srgbClr val="000000"/>
                </a:solidFill>
                <a:latin typeface="URW Palladio IT" pitchFamily="2" charset="0"/>
              </a:rPr>
              <a:t>Asa Bara </a:t>
            </a:r>
            <a:r>
              <a:rPr lang="en-US" sz="3601" b="1" dirty="0" err="1">
                <a:solidFill>
                  <a:srgbClr val="000000"/>
                </a:solidFill>
                <a:latin typeface="URW Palladio IT" pitchFamily="2" charset="0"/>
              </a:rPr>
              <a:t>Déna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Jänaké</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Mätä</a:t>
            </a:r>
            <a:r>
              <a:rPr lang="en-US" sz="3601" b="1" dirty="0">
                <a:solidFill>
                  <a:srgbClr val="000000"/>
                </a:solidFill>
                <a:latin typeface="URW Palladio IT" pitchFamily="2" charset="0"/>
              </a:rPr>
              <a:t> || - 31</a:t>
            </a:r>
          </a:p>
          <a:p>
            <a:pPr algn="ctr" defTabSz="914583"/>
            <a:endParaRPr lang="en-US" sz="3601" b="1" dirty="0">
              <a:solidFill>
                <a:srgbClr val="000000"/>
              </a:solidFill>
              <a:latin typeface="URW Palladio IT" pitchFamily="2" charset="0"/>
            </a:endParaRPr>
          </a:p>
          <a:p>
            <a:pPr algn="ctr" defTabSz="914583"/>
            <a:r>
              <a:rPr lang="en-US" sz="3601" b="1" dirty="0" err="1">
                <a:solidFill>
                  <a:srgbClr val="000000"/>
                </a:solidFill>
                <a:latin typeface="Calibri" pitchFamily="34" charset="0"/>
              </a:rPr>
              <a:t>ಅಷ್ಟ</a:t>
            </a:r>
            <a:r>
              <a:rPr lang="en-US" sz="3601" b="1" dirty="0">
                <a:solidFill>
                  <a:srgbClr val="000000"/>
                </a:solidFill>
                <a:latin typeface="Calibri" pitchFamily="34" charset="0"/>
              </a:rPr>
              <a:t> </a:t>
            </a:r>
            <a:r>
              <a:rPr lang="en-US" sz="3601" b="1" dirty="0" err="1">
                <a:solidFill>
                  <a:srgbClr val="000000"/>
                </a:solidFill>
                <a:latin typeface="Calibri" pitchFamily="34" charset="0"/>
              </a:rPr>
              <a:t>ಸಿದ್ಧಿ</a:t>
            </a:r>
            <a:r>
              <a:rPr lang="en-US" sz="3601" b="1" dirty="0">
                <a:solidFill>
                  <a:srgbClr val="000000"/>
                </a:solidFill>
                <a:latin typeface="Calibri" pitchFamily="34" charset="0"/>
              </a:rPr>
              <a:t> </a:t>
            </a:r>
            <a:r>
              <a:rPr lang="en-US" sz="3601" b="1" dirty="0" err="1">
                <a:solidFill>
                  <a:srgbClr val="000000"/>
                </a:solidFill>
                <a:latin typeface="Calibri" pitchFamily="34" charset="0"/>
              </a:rPr>
              <a:t>ನೌ</a:t>
            </a:r>
            <a:r>
              <a:rPr lang="en-US" sz="3601" b="1" dirty="0">
                <a:solidFill>
                  <a:srgbClr val="000000"/>
                </a:solidFill>
                <a:latin typeface="Calibri" pitchFamily="34" charset="0"/>
              </a:rPr>
              <a:t> </a:t>
            </a:r>
            <a:r>
              <a:rPr lang="en-US" sz="3601" b="1" dirty="0" err="1">
                <a:solidFill>
                  <a:srgbClr val="000000"/>
                </a:solidFill>
                <a:latin typeface="Calibri" pitchFamily="34" charset="0"/>
              </a:rPr>
              <a:t>ನಿಧಿ</a:t>
            </a:r>
            <a:r>
              <a:rPr lang="en-US" sz="3601" b="1" dirty="0">
                <a:solidFill>
                  <a:srgbClr val="000000"/>
                </a:solidFill>
                <a:latin typeface="Calibri" pitchFamily="34" charset="0"/>
              </a:rPr>
              <a:t> </a:t>
            </a:r>
            <a:r>
              <a:rPr lang="en-US" sz="3601" b="1" dirty="0" err="1">
                <a:solidFill>
                  <a:srgbClr val="000000"/>
                </a:solidFill>
                <a:latin typeface="Calibri" pitchFamily="34" charset="0"/>
              </a:rPr>
              <a:t>ಕೇ</a:t>
            </a:r>
            <a:r>
              <a:rPr lang="en-US" sz="3601" b="1" dirty="0">
                <a:solidFill>
                  <a:srgbClr val="000000"/>
                </a:solidFill>
                <a:latin typeface="Calibri" pitchFamily="34" charset="0"/>
              </a:rPr>
              <a:t> </a:t>
            </a:r>
            <a:r>
              <a:rPr lang="en-US" sz="3601" b="1" dirty="0" err="1">
                <a:solidFill>
                  <a:srgbClr val="000000"/>
                </a:solidFill>
                <a:latin typeface="Calibri" pitchFamily="34" charset="0"/>
              </a:rPr>
              <a:t>ದಾತಾ</a:t>
            </a:r>
            <a:r>
              <a:rPr lang="en-US" sz="3601" b="1" dirty="0">
                <a:solidFill>
                  <a:srgbClr val="000000"/>
                </a:solidFill>
                <a:latin typeface="Calibri" pitchFamily="34" charset="0"/>
              </a:rPr>
              <a:t> ।</a:t>
            </a:r>
          </a:p>
          <a:p>
            <a:pPr algn="ctr" defTabSz="914583"/>
            <a:r>
              <a:rPr lang="en-US" sz="3601" b="1" dirty="0" err="1">
                <a:solidFill>
                  <a:srgbClr val="000000"/>
                </a:solidFill>
                <a:latin typeface="Calibri" pitchFamily="34" charset="0"/>
              </a:rPr>
              <a:t>ಅಸ</a:t>
            </a:r>
            <a:r>
              <a:rPr lang="en-US" sz="3601" b="1" dirty="0">
                <a:solidFill>
                  <a:srgbClr val="000000"/>
                </a:solidFill>
                <a:latin typeface="Calibri" pitchFamily="34" charset="0"/>
              </a:rPr>
              <a:t> </a:t>
            </a:r>
            <a:r>
              <a:rPr lang="en-US" sz="3601" b="1" dirty="0" err="1">
                <a:solidFill>
                  <a:srgbClr val="000000"/>
                </a:solidFill>
                <a:latin typeface="Calibri" pitchFamily="34" charset="0"/>
              </a:rPr>
              <a:t>ಬರ</a:t>
            </a:r>
            <a:r>
              <a:rPr lang="en-US" sz="3601" b="1" dirty="0">
                <a:solidFill>
                  <a:srgbClr val="000000"/>
                </a:solidFill>
                <a:latin typeface="Calibri" pitchFamily="34" charset="0"/>
              </a:rPr>
              <a:t> </a:t>
            </a:r>
            <a:r>
              <a:rPr lang="en-US" sz="3601" b="1" dirty="0" err="1">
                <a:solidFill>
                  <a:srgbClr val="000000"/>
                </a:solidFill>
                <a:latin typeface="Calibri" pitchFamily="34" charset="0"/>
              </a:rPr>
              <a:t>ದೀಂಹ</a:t>
            </a:r>
            <a:r>
              <a:rPr lang="en-US" sz="3601" b="1" dirty="0">
                <a:solidFill>
                  <a:srgbClr val="000000"/>
                </a:solidFill>
                <a:latin typeface="Calibri" pitchFamily="34" charset="0"/>
              </a:rPr>
              <a:t> </a:t>
            </a:r>
            <a:r>
              <a:rPr lang="en-US" sz="3601" b="1" dirty="0" err="1">
                <a:solidFill>
                  <a:srgbClr val="000000"/>
                </a:solidFill>
                <a:latin typeface="Calibri" pitchFamily="34" charset="0"/>
              </a:rPr>
              <a:t>ಜಾನಕೀ</a:t>
            </a:r>
            <a:r>
              <a:rPr lang="en-US" sz="3601" b="1" dirty="0">
                <a:solidFill>
                  <a:srgbClr val="000000"/>
                </a:solidFill>
                <a:latin typeface="Calibri" pitchFamily="34" charset="0"/>
              </a:rPr>
              <a:t> </a:t>
            </a:r>
            <a:r>
              <a:rPr lang="en-US" sz="3601" b="1" dirty="0" err="1">
                <a:solidFill>
                  <a:srgbClr val="000000"/>
                </a:solidFill>
                <a:latin typeface="Calibri" pitchFamily="34" charset="0"/>
              </a:rPr>
              <a:t>ಮಾತಾ</a:t>
            </a:r>
            <a:r>
              <a:rPr lang="en-US" sz="3601" b="1" dirty="0">
                <a:solidFill>
                  <a:srgbClr val="000000"/>
                </a:solidFill>
                <a:latin typeface="Calibri" pitchFamily="34" charset="0"/>
              </a:rPr>
              <a:t> ॥</a:t>
            </a:r>
            <a:r>
              <a:rPr lang="kn-IN" sz="3601" b="1" dirty="0">
                <a:solidFill>
                  <a:srgbClr val="000000"/>
                </a:solidFill>
                <a:latin typeface="Calibri" pitchFamily="34" charset="0"/>
                <a:ea typeface="Tunga" pitchFamily="2"/>
                <a:cs typeface="Tunga" pitchFamily="2"/>
              </a:rPr>
              <a:t>೩೧</a:t>
            </a:r>
            <a:r>
              <a:rPr lang="en-US" sz="3601" b="1" dirty="0">
                <a:solidFill>
                  <a:srgbClr val="000000"/>
                </a:solidFill>
                <a:latin typeface="Calibri" pitchFamily="34" charset="0"/>
              </a:rPr>
              <a:t>॥</a:t>
            </a:r>
          </a:p>
          <a:p>
            <a:pPr algn="ctr" defTabSz="914583"/>
            <a:endParaRPr lang="en-US" sz="4001" b="1" dirty="0">
              <a:solidFill>
                <a:srgbClr val="000000"/>
              </a:solidFill>
              <a:latin typeface="Calibri" pitchFamily="34" charset="0"/>
            </a:endParaRPr>
          </a:p>
          <a:p>
            <a:pPr algn="ctr" defTabSz="914583"/>
            <a:r>
              <a:rPr lang="en-US" sz="2400" b="1" dirty="0" err="1">
                <a:solidFill>
                  <a:srgbClr val="000000"/>
                </a:solidFill>
                <a:latin typeface="Palatino Linotype" pitchFamily="18" charset="0"/>
              </a:rPr>
              <a:t>Hanumanji</a:t>
            </a:r>
            <a:r>
              <a:rPr lang="en-US" sz="2400" b="1" dirty="0">
                <a:solidFill>
                  <a:srgbClr val="000000"/>
                </a:solidFill>
                <a:latin typeface="Palatino Linotype" pitchFamily="18" charset="0"/>
              </a:rPr>
              <a:t> has been blessed with mother </a:t>
            </a:r>
            <a:r>
              <a:rPr lang="en-US" sz="2400" b="1" dirty="0" err="1">
                <a:solidFill>
                  <a:srgbClr val="000000"/>
                </a:solidFill>
                <a:latin typeface="Palatino Linotype" pitchFamily="18" charset="0"/>
              </a:rPr>
              <a:t>Janki</a:t>
            </a:r>
            <a:r>
              <a:rPr lang="en-US" sz="2400" b="1" dirty="0">
                <a:solidFill>
                  <a:srgbClr val="000000"/>
                </a:solidFill>
                <a:latin typeface="Palatino Linotype" pitchFamily="18" charset="0"/>
              </a:rPr>
              <a:t> to grant to any one any YOGIC power of eight </a:t>
            </a:r>
            <a:r>
              <a:rPr lang="en-US" sz="2400" b="1" dirty="0" err="1">
                <a:solidFill>
                  <a:srgbClr val="000000"/>
                </a:solidFill>
                <a:latin typeface="Palatino Linotype" pitchFamily="18" charset="0"/>
              </a:rPr>
              <a:t>Sidhis</a:t>
            </a:r>
            <a:r>
              <a:rPr lang="en-US" sz="2400" b="1" dirty="0">
                <a:solidFill>
                  <a:srgbClr val="000000"/>
                </a:solidFill>
                <a:latin typeface="Palatino Linotype" pitchFamily="18" charset="0"/>
              </a:rPr>
              <a:t> and Nava </a:t>
            </a:r>
            <a:r>
              <a:rPr lang="en-US" sz="2400" b="1" dirty="0" err="1">
                <a:solidFill>
                  <a:srgbClr val="000000"/>
                </a:solidFill>
                <a:latin typeface="Palatino Linotype" pitchFamily="18" charset="0"/>
              </a:rPr>
              <a:t>Nidhis</a:t>
            </a:r>
            <a:r>
              <a:rPr lang="en-US" sz="2400" b="1" dirty="0">
                <a:solidFill>
                  <a:srgbClr val="000000"/>
                </a:solidFill>
                <a:latin typeface="Palatino Linotype" pitchFamily="18" charset="0"/>
              </a:rPr>
              <a:t> as per choice.</a:t>
            </a:r>
          </a:p>
          <a:p>
            <a:pPr algn="ctr" defTabSz="914583"/>
            <a:r>
              <a:rPr lang="en-IN" sz="3201" b="1" dirty="0">
                <a:solidFill>
                  <a:srgbClr val="00B050"/>
                </a:solidFill>
                <a:latin typeface="Sanskrit 99" pitchFamily="2" charset="0"/>
              </a:rPr>
              <a:t>		</a:t>
            </a:r>
            <a:endParaRPr lang="en-US" sz="3201" b="1" dirty="0">
              <a:solidFill>
                <a:srgbClr val="000000"/>
              </a:solidFill>
              <a:latin typeface="Palatino Linotype" pitchFamily="18" charset="0"/>
            </a:endParaRPr>
          </a:p>
        </p:txBody>
      </p:sp>
    </p:spTree>
    <p:extLst>
      <p:ext uri="{BB962C8B-B14F-4D97-AF65-F5344CB8AC3E}">
        <p14:creationId xmlns:p14="http://schemas.microsoft.com/office/powerpoint/2010/main" val="19890752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753182" y="76219"/>
            <a:ext cx="8765028" cy="7326493"/>
          </a:xfrm>
          <a:prstGeom prst="rect">
            <a:avLst/>
          </a:prstGeom>
          <a:noFill/>
          <a:ln w="9525">
            <a:noFill/>
            <a:miter lim="800000"/>
            <a:headEnd/>
            <a:tailEnd/>
          </a:ln>
        </p:spPr>
        <p:txBody>
          <a:bodyPr>
            <a:spAutoFit/>
          </a:bodyPr>
          <a:lstStyle/>
          <a:p>
            <a:pPr algn="ctr" defTabSz="914583"/>
            <a:endParaRPr lang="en-IN" sz="1400" b="1" dirty="0">
              <a:solidFill>
                <a:srgbClr val="000000"/>
              </a:solidFill>
              <a:latin typeface="Aparajita" pitchFamily="34" charset="0"/>
            </a:endParaRPr>
          </a:p>
          <a:p>
            <a:pPr algn="ctr" defTabSz="914583"/>
            <a:r>
              <a:rPr lang="en-IN" sz="4001" b="1" dirty="0" err="1">
                <a:solidFill>
                  <a:srgbClr val="000000"/>
                </a:solidFill>
                <a:latin typeface="Aparajita" pitchFamily="34" charset="0"/>
              </a:rPr>
              <a:t>राम</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रसायन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तुह्मरे</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पासा</a:t>
            </a:r>
            <a:r>
              <a:rPr lang="en-IN" sz="4001" b="1" dirty="0">
                <a:solidFill>
                  <a:srgbClr val="000000"/>
                </a:solidFill>
                <a:latin typeface="Aparajita" pitchFamily="34" charset="0"/>
              </a:rPr>
              <a:t> ।</a:t>
            </a:r>
            <a:br>
              <a:rPr lang="en-IN" sz="4001" b="1" dirty="0">
                <a:solidFill>
                  <a:srgbClr val="000000"/>
                </a:solidFill>
                <a:latin typeface="Aparajita" pitchFamily="34" charset="0"/>
              </a:rPr>
            </a:br>
            <a:r>
              <a:rPr lang="en-IN" sz="4001" b="1" dirty="0" err="1">
                <a:solidFill>
                  <a:srgbClr val="000000"/>
                </a:solidFill>
                <a:latin typeface="Aparajita" pitchFamily="34" charset="0"/>
              </a:rPr>
              <a:t>सदा</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रहो</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रघुपति</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दासा</a:t>
            </a:r>
            <a:r>
              <a:rPr lang="en-IN" sz="4001" b="1" dirty="0">
                <a:solidFill>
                  <a:srgbClr val="000000"/>
                </a:solidFill>
                <a:latin typeface="Aparajita" pitchFamily="34" charset="0"/>
              </a:rPr>
              <a:t> ॥३२॥</a:t>
            </a:r>
          </a:p>
          <a:p>
            <a:pPr algn="ctr" defTabSz="914583"/>
            <a:endParaRPr lang="en-IN" sz="3601" b="1" dirty="0">
              <a:solidFill>
                <a:srgbClr val="000000"/>
              </a:solidFill>
              <a:latin typeface="Aparajita" pitchFamily="34" charset="0"/>
            </a:endParaRPr>
          </a:p>
          <a:p>
            <a:pPr algn="ctr" defTabSz="914583"/>
            <a:r>
              <a:rPr lang="en-US" sz="3601" b="1" dirty="0" err="1">
                <a:solidFill>
                  <a:srgbClr val="000000"/>
                </a:solidFill>
                <a:latin typeface="URW Palladio IT" pitchFamily="2" charset="0"/>
              </a:rPr>
              <a:t>Räma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Rasäyana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Tumhare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Päsä</a:t>
            </a:r>
            <a:r>
              <a:rPr lang="en-US" sz="3601" b="1" dirty="0">
                <a:solidFill>
                  <a:srgbClr val="000000"/>
                </a:solidFill>
                <a:latin typeface="URW Palladio IT" pitchFamily="2" charset="0"/>
              </a:rPr>
              <a:t> | </a:t>
            </a:r>
          </a:p>
          <a:p>
            <a:pPr algn="ctr" defTabSz="914583"/>
            <a:r>
              <a:rPr lang="en-US" sz="3601" b="1" dirty="0" err="1">
                <a:solidFill>
                  <a:srgbClr val="000000"/>
                </a:solidFill>
                <a:latin typeface="URW Palladio IT" pitchFamily="2" charset="0"/>
              </a:rPr>
              <a:t>Sadä</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Raho</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Raghupati</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Ke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Däsä</a:t>
            </a:r>
            <a:r>
              <a:rPr lang="en-US" sz="3601" b="1" dirty="0">
                <a:solidFill>
                  <a:srgbClr val="000000"/>
                </a:solidFill>
                <a:latin typeface="URW Palladio IT" pitchFamily="2" charset="0"/>
              </a:rPr>
              <a:t> || - 32</a:t>
            </a:r>
          </a:p>
          <a:p>
            <a:pPr algn="ctr" defTabSz="914583"/>
            <a:endParaRPr lang="en-US" sz="3601" b="1" dirty="0">
              <a:solidFill>
                <a:srgbClr val="000000"/>
              </a:solidFill>
              <a:latin typeface="URW Palladio IT" pitchFamily="2" charset="0"/>
            </a:endParaRPr>
          </a:p>
          <a:p>
            <a:pPr algn="ctr" defTabSz="914583"/>
            <a:r>
              <a:rPr lang="en-US" sz="3601" b="1" dirty="0" err="1">
                <a:solidFill>
                  <a:srgbClr val="000000"/>
                </a:solidFill>
                <a:latin typeface="Calibri" pitchFamily="34" charset="0"/>
              </a:rPr>
              <a:t>ರಾಮ</a:t>
            </a:r>
            <a:r>
              <a:rPr lang="en-US" sz="3601" b="1" dirty="0">
                <a:solidFill>
                  <a:srgbClr val="000000"/>
                </a:solidFill>
                <a:latin typeface="Calibri" pitchFamily="34" charset="0"/>
              </a:rPr>
              <a:t> </a:t>
            </a:r>
            <a:r>
              <a:rPr lang="en-US" sz="3601" b="1" dirty="0" err="1">
                <a:solidFill>
                  <a:srgbClr val="000000"/>
                </a:solidFill>
                <a:latin typeface="Calibri" pitchFamily="34" charset="0"/>
              </a:rPr>
              <a:t>ರಸಾಯನ</a:t>
            </a:r>
            <a:r>
              <a:rPr lang="en-US" sz="3601" b="1" dirty="0">
                <a:solidFill>
                  <a:srgbClr val="000000"/>
                </a:solidFill>
                <a:latin typeface="Calibri" pitchFamily="34" charset="0"/>
              </a:rPr>
              <a:t> </a:t>
            </a:r>
            <a:r>
              <a:rPr lang="en-US" sz="3601" b="1" dirty="0" err="1">
                <a:solidFill>
                  <a:srgbClr val="000000"/>
                </a:solidFill>
                <a:latin typeface="Calibri" pitchFamily="34" charset="0"/>
              </a:rPr>
              <a:t>ತುಮ್ಹರೇ</a:t>
            </a:r>
            <a:r>
              <a:rPr lang="en-US" sz="3601" b="1" dirty="0">
                <a:solidFill>
                  <a:srgbClr val="000000"/>
                </a:solidFill>
                <a:latin typeface="Calibri" pitchFamily="34" charset="0"/>
              </a:rPr>
              <a:t> </a:t>
            </a:r>
            <a:r>
              <a:rPr lang="en-US" sz="3601" b="1" dirty="0" err="1">
                <a:solidFill>
                  <a:srgbClr val="000000"/>
                </a:solidFill>
                <a:latin typeface="Calibri" pitchFamily="34" charset="0"/>
              </a:rPr>
              <a:t>ಪಾಸಾ</a:t>
            </a:r>
            <a:r>
              <a:rPr lang="en-US" sz="3601" b="1" dirty="0">
                <a:solidFill>
                  <a:srgbClr val="000000"/>
                </a:solidFill>
                <a:latin typeface="Calibri" pitchFamily="34" charset="0"/>
              </a:rPr>
              <a:t> ।</a:t>
            </a:r>
          </a:p>
          <a:p>
            <a:pPr algn="ctr" defTabSz="914583"/>
            <a:r>
              <a:rPr lang="en-US" sz="3601" b="1" dirty="0" err="1">
                <a:solidFill>
                  <a:srgbClr val="000000"/>
                </a:solidFill>
                <a:latin typeface="Calibri" pitchFamily="34" charset="0"/>
              </a:rPr>
              <a:t>ಸದಾ</a:t>
            </a:r>
            <a:r>
              <a:rPr lang="en-US" sz="3601" b="1" dirty="0">
                <a:solidFill>
                  <a:srgbClr val="000000"/>
                </a:solidFill>
                <a:latin typeface="Calibri" pitchFamily="34" charset="0"/>
              </a:rPr>
              <a:t> </a:t>
            </a:r>
            <a:r>
              <a:rPr lang="en-US" sz="3601" b="1" dirty="0" err="1">
                <a:solidFill>
                  <a:srgbClr val="000000"/>
                </a:solidFill>
                <a:latin typeface="Calibri" pitchFamily="34" charset="0"/>
              </a:rPr>
              <a:t>ರಹೋ</a:t>
            </a:r>
            <a:r>
              <a:rPr lang="en-US" sz="3601" b="1" dirty="0">
                <a:solidFill>
                  <a:srgbClr val="000000"/>
                </a:solidFill>
                <a:latin typeface="Calibri" pitchFamily="34" charset="0"/>
              </a:rPr>
              <a:t> </a:t>
            </a:r>
            <a:r>
              <a:rPr lang="en-US" sz="3601" b="1" dirty="0" err="1">
                <a:solidFill>
                  <a:srgbClr val="000000"/>
                </a:solidFill>
                <a:latin typeface="Calibri" pitchFamily="34" charset="0"/>
              </a:rPr>
              <a:t>ರಘುಪತಿ</a:t>
            </a:r>
            <a:r>
              <a:rPr lang="en-US" sz="3601" b="1" dirty="0">
                <a:solidFill>
                  <a:srgbClr val="000000"/>
                </a:solidFill>
                <a:latin typeface="Calibri" pitchFamily="34" charset="0"/>
              </a:rPr>
              <a:t> </a:t>
            </a:r>
            <a:r>
              <a:rPr lang="en-US" sz="3601" b="1" dirty="0" err="1">
                <a:solidFill>
                  <a:srgbClr val="000000"/>
                </a:solidFill>
                <a:latin typeface="Calibri" pitchFamily="34" charset="0"/>
              </a:rPr>
              <a:t>ಕೇ</a:t>
            </a:r>
            <a:r>
              <a:rPr lang="en-US" sz="3601" b="1" dirty="0">
                <a:solidFill>
                  <a:srgbClr val="000000"/>
                </a:solidFill>
                <a:latin typeface="Calibri" pitchFamily="34" charset="0"/>
              </a:rPr>
              <a:t> </a:t>
            </a:r>
            <a:r>
              <a:rPr lang="kn-IN" sz="3601" b="1" dirty="0" err="1">
                <a:solidFill>
                  <a:srgbClr val="000000"/>
                </a:solidFill>
                <a:latin typeface="Calibri" pitchFamily="34" charset="0"/>
                <a:ea typeface="Tunga" pitchFamily="2"/>
                <a:cs typeface="Tunga" pitchFamily="2"/>
              </a:rPr>
              <a:t>ದಾಸಾ</a:t>
            </a:r>
            <a:r>
              <a:rPr lang="kn-IN" sz="3601" b="1" dirty="0">
                <a:solidFill>
                  <a:srgbClr val="000000"/>
                </a:solidFill>
                <a:latin typeface="Calibri" pitchFamily="34" charset="0"/>
                <a:ea typeface="Tunga" pitchFamily="2"/>
                <a:cs typeface="Tunga" pitchFamily="2"/>
              </a:rPr>
              <a:t> </a:t>
            </a:r>
            <a:r>
              <a:rPr lang="en-US" sz="3601" b="1" dirty="0">
                <a:solidFill>
                  <a:srgbClr val="000000"/>
                </a:solidFill>
                <a:latin typeface="Calibri" pitchFamily="34" charset="0"/>
              </a:rPr>
              <a:t>॥</a:t>
            </a:r>
            <a:r>
              <a:rPr lang="kn-IN" sz="3601" b="1" dirty="0">
                <a:solidFill>
                  <a:srgbClr val="000000"/>
                </a:solidFill>
                <a:latin typeface="Calibri" pitchFamily="34" charset="0"/>
                <a:ea typeface="Tunga" pitchFamily="2"/>
                <a:cs typeface="Tunga" pitchFamily="2"/>
              </a:rPr>
              <a:t>೩೨</a:t>
            </a:r>
            <a:r>
              <a:rPr lang="en-US" sz="3601" b="1" dirty="0">
                <a:solidFill>
                  <a:srgbClr val="000000"/>
                </a:solidFill>
                <a:latin typeface="Calibri" pitchFamily="34" charset="0"/>
              </a:rPr>
              <a:t>॥</a:t>
            </a:r>
          </a:p>
          <a:p>
            <a:pPr algn="ctr" defTabSz="914583"/>
            <a:endParaRPr lang="en-US" sz="4001" b="1" dirty="0">
              <a:solidFill>
                <a:srgbClr val="000000"/>
              </a:solidFill>
              <a:latin typeface="Calibri" pitchFamily="34" charset="0"/>
            </a:endParaRPr>
          </a:p>
          <a:p>
            <a:pPr algn="ctr" defTabSz="914583"/>
            <a:r>
              <a:rPr lang="en-US" sz="2400" b="1" dirty="0">
                <a:solidFill>
                  <a:srgbClr val="000000"/>
                </a:solidFill>
                <a:latin typeface="Palatino Linotype" pitchFamily="18" charset="0"/>
              </a:rPr>
              <a:t>Oh </a:t>
            </a:r>
            <a:r>
              <a:rPr lang="en-US" sz="2400" b="1" dirty="0" err="1">
                <a:solidFill>
                  <a:srgbClr val="000000"/>
                </a:solidFill>
                <a:latin typeface="Palatino Linotype" pitchFamily="18" charset="0"/>
              </a:rPr>
              <a:t>Hanumanji</a:t>
            </a:r>
            <a:r>
              <a:rPr lang="en-US" sz="2400" b="1" dirty="0">
                <a:solidFill>
                  <a:srgbClr val="000000"/>
                </a:solidFill>
                <a:latin typeface="Palatino Linotype" pitchFamily="18" charset="0"/>
              </a:rPr>
              <a:t>! You hold the essence of devotion to RAM, always remaining His Servant.</a:t>
            </a:r>
          </a:p>
          <a:p>
            <a:pPr algn="ctr" defTabSz="914583"/>
            <a:r>
              <a:rPr lang="en-US" sz="3601" b="1" dirty="0">
                <a:solidFill>
                  <a:srgbClr val="000000"/>
                </a:solidFill>
                <a:latin typeface="Palatino Linotype" pitchFamily="18" charset="0"/>
              </a:rPr>
              <a:t>		</a:t>
            </a:r>
            <a:r>
              <a:rPr lang="en-US" sz="3601" dirty="0">
                <a:solidFill>
                  <a:srgbClr val="000000"/>
                </a:solidFill>
                <a:latin typeface="Calibri" pitchFamily="34" charset="0"/>
              </a:rPr>
              <a:t/>
            </a:r>
            <a:br>
              <a:rPr lang="en-US" sz="3601" dirty="0">
                <a:solidFill>
                  <a:srgbClr val="000000"/>
                </a:solidFill>
                <a:latin typeface="Calibri" pitchFamily="34" charset="0"/>
              </a:rPr>
            </a:br>
            <a:endParaRPr lang="en-US" sz="3601" dirty="0">
              <a:solidFill>
                <a:srgbClr val="000000"/>
              </a:solidFill>
              <a:latin typeface="Calibri" pitchFamily="34" charset="0"/>
            </a:endParaRPr>
          </a:p>
        </p:txBody>
      </p:sp>
    </p:spTree>
    <p:extLst>
      <p:ext uri="{BB962C8B-B14F-4D97-AF65-F5344CB8AC3E}">
        <p14:creationId xmlns:p14="http://schemas.microsoft.com/office/powerpoint/2010/main" val="182732525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524529" y="1"/>
            <a:ext cx="9146117" cy="862031"/>
          </a:xfrm>
          <a:prstGeom prst="rect">
            <a:avLst/>
          </a:prstGeom>
          <a:noFill/>
          <a:ln w="9525">
            <a:noFill/>
            <a:miter lim="800000"/>
            <a:headEnd/>
            <a:tailEnd/>
          </a:ln>
        </p:spPr>
        <p:txBody>
          <a:bodyPr>
            <a:spAutoFit/>
          </a:bodyPr>
          <a:lstStyle/>
          <a:p>
            <a:pPr algn="ctr" defTabSz="914583"/>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64515" name="Rectangle 1"/>
          <p:cNvSpPr>
            <a:spLocks noChangeArrowheads="1"/>
          </p:cNvSpPr>
          <p:nvPr/>
        </p:nvSpPr>
        <p:spPr bwMode="auto">
          <a:xfrm>
            <a:off x="1576929" y="4741373"/>
            <a:ext cx="9146117" cy="2678426"/>
          </a:xfrm>
          <a:prstGeom prst="rect">
            <a:avLst/>
          </a:prstGeom>
          <a:noFill/>
          <a:ln w="9525">
            <a:noFill/>
            <a:miter lim="800000"/>
            <a:headEnd/>
            <a:tailEnd/>
          </a:ln>
        </p:spPr>
        <p:txBody>
          <a:bodyPr>
            <a:spAutoFit/>
          </a:bodyPr>
          <a:lstStyle/>
          <a:p>
            <a:pPr defTabSz="914583"/>
            <a:r>
              <a:rPr lang="en-US" sz="2801" b="1" dirty="0">
                <a:solidFill>
                  <a:srgbClr val="000000"/>
                </a:solidFill>
                <a:latin typeface="Calibri"/>
              </a:rPr>
              <a:t>	</a:t>
            </a:r>
          </a:p>
          <a:p>
            <a:pPr defTabSz="914583"/>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83"/>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83"/>
            <a:r>
              <a:rPr lang="en-CA" sz="2801" b="1" dirty="0">
                <a:solidFill>
                  <a:srgbClr val="000000"/>
                </a:solidFill>
                <a:latin typeface="Calibri"/>
              </a:rPr>
              <a:t>			  </a:t>
            </a:r>
            <a:r>
              <a:rPr lang="kn-IN" sz="2801" b="1" dirty="0">
                <a:solidFill>
                  <a:srgbClr val="000000"/>
                </a:solidFill>
                <a:latin typeface="Calibri"/>
              </a:rPr>
              <a:t>ರಾಮ ಲಕ್ಷ್ಮಣ </a:t>
            </a:r>
            <a:r>
              <a:rPr lang="kn-IN" sz="2801" b="1" dirty="0" err="1">
                <a:solidFill>
                  <a:srgbClr val="000000"/>
                </a:solidFill>
                <a:latin typeface="Calibri"/>
              </a:rPr>
              <a:t>ಜಾನಕೀ</a:t>
            </a:r>
            <a:endParaRPr lang="kn-IN" sz="2801" b="1" dirty="0">
              <a:solidFill>
                <a:srgbClr val="000000"/>
              </a:solidFill>
              <a:latin typeface="Calibri"/>
            </a:endParaRPr>
          </a:p>
          <a:p>
            <a:pPr algn="ctr" defTabSz="914583"/>
            <a:r>
              <a:rPr lang="kn-IN" sz="2801" b="1" dirty="0">
                <a:solidFill>
                  <a:srgbClr val="000000"/>
                </a:solidFill>
                <a:latin typeface="Calibri"/>
              </a:rPr>
              <a:t>ಜೈ </a:t>
            </a:r>
            <a:r>
              <a:rPr lang="kn-IN" sz="2801" b="1" dirty="0" err="1">
                <a:solidFill>
                  <a:srgbClr val="000000"/>
                </a:solidFill>
                <a:latin typeface="Calibri"/>
              </a:rPr>
              <a:t>ಬೋಲೋ</a:t>
            </a:r>
            <a:r>
              <a:rPr lang="kn-IN" sz="2801" b="1" dirty="0">
                <a:solidFill>
                  <a:srgbClr val="000000"/>
                </a:solidFill>
                <a:latin typeface="Calibri"/>
              </a:rPr>
              <a:t> </a:t>
            </a:r>
            <a:r>
              <a:rPr lang="kn-IN" sz="2801" b="1" dirty="0" err="1">
                <a:solidFill>
                  <a:srgbClr val="000000"/>
                </a:solidFill>
                <a:latin typeface="Calibri"/>
              </a:rPr>
              <a:t>ಹನುಮಾನ್</a:t>
            </a:r>
            <a:r>
              <a:rPr lang="kn-IN" sz="2801" b="1" dirty="0">
                <a:solidFill>
                  <a:srgbClr val="000000"/>
                </a:solidFill>
                <a:latin typeface="Calibri"/>
              </a:rPr>
              <a:t> ಕೀ</a:t>
            </a:r>
            <a:endParaRPr lang="en-CA" sz="2801" b="1" dirty="0">
              <a:solidFill>
                <a:srgbClr val="000000"/>
              </a:solidFill>
              <a:latin typeface="Calibri"/>
            </a:endParaRPr>
          </a:p>
          <a:p>
            <a:pPr defTabSz="914583"/>
            <a:endParaRPr lang="en-IN" sz="2801"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2308948" y="-14288"/>
            <a:ext cx="7675751" cy="5182801"/>
          </a:xfrm>
          <a:prstGeom prst="rect">
            <a:avLst/>
          </a:prstGeom>
          <a:noFill/>
          <a:ln w="9525">
            <a:noFill/>
            <a:miter lim="800000"/>
            <a:headEnd/>
            <a:tailEnd/>
          </a:ln>
        </p:spPr>
      </p:pic>
    </p:spTree>
    <p:extLst>
      <p:ext uri="{BB962C8B-B14F-4D97-AF65-F5344CB8AC3E}">
        <p14:creationId xmlns:p14="http://schemas.microsoft.com/office/powerpoint/2010/main" val="334675152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753181" y="214364"/>
            <a:ext cx="8917464" cy="5910464"/>
          </a:xfrm>
          <a:prstGeom prst="rect">
            <a:avLst/>
          </a:prstGeom>
          <a:noFill/>
          <a:ln w="9525">
            <a:noFill/>
            <a:miter lim="800000"/>
            <a:headEnd/>
            <a:tailEnd/>
          </a:ln>
        </p:spPr>
        <p:txBody>
          <a:bodyPr>
            <a:spAutoFit/>
          </a:bodyPr>
          <a:lstStyle/>
          <a:p>
            <a:pPr algn="ctr" defTabSz="914583"/>
            <a:r>
              <a:rPr lang="en-IN" sz="1400"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भजन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बिसरावै</a:t>
            </a:r>
            <a:r>
              <a:rPr lang="en-IN" sz="4001" b="1" dirty="0">
                <a:solidFill>
                  <a:prstClr val="black"/>
                </a:solidFill>
                <a:latin typeface="Aparajita" pitchFamily="34" charset="0"/>
              </a:rPr>
              <a:t> ॥३३॥</a:t>
            </a:r>
          </a:p>
          <a:p>
            <a:pPr algn="ctr" defTabSz="914583"/>
            <a:endParaRPr lang="en-IN" sz="4401" b="1" dirty="0">
              <a:solidFill>
                <a:prstClr val="black"/>
              </a:solidFill>
              <a:latin typeface="Aparajita" pitchFamily="34" charset="0"/>
            </a:endParaRPr>
          </a:p>
          <a:p>
            <a:pPr algn="ctr" defTabSz="914583"/>
            <a:r>
              <a:rPr lang="en-US" sz="2801" b="1" dirty="0" err="1">
                <a:solidFill>
                  <a:prstClr val="black"/>
                </a:solidFill>
                <a:latin typeface="URW Palladio IT" pitchFamily="2" charset="0"/>
              </a:rPr>
              <a:t>Tumhare</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Bhajana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Räma</a:t>
            </a:r>
            <a:r>
              <a:rPr lang="en-US" sz="2801" b="1" dirty="0">
                <a:solidFill>
                  <a:prstClr val="black"/>
                </a:solidFill>
                <a:latin typeface="URW Palladio IT" pitchFamily="2" charset="0"/>
              </a:rPr>
              <a:t> Ko </a:t>
            </a:r>
            <a:r>
              <a:rPr lang="en-US" sz="2801" b="1" dirty="0" err="1">
                <a:solidFill>
                  <a:prstClr val="black"/>
                </a:solidFill>
                <a:latin typeface="URW Palladio IT" pitchFamily="2" charset="0"/>
              </a:rPr>
              <a:t>Pävai</a:t>
            </a:r>
            <a:r>
              <a:rPr lang="en-US" sz="2801" b="1" dirty="0">
                <a:solidFill>
                  <a:prstClr val="black"/>
                </a:solidFill>
                <a:latin typeface="URW Palladio IT" pitchFamily="2" charset="0"/>
              </a:rPr>
              <a:t> | </a:t>
            </a:r>
          </a:p>
          <a:p>
            <a:pPr algn="ctr" defTabSz="914583"/>
            <a:r>
              <a:rPr lang="en-US" sz="2801" b="1" dirty="0" err="1">
                <a:solidFill>
                  <a:prstClr val="black"/>
                </a:solidFill>
                <a:latin typeface="URW Palladio IT" pitchFamily="2" charset="0"/>
              </a:rPr>
              <a:t>Janama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Janama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Ke</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Dukha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Bisarävai</a:t>
            </a:r>
            <a:r>
              <a:rPr lang="en-US" sz="2801" b="1" dirty="0">
                <a:solidFill>
                  <a:prstClr val="black"/>
                </a:solidFill>
                <a:latin typeface="URW Palladio IT" pitchFamily="2" charset="0"/>
              </a:rPr>
              <a:t> || - 33</a:t>
            </a:r>
          </a:p>
          <a:p>
            <a:pPr algn="ctr" defTabSz="914583"/>
            <a:endParaRPr lang="en-US" sz="2801" b="1" dirty="0">
              <a:solidFill>
                <a:prstClr val="black"/>
              </a:solidFill>
              <a:latin typeface="URW Palladio IT" pitchFamily="2" charset="0"/>
            </a:endParaRPr>
          </a:p>
          <a:p>
            <a:pPr algn="ctr" defTabSz="914583"/>
            <a:endParaRPr lang="en-US" sz="1400"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ಭಜನ</a:t>
            </a:r>
            <a:r>
              <a:rPr lang="en-US" sz="3601" b="1" dirty="0">
                <a:solidFill>
                  <a:prstClr val="black"/>
                </a:solidFill>
                <a:latin typeface="Calibri" pitchFamily="34" charset="0"/>
              </a:rPr>
              <a:t> </a:t>
            </a:r>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ಪಾವೈ</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ಜನಮ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ದುಖ</a:t>
            </a:r>
            <a:r>
              <a:rPr lang="en-US" sz="3601" b="1" dirty="0">
                <a:solidFill>
                  <a:prstClr val="black"/>
                </a:solidFill>
                <a:latin typeface="Calibri" pitchFamily="34" charset="0"/>
              </a:rPr>
              <a:t> </a:t>
            </a:r>
            <a:r>
              <a:rPr lang="en-US" sz="3601" b="1" dirty="0" err="1">
                <a:solidFill>
                  <a:prstClr val="black"/>
                </a:solidFill>
                <a:latin typeface="Calibri" pitchFamily="34" charset="0"/>
              </a:rPr>
              <a:t>ಬಿಸರಾವೈ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೩೩</a:t>
            </a:r>
            <a:r>
              <a:rPr lang="en-US" sz="3601" b="1" dirty="0">
                <a:solidFill>
                  <a:prstClr val="black"/>
                </a:solidFill>
                <a:latin typeface="Calibri" pitchFamily="34" charset="0"/>
              </a:rPr>
              <a:t>॥</a:t>
            </a:r>
          </a:p>
          <a:p>
            <a:pPr algn="ctr" defTabSz="914583"/>
            <a:endParaRPr lang="en-US" sz="36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through devotion to you, one comes to RAM and becomes free from suffering of several lives.</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106952164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753182" y="76218"/>
            <a:ext cx="8688811" cy="7141442"/>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अन्त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हरिभक्त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कहाई</a:t>
            </a:r>
            <a:r>
              <a:rPr lang="en-IN" sz="4001" b="1" dirty="0">
                <a:solidFill>
                  <a:prstClr val="black"/>
                </a:solidFill>
                <a:latin typeface="Aparajita" pitchFamily="34" charset="0"/>
              </a:rPr>
              <a:t> ॥३४॥</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Anta </a:t>
            </a:r>
            <a:r>
              <a:rPr lang="en-US" sz="3601" b="1" dirty="0" err="1">
                <a:solidFill>
                  <a:prstClr val="black"/>
                </a:solidFill>
                <a:latin typeface="URW Palladio IT" pitchFamily="2" charset="0"/>
              </a:rPr>
              <a:t>Käla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Raghubara</a:t>
            </a:r>
            <a:r>
              <a:rPr lang="en-US" sz="3601" b="1" dirty="0">
                <a:solidFill>
                  <a:prstClr val="black"/>
                </a:solidFill>
                <a:latin typeface="URW Palladio IT" pitchFamily="2" charset="0"/>
              </a:rPr>
              <a:t> Pura </a:t>
            </a:r>
            <a:r>
              <a:rPr lang="en-US" sz="3601" b="1" dirty="0" err="1">
                <a:solidFill>
                  <a:prstClr val="black"/>
                </a:solidFill>
                <a:latin typeface="URW Palladio IT" pitchFamily="2" charset="0"/>
              </a:rPr>
              <a:t>Jäé</a:t>
            </a:r>
            <a:r>
              <a:rPr lang="en-US" sz="3601" b="1" dirty="0">
                <a:solidFill>
                  <a:prstClr val="black"/>
                </a:solidFill>
                <a:latin typeface="URW Palladio IT" pitchFamily="2" charset="0"/>
              </a:rPr>
              <a:t> |</a:t>
            </a:r>
          </a:p>
          <a:p>
            <a:pPr algn="ctr" defTabSz="914583"/>
            <a:r>
              <a:rPr lang="en-US" sz="3601" b="1" dirty="0" err="1">
                <a:solidFill>
                  <a:prstClr val="black"/>
                </a:solidFill>
                <a:latin typeface="URW Palladio IT" pitchFamily="2" charset="0"/>
              </a:rPr>
              <a:t>Jahäð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Janma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Haribhakta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Kahäé</a:t>
            </a:r>
            <a:r>
              <a:rPr lang="en-US" sz="3601" b="1" dirty="0">
                <a:solidFill>
                  <a:prstClr val="black"/>
                </a:solidFill>
                <a:latin typeface="URW Palladio IT" pitchFamily="2" charset="0"/>
              </a:rPr>
              <a:t> || - 34</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ಅಂತ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ಕಾಲ</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ಜಾಈ</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ಜಹಾ</a:t>
            </a:r>
            <a:r>
              <a:rPr lang="en-US" sz="3601" b="1" dirty="0">
                <a:solidFill>
                  <a:prstClr val="black"/>
                </a:solidFill>
                <a:latin typeface="Calibri" pitchFamily="34" charset="0"/>
              </a:rPr>
              <a:t> </a:t>
            </a:r>
            <a:r>
              <a:rPr lang="en-US" sz="3601" b="1" dirty="0" err="1">
                <a:solidFill>
                  <a:prstClr val="black"/>
                </a:solidFill>
                <a:latin typeface="Calibri" pitchFamily="34" charset="0"/>
              </a:rPr>
              <a:t>ಜ</a:t>
            </a:r>
            <a:r>
              <a:rPr lang="kn-IN" sz="3601" b="1" dirty="0" err="1">
                <a:solidFill>
                  <a:prstClr val="black"/>
                </a:solidFill>
                <a:latin typeface="Calibri" pitchFamily="34" charset="0"/>
                <a:ea typeface="Tunga" pitchFamily="2"/>
                <a:cs typeface="Tunga" pitchFamily="2"/>
              </a:rPr>
              <a:t>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ಭಕ್ತ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ಕಹಾಈ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೩೪</a:t>
            </a:r>
            <a:r>
              <a:rPr lang="en-US" sz="3601" b="1" dirty="0">
                <a:solidFill>
                  <a:prstClr val="black"/>
                </a:solidFill>
                <a:latin typeface="Calibri" pitchFamily="34" charset="0"/>
              </a:rPr>
              <a:t>॥</a:t>
            </a:r>
          </a:p>
          <a:p>
            <a:pPr algn="ctr" defTabSz="914583"/>
            <a:endParaRPr lang="en-US" sz="2400"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After death he enters the eternal abode of Sri Ram and remains a devotee of him, whenever, taking new birth on earth.</a:t>
            </a:r>
          </a:p>
          <a:p>
            <a:pPr algn="ctr" defTabSz="914583"/>
            <a:endParaRPr lang="en-IN" sz="800" b="1" dirty="0">
              <a:solidFill>
                <a:prstClr val="black"/>
              </a:solidFill>
              <a:latin typeface="Aparajita" pitchFamily="34" charset="0"/>
            </a:endParaRPr>
          </a:p>
          <a:p>
            <a:pPr algn="ctr" defTabSz="914583"/>
            <a:r>
              <a:rPr lang="en-IN" sz="2000" b="1" dirty="0">
                <a:solidFill>
                  <a:srgbClr val="00B050"/>
                </a:solidFill>
                <a:latin typeface="Sanskrit 99" pitchFamily="2" charset="0"/>
              </a:rPr>
              <a:t>   		</a:t>
            </a:r>
            <a:r>
              <a:rPr lang="en-US" sz="2000" dirty="0">
                <a:solidFill>
                  <a:prstClr val="black"/>
                </a:solidFill>
                <a:latin typeface="Calibri" pitchFamily="34" charset="0"/>
              </a:rPr>
              <a:t/>
            </a:r>
            <a:br>
              <a:rPr lang="en-US" sz="2000" dirty="0">
                <a:solidFill>
                  <a:prstClr val="black"/>
                </a:solidFill>
                <a:latin typeface="Calibri" pitchFamily="34" charset="0"/>
              </a:rPr>
            </a:br>
            <a:endParaRPr lang="en-US" sz="2000" dirty="0">
              <a:solidFill>
                <a:prstClr val="black"/>
              </a:solidFill>
              <a:latin typeface="Calibri" pitchFamily="34" charset="0"/>
            </a:endParaRPr>
          </a:p>
        </p:txBody>
      </p:sp>
    </p:spTree>
    <p:extLst>
      <p:ext uri="{BB962C8B-B14F-4D97-AF65-F5344CB8AC3E}">
        <p14:creationId xmlns:p14="http://schemas.microsoft.com/office/powerpoint/2010/main" val="385332898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753182" y="0"/>
            <a:ext cx="8688811" cy="7326493"/>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और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देवता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चित्त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सेइ</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करई</a:t>
            </a:r>
            <a:r>
              <a:rPr lang="en-IN" sz="4001" b="1" dirty="0">
                <a:solidFill>
                  <a:prstClr val="black"/>
                </a:solidFill>
                <a:latin typeface="Aparajita" pitchFamily="34" charset="0"/>
              </a:rPr>
              <a:t> ॥३५॥</a:t>
            </a:r>
          </a:p>
          <a:p>
            <a:pPr algn="ctr" defTabSz="914583"/>
            <a:endParaRPr lang="en-IN" sz="36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Aura </a:t>
            </a:r>
            <a:r>
              <a:rPr lang="en-US" sz="3601" b="1" dirty="0" err="1">
                <a:solidFill>
                  <a:prstClr val="black"/>
                </a:solidFill>
                <a:latin typeface="URW Palladio IT" pitchFamily="2" charset="0"/>
              </a:rPr>
              <a:t>Devatä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Citta</a:t>
            </a:r>
            <a:r>
              <a:rPr lang="en-US" sz="3601" b="1" dirty="0">
                <a:solidFill>
                  <a:prstClr val="black"/>
                </a:solidFill>
                <a:latin typeface="URW Palladio IT" pitchFamily="2" charset="0"/>
              </a:rPr>
              <a:t> Na </a:t>
            </a:r>
            <a:r>
              <a:rPr lang="en-US" sz="3601" b="1" dirty="0" err="1">
                <a:solidFill>
                  <a:prstClr val="black"/>
                </a:solidFill>
                <a:latin typeface="URW Palladio IT" pitchFamily="2" charset="0"/>
              </a:rPr>
              <a:t>Dharaé</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Seé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Sarba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Karaé</a:t>
            </a:r>
            <a:r>
              <a:rPr lang="en-US" sz="3601" b="1" dirty="0">
                <a:solidFill>
                  <a:prstClr val="black"/>
                </a:solidFill>
                <a:latin typeface="URW Palladio IT" pitchFamily="2" charset="0"/>
              </a:rPr>
              <a:t> || - 35</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ಔರ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ದೇವತಾ</a:t>
            </a:r>
            <a:r>
              <a:rPr lang="en-US" sz="3601" b="1" dirty="0">
                <a:solidFill>
                  <a:prstClr val="black"/>
                </a:solidFill>
                <a:latin typeface="Calibri" pitchFamily="34" charset="0"/>
              </a:rPr>
              <a:t> </a:t>
            </a:r>
            <a:r>
              <a:rPr lang="en-US" sz="3601" b="1" dirty="0" err="1">
                <a:solidFill>
                  <a:prstClr val="black"/>
                </a:solidFill>
                <a:latin typeface="Calibri" pitchFamily="34" charset="0"/>
              </a:rPr>
              <a:t>ಚಿತ್ತ</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ಧರಈ</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ಹನುಮತ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ಸೇಈ</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ಸರ್ಬ</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ಕರಈ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೩೫</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You need not hold any other demigod in mind.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alone will give all happiness.</a:t>
            </a:r>
          </a:p>
          <a:p>
            <a:pPr algn="ctr" defTabSz="914583"/>
            <a:r>
              <a:rPr lang="en-US" sz="3601" b="1" dirty="0">
                <a:solidFill>
                  <a:prstClr val="black"/>
                </a:solidFill>
                <a:latin typeface="Palatino Linotype" pitchFamily="18" charset="0"/>
              </a:rPr>
              <a:t>		</a:t>
            </a: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67042095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829399" y="-76217"/>
            <a:ext cx="8612593" cy="7664919"/>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सङ्कट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बलबीरा</a:t>
            </a:r>
            <a:r>
              <a:rPr lang="en-IN" sz="4001" b="1" dirty="0">
                <a:solidFill>
                  <a:prstClr val="black"/>
                </a:solidFill>
                <a:latin typeface="Aparajita" pitchFamily="34" charset="0"/>
              </a:rPr>
              <a:t> ॥३६॥</a:t>
            </a:r>
          </a:p>
          <a:p>
            <a:pPr algn="ctr" defTabSz="914583"/>
            <a:endParaRPr lang="en-IN" sz="40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Saìkaöa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Kaöai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Miöai</a:t>
            </a:r>
            <a:r>
              <a:rPr lang="en-US" sz="3601" b="1" dirty="0">
                <a:solidFill>
                  <a:prstClr val="black"/>
                </a:solidFill>
                <a:latin typeface="URW Palladio IT" pitchFamily="2" charset="0"/>
              </a:rPr>
              <a:t> Saba </a:t>
            </a:r>
            <a:r>
              <a:rPr lang="en-US" sz="3601" b="1" dirty="0" err="1">
                <a:solidFill>
                  <a:prstClr val="black"/>
                </a:solidFill>
                <a:latin typeface="URW Palladio IT" pitchFamily="2" charset="0"/>
              </a:rPr>
              <a:t>Pérä</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Sumirai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Balabérä</a:t>
            </a:r>
            <a:r>
              <a:rPr lang="en-US" sz="3601" b="1" dirty="0">
                <a:solidFill>
                  <a:prstClr val="black"/>
                </a:solidFill>
                <a:latin typeface="URW Palladio IT" pitchFamily="2" charset="0"/>
              </a:rPr>
              <a:t> || - 36</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ಸಂಕಟ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ಮಿಟೈ</a:t>
            </a:r>
            <a:r>
              <a:rPr lang="en-US" sz="3601" b="1" dirty="0">
                <a:solidFill>
                  <a:prstClr val="black"/>
                </a:solidFill>
                <a:latin typeface="Calibri" pitchFamily="34" charset="0"/>
              </a:rPr>
              <a:t> </a:t>
            </a:r>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ಸುಮಿರೈ</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ಹನುಮತ್</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ಬಲಬೀರಾ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೩೬</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Oh Powerful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end the sufferings and remove all the pain from those who remember you.</a:t>
            </a:r>
          </a:p>
          <a:p>
            <a:pPr algn="ctr" defTabSz="914583"/>
            <a:r>
              <a:rPr lang="en-US" sz="1800" dirty="0">
                <a:solidFill>
                  <a:prstClr val="black"/>
                </a:solidFill>
                <a:latin typeface="Calibri" pitchFamily="34" charset="0"/>
              </a:rPr>
              <a:t/>
            </a:r>
            <a:br>
              <a:rPr lang="en-US" sz="1800" dirty="0">
                <a:solidFill>
                  <a:prstClr val="black"/>
                </a:solidFill>
                <a:latin typeface="Calibri" pitchFamily="34" charset="0"/>
              </a:rPr>
            </a:br>
            <a:r>
              <a:rPr lang="en-US" sz="1800" dirty="0">
                <a:solidFill>
                  <a:prstClr val="black"/>
                </a:solidFill>
                <a:latin typeface="Calibri" pitchFamily="34" charset="0"/>
              </a:rPr>
              <a:t/>
            </a:r>
            <a:br>
              <a:rPr lang="en-US" sz="1800" dirty="0">
                <a:solidFill>
                  <a:prstClr val="black"/>
                </a:solidFill>
                <a:latin typeface="Calibri" pitchFamily="34" charset="0"/>
              </a:rPr>
            </a:b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66945825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753182" y="76233"/>
            <a:ext cx="8688811" cy="7819064"/>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गोसाईं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गुरुदेव</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नाईं</a:t>
            </a:r>
            <a:r>
              <a:rPr lang="en-IN" sz="4001" b="1" dirty="0">
                <a:solidFill>
                  <a:prstClr val="black"/>
                </a:solidFill>
                <a:latin typeface="Aparajita" pitchFamily="34" charset="0"/>
              </a:rPr>
              <a:t> ॥३७॥</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Jaya Jaya Jaya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Gosäéà</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Kåpä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Karahu</a:t>
            </a:r>
            <a:r>
              <a:rPr lang="en-US" sz="3601" b="1" dirty="0">
                <a:solidFill>
                  <a:prstClr val="black"/>
                </a:solidFill>
                <a:latin typeface="URW Palladio IT" pitchFamily="2" charset="0"/>
              </a:rPr>
              <a:t> Guru Deva </a:t>
            </a:r>
            <a:r>
              <a:rPr lang="en-US" sz="3601" b="1" dirty="0" err="1">
                <a:solidFill>
                  <a:prstClr val="black"/>
                </a:solidFill>
                <a:latin typeface="URW Palladio IT" pitchFamily="2" charset="0"/>
              </a:rPr>
              <a:t>Ké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Näéà</a:t>
            </a:r>
            <a:r>
              <a:rPr lang="en-US" sz="3601" b="1" dirty="0">
                <a:solidFill>
                  <a:prstClr val="black"/>
                </a:solidFill>
                <a:latin typeface="URW Palladio IT" pitchFamily="2" charset="0"/>
              </a:rPr>
              <a:t> || - 37</a:t>
            </a:r>
          </a:p>
          <a:p>
            <a:pPr algn="ctr" defTabSz="914583"/>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ಗೋಸಾಈ</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ಕೃಪಾ</a:t>
            </a:r>
            <a:r>
              <a:rPr lang="en-US" sz="3601" b="1" dirty="0">
                <a:solidFill>
                  <a:prstClr val="black"/>
                </a:solidFill>
                <a:latin typeface="Calibri" pitchFamily="34" charset="0"/>
              </a:rPr>
              <a:t> </a:t>
            </a:r>
            <a:r>
              <a:rPr lang="en-US" sz="3601" b="1" dirty="0" err="1">
                <a:solidFill>
                  <a:prstClr val="black"/>
                </a:solidFill>
                <a:latin typeface="Calibri" pitchFamily="34" charset="0"/>
              </a:rPr>
              <a:t>ಕರ</a:t>
            </a:r>
            <a:r>
              <a:rPr lang="kn-IN" sz="3601" b="1" dirty="0" err="1">
                <a:solidFill>
                  <a:prstClr val="black"/>
                </a:solidFill>
                <a:latin typeface="Calibri" pitchFamily="34" charset="0"/>
                <a:ea typeface="Tunga" pitchFamily="2"/>
                <a:cs typeface="Tunga" pitchFamily="2"/>
              </a:rPr>
              <a:t>ಹು</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kn-IN" sz="3601" b="1" dirty="0" err="1">
                <a:solidFill>
                  <a:prstClr val="black"/>
                </a:solidFill>
                <a:latin typeface="Calibri" pitchFamily="34" charset="0"/>
                <a:ea typeface="Tunga" pitchFamily="2"/>
                <a:cs typeface="Tunga" pitchFamily="2"/>
              </a:rPr>
              <a:t>ರು</a:t>
            </a:r>
            <a:r>
              <a:rPr lang="en-US" sz="3601" b="1" dirty="0" err="1">
                <a:solidFill>
                  <a:prstClr val="black"/>
                </a:solidFill>
                <a:latin typeface="Calibri" pitchFamily="34" charset="0"/>
              </a:rPr>
              <a:t>ದೇವ</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ನಾಈ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೩೭</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Hail-Hail-Hail-Lord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 beseech you </a:t>
            </a:r>
            <a:r>
              <a:rPr lang="en-US" sz="2400" b="1" dirty="0" err="1">
                <a:solidFill>
                  <a:prstClr val="black"/>
                </a:solidFill>
                <a:latin typeface="Palatino Linotype" pitchFamily="18" charset="0"/>
              </a:rPr>
              <a:t>Honour</a:t>
            </a:r>
            <a:r>
              <a:rPr lang="en-US" sz="2400" b="1" dirty="0">
                <a:solidFill>
                  <a:prstClr val="black"/>
                </a:solidFill>
                <a:latin typeface="Palatino Linotype" pitchFamily="18" charset="0"/>
              </a:rPr>
              <a:t> to bless me in the capacity of my supreme 'GURU' (teacher).</a:t>
            </a:r>
          </a:p>
          <a:p>
            <a:pPr algn="ctr" defTabSz="914583"/>
            <a:r>
              <a:rPr lang="en-US" sz="3201" b="1" dirty="0">
                <a:solidFill>
                  <a:prstClr val="black"/>
                </a:solidFill>
                <a:latin typeface="Palatino Linotype" pitchFamily="18" charset="0"/>
              </a:rPr>
              <a:t>	</a:t>
            </a:r>
            <a:endParaRPr lang="en-IN" sz="3201" b="1" dirty="0">
              <a:solidFill>
                <a:srgbClr val="00B050"/>
              </a:solidFill>
              <a:latin typeface="Aparajita" pitchFamily="34" charset="0"/>
            </a:endParaRPr>
          </a:p>
          <a:p>
            <a:pPr algn="ctr" defTabSz="914583"/>
            <a:endParaRPr lang="en-US" sz="3201" dirty="0">
              <a:solidFill>
                <a:prstClr val="black"/>
              </a:solidFill>
              <a:latin typeface="Calibri" pitchFamily="34" charset="0"/>
            </a:endParaRPr>
          </a:p>
        </p:txBody>
      </p:sp>
    </p:spTree>
    <p:extLst>
      <p:ext uri="{BB962C8B-B14F-4D97-AF65-F5344CB8AC3E}">
        <p14:creationId xmlns:p14="http://schemas.microsoft.com/office/powerpoint/2010/main" val="243295125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753182" y="-181003"/>
            <a:ext cx="8612593" cy="834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पाठ</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छूटहि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होई</a:t>
            </a:r>
            <a:r>
              <a:rPr lang="en-IN" sz="4001" b="1" dirty="0">
                <a:solidFill>
                  <a:prstClr val="black"/>
                </a:solidFill>
                <a:latin typeface="Aparajita" pitchFamily="34" charset="0"/>
              </a:rPr>
              <a:t> ॥३८॥</a:t>
            </a:r>
          </a:p>
          <a:p>
            <a:pPr algn="ctr" defTabSz="914583"/>
            <a:endParaRPr lang="en-IN" sz="36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Sata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Bära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Päöha</a:t>
            </a:r>
            <a:r>
              <a:rPr lang="en-US" sz="3601" b="1" dirty="0">
                <a:solidFill>
                  <a:prstClr val="black"/>
                </a:solidFill>
                <a:latin typeface="URW Palladio IT" pitchFamily="2" charset="0"/>
              </a:rPr>
              <a:t> Kara </a:t>
            </a:r>
            <a:r>
              <a:rPr lang="en-US" sz="3601" b="1" dirty="0" err="1">
                <a:solidFill>
                  <a:prstClr val="black"/>
                </a:solidFill>
                <a:latin typeface="URW Palladio IT" pitchFamily="2" charset="0"/>
              </a:rPr>
              <a:t>Koé</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Chüöahi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Bandi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Mahä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Hoé</a:t>
            </a:r>
            <a:r>
              <a:rPr lang="en-US" sz="3601" b="1" dirty="0">
                <a:solidFill>
                  <a:prstClr val="black"/>
                </a:solidFill>
                <a:latin typeface="URW Palladio IT" pitchFamily="2" charset="0"/>
              </a:rPr>
              <a:t> || - 38</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ಪಾಠ</a:t>
            </a:r>
            <a:r>
              <a:rPr lang="en-US" sz="3601" b="1" dirty="0">
                <a:solidFill>
                  <a:prstClr val="black"/>
                </a:solidFill>
                <a:latin typeface="Calibri" pitchFamily="34" charset="0"/>
              </a:rPr>
              <a:t> </a:t>
            </a:r>
            <a:r>
              <a:rPr lang="en-US" sz="3601" b="1" dirty="0" err="1">
                <a:solidFill>
                  <a:prstClr val="black"/>
                </a:solidFill>
                <a:latin typeface="Calibri" pitchFamily="34" charset="0"/>
              </a:rPr>
              <a:t>ಕರ</a:t>
            </a:r>
            <a:r>
              <a:rPr lang="en-US" sz="3601" b="1" dirty="0">
                <a:solidFill>
                  <a:prstClr val="black"/>
                </a:solidFill>
                <a:latin typeface="Calibri" pitchFamily="34" charset="0"/>
              </a:rPr>
              <a:t> </a:t>
            </a:r>
            <a:r>
              <a:rPr lang="en-US" sz="3601" b="1" dirty="0" err="1">
                <a:solidFill>
                  <a:prstClr val="black"/>
                </a:solidFill>
                <a:latin typeface="Calibri" pitchFamily="34" charset="0"/>
              </a:rPr>
              <a:t>ಕೋಈ</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ಛೂಟಹಿ</a:t>
            </a:r>
            <a:r>
              <a:rPr lang="en-US" sz="3601" b="1" dirty="0">
                <a:solidFill>
                  <a:prstClr val="black"/>
                </a:solidFill>
                <a:latin typeface="Calibri" pitchFamily="34" charset="0"/>
              </a:rPr>
              <a:t> </a:t>
            </a:r>
            <a:r>
              <a:rPr lang="en-US" sz="3601" b="1" dirty="0" err="1">
                <a:solidFill>
                  <a:prstClr val="black"/>
                </a:solidFill>
                <a:latin typeface="Calibri" pitchFamily="34" charset="0"/>
              </a:rPr>
              <a:t>ಬಂದಿ</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ಹೋಈ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೩೮</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One who recites this Hanuman </a:t>
            </a:r>
            <a:r>
              <a:rPr lang="en-US" sz="2400" b="1" dirty="0" err="1">
                <a:solidFill>
                  <a:prstClr val="black"/>
                </a:solidFill>
                <a:latin typeface="Palatino Linotype" pitchFamily="18" charset="0"/>
              </a:rPr>
              <a:t>Chalisa</a:t>
            </a:r>
            <a:r>
              <a:rPr lang="en-US" sz="2400" b="1" dirty="0">
                <a:solidFill>
                  <a:prstClr val="black"/>
                </a:solidFill>
                <a:latin typeface="Palatino Linotype" pitchFamily="18" charset="0"/>
              </a:rPr>
              <a:t> one hundred times daily for one hundred days becomes free from the bondage of life and death and enjoys the highest bliss at last.</a:t>
            </a:r>
          </a:p>
          <a:p>
            <a:pPr algn="ctr" defTabSz="914583"/>
            <a:endParaRPr lang="en-IN" sz="1000" b="1" dirty="0">
              <a:solidFill>
                <a:prstClr val="black"/>
              </a:solidFill>
              <a:latin typeface="Aparajita" pitchFamily="34" charset="0"/>
            </a:endParaRPr>
          </a:p>
          <a:p>
            <a:pPr algn="ctr" defTabSz="914583"/>
            <a:r>
              <a:rPr lang="en-IN" sz="3201" b="1" dirty="0">
                <a:solidFill>
                  <a:srgbClr val="00B050"/>
                </a:solidFill>
                <a:latin typeface="Sanskrit 99" pitchFamily="2" charset="0"/>
              </a:rPr>
              <a:t>   		</a:t>
            </a:r>
            <a:r>
              <a:rPr lang="en-US" sz="3201" dirty="0">
                <a:solidFill>
                  <a:prstClr val="black"/>
                </a:solidFill>
                <a:latin typeface="Calibri" pitchFamily="34" charset="0"/>
              </a:rPr>
              <a:t/>
            </a:r>
            <a:br>
              <a:rPr lang="en-US" sz="3201" dirty="0">
                <a:solidFill>
                  <a:prstClr val="black"/>
                </a:solidFill>
                <a:latin typeface="Calibri" pitchFamily="34" charset="0"/>
              </a:rPr>
            </a:br>
            <a:r>
              <a:rPr lang="en-US" sz="1800" dirty="0">
                <a:solidFill>
                  <a:prstClr val="black"/>
                </a:solidFill>
                <a:latin typeface="Calibri" pitchFamily="34" charset="0"/>
              </a:rPr>
              <a:t/>
            </a:r>
            <a:br>
              <a:rPr lang="en-US" sz="1800" dirty="0">
                <a:solidFill>
                  <a:prstClr val="black"/>
                </a:solidFill>
                <a:latin typeface="Calibri" pitchFamily="34" charset="0"/>
              </a:rPr>
            </a:b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41685977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753182" y="2"/>
            <a:ext cx="8765028" cy="7388048"/>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यह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पढ़ै</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चालीसा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गौरीसा</a:t>
            </a:r>
            <a:r>
              <a:rPr lang="en-IN" sz="4001" b="1" dirty="0">
                <a:solidFill>
                  <a:prstClr val="black"/>
                </a:solidFill>
                <a:latin typeface="Aparajita" pitchFamily="34" charset="0"/>
              </a:rPr>
              <a:t> ॥३९॥</a:t>
            </a:r>
          </a:p>
          <a:p>
            <a:pPr algn="ctr" defTabSz="914583"/>
            <a:endParaRPr lang="en-IN" sz="4001" b="1" dirty="0">
              <a:solidFill>
                <a:prstClr val="black"/>
              </a:solidFill>
              <a:latin typeface="Aparajita" pitchFamily="34" charset="0"/>
            </a:endParaRPr>
          </a:p>
          <a:p>
            <a:pPr algn="ctr" defTabSz="914583"/>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Yaha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Paåhai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Cälésä</a:t>
            </a:r>
            <a:r>
              <a:rPr lang="en-US" sz="3601" b="1" dirty="0">
                <a:solidFill>
                  <a:prstClr val="black"/>
                </a:solidFill>
                <a:latin typeface="URW Palladio IT" pitchFamily="2" charset="0"/>
              </a:rPr>
              <a:t> | </a:t>
            </a:r>
          </a:p>
          <a:p>
            <a:pPr algn="ctr" defTabSz="914583"/>
            <a:r>
              <a:rPr lang="en-US" sz="3601" b="1" dirty="0">
                <a:solidFill>
                  <a:prstClr val="black"/>
                </a:solidFill>
                <a:latin typeface="URW Palladio IT" pitchFamily="2" charset="0"/>
              </a:rPr>
              <a:t>Hoya Siddhi </a:t>
            </a:r>
            <a:r>
              <a:rPr lang="en-US" sz="3601" b="1" dirty="0" err="1">
                <a:solidFill>
                  <a:prstClr val="black"/>
                </a:solidFill>
                <a:latin typeface="URW Palladio IT" pitchFamily="2" charset="0"/>
              </a:rPr>
              <a:t>Säkhé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Gaurésä</a:t>
            </a:r>
            <a:r>
              <a:rPr lang="en-US" sz="3601" b="1" dirty="0">
                <a:solidFill>
                  <a:prstClr val="black"/>
                </a:solidFill>
                <a:latin typeface="URW Palladio IT" pitchFamily="2" charset="0"/>
              </a:rPr>
              <a:t> || - 39</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ಯಹ</a:t>
            </a:r>
            <a:r>
              <a:rPr lang="en-US" sz="3601" b="1" dirty="0">
                <a:solidFill>
                  <a:prstClr val="black"/>
                </a:solidFill>
                <a:latin typeface="Calibri" pitchFamily="34" charset="0"/>
              </a:rPr>
              <a:t> </a:t>
            </a:r>
            <a:r>
              <a:rPr lang="en-US" sz="3601" b="1" dirty="0" err="1">
                <a:solidFill>
                  <a:prstClr val="black"/>
                </a:solidFill>
                <a:latin typeface="Calibri" pitchFamily="34" charset="0"/>
              </a:rPr>
              <a:t>ಪಢೈ</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ಚಾ</a:t>
            </a:r>
            <a:r>
              <a:rPr lang="en-US" sz="3601" b="1" dirty="0" err="1">
                <a:solidFill>
                  <a:prstClr val="black"/>
                </a:solidFill>
                <a:latin typeface="Calibri" pitchFamily="34" charset="0"/>
              </a:rPr>
              <a:t>ಲೀಸಾ</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ಹೋಯ</a:t>
            </a:r>
            <a:r>
              <a:rPr lang="en-US" sz="3601" b="1" dirty="0">
                <a:solidFill>
                  <a:prstClr val="black"/>
                </a:solidFill>
                <a:latin typeface="Calibri" pitchFamily="34" charset="0"/>
              </a:rPr>
              <a:t> </a:t>
            </a:r>
            <a:r>
              <a:rPr lang="en-US" sz="3601" b="1" dirty="0" err="1">
                <a:solidFill>
                  <a:prstClr val="black"/>
                </a:solidFill>
                <a:latin typeface="Calibri" pitchFamily="34" charset="0"/>
              </a:rPr>
              <a:t>ಸಿ</a:t>
            </a:r>
            <a:r>
              <a:rPr lang="kn-IN" sz="3601" b="1" dirty="0" err="1">
                <a:solidFill>
                  <a:prstClr val="black"/>
                </a:solidFill>
                <a:latin typeface="Calibri" pitchFamily="34" charset="0"/>
                <a:ea typeface="Tunga" pitchFamily="2"/>
                <a:cs typeface="Tunga" pitchFamily="2"/>
              </a:rPr>
              <a:t>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ಗೌರೀಸಾ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೩೯</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a:solidFill>
                  <a:prstClr val="black"/>
                </a:solidFill>
                <a:latin typeface="Palatino Linotype" pitchFamily="18" charset="0"/>
              </a:rPr>
              <a:t>As Lord Shankar witnesses, all those who recite Hanuman </a:t>
            </a:r>
            <a:r>
              <a:rPr lang="en-US" sz="2400" b="1" dirty="0" err="1">
                <a:solidFill>
                  <a:prstClr val="black"/>
                </a:solidFill>
                <a:latin typeface="Palatino Linotype" pitchFamily="18" charset="0"/>
              </a:rPr>
              <a:t>Chalisa</a:t>
            </a:r>
            <a:r>
              <a:rPr lang="en-US" sz="2400" b="1" dirty="0">
                <a:solidFill>
                  <a:prstClr val="black"/>
                </a:solidFill>
                <a:latin typeface="Palatino Linotype" pitchFamily="18" charset="0"/>
              </a:rPr>
              <a:t> regularly are sure to be </a:t>
            </a:r>
            <a:r>
              <a:rPr lang="en-US" sz="2400" b="1" dirty="0" err="1">
                <a:solidFill>
                  <a:prstClr val="black"/>
                </a:solidFill>
                <a:latin typeface="Palatino Linotype" pitchFamily="18" charset="0"/>
              </a:rPr>
              <a:t>benedicted</a:t>
            </a:r>
            <a:endParaRPr lang="en-US" sz="2400" b="1" dirty="0">
              <a:solidFill>
                <a:prstClr val="black"/>
              </a:solidFill>
              <a:latin typeface="Palatino Linotype" pitchFamily="18" charset="0"/>
            </a:endParaRPr>
          </a:p>
          <a:p>
            <a:pPr algn="ctr" defTabSz="914583"/>
            <a:r>
              <a:rPr lang="en-US" sz="3601" b="1" dirty="0">
                <a:solidFill>
                  <a:prstClr val="black"/>
                </a:solidFill>
                <a:latin typeface="Palatino Linotype" pitchFamily="18" charset="0"/>
              </a:rPr>
              <a:t>		</a:t>
            </a: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49831663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676964" y="-152435"/>
            <a:ext cx="8612593" cy="7695825"/>
          </a:xfrm>
          <a:prstGeom prst="rect">
            <a:avLst/>
          </a:prstGeom>
          <a:noFill/>
          <a:ln w="9525">
            <a:noFill/>
            <a:miter lim="800000"/>
            <a:headEnd/>
            <a:tailEnd/>
          </a:ln>
        </p:spPr>
        <p:txBody>
          <a:bodyPr>
            <a:spAutoFit/>
          </a:bodyPr>
          <a:lstStyle/>
          <a:p>
            <a:pPr algn="ctr" defTabSz="914583"/>
            <a:endParaRPr lang="en-IN" sz="1400" b="1" dirty="0">
              <a:solidFill>
                <a:prstClr val="black"/>
              </a:solidFill>
              <a:latin typeface="Aparajita" pitchFamily="34" charset="0"/>
            </a:endParaRPr>
          </a:p>
          <a:p>
            <a:pPr algn="ctr" defTabSz="914583"/>
            <a:r>
              <a:rPr lang="en-IN" sz="4001" b="1" dirty="0" err="1">
                <a:solidFill>
                  <a:prstClr val="black"/>
                </a:solidFill>
                <a:latin typeface="Aparajita" pitchFamily="34" charset="0"/>
              </a:rPr>
              <a:t>तुलसीदास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हृदय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डेरा</a:t>
            </a:r>
            <a:r>
              <a:rPr lang="en-IN" sz="4001" b="1" dirty="0">
                <a:solidFill>
                  <a:prstClr val="black"/>
                </a:solidFill>
                <a:latin typeface="Aparajita" pitchFamily="34" charset="0"/>
              </a:rPr>
              <a:t> ॥४०॥</a:t>
            </a:r>
          </a:p>
          <a:p>
            <a:pPr algn="ctr" defTabSz="914583"/>
            <a:endParaRPr lang="en-IN" sz="3601" b="1" dirty="0">
              <a:solidFill>
                <a:prstClr val="black"/>
              </a:solidFill>
              <a:latin typeface="Aparajita" pitchFamily="34" charset="0"/>
            </a:endParaRPr>
          </a:p>
          <a:p>
            <a:pPr algn="ctr" defTabSz="914583"/>
            <a:r>
              <a:rPr lang="en-US" sz="3601" b="1" dirty="0" err="1">
                <a:solidFill>
                  <a:prstClr val="black"/>
                </a:solidFill>
                <a:latin typeface="URW Palladio IT" pitchFamily="2" charset="0"/>
              </a:rPr>
              <a:t>Tulasédäsa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Sadä</a:t>
            </a:r>
            <a:r>
              <a:rPr lang="en-US" sz="3601" b="1" dirty="0">
                <a:solidFill>
                  <a:prstClr val="black"/>
                </a:solidFill>
                <a:latin typeface="URW Palladio IT" pitchFamily="2" charset="0"/>
              </a:rPr>
              <a:t> Hari </a:t>
            </a:r>
            <a:r>
              <a:rPr lang="en-US" sz="3601" b="1" dirty="0" err="1">
                <a:solidFill>
                  <a:prstClr val="black"/>
                </a:solidFill>
                <a:latin typeface="URW Palladio IT" pitchFamily="2" charset="0"/>
              </a:rPr>
              <a:t>Cerä</a:t>
            </a:r>
            <a:r>
              <a:rPr lang="en-US" sz="3601" b="1" dirty="0">
                <a:solidFill>
                  <a:prstClr val="black"/>
                </a:solidFill>
                <a:latin typeface="URW Palladio IT" pitchFamily="2" charset="0"/>
              </a:rPr>
              <a:t> | </a:t>
            </a:r>
          </a:p>
          <a:p>
            <a:pPr algn="ctr" defTabSz="914583"/>
            <a:r>
              <a:rPr lang="en-US" sz="3601" b="1" dirty="0" err="1">
                <a:solidFill>
                  <a:prstClr val="black"/>
                </a:solidFill>
                <a:latin typeface="URW Palladio IT" pitchFamily="2" charset="0"/>
              </a:rPr>
              <a:t>Kéjai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Nätha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Hådaya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Maðha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Òerä</a:t>
            </a:r>
            <a:r>
              <a:rPr lang="en-US" sz="3601" b="1" dirty="0">
                <a:solidFill>
                  <a:prstClr val="black"/>
                </a:solidFill>
                <a:latin typeface="URW Palladio IT" pitchFamily="2" charset="0"/>
              </a:rPr>
              <a:t> ||- 40</a:t>
            </a:r>
          </a:p>
          <a:p>
            <a:pPr algn="ctr" defTabSz="914583"/>
            <a:endParaRPr lang="en-US" sz="3601" b="1" dirty="0">
              <a:solidFill>
                <a:prstClr val="black"/>
              </a:solidFill>
              <a:latin typeface="URW Palladio IT" pitchFamily="2" charset="0"/>
            </a:endParaRPr>
          </a:p>
          <a:p>
            <a:pPr algn="ctr" defTabSz="914583"/>
            <a:r>
              <a:rPr lang="en-US" sz="3601" b="1" dirty="0" err="1">
                <a:solidFill>
                  <a:prstClr val="black"/>
                </a:solidFill>
                <a:latin typeface="Calibri" pitchFamily="34" charset="0"/>
              </a:rPr>
              <a:t>ತುಲಸೀದಾಸ</a:t>
            </a:r>
            <a:r>
              <a:rPr lang="en-US" sz="3601" b="1" dirty="0">
                <a:solidFill>
                  <a:prstClr val="black"/>
                </a:solidFill>
                <a:latin typeface="Calibri" pitchFamily="34" charset="0"/>
              </a:rPr>
              <a:t> </a:t>
            </a:r>
            <a:r>
              <a:rPr lang="en-US" sz="3601" b="1" dirty="0" err="1">
                <a:solidFill>
                  <a:prstClr val="black"/>
                </a:solidFill>
                <a:latin typeface="Calibri" pitchFamily="34" charset="0"/>
              </a:rPr>
              <a:t>ಸದಾ</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ಚೇರಾ</a:t>
            </a:r>
            <a:r>
              <a:rPr lang="en-US" sz="3601" b="1" dirty="0">
                <a:solidFill>
                  <a:prstClr val="black"/>
                </a:solidFill>
                <a:latin typeface="Calibri" pitchFamily="34" charset="0"/>
              </a:rPr>
              <a:t> ।</a:t>
            </a:r>
          </a:p>
          <a:p>
            <a:pPr algn="ctr" defTabSz="914583"/>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ನಾಥ</a:t>
            </a:r>
            <a:r>
              <a:rPr lang="en-US" sz="3601" b="1" dirty="0">
                <a:solidFill>
                  <a:prstClr val="black"/>
                </a:solidFill>
                <a:latin typeface="Calibri" pitchFamily="34" charset="0"/>
              </a:rPr>
              <a:t> </a:t>
            </a:r>
            <a:r>
              <a:rPr lang="en-US" sz="3601" b="1" dirty="0" err="1">
                <a:solidFill>
                  <a:prstClr val="black"/>
                </a:solidFill>
                <a:latin typeface="Calibri" pitchFamily="34" charset="0"/>
              </a:rPr>
              <a:t>ಹೃದಯ</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ಡೇರಾ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೪೦</a:t>
            </a:r>
            <a:r>
              <a:rPr lang="en-US" sz="3601" b="1" dirty="0">
                <a:solidFill>
                  <a:prstClr val="black"/>
                </a:solidFill>
                <a:latin typeface="Calibri" pitchFamily="34" charset="0"/>
              </a:rPr>
              <a:t>॥</a:t>
            </a:r>
          </a:p>
          <a:p>
            <a:pPr algn="ctr" defTabSz="914583"/>
            <a:endParaRPr lang="en-US" sz="4001" b="1" dirty="0">
              <a:solidFill>
                <a:prstClr val="black"/>
              </a:solidFill>
              <a:latin typeface="Calibri" pitchFamily="34" charset="0"/>
            </a:endParaRPr>
          </a:p>
          <a:p>
            <a:pPr algn="ctr" defTabSz="914583"/>
            <a:r>
              <a:rPr lang="en-US" sz="2400" b="1" dirty="0" err="1">
                <a:solidFill>
                  <a:prstClr val="black"/>
                </a:solidFill>
                <a:latin typeface="Palatino Linotype" pitchFamily="18" charset="0"/>
              </a:rPr>
              <a:t>Tulsidas</a:t>
            </a:r>
            <a:r>
              <a:rPr lang="en-US" sz="2400" b="1" dirty="0">
                <a:solidFill>
                  <a:prstClr val="black"/>
                </a:solidFill>
                <a:latin typeface="Palatino Linotype" pitchFamily="18" charset="0"/>
              </a:rPr>
              <a:t> always the servant of Lord prays. "Oh my Lord! You enshrine within my heart.!</a:t>
            </a:r>
          </a:p>
          <a:p>
            <a:pPr algn="ctr" defTabSz="914583"/>
            <a:r>
              <a:rPr lang="en-US" sz="4001" b="1" dirty="0">
                <a:solidFill>
                  <a:prstClr val="black"/>
                </a:solidFill>
                <a:latin typeface="Palatino Linotype" pitchFamily="18" charset="0"/>
              </a:rPr>
              <a:t>		</a:t>
            </a:r>
            <a:r>
              <a:rPr lang="en-US" sz="2000" dirty="0">
                <a:solidFill>
                  <a:prstClr val="black"/>
                </a:solidFill>
                <a:latin typeface="Calibri" pitchFamily="34" charset="0"/>
              </a:rPr>
              <a:t/>
            </a:r>
            <a:br>
              <a:rPr lang="en-US" sz="2000" dirty="0">
                <a:solidFill>
                  <a:prstClr val="black"/>
                </a:solidFill>
                <a:latin typeface="Calibri" pitchFamily="34" charset="0"/>
              </a:rPr>
            </a:br>
            <a:endParaRPr lang="en-US" sz="2000" dirty="0">
              <a:solidFill>
                <a:prstClr val="black"/>
              </a:solidFill>
              <a:latin typeface="Calibri" pitchFamily="34" charset="0"/>
            </a:endParaRPr>
          </a:p>
        </p:txBody>
      </p:sp>
    </p:spTree>
    <p:extLst>
      <p:ext uri="{BB962C8B-B14F-4D97-AF65-F5344CB8AC3E}">
        <p14:creationId xmlns:p14="http://schemas.microsoft.com/office/powerpoint/2010/main" val="257336194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524529" y="1"/>
            <a:ext cx="9146117" cy="862031"/>
          </a:xfrm>
          <a:prstGeom prst="rect">
            <a:avLst/>
          </a:prstGeom>
          <a:noFill/>
          <a:ln w="9525">
            <a:noFill/>
            <a:miter lim="800000"/>
            <a:headEnd/>
            <a:tailEnd/>
          </a:ln>
        </p:spPr>
        <p:txBody>
          <a:bodyPr>
            <a:spAutoFit/>
          </a:bodyPr>
          <a:lstStyle/>
          <a:p>
            <a:pPr algn="ctr" defTabSz="914583"/>
            <a:r>
              <a:rPr lang="en-IN" sz="2501" b="1">
                <a:solidFill>
                  <a:prstClr val="white"/>
                </a:solidFill>
                <a:latin typeface="Aparajita" pitchFamily="34" charset="0"/>
              </a:rPr>
              <a:t>॥ इति श्रीमद्गोस्वामीतुलसीदासजी अवधी भाषायां विरचितं श्रीहनुमान चालीसा ॥</a:t>
            </a:r>
            <a:endParaRPr lang="en-US" sz="2501" b="1">
              <a:solidFill>
                <a:prstClr val="white"/>
              </a:solidFill>
              <a:latin typeface="Aparajita" pitchFamily="34" charset="0"/>
            </a:endParaRPr>
          </a:p>
        </p:txBody>
      </p:sp>
      <p:sp>
        <p:nvSpPr>
          <p:cNvPr id="73731" name="Rectangle 1"/>
          <p:cNvSpPr>
            <a:spLocks noChangeArrowheads="1"/>
          </p:cNvSpPr>
          <p:nvPr/>
        </p:nvSpPr>
        <p:spPr bwMode="auto">
          <a:xfrm>
            <a:off x="1576929" y="4741389"/>
            <a:ext cx="9146117" cy="2247410"/>
          </a:xfrm>
          <a:prstGeom prst="rect">
            <a:avLst/>
          </a:prstGeom>
          <a:noFill/>
          <a:ln w="9525">
            <a:noFill/>
            <a:miter lim="800000"/>
            <a:headEnd/>
            <a:tailEnd/>
          </a:ln>
        </p:spPr>
        <p:txBody>
          <a:bodyPr>
            <a:spAutoFit/>
          </a:bodyPr>
          <a:lstStyle/>
          <a:p>
            <a:pPr defTabSz="914583"/>
            <a:r>
              <a:rPr lang="en-US" sz="2801" b="1" dirty="0">
                <a:solidFill>
                  <a:prstClr val="black"/>
                </a:solidFill>
                <a:latin typeface="Calibri"/>
              </a:rPr>
              <a:t>	</a:t>
            </a:r>
            <a:r>
              <a:rPr lang="hi-IN" sz="2801" b="1" dirty="0">
                <a:solidFill>
                  <a:prstClr val="black"/>
                </a:solidFill>
                <a:latin typeface="Calibri"/>
              </a:rPr>
              <a:t>राम लक्ष्मण जानकी</a:t>
            </a:r>
            <a:r>
              <a:rPr lang="en-US" sz="2801" b="1" dirty="0">
                <a:solidFill>
                  <a:prstClr val="black"/>
                </a:solidFill>
                <a:latin typeface="Calibri"/>
              </a:rPr>
              <a:t>	</a:t>
            </a:r>
            <a:r>
              <a:rPr lang="en-US" sz="2801" dirty="0" err="1">
                <a:solidFill>
                  <a:prstClr val="black"/>
                </a:solidFill>
                <a:latin typeface="URW Palladio IT" pitchFamily="2" charset="0"/>
              </a:rPr>
              <a:t>Räma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La</a:t>
            </a:r>
            <a:r>
              <a:rPr lang="en-US" altLang="zh-CN" sz="2801" dirty="0" err="1">
                <a:solidFill>
                  <a:prstClr val="black"/>
                </a:solidFill>
                <a:latin typeface="URW Palladio IT" pitchFamily="2" charset="0"/>
                <a:ea typeface="宋体" panose="02010600030101010101" pitchFamily="2" charset="-122"/>
                <a:sym typeface="URW Palladio IT" pitchFamily="2" charset="0"/>
              </a:rPr>
              <a:t>kñ</a:t>
            </a:r>
            <a:r>
              <a:rPr lang="en-US" sz="2801" dirty="0" err="1">
                <a:solidFill>
                  <a:prstClr val="black"/>
                </a:solidFill>
                <a:latin typeface="URW Palladio IT" pitchFamily="2" charset="0"/>
              </a:rPr>
              <a:t>hmaëa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Jänaké</a:t>
            </a:r>
            <a:endParaRPr lang="en-US" sz="2801" dirty="0">
              <a:solidFill>
                <a:prstClr val="black"/>
              </a:solidFill>
              <a:latin typeface="URW Palladio IT" pitchFamily="2" charset="0"/>
            </a:endParaRPr>
          </a:p>
          <a:p>
            <a:pPr defTabSz="914583"/>
            <a:r>
              <a:rPr lang="en-US" sz="2801" b="1" dirty="0">
                <a:solidFill>
                  <a:prstClr val="black"/>
                </a:solidFill>
                <a:latin typeface="Calibri"/>
              </a:rPr>
              <a:t>	</a:t>
            </a:r>
            <a:r>
              <a:rPr lang="hi-IN" sz="2801" b="1" dirty="0">
                <a:solidFill>
                  <a:prstClr val="black"/>
                </a:solidFill>
                <a:latin typeface="Calibri"/>
              </a:rPr>
              <a:t>जय बोलो हनुमान की</a:t>
            </a:r>
            <a:r>
              <a:rPr lang="en-US" sz="2801" b="1" dirty="0">
                <a:solidFill>
                  <a:prstClr val="black"/>
                </a:solidFill>
                <a:latin typeface="Calibri"/>
              </a:rPr>
              <a:t>	</a:t>
            </a:r>
            <a:r>
              <a:rPr lang="en-US" sz="2801" dirty="0">
                <a:solidFill>
                  <a:prstClr val="black"/>
                </a:solidFill>
                <a:latin typeface="URW Palladio IT" pitchFamily="2" charset="0"/>
              </a:rPr>
              <a:t> Jaya Bolo </a:t>
            </a:r>
            <a:r>
              <a:rPr lang="en-US" sz="2801" dirty="0" err="1">
                <a:solidFill>
                  <a:prstClr val="black"/>
                </a:solidFill>
                <a:latin typeface="URW Palladio IT" pitchFamily="2" charset="0"/>
              </a:rPr>
              <a:t>Hanumäna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Ké</a:t>
            </a:r>
            <a:endParaRPr lang="en-CA" sz="2801" b="1" dirty="0">
              <a:solidFill>
                <a:prstClr val="black"/>
              </a:solidFill>
              <a:latin typeface="Calibri"/>
            </a:endParaRPr>
          </a:p>
          <a:p>
            <a:pPr defTabSz="914583"/>
            <a:r>
              <a:rPr lang="en-CA" sz="2801" b="1" dirty="0">
                <a:solidFill>
                  <a:prstClr val="black"/>
                </a:solidFill>
                <a:latin typeface="Calibri"/>
              </a:rPr>
              <a:t>			  </a:t>
            </a:r>
            <a:r>
              <a:rPr lang="kn-IN" sz="2801" b="1" dirty="0">
                <a:solidFill>
                  <a:prstClr val="black"/>
                </a:solidFill>
                <a:latin typeface="Calibri"/>
              </a:rPr>
              <a:t>ರಾಮ ಲಕ್ಷ್ಮಣ </a:t>
            </a:r>
            <a:r>
              <a:rPr lang="kn-IN" sz="2801" b="1" dirty="0" err="1">
                <a:solidFill>
                  <a:prstClr val="black"/>
                </a:solidFill>
                <a:latin typeface="Calibri"/>
              </a:rPr>
              <a:t>ಜಾನಕೀ</a:t>
            </a:r>
            <a:endParaRPr lang="kn-IN" sz="2801" b="1" dirty="0">
              <a:solidFill>
                <a:prstClr val="black"/>
              </a:solidFill>
              <a:latin typeface="Calibri"/>
            </a:endParaRPr>
          </a:p>
          <a:p>
            <a:pPr algn="ctr" defTabSz="914583"/>
            <a:r>
              <a:rPr lang="kn-IN" sz="2801" b="1" dirty="0">
                <a:solidFill>
                  <a:prstClr val="black"/>
                </a:solidFill>
                <a:latin typeface="Calibri"/>
              </a:rPr>
              <a:t>ಜೈ </a:t>
            </a:r>
            <a:r>
              <a:rPr lang="kn-IN" sz="2801" b="1" dirty="0" err="1">
                <a:solidFill>
                  <a:prstClr val="black"/>
                </a:solidFill>
                <a:latin typeface="Calibri"/>
              </a:rPr>
              <a:t>ಬೋಲೋ</a:t>
            </a:r>
            <a:r>
              <a:rPr lang="kn-IN" sz="2801" b="1" dirty="0">
                <a:solidFill>
                  <a:prstClr val="black"/>
                </a:solidFill>
                <a:latin typeface="Calibri"/>
              </a:rPr>
              <a:t> </a:t>
            </a:r>
            <a:r>
              <a:rPr lang="kn-IN" sz="2801" b="1" dirty="0" err="1">
                <a:solidFill>
                  <a:prstClr val="black"/>
                </a:solidFill>
                <a:latin typeface="Calibri"/>
              </a:rPr>
              <a:t>ಹನುಮಾನ್</a:t>
            </a:r>
            <a:r>
              <a:rPr lang="kn-IN" sz="2801" b="1" dirty="0">
                <a:solidFill>
                  <a:prstClr val="black"/>
                </a:solidFill>
                <a:latin typeface="Calibri"/>
              </a:rPr>
              <a:t> ಕೀ</a:t>
            </a:r>
            <a:endParaRPr lang="en-CA" sz="2801" b="1" dirty="0">
              <a:solidFill>
                <a:prstClr val="black"/>
              </a:solidFill>
              <a:latin typeface="Calibri"/>
            </a:endParaRPr>
          </a:p>
          <a:p>
            <a:pPr defTabSz="914583"/>
            <a:endParaRPr lang="en-IN" sz="2801"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2210487" y="9529"/>
            <a:ext cx="7850417" cy="4792184"/>
          </a:xfrm>
          <a:prstGeom prst="rect">
            <a:avLst/>
          </a:prstGeom>
          <a:noFill/>
          <a:ln w="9525">
            <a:noFill/>
            <a:miter lim="800000"/>
            <a:headEnd/>
            <a:tailEnd/>
          </a:ln>
        </p:spPr>
      </p:pic>
    </p:spTree>
    <p:extLst>
      <p:ext uri="{BB962C8B-B14F-4D97-AF65-F5344CB8AC3E}">
        <p14:creationId xmlns:p14="http://schemas.microsoft.com/office/powerpoint/2010/main" val="338731798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5175" cy="6859588"/>
          </a:xfrm>
          <a:prstGeom prst="rect">
            <a:avLst/>
          </a:prstGeom>
        </p:spPr>
      </p:pic>
      <p:sp>
        <p:nvSpPr>
          <p:cNvPr id="5" name="Rectangle 3"/>
          <p:cNvSpPr>
            <a:spLocks noChangeArrowheads="1"/>
          </p:cNvSpPr>
          <p:nvPr/>
        </p:nvSpPr>
        <p:spPr bwMode="auto">
          <a:xfrm>
            <a:off x="120923" y="107164"/>
            <a:ext cx="12194822" cy="3478003"/>
          </a:xfrm>
          <a:prstGeom prst="rect">
            <a:avLst/>
          </a:prstGeom>
          <a:noFill/>
          <a:ln w="9525">
            <a:noFill/>
            <a:miter lim="800000"/>
            <a:headEnd/>
            <a:tailEnd/>
          </a:ln>
        </p:spPr>
        <p:txBody>
          <a:bodyPr wrap="square">
            <a:spAutoFit/>
          </a:bodyPr>
          <a:lstStyle/>
          <a:p>
            <a:pPr algn="ctr" defTabSz="914583">
              <a:defRPr/>
            </a:pPr>
            <a:endParaRPr lang="en-US" altLang="en-US" sz="1600" b="1" u="sng" dirty="0">
              <a:solidFill>
                <a:srgbClr val="FFFF00"/>
              </a:solidFill>
              <a:latin typeface="Sanskrit 99" pitchFamily="2" charset="0"/>
              <a:ea typeface="SimSun"/>
              <a:sym typeface="Sanskrit 99" pitchFamily="2" charset="0"/>
            </a:endParaRPr>
          </a:p>
          <a:p>
            <a:pPr algn="ctr" defTabSz="914583">
              <a:defRPr/>
            </a:pPr>
            <a:r>
              <a:rPr lang="en-US" sz="6001" b="1" u="sng" dirty="0">
                <a:solidFill>
                  <a:srgbClr val="FFFF00"/>
                </a:solidFill>
                <a:latin typeface="Sanskrit 99" pitchFamily="2" charset="0"/>
                <a:ea typeface="SimSun"/>
                <a:sym typeface="Sanskrit 99" pitchFamily="2" charset="0"/>
              </a:rPr>
              <a:t>A*tnpÂa¼m</a:t>
            </a:r>
            <a:r>
              <a:rPr lang="en-US" sz="6001" b="1" u="sng" dirty="0" smtClean="0">
                <a:solidFill>
                  <a:srgbClr val="FFFF00"/>
                </a:solidFill>
                <a:latin typeface="Sanskrit 99" pitchFamily="2" charset="0"/>
                <a:ea typeface="SimSun"/>
                <a:sym typeface="Sanskrit 99" pitchFamily="2" charset="0"/>
              </a:rPr>
              <a:t>!</a:t>
            </a:r>
          </a:p>
          <a:p>
            <a:pPr algn="ctr" defTabSz="914583">
              <a:defRPr/>
            </a:pPr>
            <a:r>
              <a:rPr lang="en-US" sz="4800" dirty="0" smtClean="0">
                <a:solidFill>
                  <a:srgbClr val="FFFF00"/>
                </a:solidFill>
                <a:latin typeface="Sanskrit 99" pitchFamily="2" charset="0"/>
                <a:ea typeface="Calibri" panose="020F0502020204030204" pitchFamily="34" charset="0"/>
                <a:cs typeface="Sanskrit 99" pitchFamily="2" charset="0"/>
              </a:rPr>
              <a:t>@</a:t>
            </a:r>
            <a:r>
              <a:rPr lang="en-US" sz="4800" dirty="0" err="1">
                <a:solidFill>
                  <a:srgbClr val="FFFF00"/>
                </a:solidFill>
                <a:latin typeface="Sanskrit 99" pitchFamily="2" charset="0"/>
                <a:ea typeface="Calibri" panose="020F0502020204030204" pitchFamily="34" charset="0"/>
                <a:cs typeface="Sanskrit 99" pitchFamily="2" charset="0"/>
              </a:rPr>
              <a:t>kiv</a:t>
            </a:r>
            <a:r>
              <a:rPr lang="en-US" sz="4800" dirty="0">
                <a:solidFill>
                  <a:srgbClr val="FFFF00"/>
                </a:solidFill>
                <a:latin typeface="Sanskrit 99" pitchFamily="2" charset="0"/>
                <a:ea typeface="Calibri" panose="020F0502020204030204" pitchFamily="34" charset="0"/>
                <a:cs typeface="Sanskrit 99" pitchFamily="2" charset="0"/>
              </a:rPr>
              <a:t>&lt;</a:t>
            </a:r>
            <a:r>
              <a:rPr lang="en-US" sz="4800" dirty="0" err="1">
                <a:solidFill>
                  <a:srgbClr val="FFFF00"/>
                </a:solidFill>
                <a:latin typeface="Sanskrit 99" pitchFamily="2" charset="0"/>
                <a:ea typeface="Calibri" panose="020F0502020204030204" pitchFamily="34" charset="0"/>
                <a:cs typeface="Sanskrit 99" pitchFamily="2" charset="0"/>
              </a:rPr>
              <a:t>zTyixk</a:t>
            </a:r>
            <a:r>
              <a:rPr lang="en-US" sz="4800" dirty="0">
                <a:solidFill>
                  <a:srgbClr val="FFFF00"/>
                </a:solidFill>
                <a:latin typeface="Sanskrit 99" pitchFamily="2" charset="0"/>
                <a:ea typeface="Calibri" panose="020F0502020204030204" pitchFamily="34" charset="0"/>
                <a:cs typeface="Sanskrit 99" pitchFamily="2" charset="0"/>
              </a:rPr>
              <a:t> -@</a:t>
            </a:r>
            <a:r>
              <a:rPr lang="en-US" sz="4800" dirty="0" err="1">
                <a:solidFill>
                  <a:srgbClr val="FFFF00"/>
                </a:solidFill>
                <a:latin typeface="Sanskrit 99" pitchFamily="2" charset="0"/>
                <a:ea typeface="Calibri" panose="020F0502020204030204" pitchFamily="34" charset="0"/>
                <a:cs typeface="Sanskrit 99" pitchFamily="2" charset="0"/>
              </a:rPr>
              <a:t>kztaeÄr-pÂshötm-gtkilyugaBd</a:t>
            </a:r>
            <a:r>
              <a:rPr lang="en-US" sz="4800" dirty="0">
                <a:solidFill>
                  <a:srgbClr val="FFFF00"/>
                </a:solidFill>
                <a:latin typeface="Sanskrit 99" pitchFamily="2" charset="0"/>
                <a:ea typeface="Calibri" panose="020F0502020204030204" pitchFamily="34" charset="0"/>
                <a:cs typeface="Sanskrit 99" pitchFamily="2" charset="0"/>
              </a:rPr>
              <a:t>&gt; , </a:t>
            </a:r>
            <a:r>
              <a:rPr lang="en-US" sz="4800" dirty="0" err="1">
                <a:solidFill>
                  <a:srgbClr val="FFFF00"/>
                </a:solidFill>
                <a:latin typeface="Sanskrit 99" pitchFamily="2" charset="0"/>
                <a:ea typeface="Calibri" panose="020F0502020204030204" pitchFamily="34" charset="0"/>
                <a:cs typeface="Sanskrit 99" pitchFamily="2" charset="0"/>
              </a:rPr>
              <a:t>ïI</a:t>
            </a:r>
            <a:r>
              <a:rPr lang="en-US" sz="4800" dirty="0">
                <a:solidFill>
                  <a:srgbClr val="FFFF00"/>
                </a:solidFill>
                <a:latin typeface="Sanskrit 99" pitchFamily="2" charset="0"/>
                <a:ea typeface="Calibri" panose="020F0502020204030204" pitchFamily="34" charset="0"/>
                <a:cs typeface="Sanskrit 99" pitchFamily="2" charset="0"/>
              </a:rPr>
              <a:t> </a:t>
            </a:r>
            <a:r>
              <a:rPr lang="en-US" sz="4800" dirty="0" err="1">
                <a:solidFill>
                  <a:srgbClr val="FFFF00"/>
                </a:solidFill>
                <a:latin typeface="Sanskrit 99" pitchFamily="2" charset="0"/>
                <a:ea typeface="Calibri" panose="020F0502020204030204" pitchFamily="34" charset="0"/>
                <a:cs typeface="Sanskrit 99" pitchFamily="2" charset="0"/>
              </a:rPr>
              <a:t>zavRrI</a:t>
            </a:r>
            <a:r>
              <a:rPr lang="en-US" sz="4800" dirty="0">
                <a:solidFill>
                  <a:srgbClr val="FFFF00"/>
                </a:solidFill>
                <a:latin typeface="Sanskrit 99" pitchFamily="2" charset="0"/>
                <a:ea typeface="Calibri" panose="020F0502020204030204" pitchFamily="34" charset="0"/>
                <a:cs typeface="Sanskrit 99" pitchFamily="2" charset="0"/>
              </a:rPr>
              <a:t> </a:t>
            </a:r>
            <a:r>
              <a:rPr lang="en-US" sz="4800" dirty="0" err="1">
                <a:solidFill>
                  <a:srgbClr val="FFFF00"/>
                </a:solidFill>
                <a:latin typeface="Sanskrit 99" pitchFamily="2" charset="0"/>
                <a:ea typeface="Calibri" panose="020F0502020204030204" pitchFamily="34" charset="0"/>
                <a:cs typeface="Sanskrit 99" pitchFamily="2" charset="0"/>
              </a:rPr>
              <a:t>nam</a:t>
            </a:r>
            <a:r>
              <a:rPr lang="en-US" sz="4800" dirty="0">
                <a:solidFill>
                  <a:srgbClr val="FFFF00"/>
                </a:solidFill>
                <a:latin typeface="Sanskrit 99" pitchFamily="2" charset="0"/>
                <a:ea typeface="Calibri" panose="020F0502020204030204" pitchFamily="34" charset="0"/>
                <a:cs typeface="Sanskrit 99" pitchFamily="2" charset="0"/>
              </a:rPr>
              <a:t> s&lt;</a:t>
            </a:r>
            <a:r>
              <a:rPr lang="en-US" sz="4800" dirty="0" err="1">
                <a:solidFill>
                  <a:srgbClr val="FFFF00"/>
                </a:solidFill>
                <a:latin typeface="Sanskrit 99" pitchFamily="2" charset="0"/>
                <a:ea typeface="Calibri" panose="020F0502020204030204" pitchFamily="34" charset="0"/>
                <a:cs typeface="Sanskrit 99" pitchFamily="2" charset="0"/>
              </a:rPr>
              <a:t>vTsr</a:t>
            </a:r>
            <a:r>
              <a:rPr lang="en-US" sz="4800" dirty="0">
                <a:solidFill>
                  <a:srgbClr val="FFFF00"/>
                </a:solidFill>
                <a:latin typeface="Sanskrit 99" pitchFamily="2" charset="0"/>
                <a:ea typeface="Calibri" panose="020F0502020204030204" pitchFamily="34" charset="0"/>
                <a:cs typeface="Sanskrit 99" pitchFamily="2" charset="0"/>
              </a:rPr>
              <a:t>&gt;, </a:t>
            </a:r>
            <a:r>
              <a:rPr lang="en-US" sz="4800" dirty="0">
                <a:solidFill>
                  <a:srgbClr val="FFFF00"/>
                </a:solidFill>
                <a:latin typeface="Sanskrit 99" pitchFamily="2" charset="0"/>
                <a:ea typeface="Calibri" panose="020F0502020204030204" pitchFamily="34" charset="0"/>
                <a:cs typeface="Times New Roman" panose="02020603050405020304" pitchFamily="18" charset="0"/>
              </a:rPr>
              <a:t>%</a:t>
            </a:r>
            <a:r>
              <a:rPr lang="en-US" sz="4800" dirty="0" err="1">
                <a:solidFill>
                  <a:srgbClr val="FFFF00"/>
                </a:solidFill>
                <a:latin typeface="Sanskrit 99" pitchFamily="2" charset="0"/>
                <a:ea typeface="Calibri" panose="020F0502020204030204" pitchFamily="34" charset="0"/>
                <a:cs typeface="Times New Roman" panose="02020603050405020304" pitchFamily="18" charset="0"/>
              </a:rPr>
              <a:t>Äray</a:t>
            </a:r>
            <a:r>
              <a:rPr lang="en-US" sz="4800" dirty="0">
                <a:solidFill>
                  <a:srgbClr val="FFFF00"/>
                </a:solidFill>
                <a:latin typeface="Sanskrit 99" pitchFamily="2" charset="0"/>
                <a:ea typeface="Calibri" panose="020F0502020204030204" pitchFamily="34" charset="0"/>
                <a:cs typeface="Times New Roman" panose="02020603050405020304" pitchFamily="18" charset="0"/>
              </a:rPr>
              <a:t>[m!</a:t>
            </a:r>
            <a:r>
              <a:rPr lang="en-US" sz="4800" dirty="0">
                <a:solidFill>
                  <a:srgbClr val="FFFF00"/>
                </a:solidFill>
                <a:latin typeface="Sanskrit 99" pitchFamily="2" charset="0"/>
                <a:ea typeface="Calibri" panose="020F0502020204030204" pitchFamily="34" charset="0"/>
                <a:cs typeface="Sanskrit 99" pitchFamily="2" charset="0"/>
              </a:rPr>
              <a:t>, </a:t>
            </a:r>
            <a:r>
              <a:rPr lang="en-US" sz="4800" dirty="0" err="1">
                <a:solidFill>
                  <a:srgbClr val="FFFF00"/>
                </a:solidFill>
                <a:latin typeface="Sanskrit 99" pitchFamily="2" charset="0"/>
                <a:ea typeface="Calibri" panose="020F0502020204030204" pitchFamily="34" charset="0"/>
                <a:cs typeface="Sanskrit 99" pitchFamily="2" charset="0"/>
              </a:rPr>
              <a:t>hemNt</a:t>
            </a:r>
            <a:r>
              <a:rPr lang="en-US" sz="4800" dirty="0">
                <a:solidFill>
                  <a:srgbClr val="FFFF00"/>
                </a:solidFill>
                <a:latin typeface="Sanskrit 99" pitchFamily="2" charset="0"/>
                <a:ea typeface="Calibri" panose="020F0502020204030204" pitchFamily="34" charset="0"/>
                <a:cs typeface="Sanskrit 99" pitchFamily="2" charset="0"/>
              </a:rPr>
              <a:t> \</a:t>
            </a:r>
            <a:r>
              <a:rPr lang="en-US" sz="4800" dirty="0" err="1">
                <a:solidFill>
                  <a:srgbClr val="FFFF00"/>
                </a:solidFill>
                <a:latin typeface="Sanskrit 99" pitchFamily="2" charset="0"/>
                <a:ea typeface="Calibri" panose="020F0502020204030204" pitchFamily="34" charset="0"/>
                <a:cs typeface="Sanskrit 99" pitchFamily="2" charset="0"/>
              </a:rPr>
              <a:t>tu</a:t>
            </a:r>
            <a:r>
              <a:rPr lang="en-US" sz="4800" dirty="0">
                <a:solidFill>
                  <a:srgbClr val="FFFF00"/>
                </a:solidFill>
                <a:latin typeface="Sanskrit 99" pitchFamily="2" charset="0"/>
                <a:ea typeface="Calibri" panose="020F0502020204030204" pitchFamily="34" charset="0"/>
                <a:cs typeface="Sanskrit 99" pitchFamily="2" charset="0"/>
              </a:rPr>
              <a:t>&gt;, </a:t>
            </a:r>
            <a:r>
              <a:rPr lang="en-US" sz="4800" dirty="0" err="1">
                <a:solidFill>
                  <a:srgbClr val="FFFF00"/>
                </a:solidFill>
                <a:latin typeface="Sanskrit 99" pitchFamily="2" charset="0"/>
                <a:ea typeface="Calibri" panose="020F0502020204030204" pitchFamily="34" charset="0"/>
                <a:cs typeface="Sanskrit 99" pitchFamily="2" charset="0"/>
              </a:rPr>
              <a:t>pu:y</a:t>
            </a:r>
            <a:r>
              <a:rPr lang="en-US" sz="4800" dirty="0">
                <a:solidFill>
                  <a:srgbClr val="FFFF00"/>
                </a:solidFill>
                <a:latin typeface="Sanskrit 99" pitchFamily="2" charset="0"/>
                <a:ea typeface="Calibri" panose="020F0502020204030204" pitchFamily="34" charset="0"/>
                <a:cs typeface="Sanskrit 99" pitchFamily="2" charset="0"/>
              </a:rPr>
              <a:t> mas&gt;,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zu</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a:t>
            </a:r>
            <a:r>
              <a:rPr lang="en-IN" sz="4800" b="1" dirty="0">
                <a:solidFill>
                  <a:srgbClr val="FFFF00"/>
                </a:solidFill>
                <a:latin typeface="Sanskrit 99" pitchFamily="2" charset="0"/>
                <a:ea typeface="Calibri" panose="020F0502020204030204" pitchFamily="34" charset="0"/>
                <a:cs typeface="Times New Roman" panose="02020603050405020304" pitchFamily="18" charset="0"/>
              </a:rPr>
              <a:t> </a:t>
            </a:r>
            <a:r>
              <a:rPr lang="en-US" sz="4800" dirty="0">
                <a:solidFill>
                  <a:srgbClr val="FFFF00"/>
                </a:solidFill>
                <a:latin typeface="Sanskrit 99" pitchFamily="2" charset="0"/>
                <a:ea typeface="Calibri" panose="020F0502020204030204" pitchFamily="34" charset="0"/>
                <a:cs typeface="Sanskrit 99" pitchFamily="2" charset="0"/>
              </a:rPr>
              <a:t>p]&gt;</a:t>
            </a:r>
            <a:endParaRPr lang="en-US" sz="4800" b="1" u="sng" dirty="0" smtClean="0">
              <a:solidFill>
                <a:srgbClr val="FFFF00"/>
              </a:solidFill>
              <a:latin typeface="Sanskrit 99" pitchFamily="2" charset="0"/>
              <a:ea typeface="SimSun"/>
              <a:sym typeface="Sanskrit 99" pitchFamily="2" charset="0"/>
            </a:endParaRPr>
          </a:p>
        </p:txBody>
      </p:sp>
      <p:sp>
        <p:nvSpPr>
          <p:cNvPr id="6" name="Content Placeholder 2"/>
          <p:cNvSpPr txBox="1">
            <a:spLocks noChangeArrowheads="1"/>
          </p:cNvSpPr>
          <p:nvPr/>
        </p:nvSpPr>
        <p:spPr bwMode="auto">
          <a:xfrm>
            <a:off x="1524529" y="3937912"/>
            <a:ext cx="9146117" cy="2515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69" indent="-342969"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99" indent="-285808"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229" indent="-228646"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520"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811"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5103"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buFont typeface="Arial" charset="0"/>
              <a:buNone/>
            </a:pPr>
            <a:endParaRPr lang="en-US" altLang="zh-CN" sz="4001" b="1" dirty="0" smtClean="0">
              <a:latin typeface="Palatino Linotype" pitchFamily="18" charset="0"/>
              <a:sym typeface="Times New Roman" pitchFamily="18" charset="0"/>
            </a:endParaRPr>
          </a:p>
          <a:p>
            <a:pPr algn="ctr" defTabSz="914400">
              <a:buFont typeface="Arial" charset="0"/>
              <a:buNone/>
            </a:pPr>
            <a:endParaRPr lang="en-US" altLang="zh-CN" sz="2801" b="1" dirty="0" smtClean="0">
              <a:solidFill>
                <a:srgbClr val="FFC000"/>
              </a:solidFill>
              <a:latin typeface="Palatino Linotype" pitchFamily="18" charset="0"/>
              <a:sym typeface="Times New Roman" pitchFamily="18" charset="0"/>
            </a:endParaRPr>
          </a:p>
          <a:p>
            <a:pPr algn="ctr" defTabSz="914400">
              <a:buFont typeface="Arial" charset="0"/>
              <a:buNone/>
            </a:pPr>
            <a:r>
              <a:rPr lang="en-US" altLang="zh-CN" sz="2801" b="1" dirty="0" err="1" smtClean="0">
                <a:solidFill>
                  <a:srgbClr val="FFC000"/>
                </a:solidFill>
                <a:latin typeface="Palatino Linotype" pitchFamily="18" charset="0"/>
                <a:sym typeface="Times New Roman" pitchFamily="18" charset="0"/>
              </a:rPr>
              <a:t>Samvatsara</a:t>
            </a:r>
            <a:r>
              <a:rPr lang="en-US" altLang="zh-CN" sz="2801" dirty="0" smtClean="0">
                <a:solidFill>
                  <a:srgbClr val="FFC000"/>
                </a:solidFill>
                <a:latin typeface="Palatino Linotype" pitchFamily="18" charset="0"/>
                <a:sym typeface="Times New Roman" pitchFamily="18" charset="0"/>
              </a:rPr>
              <a:t> – Year, 	</a:t>
            </a:r>
            <a:r>
              <a:rPr lang="en-US" altLang="zh-CN" sz="2801" b="1" dirty="0" smtClean="0">
                <a:solidFill>
                  <a:srgbClr val="FFC000"/>
                </a:solidFill>
                <a:latin typeface="Palatino Linotype" pitchFamily="18" charset="0"/>
                <a:sym typeface="Times New Roman" pitchFamily="18" charset="0"/>
              </a:rPr>
              <a:t>Ayana </a:t>
            </a:r>
            <a:r>
              <a:rPr lang="en-US" altLang="zh-CN" sz="2801" dirty="0" smtClean="0">
                <a:solidFill>
                  <a:srgbClr val="FFC000"/>
                </a:solidFill>
                <a:latin typeface="Palatino Linotype" pitchFamily="18" charset="0"/>
                <a:sym typeface="Times New Roman" pitchFamily="18" charset="0"/>
              </a:rPr>
              <a:t>- half of the year, </a:t>
            </a:r>
          </a:p>
          <a:p>
            <a:pPr algn="ctr" defTabSz="914400">
              <a:buFont typeface="Arial" charset="0"/>
              <a:buNone/>
            </a:pPr>
            <a:r>
              <a:rPr lang="en-US" altLang="zh-CN" sz="2801" b="1" dirty="0" err="1" smtClean="0">
                <a:solidFill>
                  <a:srgbClr val="FFC000"/>
                </a:solidFill>
                <a:latin typeface="Palatino Linotype" pitchFamily="18" charset="0"/>
                <a:sym typeface="Times New Roman" pitchFamily="18" charset="0"/>
              </a:rPr>
              <a:t>Rutu</a:t>
            </a:r>
            <a:r>
              <a:rPr lang="en-US" altLang="zh-CN" sz="2801" b="1" dirty="0" smtClean="0">
                <a:solidFill>
                  <a:srgbClr val="FFC000"/>
                </a:solidFill>
                <a:latin typeface="Palatino Linotype" pitchFamily="18" charset="0"/>
                <a:sym typeface="Times New Roman" pitchFamily="18" charset="0"/>
              </a:rPr>
              <a:t> </a:t>
            </a:r>
            <a:r>
              <a:rPr lang="en-US" altLang="zh-CN" sz="2801" dirty="0" smtClean="0">
                <a:solidFill>
                  <a:srgbClr val="FFC000"/>
                </a:solidFill>
                <a:latin typeface="Palatino Linotype" pitchFamily="18" charset="0"/>
                <a:sym typeface="Times New Roman" pitchFamily="18" charset="0"/>
              </a:rPr>
              <a:t>- two months, 	</a:t>
            </a:r>
            <a:r>
              <a:rPr lang="en-US" altLang="zh-CN" sz="2801" b="1" dirty="0" smtClean="0">
                <a:solidFill>
                  <a:srgbClr val="FFC000"/>
                </a:solidFill>
                <a:latin typeface="Palatino Linotype" pitchFamily="18" charset="0"/>
                <a:sym typeface="Times New Roman" pitchFamily="18" charset="0"/>
              </a:rPr>
              <a:t>Masa</a:t>
            </a:r>
            <a:r>
              <a:rPr lang="en-US" altLang="zh-CN" sz="2801" dirty="0" smtClean="0">
                <a:solidFill>
                  <a:srgbClr val="FFC000"/>
                </a:solidFill>
                <a:latin typeface="Palatino Linotype" pitchFamily="18" charset="0"/>
                <a:sym typeface="Times New Roman" pitchFamily="18" charset="0"/>
              </a:rPr>
              <a:t> – Month, </a:t>
            </a:r>
          </a:p>
          <a:p>
            <a:pPr algn="ctr" defTabSz="914400">
              <a:buFont typeface="Arial" charset="0"/>
              <a:buNone/>
            </a:pPr>
            <a:r>
              <a:rPr lang="en-US" altLang="zh-CN" sz="2801" b="1" dirty="0" err="1" smtClean="0">
                <a:solidFill>
                  <a:srgbClr val="FFC000"/>
                </a:solidFill>
                <a:latin typeface="Palatino Linotype" pitchFamily="18" charset="0"/>
                <a:sym typeface="Times New Roman" pitchFamily="18" charset="0"/>
              </a:rPr>
              <a:t>Paksha</a:t>
            </a:r>
            <a:r>
              <a:rPr lang="en-US" altLang="zh-CN" sz="2801" b="1" dirty="0" smtClean="0">
                <a:solidFill>
                  <a:srgbClr val="FFC000"/>
                </a:solidFill>
                <a:latin typeface="Palatino Linotype" pitchFamily="18" charset="0"/>
                <a:sym typeface="Times New Roman" pitchFamily="18" charset="0"/>
              </a:rPr>
              <a:t> </a:t>
            </a:r>
            <a:r>
              <a:rPr lang="en-US" altLang="zh-CN" sz="2801" dirty="0" smtClean="0">
                <a:solidFill>
                  <a:srgbClr val="FFC000"/>
                </a:solidFill>
                <a:latin typeface="Palatino Linotype" pitchFamily="18" charset="0"/>
                <a:sym typeface="Times New Roman" pitchFamily="18" charset="0"/>
              </a:rPr>
              <a:t>- Fortnight (Half of the month),</a:t>
            </a:r>
            <a:endParaRPr lang="en-US" altLang="zh-CN" sz="2801" dirty="0">
              <a:solidFill>
                <a:srgbClr val="FFC000"/>
              </a:solidFill>
            </a:endParaRPr>
          </a:p>
        </p:txBody>
      </p:sp>
    </p:spTree>
    <p:extLst>
      <p:ext uri="{BB962C8B-B14F-4D97-AF65-F5344CB8AC3E}">
        <p14:creationId xmlns:p14="http://schemas.microsoft.com/office/powerpoint/2010/main" val="343586381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ChangeArrowheads="1"/>
          </p:cNvSpPr>
          <p:nvPr/>
        </p:nvSpPr>
        <p:spPr bwMode="auto">
          <a:xfrm>
            <a:off x="-23093" y="-20787"/>
            <a:ext cx="12194822" cy="8654292"/>
          </a:xfrm>
          <a:prstGeom prst="rect">
            <a:avLst/>
          </a:prstGeom>
          <a:blipFill dpi="0" rotWithShape="1">
            <a:blip r:embed="rId3">
              <a:alphaModFix amt="79000"/>
            </a:blip>
            <a:srcRect/>
            <a:stretch>
              <a:fillRect/>
            </a:stretch>
          </a:blipFill>
          <a:ln w="9525">
            <a:noFill/>
            <a:miter lim="800000"/>
            <a:headEnd/>
            <a:tailEnd/>
          </a:ln>
        </p:spPr>
        <p:txBody>
          <a:bodyPr wrap="square">
            <a:spAutoFit/>
          </a:bodyPr>
          <a:lstStyle/>
          <a:p>
            <a:pPr defTabSz="1219444"/>
            <a:endParaRPr lang="en-IN" sz="4801" dirty="0">
              <a:solidFill>
                <a:srgbClr val="FFFF00"/>
              </a:solidFill>
              <a:latin typeface="Sanskrit 99" pitchFamily="2" charset="0"/>
              <a:ea typeface="SimSun"/>
            </a:endParaRPr>
          </a:p>
          <a:p>
            <a:pPr marL="228600" marR="0" algn="ctr">
              <a:lnSpc>
                <a:spcPct val="115000"/>
              </a:lnSpc>
              <a:spcBef>
                <a:spcPts val="0"/>
              </a:spcBef>
              <a:spcAft>
                <a:spcPts val="1000"/>
              </a:spcAft>
            </a:pPr>
            <a:r>
              <a:rPr lang="en-US" sz="4400" dirty="0" smtClean="0">
                <a:solidFill>
                  <a:srgbClr val="FFFF00"/>
                </a:solidFill>
                <a:latin typeface="Sanskrit 99" pitchFamily="2" charset="0"/>
                <a:ea typeface="Calibri" panose="020F0502020204030204" pitchFamily="34" charset="0"/>
                <a:cs typeface="Sanskrit 99" pitchFamily="2" charset="0"/>
              </a:rPr>
              <a:t>    </a:t>
            </a:r>
            <a:r>
              <a:rPr lang="en-US" sz="4800" dirty="0" smtClean="0">
                <a:solidFill>
                  <a:srgbClr val="FFFF00"/>
                </a:solidFill>
                <a:latin typeface="Sanskrit 99" pitchFamily="2" charset="0"/>
                <a:ea typeface="Calibri" panose="020F0502020204030204" pitchFamily="34" charset="0"/>
                <a:cs typeface="Sanskrit 99" pitchFamily="2" charset="0"/>
              </a:rPr>
              <a:t>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pÂmI</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 </a:t>
            </a:r>
            <a:r>
              <a:rPr lang="nb-NO" sz="4800" dirty="0">
                <a:solidFill>
                  <a:srgbClr val="FFFF00"/>
                </a:solidFill>
                <a:latin typeface="Sanskrit 99" pitchFamily="2" charset="0"/>
                <a:ea typeface="Calibri" panose="020F0502020204030204" pitchFamily="34" charset="0"/>
                <a:cs typeface="Times New Roman" panose="02020603050405020304" pitchFamily="18" charset="0"/>
              </a:rPr>
              <a:t>itiw&gt;,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revtI</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 </a:t>
            </a:r>
            <a:r>
              <a:rPr lang="nb-NO" sz="4800" dirty="0">
                <a:solidFill>
                  <a:srgbClr val="FFFF00"/>
                </a:solidFill>
                <a:latin typeface="Sanskrit 99" pitchFamily="2" charset="0"/>
                <a:ea typeface="Calibri" panose="020F0502020204030204" pitchFamily="34" charset="0"/>
                <a:cs typeface="Times New Roman" panose="02020603050405020304" pitchFamily="18" charset="0"/>
              </a:rPr>
              <a:t>n]Çm!,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zuÉ</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 </a:t>
            </a:r>
            <a:r>
              <a:rPr lang="nb-NO" sz="4800" dirty="0">
                <a:solidFill>
                  <a:srgbClr val="FFFF00"/>
                </a:solidFill>
                <a:latin typeface="Sanskrit 99" pitchFamily="2" charset="0"/>
                <a:ea typeface="Calibri" panose="020F0502020204030204" pitchFamily="34" charset="0"/>
                <a:cs typeface="Times New Roman" panose="02020603050405020304" pitchFamily="18" charset="0"/>
              </a:rPr>
              <a:t>nam yaeg</a:t>
            </a:r>
            <a:r>
              <a:rPr lang="nb-NO" sz="4800" dirty="0" smtClean="0">
                <a:solidFill>
                  <a:srgbClr val="FFFF00"/>
                </a:solidFill>
                <a:latin typeface="Sanskrit 99" pitchFamily="2" charset="0"/>
                <a:ea typeface="Calibri" panose="020F0502020204030204" pitchFamily="34" charset="0"/>
                <a:cs typeface="Times New Roman" panose="02020603050405020304" pitchFamily="18" charset="0"/>
              </a:rPr>
              <a:t>&gt;,</a:t>
            </a:r>
          </a:p>
          <a:p>
            <a:pPr marL="228600" marR="0" algn="ctr">
              <a:lnSpc>
                <a:spcPct val="115000"/>
              </a:lnSpc>
              <a:spcBef>
                <a:spcPts val="0"/>
              </a:spcBef>
              <a:spcAft>
                <a:spcPts val="1000"/>
              </a:spcAft>
            </a:pPr>
            <a:r>
              <a:rPr lang="nb-NO" sz="4800" dirty="0" smtClean="0">
                <a:solidFill>
                  <a:srgbClr val="FFFF00"/>
                </a:solidFill>
                <a:latin typeface="Sanskrit 99" pitchFamily="2" charset="0"/>
                <a:ea typeface="Calibri" panose="020F0502020204030204" pitchFamily="34" charset="0"/>
                <a:cs typeface="Times New Roman" panose="02020603050405020304" pitchFamily="18" charset="0"/>
              </a:rPr>
              <a:t>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bv</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 </a:t>
            </a:r>
            <a:r>
              <a:rPr lang="nb-NO" sz="4800" dirty="0">
                <a:solidFill>
                  <a:srgbClr val="FFFF00"/>
                </a:solidFill>
                <a:latin typeface="Sanskrit 99" pitchFamily="2" charset="0"/>
                <a:ea typeface="Calibri" panose="020F0502020204030204" pitchFamily="34" charset="0"/>
                <a:cs typeface="Times New Roman" panose="02020603050405020304" pitchFamily="18" charset="0"/>
              </a:rPr>
              <a:t>kr[m!, </a:t>
            </a:r>
            <a:r>
              <a:rPr lang="en-IN" sz="4800" dirty="0" err="1">
                <a:solidFill>
                  <a:srgbClr val="FFFF00"/>
                </a:solidFill>
                <a:latin typeface="Sanskrit 99" pitchFamily="2" charset="0"/>
                <a:ea typeface="Calibri" panose="020F0502020204030204" pitchFamily="34" charset="0"/>
                <a:cs typeface="Times New Roman" panose="02020603050405020304" pitchFamily="18" charset="0"/>
              </a:rPr>
              <a:t>kuj</a:t>
            </a:r>
            <a:r>
              <a:rPr lang="en-IN" sz="4800" dirty="0">
                <a:solidFill>
                  <a:srgbClr val="FFFF00"/>
                </a:solidFill>
                <a:latin typeface="Sanskrit 99" pitchFamily="2" charset="0"/>
                <a:ea typeface="Calibri" panose="020F0502020204030204" pitchFamily="34" charset="0"/>
                <a:cs typeface="Times New Roman" panose="02020603050405020304" pitchFamily="18" charset="0"/>
              </a:rPr>
              <a:t> </a:t>
            </a:r>
            <a:r>
              <a:rPr lang="nb-NO" sz="4800" dirty="0">
                <a:solidFill>
                  <a:srgbClr val="FFFF00"/>
                </a:solidFill>
                <a:latin typeface="Sanskrit 99" pitchFamily="2" charset="0"/>
                <a:ea typeface="Calibri" panose="020F0502020204030204" pitchFamily="34" charset="0"/>
                <a:cs typeface="Times New Roman" panose="02020603050405020304" pitchFamily="18" charset="0"/>
              </a:rPr>
              <a:t>vasr&gt;.</a:t>
            </a:r>
            <a:endParaRPr lang="en-US" sz="4000" dirty="0">
              <a:solidFill>
                <a:srgbClr val="FFFF00"/>
              </a:solidFill>
              <a:latin typeface="Calibri" panose="020F0502020204030204" pitchFamily="34" charset="0"/>
              <a:ea typeface="Calibri" panose="020F0502020204030204" pitchFamily="34" charset="0"/>
              <a:cs typeface="Times New Roman" panose="02020603050405020304" pitchFamily="18" charset="0"/>
            </a:endParaRPr>
          </a:p>
          <a:p>
            <a:pPr algn="ctr"/>
            <a:endParaRPr lang="en-US" sz="4800" b="1" dirty="0">
              <a:solidFill>
                <a:srgbClr val="FFFF00"/>
              </a:solidFill>
              <a:latin typeface="Palatino Linotype" pitchFamily="18" charset="0"/>
              <a:ea typeface="SimSun"/>
              <a:sym typeface="Times New Roman" pitchFamily="18" charset="0"/>
            </a:endParaRPr>
          </a:p>
          <a:p>
            <a:pPr marL="342959" indent="-342959" algn="just" defTabSz="914560" eaLnBrk="0" fontAlgn="base" hangingPunct="0">
              <a:lnSpc>
                <a:spcPct val="90000"/>
              </a:lnSpc>
              <a:spcBef>
                <a:spcPct val="0"/>
              </a:spcBef>
              <a:buFont typeface="Arial"/>
              <a:buChar char="•"/>
              <a:tabLst>
                <a:tab pos="457281" algn="l"/>
              </a:tabLst>
            </a:pPr>
            <a:r>
              <a:rPr lang="en-US" sz="2801" b="1" dirty="0" err="1">
                <a:solidFill>
                  <a:srgbClr val="FFFF00"/>
                </a:solidFill>
                <a:latin typeface="Palatino Linotype" pitchFamily="18" charset="0"/>
                <a:ea typeface="SimSun"/>
                <a:sym typeface="Times New Roman" pitchFamily="18" charset="0"/>
              </a:rPr>
              <a:t>Tithi</a:t>
            </a:r>
            <a:r>
              <a:rPr lang="en-US" sz="2801" b="1" dirty="0">
                <a:solidFill>
                  <a:srgbClr val="FFFF00"/>
                </a:solidFill>
                <a:latin typeface="Palatino Linotype" pitchFamily="18" charset="0"/>
                <a:ea typeface="SimSun"/>
                <a:sym typeface="Times New Roman" pitchFamily="18" charset="0"/>
              </a:rPr>
              <a:t>- Ending Moment (EM) of elongation of the Moon</a:t>
            </a:r>
          </a:p>
          <a:p>
            <a:pPr algn="just" defTabSz="914560" fontAlgn="base">
              <a:lnSpc>
                <a:spcPct val="150000"/>
              </a:lnSpc>
              <a:spcBef>
                <a:spcPct val="0"/>
              </a:spcBef>
              <a:spcAft>
                <a:spcPct val="0"/>
              </a:spcAft>
              <a:buFont typeface="Arial" charset="0"/>
              <a:buChar char="•"/>
            </a:pPr>
            <a:r>
              <a:rPr lang="en-US" sz="2801" b="1" dirty="0">
                <a:solidFill>
                  <a:srgbClr val="FFFF00"/>
                </a:solidFill>
                <a:latin typeface="Palatino Linotype" pitchFamily="18" charset="0"/>
                <a:ea typeface="SimSun"/>
                <a:sym typeface="Times New Roman" pitchFamily="18" charset="0"/>
              </a:rPr>
              <a:t>  </a:t>
            </a:r>
            <a:r>
              <a:rPr lang="en-US" sz="2801" b="1" dirty="0" err="1">
                <a:solidFill>
                  <a:srgbClr val="FFFF00"/>
                </a:solidFill>
                <a:latin typeface="Palatino Linotype" pitchFamily="18" charset="0"/>
                <a:ea typeface="SimSun"/>
                <a:sym typeface="Times New Roman" pitchFamily="18" charset="0"/>
              </a:rPr>
              <a:t>Nakshatra</a:t>
            </a:r>
            <a:r>
              <a:rPr lang="en-US" sz="2801" b="1" dirty="0">
                <a:solidFill>
                  <a:srgbClr val="FFFF00"/>
                </a:solidFill>
                <a:latin typeface="Palatino Linotype" pitchFamily="18" charset="0"/>
                <a:ea typeface="SimSun"/>
                <a:sym typeface="Times New Roman" pitchFamily="18" charset="0"/>
              </a:rPr>
              <a:t> - EM of asterism of the day</a:t>
            </a:r>
            <a:endParaRPr lang="en-US" altLang="en-US" sz="2801" b="1" dirty="0">
              <a:solidFill>
                <a:srgbClr val="FFFF00"/>
              </a:solidFill>
              <a:latin typeface="Palatino Linotype" pitchFamily="18" charset="0"/>
              <a:ea typeface="SimSun"/>
              <a:sym typeface="Times New Roman" pitchFamily="18" charset="0"/>
            </a:endParaRPr>
          </a:p>
          <a:p>
            <a:pPr algn="just" defTabSz="914560" fontAlgn="base">
              <a:lnSpc>
                <a:spcPct val="150000"/>
              </a:lnSpc>
              <a:spcBef>
                <a:spcPct val="0"/>
              </a:spcBef>
              <a:spcAft>
                <a:spcPct val="0"/>
              </a:spcAft>
              <a:buFont typeface="Arial" charset="0"/>
              <a:buChar char="•"/>
            </a:pPr>
            <a:r>
              <a:rPr lang="en-US" sz="2801" b="1" dirty="0">
                <a:solidFill>
                  <a:srgbClr val="FFFF00"/>
                </a:solidFill>
                <a:latin typeface="Palatino Linotype" pitchFamily="18" charset="0"/>
                <a:ea typeface="SimSun"/>
                <a:sym typeface="Times New Roman" pitchFamily="18" charset="0"/>
              </a:rPr>
              <a:t>  Yoga – EM of the angular relationship between Sun and Moon </a:t>
            </a:r>
            <a:endParaRPr lang="en-US" altLang="en-US" sz="2801" b="1" dirty="0">
              <a:solidFill>
                <a:srgbClr val="FFFF00"/>
              </a:solidFill>
              <a:latin typeface="Palatino Linotype" pitchFamily="18" charset="0"/>
              <a:ea typeface="SimSun"/>
              <a:sym typeface="Times New Roman" pitchFamily="18" charset="0"/>
            </a:endParaRPr>
          </a:p>
          <a:p>
            <a:pPr algn="just" defTabSz="914560" fontAlgn="base">
              <a:lnSpc>
                <a:spcPct val="200000"/>
              </a:lnSpc>
              <a:spcBef>
                <a:spcPct val="0"/>
              </a:spcBef>
              <a:spcAft>
                <a:spcPct val="0"/>
              </a:spcAft>
              <a:buFont typeface="Arial" charset="0"/>
              <a:buChar char="•"/>
            </a:pPr>
            <a:r>
              <a:rPr lang="en-US" sz="2801" b="1" dirty="0">
                <a:solidFill>
                  <a:srgbClr val="FFFF00"/>
                </a:solidFill>
                <a:latin typeface="Palatino Linotype" pitchFamily="18" charset="0"/>
                <a:ea typeface="SimSun"/>
                <a:sym typeface="Times New Roman" pitchFamily="18" charset="0"/>
              </a:rPr>
              <a:t>  Karana - EM of half of a </a:t>
            </a:r>
            <a:r>
              <a:rPr lang="en-US" sz="2801" b="1" dirty="0" err="1">
                <a:solidFill>
                  <a:srgbClr val="FFFF00"/>
                </a:solidFill>
                <a:latin typeface="Palatino Linotype" pitchFamily="18" charset="0"/>
                <a:ea typeface="SimSun"/>
                <a:sym typeface="Times New Roman" pitchFamily="18" charset="0"/>
              </a:rPr>
              <a:t>Tithi</a:t>
            </a:r>
            <a:endParaRPr lang="en-US" sz="2801" b="1" dirty="0">
              <a:solidFill>
                <a:srgbClr val="FFFF00"/>
              </a:solidFill>
              <a:latin typeface="Palatino Linotype" pitchFamily="18" charset="0"/>
              <a:ea typeface="SimSun"/>
              <a:sym typeface="Times New Roman" pitchFamily="18" charset="0"/>
            </a:endParaRPr>
          </a:p>
          <a:p>
            <a:pPr algn="just" defTabSz="914560" fontAlgn="base">
              <a:lnSpc>
                <a:spcPct val="200000"/>
              </a:lnSpc>
              <a:spcBef>
                <a:spcPct val="0"/>
              </a:spcBef>
              <a:spcAft>
                <a:spcPct val="0"/>
              </a:spcAft>
              <a:buFont typeface="Arial" charset="0"/>
              <a:buChar char="•"/>
            </a:pPr>
            <a:r>
              <a:rPr lang="en-US" sz="2801" b="1" dirty="0">
                <a:solidFill>
                  <a:srgbClr val="FFFF00"/>
                </a:solidFill>
                <a:latin typeface="Palatino Linotype" pitchFamily="18" charset="0"/>
                <a:ea typeface="SimSun"/>
                <a:sym typeface="Times New Roman" pitchFamily="18" charset="0"/>
              </a:rPr>
              <a:t>  </a:t>
            </a:r>
            <a:r>
              <a:rPr lang="en-US" sz="2801" b="1" dirty="0" err="1">
                <a:solidFill>
                  <a:srgbClr val="FFFF00"/>
                </a:solidFill>
                <a:latin typeface="Palatino Linotype" pitchFamily="18" charset="0"/>
                <a:ea typeface="SimSun"/>
                <a:sym typeface="Times New Roman" pitchFamily="18" charset="0"/>
              </a:rPr>
              <a:t>Vasara</a:t>
            </a:r>
            <a:r>
              <a:rPr lang="en-US" sz="2801" b="1" dirty="0">
                <a:solidFill>
                  <a:srgbClr val="FFFF00"/>
                </a:solidFill>
                <a:latin typeface="Palatino Linotype" pitchFamily="18" charset="0"/>
                <a:ea typeface="SimSun"/>
                <a:sym typeface="Times New Roman" pitchFamily="18" charset="0"/>
              </a:rPr>
              <a:t> - the seven weekdays</a:t>
            </a:r>
          </a:p>
          <a:p>
            <a:pPr algn="ctr" defTabSz="914560" fontAlgn="base">
              <a:lnSpc>
                <a:spcPct val="200000"/>
              </a:lnSpc>
              <a:spcBef>
                <a:spcPct val="0"/>
              </a:spcBef>
              <a:spcAft>
                <a:spcPct val="0"/>
              </a:spcAft>
              <a:buFont typeface="Arial" charset="0"/>
              <a:buChar char="•"/>
            </a:pPr>
            <a:endParaRPr lang="en-US" sz="2801" b="1" dirty="0">
              <a:solidFill>
                <a:srgbClr val="FFFF00"/>
              </a:solidFill>
              <a:latin typeface="Palatino Linotype" pitchFamily="18" charset="0"/>
              <a:ea typeface="SimSun"/>
              <a:sym typeface="Times New Roman" pitchFamily="18" charset="0"/>
            </a:endParaRPr>
          </a:p>
          <a:p>
            <a:pPr algn="ctr" defTabSz="914560" fontAlgn="base">
              <a:lnSpc>
                <a:spcPct val="200000"/>
              </a:lnSpc>
              <a:spcBef>
                <a:spcPct val="0"/>
              </a:spcBef>
              <a:spcAft>
                <a:spcPct val="0"/>
              </a:spcAft>
            </a:pPr>
            <a:endParaRPr lang="en-US" sz="2801" b="1" dirty="0">
              <a:solidFill>
                <a:srgbClr val="FFFF00"/>
              </a:solidFill>
              <a:latin typeface="Arial" charset="0"/>
              <a:ea typeface="SimSun"/>
              <a:cs typeface="Calibri" pitchFamily="34" charset="0"/>
              <a:sym typeface="Arial" charset="0"/>
            </a:endParaRPr>
          </a:p>
        </p:txBody>
      </p:sp>
    </p:spTree>
    <p:extLst>
      <p:ext uri="{BB962C8B-B14F-4D97-AF65-F5344CB8AC3E}">
        <p14:creationId xmlns:p14="http://schemas.microsoft.com/office/powerpoint/2010/main" val="421910398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0</a:t>
            </a:r>
            <a:endParaRPr lang="en-IN" dirty="0"/>
          </a:p>
        </p:txBody>
      </p:sp>
      <p:sp>
        <p:nvSpPr>
          <p:cNvPr id="11" name="Text Placeholder 10"/>
          <p:cNvSpPr>
            <a:spLocks noGrp="1"/>
          </p:cNvSpPr>
          <p:nvPr>
            <p:ph type="body" idx="1"/>
          </p:nvPr>
        </p:nvSpPr>
        <p:spPr/>
        <p:txBody>
          <a:bodyPr/>
          <a:lstStyle/>
          <a:p>
            <a:endParaRPr lang="en-IN"/>
          </a:p>
        </p:txBody>
      </p:sp>
      <p:sp>
        <p:nvSpPr>
          <p:cNvPr id="9" name="Slide Number Placeholder 4"/>
          <p:cNvSpPr>
            <a:spLocks noGrp="1"/>
          </p:cNvSpPr>
          <p:nvPr>
            <p:ph type="sldNum" sz="quarter" idx="12"/>
          </p:nvPr>
        </p:nvSpPr>
        <p:spPr/>
        <p:txBody>
          <a:bodyPr/>
          <a:lstStyle/>
          <a:p>
            <a:pPr defTabSz="914560">
              <a:defRPr/>
            </a:pPr>
            <a:fld id="{EE2A5043-0783-4189-B1DE-671247375AD7}" type="slidenum">
              <a:rPr lang="en-US" altLang="en-US">
                <a:latin typeface="Calibri"/>
                <a:ea typeface="SimSun"/>
              </a:rPr>
              <a:pPr defTabSz="914560">
                <a:defRPr/>
              </a:pPr>
              <a:t>73</a:t>
            </a:fld>
            <a:endParaRPr lang="en-US" sz="1800">
              <a:solidFill>
                <a:srgbClr val="000000"/>
              </a:solidFill>
              <a:latin typeface="Arial" pitchFamily="34" charset="0"/>
              <a:ea typeface="SimSun"/>
              <a:sym typeface="Arial" pitchFamily="34" charset="0"/>
            </a:endParaRPr>
          </a:p>
        </p:txBody>
      </p:sp>
      <p:pic>
        <p:nvPicPr>
          <p:cNvPr id="5128" name="Picture 8" descr="C:\Users\YS\Desktop\images (3).jpg"/>
          <p:cNvPicPr>
            <a:picLocks noChangeAspect="1" noChangeArrowheads="1"/>
          </p:cNvPicPr>
          <p:nvPr/>
        </p:nvPicPr>
        <p:blipFill>
          <a:blip r:embed="rId2"/>
          <a:srcRect/>
          <a:stretch>
            <a:fillRect/>
          </a:stretch>
        </p:blipFill>
        <p:spPr bwMode="auto">
          <a:xfrm>
            <a:off x="176" y="-25406"/>
            <a:ext cx="12194822" cy="6859588"/>
          </a:xfrm>
          <a:prstGeom prst="rect">
            <a:avLst/>
          </a:prstGeom>
          <a:noFill/>
          <a:ln w="9525">
            <a:noFill/>
            <a:miter lim="800000"/>
            <a:headEnd/>
            <a:tailEnd/>
          </a:ln>
        </p:spPr>
      </p:pic>
      <p:sp>
        <p:nvSpPr>
          <p:cNvPr id="12" name="Rectangle 3"/>
          <p:cNvSpPr>
            <a:spLocks noChangeArrowheads="1"/>
          </p:cNvSpPr>
          <p:nvPr/>
        </p:nvSpPr>
        <p:spPr bwMode="auto">
          <a:xfrm>
            <a:off x="1715616" y="1634384"/>
            <a:ext cx="9613618" cy="5788379"/>
          </a:xfrm>
          <a:prstGeom prst="rect">
            <a:avLst/>
          </a:prstGeom>
          <a:noFill/>
          <a:ln w="9525">
            <a:noFill/>
            <a:miter lim="800000"/>
            <a:headEnd/>
            <a:tailEnd/>
          </a:ln>
        </p:spPr>
        <p:txBody>
          <a:bodyPr wrap="square">
            <a:spAutoFit/>
          </a:bodyPr>
          <a:lstStyle/>
          <a:p>
            <a:pPr algn="ctr"/>
            <a:r>
              <a:rPr lang="en-US" sz="7200" b="1" dirty="0" smtClean="0">
                <a:solidFill>
                  <a:srgbClr val="FFFF00"/>
                </a:solidFill>
                <a:latin typeface="Times New Roman" panose="02020603050405020304" pitchFamily="18" charset="0"/>
                <a:ea typeface="Calibri" panose="020F0502020204030204" pitchFamily="34" charset="0"/>
              </a:rPr>
              <a:t>Today’s date</a:t>
            </a:r>
          </a:p>
          <a:p>
            <a:pPr marL="228600" marR="0" algn="ctr">
              <a:lnSpc>
                <a:spcPct val="115000"/>
              </a:lnSpc>
              <a:spcBef>
                <a:spcPts val="0"/>
              </a:spcBef>
              <a:spcAft>
                <a:spcPts val="1000"/>
              </a:spcAft>
            </a:pPr>
            <a:r>
              <a:rPr lang="en-IN" sz="6600" b="1" dirty="0">
                <a:solidFill>
                  <a:srgbClr val="FFFF00"/>
                </a:solidFill>
                <a:latin typeface="Times New Roman" panose="02020603050405020304" pitchFamily="18" charset="0"/>
                <a:ea typeface="Calibri" panose="020F0502020204030204" pitchFamily="34" charset="0"/>
              </a:rPr>
              <a:t>16</a:t>
            </a:r>
            <a:r>
              <a:rPr lang="en-IN" sz="6600" b="1" baseline="30000" dirty="0">
                <a:solidFill>
                  <a:srgbClr val="FFFF00"/>
                </a:solidFill>
                <a:latin typeface="Times New Roman" panose="02020603050405020304" pitchFamily="18" charset="0"/>
                <a:ea typeface="Calibri" panose="020F0502020204030204" pitchFamily="34" charset="0"/>
              </a:rPr>
              <a:t>th</a:t>
            </a:r>
            <a:r>
              <a:rPr lang="en-IN" sz="6600" b="1" dirty="0" smtClean="0">
                <a:solidFill>
                  <a:srgbClr val="FFFF00"/>
                </a:solidFill>
                <a:latin typeface="Times New Roman" panose="02020603050405020304" pitchFamily="18" charset="0"/>
                <a:ea typeface="Calibri" panose="020F0502020204030204" pitchFamily="34" charset="0"/>
                <a:cs typeface="Times New Roman" panose="02020603050405020304" pitchFamily="18" charset="0"/>
              </a:rPr>
              <a:t> </a:t>
            </a:r>
            <a:r>
              <a:rPr lang="en-IN" sz="66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February </a:t>
            </a:r>
            <a:r>
              <a:rPr lang="en-US" sz="66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2021 Tuesday</a:t>
            </a:r>
            <a:endParaRPr lang="en-US" sz="5400" dirty="0">
              <a:solidFill>
                <a:srgbClr val="FFFF00"/>
              </a:solidFill>
              <a:latin typeface="Calibri" panose="020F0502020204030204" pitchFamily="34" charset="0"/>
              <a:ea typeface="Calibri" panose="020F0502020204030204" pitchFamily="34" charset="0"/>
              <a:cs typeface="Times New Roman" panose="02020603050405020304" pitchFamily="18" charset="0"/>
            </a:endParaRPr>
          </a:p>
          <a:p>
            <a:pPr algn="ctr"/>
            <a:endParaRPr lang="en-US" sz="6600" dirty="0">
              <a:solidFill>
                <a:srgbClr val="FFFF00"/>
              </a:solidFill>
              <a:latin typeface="Calibri" panose="020F0502020204030204" pitchFamily="34" charset="0"/>
              <a:ea typeface="Calibri" panose="020F0502020204030204" pitchFamily="34" charset="0"/>
            </a:endParaRPr>
          </a:p>
          <a:p>
            <a:pPr algn="ctr" defTabSz="914560" fontAlgn="base">
              <a:spcBef>
                <a:spcPct val="0"/>
              </a:spcBef>
              <a:spcAft>
                <a:spcPct val="0"/>
              </a:spcAft>
            </a:pPr>
            <a:endParaRPr lang="en-US" altLang="en-US" sz="7201" b="1" dirty="0">
              <a:solidFill>
                <a:srgbClr val="FFFF00"/>
              </a:solidFill>
              <a:latin typeface="Times New Roman" pitchFamily="18" charset="0"/>
              <a:ea typeface="SimSun"/>
              <a:cs typeface="Times New Roman" pitchFamily="18" charset="0"/>
              <a:sym typeface="Sanskrit 99" pitchFamily="2" charset="0"/>
            </a:endParaRPr>
          </a:p>
        </p:txBody>
      </p:sp>
    </p:spTree>
    <p:extLst>
      <p:ext uri="{BB962C8B-B14F-4D97-AF65-F5344CB8AC3E}">
        <p14:creationId xmlns:p14="http://schemas.microsoft.com/office/powerpoint/2010/main" val="259547913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noChangeArrowheads="1"/>
          </p:cNvSpPr>
          <p:nvPr>
            <p:ph idx="4294967295"/>
          </p:nvPr>
        </p:nvSpPr>
        <p:spPr>
          <a:xfrm>
            <a:off x="1524529" y="228653"/>
            <a:ext cx="9146117" cy="6402282"/>
          </a:xfrm>
        </p:spPr>
        <p:txBody>
          <a:bodyPr/>
          <a:lstStyle/>
          <a:p>
            <a:pPr algn="ctr">
              <a:buFont typeface="Arial" charset="0"/>
              <a:buNone/>
            </a:pPr>
            <a:endParaRPr lang="en-US" altLang="zh-CN" sz="1000" b="1" dirty="0">
              <a:solidFill>
                <a:srgbClr val="FFC000"/>
              </a:solidFill>
              <a:latin typeface="Sanskrit 99" pitchFamily="2" charset="0"/>
              <a:sym typeface="Sanskrit 99" pitchFamily="2" charset="0"/>
            </a:endParaRPr>
          </a:p>
          <a:p>
            <a:pPr algn="ctr">
              <a:buFont typeface="Arial" charset="0"/>
              <a:buNone/>
            </a:pPr>
            <a:r>
              <a:rPr lang="en-US" altLang="zh-CN" sz="4401" b="1" dirty="0" err="1">
                <a:solidFill>
                  <a:srgbClr val="FFFF00"/>
                </a:solidFill>
                <a:latin typeface="Sanskrit 99" pitchFamily="2" charset="0"/>
                <a:sym typeface="Sanskrit 99" pitchFamily="2" charset="0"/>
              </a:rPr>
              <a:t>itweí</a:t>
            </a:r>
            <a:r>
              <a:rPr lang="en-US" altLang="zh-CN" sz="4401" b="1" dirty="0">
                <a:solidFill>
                  <a:srgbClr val="FFFF00"/>
                </a:solidFill>
                <a:latin typeface="Sanskrit 99" pitchFamily="2" charset="0"/>
                <a:sym typeface="Sanskrit 99" pitchFamily="2" charset="0"/>
              </a:rPr>
              <a:t> </a:t>
            </a:r>
            <a:r>
              <a:rPr lang="en-US" altLang="zh-CN" sz="4401" b="1" dirty="0" err="1">
                <a:solidFill>
                  <a:srgbClr val="FFFF00"/>
                </a:solidFill>
                <a:latin typeface="Sanskrit 99" pitchFamily="2" charset="0"/>
                <a:sym typeface="Sanskrit 99" pitchFamily="2" charset="0"/>
              </a:rPr>
              <a:t>iïymaßaeit</a:t>
            </a:r>
            <a:r>
              <a:rPr lang="en-US" altLang="zh-CN" sz="4401" b="1" dirty="0">
                <a:solidFill>
                  <a:srgbClr val="FFFF00"/>
                </a:solidFill>
                <a:latin typeface="Sanskrit 99" pitchFamily="2" charset="0"/>
                <a:sym typeface="Sanskrit 99" pitchFamily="2" charset="0"/>
              </a:rPr>
              <a:t> </a:t>
            </a:r>
            <a:r>
              <a:rPr lang="en-US" altLang="zh-CN" sz="4401" b="1" dirty="0" err="1">
                <a:solidFill>
                  <a:srgbClr val="FFFF00"/>
                </a:solidFill>
                <a:latin typeface="Sanskrit 99" pitchFamily="2" charset="0"/>
                <a:sym typeface="Sanskrit 99" pitchFamily="2" charset="0"/>
              </a:rPr>
              <a:t>varadayu:yvxRnm</a:t>
            </a:r>
            <a:r>
              <a:rPr lang="en-US" altLang="zh-CN" sz="4401" b="1" dirty="0">
                <a:solidFill>
                  <a:srgbClr val="FFFF00"/>
                </a:solidFill>
                <a:latin typeface="Sanskrit 99" pitchFamily="2" charset="0"/>
                <a:sym typeface="Sanskrit 99" pitchFamily="2" charset="0"/>
              </a:rPr>
              <a:t>!,</a:t>
            </a:r>
          </a:p>
          <a:p>
            <a:pPr algn="ctr">
              <a:buFont typeface="Arial" charset="0"/>
              <a:buNone/>
            </a:pPr>
            <a:r>
              <a:rPr lang="en-US" altLang="zh-CN" sz="4401" b="1" dirty="0">
                <a:solidFill>
                  <a:srgbClr val="FFFF00"/>
                </a:solidFill>
                <a:latin typeface="Sanskrit 99" pitchFamily="2" charset="0"/>
                <a:sym typeface="Sanskrit 99" pitchFamily="2" charset="0"/>
              </a:rPr>
              <a:t>n]</a:t>
            </a:r>
            <a:r>
              <a:rPr lang="en-US" altLang="zh-CN" sz="4401" b="1" dirty="0" err="1">
                <a:solidFill>
                  <a:srgbClr val="FFFF00"/>
                </a:solidFill>
                <a:latin typeface="Sanskrit 99" pitchFamily="2" charset="0"/>
                <a:sym typeface="Sanskrit 99" pitchFamily="2" charset="0"/>
              </a:rPr>
              <a:t>ÇaÏrte</a:t>
            </a:r>
            <a:r>
              <a:rPr lang="en-US" altLang="zh-CN" sz="4401" b="1" dirty="0">
                <a:solidFill>
                  <a:srgbClr val="FFFF00"/>
                </a:solidFill>
                <a:latin typeface="Sanskrit 99" pitchFamily="2" charset="0"/>
                <a:sym typeface="Sanskrit 99" pitchFamily="2" charset="0"/>
              </a:rPr>
              <a:t> pap&lt; </a:t>
            </a:r>
            <a:r>
              <a:rPr lang="en-US" altLang="zh-CN" sz="4401" b="1" dirty="0" err="1">
                <a:solidFill>
                  <a:srgbClr val="FFFF00"/>
                </a:solidFill>
                <a:latin typeface="Sanskrit 99" pitchFamily="2" charset="0"/>
                <a:sym typeface="Sanskrit 99" pitchFamily="2" charset="0"/>
              </a:rPr>
              <a:t>yaegaÔaeginvar</a:t>
            </a:r>
            <a:r>
              <a:rPr lang="en-US" altLang="zh-CN" sz="4401" b="1" dirty="0">
                <a:solidFill>
                  <a:srgbClr val="FFFF00"/>
                </a:solidFill>
                <a:latin typeface="Sanskrit 99" pitchFamily="2" charset="0"/>
                <a:sym typeface="Sanskrit 99" pitchFamily="2" charset="0"/>
              </a:rPr>
              <a:t>[m!,</a:t>
            </a:r>
          </a:p>
          <a:p>
            <a:pPr algn="ctr">
              <a:buFont typeface="Arial" charset="0"/>
              <a:buNone/>
            </a:pPr>
            <a:r>
              <a:rPr lang="en-US" altLang="zh-CN" sz="4401" b="1" dirty="0" err="1">
                <a:solidFill>
                  <a:srgbClr val="FFFF00"/>
                </a:solidFill>
                <a:latin typeface="Sanskrit 99" pitchFamily="2" charset="0"/>
                <a:sym typeface="Sanskrit 99" pitchFamily="2" charset="0"/>
              </a:rPr>
              <a:t>kr</a:t>
            </a:r>
            <a:r>
              <a:rPr lang="en-US" altLang="zh-CN" sz="4401" b="1" dirty="0">
                <a:solidFill>
                  <a:srgbClr val="FFFF00"/>
                </a:solidFill>
                <a:latin typeface="Sanskrit 99" pitchFamily="2" charset="0"/>
                <a:sym typeface="Sanskrit 99" pitchFamily="2" charset="0"/>
              </a:rPr>
              <a:t>[</a:t>
            </a:r>
            <a:r>
              <a:rPr lang="en-US" altLang="zh-CN" sz="4401" b="1" dirty="0" err="1">
                <a:solidFill>
                  <a:srgbClr val="FFFF00"/>
                </a:solidFill>
                <a:latin typeface="Sanskrit 99" pitchFamily="2" charset="0"/>
                <a:sym typeface="Sanskrit 99" pitchFamily="2" charset="0"/>
              </a:rPr>
              <a:t>aTkayRisiÏí</a:t>
            </a:r>
            <a:r>
              <a:rPr lang="en-US" altLang="zh-CN" sz="4401" b="1" dirty="0">
                <a:solidFill>
                  <a:srgbClr val="FFFF00"/>
                </a:solidFill>
                <a:latin typeface="Sanskrit 99" pitchFamily="2" charset="0"/>
                <a:sym typeface="Sanskrit 99" pitchFamily="2" charset="0"/>
              </a:rPr>
              <a:t> pÂa¼)</a:t>
            </a:r>
            <a:r>
              <a:rPr lang="en-US" altLang="zh-CN" sz="4401" b="1" dirty="0" err="1">
                <a:solidFill>
                  <a:srgbClr val="FFFF00"/>
                </a:solidFill>
                <a:latin typeface="Sanskrit 99" pitchFamily="2" charset="0"/>
                <a:sym typeface="Sanskrit 99" pitchFamily="2" charset="0"/>
              </a:rPr>
              <a:t>lmuÄmm</a:t>
            </a:r>
            <a:r>
              <a:rPr lang="en-US" altLang="zh-CN" sz="4401" b="1" dirty="0">
                <a:solidFill>
                  <a:srgbClr val="FFFF00"/>
                </a:solidFill>
                <a:latin typeface="Sanskrit 99" pitchFamily="2" charset="0"/>
                <a:sym typeface="Sanskrit 99" pitchFamily="2" charset="0"/>
              </a:rPr>
              <a:t>!.</a:t>
            </a:r>
          </a:p>
          <a:p>
            <a:pPr algn="ctr">
              <a:buFont typeface="Arial" charset="0"/>
              <a:buNone/>
            </a:pPr>
            <a:endParaRPr lang="en-US" altLang="zh-CN" sz="2000" dirty="0">
              <a:solidFill>
                <a:srgbClr val="FFFF00"/>
              </a:solidFill>
              <a:latin typeface="URW Palladio IT" pitchFamily="2" charset="0"/>
              <a:sym typeface="URW Palladio IT" pitchFamily="2" charset="0"/>
            </a:endParaRPr>
          </a:p>
          <a:p>
            <a:pPr algn="ctr">
              <a:buFont typeface="Arial" charset="0"/>
              <a:buNone/>
            </a:pPr>
            <a:r>
              <a:rPr lang="en-US" altLang="zh-CN" sz="2801" b="1" dirty="0" err="1">
                <a:solidFill>
                  <a:srgbClr val="FFFF00"/>
                </a:solidFill>
                <a:latin typeface="URW Palladio IT" pitchFamily="2" charset="0"/>
                <a:sym typeface="URW Palladio IT" pitchFamily="2" charset="0"/>
              </a:rPr>
              <a:t>Titheçca</a:t>
            </a:r>
            <a:r>
              <a:rPr lang="en-US" altLang="zh-CN" sz="2801" b="1" dirty="0">
                <a:solidFill>
                  <a:srgbClr val="FFFF00"/>
                </a:solidFill>
                <a:latin typeface="URW Palladio IT" pitchFamily="2" charset="0"/>
                <a:sym typeface="URW Palladio IT" pitchFamily="2" charset="0"/>
              </a:rPr>
              <a:t> </a:t>
            </a:r>
            <a:r>
              <a:rPr lang="en-US" altLang="zh-CN" sz="2801" b="1" dirty="0" err="1">
                <a:solidFill>
                  <a:srgbClr val="FFFF00"/>
                </a:solidFill>
                <a:latin typeface="URW Palladio IT" pitchFamily="2" charset="0"/>
                <a:sym typeface="URW Palladio IT" pitchFamily="2" charset="0"/>
              </a:rPr>
              <a:t>Çriyamapnoti</a:t>
            </a:r>
            <a:r>
              <a:rPr lang="en-US" altLang="zh-CN" sz="2801" b="1" dirty="0">
                <a:solidFill>
                  <a:srgbClr val="FFFF00"/>
                </a:solidFill>
                <a:latin typeface="URW Palladio IT" pitchFamily="2" charset="0"/>
                <a:sym typeface="URW Palladio IT" pitchFamily="2" charset="0"/>
              </a:rPr>
              <a:t> </a:t>
            </a:r>
            <a:r>
              <a:rPr lang="en-US" altLang="zh-CN" sz="2801" b="1" dirty="0" err="1">
                <a:solidFill>
                  <a:srgbClr val="FFFF00"/>
                </a:solidFill>
                <a:latin typeface="URW Palladio IT" pitchFamily="2" charset="0"/>
                <a:sym typeface="URW Palladio IT" pitchFamily="2" charset="0"/>
              </a:rPr>
              <a:t>Värädäyuñyavardhanam</a:t>
            </a:r>
            <a:r>
              <a:rPr lang="en-US" altLang="zh-CN" sz="2801" b="1" dirty="0">
                <a:solidFill>
                  <a:srgbClr val="FFFF00"/>
                </a:solidFill>
                <a:latin typeface="URW Palladio IT" pitchFamily="2" charset="0"/>
                <a:sym typeface="URW Palladio IT" pitchFamily="2" charset="0"/>
              </a:rPr>
              <a:t>|</a:t>
            </a:r>
          </a:p>
          <a:p>
            <a:pPr algn="ctr">
              <a:buFont typeface="Arial" charset="0"/>
              <a:buNone/>
            </a:pPr>
            <a:r>
              <a:rPr lang="en-US" altLang="zh-CN" sz="2801" b="1" dirty="0" err="1">
                <a:solidFill>
                  <a:srgbClr val="FFFF00"/>
                </a:solidFill>
                <a:latin typeface="URW Palladio IT" pitchFamily="2" charset="0"/>
                <a:sym typeface="URW Palladio IT" pitchFamily="2" charset="0"/>
              </a:rPr>
              <a:t>Nakñaträddharate</a:t>
            </a:r>
            <a:r>
              <a:rPr lang="en-US" altLang="zh-CN" sz="2801" b="1" dirty="0">
                <a:solidFill>
                  <a:srgbClr val="FFFF00"/>
                </a:solidFill>
                <a:latin typeface="URW Palladio IT" pitchFamily="2" charset="0"/>
                <a:sym typeface="URW Palladio IT" pitchFamily="2" charset="0"/>
              </a:rPr>
              <a:t> </a:t>
            </a:r>
            <a:r>
              <a:rPr lang="en-US" altLang="zh-CN" sz="2801" b="1" dirty="0" err="1">
                <a:solidFill>
                  <a:srgbClr val="FFFF00"/>
                </a:solidFill>
                <a:latin typeface="URW Palladio IT" pitchFamily="2" charset="0"/>
                <a:sym typeface="URW Palladio IT" pitchFamily="2" charset="0"/>
              </a:rPr>
              <a:t>Päpaà</a:t>
            </a:r>
            <a:r>
              <a:rPr lang="en-US" altLang="zh-CN" sz="2801" b="1" dirty="0">
                <a:solidFill>
                  <a:srgbClr val="FFFF00"/>
                </a:solidFill>
                <a:latin typeface="URW Palladio IT" pitchFamily="2" charset="0"/>
                <a:sym typeface="URW Palladio IT" pitchFamily="2" charset="0"/>
              </a:rPr>
              <a:t> </a:t>
            </a:r>
            <a:r>
              <a:rPr lang="en-US" altLang="zh-CN" sz="2801" b="1" dirty="0" err="1">
                <a:solidFill>
                  <a:srgbClr val="FFFF00"/>
                </a:solidFill>
                <a:latin typeface="URW Palladio IT" pitchFamily="2" charset="0"/>
                <a:sym typeface="URW Palladio IT" pitchFamily="2" charset="0"/>
              </a:rPr>
              <a:t>Yogädroganiväraëam</a:t>
            </a:r>
            <a:r>
              <a:rPr lang="en-US" altLang="zh-CN" sz="2801" b="1" dirty="0">
                <a:solidFill>
                  <a:srgbClr val="FFFF00"/>
                </a:solidFill>
                <a:latin typeface="URW Palladio IT" pitchFamily="2" charset="0"/>
                <a:sym typeface="URW Palladio IT" pitchFamily="2" charset="0"/>
              </a:rPr>
              <a:t>|</a:t>
            </a:r>
          </a:p>
          <a:p>
            <a:pPr algn="ctr">
              <a:buFont typeface="Arial" charset="0"/>
              <a:buNone/>
            </a:pPr>
            <a:r>
              <a:rPr lang="en-US" altLang="zh-CN" sz="2801" b="1" dirty="0" err="1">
                <a:solidFill>
                  <a:srgbClr val="FFFF00"/>
                </a:solidFill>
                <a:latin typeface="URW Palladio IT" pitchFamily="2" charset="0"/>
                <a:sym typeface="URW Palladio IT" pitchFamily="2" charset="0"/>
              </a:rPr>
              <a:t>Karaëätkäryasiddhiçca</a:t>
            </a:r>
            <a:r>
              <a:rPr lang="en-US" altLang="zh-CN" sz="2801" b="1" dirty="0">
                <a:solidFill>
                  <a:srgbClr val="FFFF00"/>
                </a:solidFill>
                <a:latin typeface="URW Palladio IT" pitchFamily="2" charset="0"/>
                <a:sym typeface="URW Palladio IT" pitchFamily="2" charset="0"/>
              </a:rPr>
              <a:t>  </a:t>
            </a:r>
            <a:r>
              <a:rPr lang="en-US" altLang="zh-CN" sz="2801" b="1" dirty="0" err="1">
                <a:solidFill>
                  <a:srgbClr val="FFFF00"/>
                </a:solidFill>
                <a:latin typeface="URW Palladio IT" pitchFamily="2" charset="0"/>
                <a:sym typeface="URW Palladio IT" pitchFamily="2" charset="0"/>
              </a:rPr>
              <a:t>Païcäìgaphalamuttamam</a:t>
            </a:r>
            <a:r>
              <a:rPr lang="en-US" altLang="zh-CN" sz="2801" b="1" dirty="0">
                <a:solidFill>
                  <a:srgbClr val="FFFF00"/>
                </a:solidFill>
                <a:latin typeface="URW Palladio IT" pitchFamily="2" charset="0"/>
                <a:sym typeface="URW Palladio IT" pitchFamily="2" charset="0"/>
              </a:rPr>
              <a:t>||</a:t>
            </a:r>
            <a:endParaRPr lang="en-US" altLang="zh-CN" sz="1600" b="1" dirty="0">
              <a:solidFill>
                <a:srgbClr val="FFFF00"/>
              </a:solidFill>
              <a:latin typeface="URW Palladio IT" pitchFamily="2" charset="0"/>
              <a:sym typeface="URW Palladio IT" pitchFamily="2" charset="0"/>
            </a:endParaRPr>
          </a:p>
          <a:p>
            <a:pPr algn="ctr">
              <a:buFont typeface="Arial" charset="0"/>
              <a:buNone/>
            </a:pPr>
            <a:r>
              <a:rPr lang="en-US" altLang="zh-CN" sz="2000" b="1" dirty="0">
                <a:solidFill>
                  <a:srgbClr val="FFFF00"/>
                </a:solidFill>
              </a:rPr>
              <a:t>__________</a:t>
            </a:r>
          </a:p>
          <a:p>
            <a:pPr algn="ctr">
              <a:buFont typeface="Arial" charset="0"/>
              <a:buNone/>
            </a:pPr>
            <a:r>
              <a:rPr lang="en-US" altLang="zh-CN" sz="2801" u="sng" dirty="0">
                <a:solidFill>
                  <a:srgbClr val="FFFF00"/>
                </a:solidFill>
                <a:latin typeface="Palatino Linotype" pitchFamily="18" charset="0"/>
                <a:sym typeface="Times New Roman" pitchFamily="18" charset="0"/>
              </a:rPr>
              <a:t>Result of listening  to </a:t>
            </a:r>
            <a:r>
              <a:rPr lang="en-US" altLang="zh-CN" sz="2801" u="sng" dirty="0" err="1">
                <a:solidFill>
                  <a:srgbClr val="FFFF00"/>
                </a:solidFill>
                <a:latin typeface="Palatino Linotype" pitchFamily="18" charset="0"/>
                <a:sym typeface="Times New Roman" pitchFamily="18" charset="0"/>
              </a:rPr>
              <a:t>Panchanga</a:t>
            </a:r>
            <a:r>
              <a:rPr lang="en-US" altLang="zh-CN" sz="2801" dirty="0">
                <a:solidFill>
                  <a:srgbClr val="FFFF00"/>
                </a:solidFill>
                <a:latin typeface="Palatino Linotype" pitchFamily="18" charset="0"/>
                <a:sym typeface="Times New Roman" pitchFamily="18" charset="0"/>
              </a:rPr>
              <a:t> – increase in wealth, </a:t>
            </a:r>
          </a:p>
          <a:p>
            <a:pPr algn="ctr">
              <a:buFont typeface="Arial" charset="0"/>
              <a:buNone/>
            </a:pPr>
            <a:r>
              <a:rPr lang="en-US" altLang="zh-CN" sz="2801" dirty="0">
                <a:solidFill>
                  <a:srgbClr val="FFFF00"/>
                </a:solidFill>
                <a:latin typeface="Palatino Linotype" pitchFamily="18" charset="0"/>
                <a:sym typeface="Times New Roman" pitchFamily="18" charset="0"/>
              </a:rPr>
              <a:t>longevity of the lifespan, sins are destroyed, disorders </a:t>
            </a:r>
          </a:p>
          <a:p>
            <a:pPr algn="ctr">
              <a:buFont typeface="Arial" charset="0"/>
              <a:buNone/>
            </a:pPr>
            <a:r>
              <a:rPr lang="en-US" altLang="zh-CN" sz="2801" dirty="0">
                <a:solidFill>
                  <a:srgbClr val="FFFF00"/>
                </a:solidFill>
                <a:latin typeface="Palatino Linotype" pitchFamily="18" charset="0"/>
                <a:sym typeface="Times New Roman" pitchFamily="18" charset="0"/>
              </a:rPr>
              <a:t>are disappeared, wishes will be fulfilled.</a:t>
            </a:r>
            <a:endParaRPr lang="en-US" altLang="zh-CN" sz="2801" dirty="0">
              <a:solidFill>
                <a:srgbClr val="FFFF00"/>
              </a:solidFill>
              <a:latin typeface="Palatino Linotype" pitchFamily="18" charset="0"/>
              <a:sym typeface="Palatino Linotype" pitchFamily="18" charset="0"/>
            </a:endParaRPr>
          </a:p>
          <a:p>
            <a:pPr algn="ctr">
              <a:buFont typeface="Arial" charset="0"/>
              <a:buNone/>
            </a:pPr>
            <a:endParaRPr lang="en-US" altLang="zh-CN" sz="1400" b="1" dirty="0">
              <a:solidFill>
                <a:srgbClr val="FFFF00"/>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 y="5877"/>
            <a:ext cx="12201259" cy="6806654"/>
          </a:xfrm>
          <a:prstGeom prst="rect">
            <a:avLst/>
          </a:prstGeom>
        </p:spPr>
      </p:pic>
      <p:sp>
        <p:nvSpPr>
          <p:cNvPr id="4" name="Content Placeholder 2"/>
          <p:cNvSpPr txBox="1">
            <a:spLocks noChangeArrowheads="1"/>
          </p:cNvSpPr>
          <p:nvPr/>
        </p:nvSpPr>
        <p:spPr bwMode="auto">
          <a:xfrm>
            <a:off x="1676929" y="117426"/>
            <a:ext cx="9146117" cy="6402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69" indent="-342969"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99" indent="-285808"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229" indent="-228646"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520"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811"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5103"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400">
              <a:buFont typeface="Arial" charset="0"/>
              <a:buNone/>
            </a:pPr>
            <a:endParaRPr lang="en-US" altLang="zh-CN" sz="1000" b="1" smtClean="0">
              <a:solidFill>
                <a:srgbClr val="FFC000"/>
              </a:solidFill>
              <a:latin typeface="Sanskrit 99" pitchFamily="2" charset="0"/>
              <a:sym typeface="Sanskrit 99" pitchFamily="2" charset="0"/>
            </a:endParaRPr>
          </a:p>
          <a:p>
            <a:pPr algn="ctr" defTabSz="914400">
              <a:buFont typeface="Arial" charset="0"/>
              <a:buNone/>
            </a:pPr>
            <a:r>
              <a:rPr lang="en-US" altLang="zh-CN" sz="4401" b="1" smtClean="0">
                <a:solidFill>
                  <a:srgbClr val="FFFF00"/>
                </a:solidFill>
                <a:latin typeface="Sanskrit 99" pitchFamily="2" charset="0"/>
                <a:sym typeface="Sanskrit 99" pitchFamily="2" charset="0"/>
              </a:rPr>
              <a:t>itweí iïymaßaeit varadayu:yvxRnm!,</a:t>
            </a:r>
          </a:p>
          <a:p>
            <a:pPr algn="ctr" defTabSz="914400">
              <a:buFont typeface="Arial" charset="0"/>
              <a:buNone/>
            </a:pPr>
            <a:r>
              <a:rPr lang="en-US" altLang="zh-CN" sz="4401" b="1" smtClean="0">
                <a:solidFill>
                  <a:srgbClr val="FFFF00"/>
                </a:solidFill>
                <a:latin typeface="Sanskrit 99" pitchFamily="2" charset="0"/>
                <a:sym typeface="Sanskrit 99" pitchFamily="2" charset="0"/>
              </a:rPr>
              <a:t>n]ÇaÏrte pap&lt; yaegaÔaeginvar[m!,</a:t>
            </a:r>
          </a:p>
          <a:p>
            <a:pPr algn="ctr" defTabSz="914400">
              <a:buFont typeface="Arial" charset="0"/>
              <a:buNone/>
            </a:pPr>
            <a:r>
              <a:rPr lang="en-US" altLang="zh-CN" sz="4401" b="1" smtClean="0">
                <a:solidFill>
                  <a:srgbClr val="FFFF00"/>
                </a:solidFill>
                <a:latin typeface="Sanskrit 99" pitchFamily="2" charset="0"/>
                <a:sym typeface="Sanskrit 99" pitchFamily="2" charset="0"/>
              </a:rPr>
              <a:t>kr[aTkayRisiÏí pÂa¼)lmuÄmm!.</a:t>
            </a:r>
          </a:p>
          <a:p>
            <a:pPr algn="ctr" defTabSz="914400">
              <a:buFont typeface="Arial" charset="0"/>
              <a:buNone/>
            </a:pPr>
            <a:endParaRPr lang="en-US" altLang="zh-CN" sz="2000" smtClean="0">
              <a:solidFill>
                <a:srgbClr val="FFFF00"/>
              </a:solidFill>
              <a:latin typeface="URW Palladio IT" pitchFamily="2" charset="0"/>
              <a:sym typeface="URW Palladio IT" pitchFamily="2" charset="0"/>
            </a:endParaRPr>
          </a:p>
          <a:p>
            <a:pPr algn="ctr" defTabSz="914400">
              <a:buFont typeface="Arial" charset="0"/>
              <a:buNone/>
            </a:pPr>
            <a:r>
              <a:rPr lang="en-US" altLang="zh-CN" sz="2801" b="1" smtClean="0">
                <a:solidFill>
                  <a:srgbClr val="FFFF00"/>
                </a:solidFill>
                <a:latin typeface="URW Palladio IT" pitchFamily="2" charset="0"/>
                <a:sym typeface="URW Palladio IT" pitchFamily="2" charset="0"/>
              </a:rPr>
              <a:t>Titheçca Çriyamapnoti Värädäyuñyavardhanam|</a:t>
            </a:r>
          </a:p>
          <a:p>
            <a:pPr algn="ctr" defTabSz="914400">
              <a:buFont typeface="Arial" charset="0"/>
              <a:buNone/>
            </a:pPr>
            <a:r>
              <a:rPr lang="en-US" altLang="zh-CN" sz="2801" b="1" smtClean="0">
                <a:solidFill>
                  <a:srgbClr val="FFFF00"/>
                </a:solidFill>
                <a:latin typeface="URW Palladio IT" pitchFamily="2" charset="0"/>
                <a:sym typeface="URW Palladio IT" pitchFamily="2" charset="0"/>
              </a:rPr>
              <a:t>Nakñaträddharate Päpaà Yogädroganiväraëam|</a:t>
            </a:r>
          </a:p>
          <a:p>
            <a:pPr algn="ctr" defTabSz="914400">
              <a:buFont typeface="Arial" charset="0"/>
              <a:buNone/>
            </a:pPr>
            <a:r>
              <a:rPr lang="en-US" altLang="zh-CN" sz="2801" b="1" smtClean="0">
                <a:solidFill>
                  <a:srgbClr val="FFFF00"/>
                </a:solidFill>
                <a:latin typeface="URW Palladio IT" pitchFamily="2" charset="0"/>
                <a:sym typeface="URW Palladio IT" pitchFamily="2" charset="0"/>
              </a:rPr>
              <a:t>Karaëätkäryasiddhiçca  Païcäìgaphalamuttamam||</a:t>
            </a:r>
            <a:endParaRPr lang="en-US" altLang="zh-CN" sz="1600" b="1" smtClean="0">
              <a:solidFill>
                <a:srgbClr val="FFFF00"/>
              </a:solidFill>
              <a:latin typeface="URW Palladio IT" pitchFamily="2" charset="0"/>
              <a:sym typeface="URW Palladio IT" pitchFamily="2" charset="0"/>
            </a:endParaRPr>
          </a:p>
          <a:p>
            <a:pPr algn="ctr" defTabSz="914400">
              <a:buFont typeface="Arial" charset="0"/>
              <a:buNone/>
            </a:pPr>
            <a:r>
              <a:rPr lang="en-US" altLang="zh-CN" sz="2000" b="1" smtClean="0">
                <a:solidFill>
                  <a:srgbClr val="FFFF00"/>
                </a:solidFill>
              </a:rPr>
              <a:t>__________</a:t>
            </a:r>
          </a:p>
          <a:p>
            <a:pPr algn="ctr" defTabSz="914400">
              <a:buFont typeface="Arial" charset="0"/>
              <a:buNone/>
            </a:pPr>
            <a:r>
              <a:rPr lang="en-US" altLang="zh-CN" sz="2801" u="sng" smtClean="0">
                <a:solidFill>
                  <a:srgbClr val="FFFF00"/>
                </a:solidFill>
                <a:latin typeface="Palatino Linotype" pitchFamily="18" charset="0"/>
                <a:sym typeface="Times New Roman" pitchFamily="18" charset="0"/>
              </a:rPr>
              <a:t>Result of listening  to Panchanga</a:t>
            </a:r>
            <a:r>
              <a:rPr lang="en-US" altLang="zh-CN" sz="2801" smtClean="0">
                <a:solidFill>
                  <a:srgbClr val="FFFF00"/>
                </a:solidFill>
                <a:latin typeface="Palatino Linotype" pitchFamily="18" charset="0"/>
                <a:sym typeface="Times New Roman" pitchFamily="18" charset="0"/>
              </a:rPr>
              <a:t> – increase in wealth, </a:t>
            </a:r>
          </a:p>
          <a:p>
            <a:pPr algn="ctr" defTabSz="914400">
              <a:buFont typeface="Arial" charset="0"/>
              <a:buNone/>
            </a:pPr>
            <a:r>
              <a:rPr lang="en-US" altLang="zh-CN" sz="2801" smtClean="0">
                <a:solidFill>
                  <a:srgbClr val="FFFF00"/>
                </a:solidFill>
                <a:latin typeface="Palatino Linotype" pitchFamily="18" charset="0"/>
                <a:sym typeface="Times New Roman" pitchFamily="18" charset="0"/>
              </a:rPr>
              <a:t>longevity of the lifespan, sins are destroyed, disorders </a:t>
            </a:r>
          </a:p>
          <a:p>
            <a:pPr algn="ctr" defTabSz="914400">
              <a:buFont typeface="Arial" charset="0"/>
              <a:buNone/>
            </a:pPr>
            <a:r>
              <a:rPr lang="en-US" altLang="zh-CN" sz="2801" smtClean="0">
                <a:solidFill>
                  <a:srgbClr val="FFFF00"/>
                </a:solidFill>
                <a:latin typeface="Palatino Linotype" pitchFamily="18" charset="0"/>
                <a:sym typeface="Times New Roman" pitchFamily="18" charset="0"/>
              </a:rPr>
              <a:t>are disappeared, wishes will be fulfilled.</a:t>
            </a:r>
            <a:endParaRPr lang="en-US" altLang="zh-CN" sz="2801" smtClean="0">
              <a:solidFill>
                <a:srgbClr val="FFFF00"/>
              </a:solidFill>
              <a:latin typeface="Palatino Linotype" pitchFamily="18" charset="0"/>
              <a:sym typeface="Palatino Linotype" pitchFamily="18" charset="0"/>
            </a:endParaRPr>
          </a:p>
          <a:p>
            <a:pPr algn="ctr" defTabSz="914400">
              <a:buFont typeface="Arial" charset="0"/>
              <a:buNone/>
            </a:pPr>
            <a:endParaRPr lang="en-US" altLang="zh-CN" sz="1400" b="1" dirty="0">
              <a:solidFill>
                <a:srgbClr val="FFFF00"/>
              </a:solidFill>
            </a:endParaRPr>
          </a:p>
        </p:txBody>
      </p:sp>
    </p:spTree>
    <p:extLst>
      <p:ext uri="{BB962C8B-B14F-4D97-AF65-F5344CB8AC3E}">
        <p14:creationId xmlns:p14="http://schemas.microsoft.com/office/powerpoint/2010/main" val="143906429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noChangeArrowheads="1"/>
          </p:cNvSpPr>
          <p:nvPr>
            <p:ph idx="4294967295"/>
          </p:nvPr>
        </p:nvSpPr>
        <p:spPr>
          <a:xfrm>
            <a:off x="1524529" y="152436"/>
            <a:ext cx="9146117" cy="6478499"/>
          </a:xfrm>
        </p:spPr>
        <p:txBody>
          <a:bodyPr/>
          <a:lstStyle/>
          <a:p>
            <a:pPr algn="ctr">
              <a:buFont typeface="Arial" charset="0"/>
              <a:buNone/>
            </a:pPr>
            <a:endParaRPr lang="en-US" altLang="zh-CN" sz="900" dirty="0">
              <a:solidFill>
                <a:schemeClr val="bg1"/>
              </a:solidFill>
              <a:latin typeface="Sanskrit 2003" pitchFamily="2" charset="-78"/>
              <a:sym typeface="Sanskrit 2003" pitchFamily="2" charset="-78"/>
            </a:endParaRPr>
          </a:p>
          <a:p>
            <a:pPr algn="ctr">
              <a:buFont typeface="Arial" charset="0"/>
              <a:buNone/>
            </a:pPr>
            <a:r>
              <a:rPr lang="en-US" altLang="zh-CN" sz="11502" dirty="0" err="1">
                <a:solidFill>
                  <a:schemeClr val="bg1"/>
                </a:solidFill>
                <a:latin typeface="Sanskrit 99" pitchFamily="2" charset="0"/>
                <a:sym typeface="Sanskrit 99" pitchFamily="2" charset="0"/>
              </a:rPr>
              <a:t>sveR;a</a:t>
            </a:r>
            <a:r>
              <a:rPr lang="en-US" altLang="zh-CN" sz="11502" dirty="0">
                <a:solidFill>
                  <a:schemeClr val="bg1"/>
                </a:solidFill>
                <a:latin typeface="Sanskrit 99" pitchFamily="2" charset="0"/>
                <a:sym typeface="Sanskrit 99" pitchFamily="2" charset="0"/>
              </a:rPr>
              <a:t>&lt; </a:t>
            </a:r>
            <a:r>
              <a:rPr lang="en-US" altLang="zh-CN" sz="11502" dirty="0" err="1">
                <a:solidFill>
                  <a:schemeClr val="bg1"/>
                </a:solidFill>
                <a:latin typeface="Sanskrit 99" pitchFamily="2" charset="0"/>
                <a:sym typeface="Sanskrit 99" pitchFamily="2" charset="0"/>
              </a:rPr>
              <a:t>zuÉmStu</a:t>
            </a:r>
            <a:endParaRPr lang="en-US" altLang="zh-CN" sz="11502" dirty="0">
              <a:solidFill>
                <a:schemeClr val="bg1"/>
              </a:solidFill>
              <a:latin typeface="Sanskrit 99" pitchFamily="2" charset="0"/>
              <a:sym typeface="Sanskrit 99" pitchFamily="2" charset="0"/>
            </a:endParaRPr>
          </a:p>
          <a:p>
            <a:pPr algn="ctr">
              <a:buFont typeface="Arial" charset="0"/>
              <a:buNone/>
            </a:pPr>
            <a:r>
              <a:rPr lang="en-US" altLang="zh-CN" sz="6601" b="1" dirty="0" err="1">
                <a:solidFill>
                  <a:schemeClr val="bg1"/>
                </a:solidFill>
                <a:latin typeface="URW Palladio IT" pitchFamily="2" charset="0"/>
                <a:sym typeface="URW Palladio IT" pitchFamily="2" charset="0"/>
              </a:rPr>
              <a:t>Sarveñäà</a:t>
            </a:r>
            <a:r>
              <a:rPr lang="en-US" altLang="zh-CN" sz="6601" b="1" dirty="0">
                <a:solidFill>
                  <a:schemeClr val="bg1"/>
                </a:solidFill>
                <a:latin typeface="URW Palladio IT" pitchFamily="2" charset="0"/>
                <a:sym typeface="URW Palladio IT" pitchFamily="2" charset="0"/>
              </a:rPr>
              <a:t> </a:t>
            </a:r>
            <a:r>
              <a:rPr lang="en-US" altLang="zh-CN" sz="6601" b="1" dirty="0" err="1">
                <a:solidFill>
                  <a:schemeClr val="bg1"/>
                </a:solidFill>
                <a:latin typeface="URW Palladio IT" pitchFamily="2" charset="0"/>
                <a:sym typeface="URW Palladio IT" pitchFamily="2" charset="0"/>
              </a:rPr>
              <a:t>Çubhamastu</a:t>
            </a:r>
            <a:endParaRPr lang="en-US" altLang="zh-CN" sz="6601" b="1" dirty="0">
              <a:solidFill>
                <a:schemeClr val="bg1"/>
              </a:solidFill>
              <a:latin typeface="URW Palladio IT" pitchFamily="2" charset="0"/>
              <a:sym typeface="URW Palladio IT" pitchFamily="2" charset="0"/>
            </a:endParaRPr>
          </a:p>
          <a:p>
            <a:pPr algn="ctr">
              <a:buFont typeface="Arial" charset="0"/>
              <a:buNone/>
            </a:pPr>
            <a:r>
              <a:rPr lang="en-US" altLang="zh-CN" sz="6601" dirty="0">
                <a:solidFill>
                  <a:schemeClr val="bg1"/>
                </a:solidFill>
                <a:latin typeface="Times New Roman" pitchFamily="18" charset="0"/>
                <a:sym typeface="Times New Roman" pitchFamily="18" charset="0"/>
              </a:rPr>
              <a:t>Let auspiciousness be unto everyone.</a:t>
            </a:r>
          </a:p>
          <a:p>
            <a:pPr algn="ctr">
              <a:buFont typeface="Arial" charset="0"/>
              <a:buNone/>
            </a:pPr>
            <a:endParaRPr lang="en-US" altLang="zh-CN" dirty="0" smtClean="0">
              <a:solidFill>
                <a:schemeClr val="bg1"/>
              </a:solidFill>
            </a:endParaRPr>
          </a:p>
          <a:p>
            <a:pPr algn="ctr">
              <a:buFont typeface="Arial" charset="0"/>
              <a:buNone/>
            </a:pPr>
            <a:endParaRPr lang="en-US" altLang="zh-CN" dirty="0" smtClean="0">
              <a:solidFill>
                <a:schemeClr val="bg1"/>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5174" cy="6859588"/>
          </a:xfrm>
          <a:prstGeom prst="rect">
            <a:avLst/>
          </a:prstGeom>
        </p:spPr>
      </p:pic>
      <p:sp>
        <p:nvSpPr>
          <p:cNvPr id="4" name="Content Placeholder 2"/>
          <p:cNvSpPr txBox="1">
            <a:spLocks noChangeArrowheads="1"/>
          </p:cNvSpPr>
          <p:nvPr/>
        </p:nvSpPr>
        <p:spPr bwMode="auto">
          <a:xfrm>
            <a:off x="1676929" y="304836"/>
            <a:ext cx="9146117" cy="647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69" indent="-342969"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99" indent="-285808"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229" indent="-228646"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520"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811"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5103"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14400">
              <a:buFont typeface="Arial" charset="0"/>
              <a:buNone/>
            </a:pPr>
            <a:endParaRPr lang="en-US" altLang="zh-CN" sz="900" smtClean="0">
              <a:solidFill>
                <a:schemeClr val="bg1"/>
              </a:solidFill>
              <a:latin typeface="Sanskrit 2003" pitchFamily="2" charset="-78"/>
              <a:sym typeface="Sanskrit 2003" pitchFamily="2" charset="-78"/>
            </a:endParaRPr>
          </a:p>
          <a:p>
            <a:pPr algn="ctr" defTabSz="914400">
              <a:buFont typeface="Arial" charset="0"/>
              <a:buNone/>
            </a:pPr>
            <a:r>
              <a:rPr lang="en-US" altLang="zh-CN" sz="11502" smtClean="0">
                <a:solidFill>
                  <a:schemeClr val="bg1"/>
                </a:solidFill>
                <a:latin typeface="Sanskrit 99" pitchFamily="2" charset="0"/>
                <a:sym typeface="Sanskrit 99" pitchFamily="2" charset="0"/>
              </a:rPr>
              <a:t>sveR;a&lt; zuÉmStu</a:t>
            </a:r>
          </a:p>
          <a:p>
            <a:pPr algn="ctr" defTabSz="914400">
              <a:buFont typeface="Arial" charset="0"/>
              <a:buNone/>
            </a:pPr>
            <a:r>
              <a:rPr lang="en-US" altLang="zh-CN" sz="6601" b="1" smtClean="0">
                <a:solidFill>
                  <a:schemeClr val="bg1"/>
                </a:solidFill>
                <a:latin typeface="URW Palladio IT" pitchFamily="2" charset="0"/>
                <a:sym typeface="URW Palladio IT" pitchFamily="2" charset="0"/>
              </a:rPr>
              <a:t>Sarveñäà Çubhamastu</a:t>
            </a:r>
          </a:p>
          <a:p>
            <a:pPr algn="ctr" defTabSz="914400">
              <a:buFont typeface="Arial" charset="0"/>
              <a:buNone/>
            </a:pPr>
            <a:r>
              <a:rPr lang="en-US" altLang="zh-CN" sz="6601" smtClean="0">
                <a:solidFill>
                  <a:schemeClr val="bg1"/>
                </a:solidFill>
                <a:latin typeface="Times New Roman" pitchFamily="18" charset="0"/>
                <a:sym typeface="Times New Roman" pitchFamily="18" charset="0"/>
              </a:rPr>
              <a:t>Let auspiciousness be unto everyone.</a:t>
            </a:r>
          </a:p>
          <a:p>
            <a:pPr algn="ctr" defTabSz="914400">
              <a:buFont typeface="Arial" charset="0"/>
              <a:buNone/>
            </a:pPr>
            <a:endParaRPr lang="en-US" altLang="zh-CN" smtClean="0">
              <a:solidFill>
                <a:schemeClr val="bg1"/>
              </a:solidFill>
            </a:endParaRPr>
          </a:p>
          <a:p>
            <a:pPr algn="ctr" defTabSz="914400">
              <a:buFont typeface="Arial" charset="0"/>
              <a:buNone/>
            </a:pPr>
            <a:endParaRPr lang="en-US" altLang="zh-CN" dirty="0" smtClean="0">
              <a:solidFill>
                <a:schemeClr val="bg1"/>
              </a:solidFill>
            </a:endParaRPr>
          </a:p>
        </p:txBody>
      </p:sp>
    </p:spTree>
    <p:extLst>
      <p:ext uri="{BB962C8B-B14F-4D97-AF65-F5344CB8AC3E}">
        <p14:creationId xmlns:p14="http://schemas.microsoft.com/office/powerpoint/2010/main" val="216186753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385" y="5419407"/>
            <a:ext cx="10662309" cy="55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78" tIns="54439" rIns="108878" bIns="54439">
            <a:spAutoFit/>
          </a:bodyPr>
          <a:lstStyle/>
          <a:p>
            <a:pPr algn="ctr" fontAlgn="base">
              <a:spcBef>
                <a:spcPct val="0"/>
              </a:spcBef>
              <a:spcAft>
                <a:spcPct val="0"/>
              </a:spcAft>
            </a:pPr>
            <a:endParaRPr lang="en-IN" sz="2900" i="1" dirty="0">
              <a:solidFill>
                <a:srgbClr val="000000"/>
              </a:solidFill>
              <a:latin typeface="Palatino Linotype" pitchFamily="18" charset="0"/>
            </a:endParaRPr>
          </a:p>
        </p:txBody>
      </p:sp>
      <p:sp>
        <p:nvSpPr>
          <p:cNvPr id="5" name="Title 1"/>
          <p:cNvSpPr txBox="1">
            <a:spLocks/>
          </p:cNvSpPr>
          <p:nvPr/>
        </p:nvSpPr>
        <p:spPr bwMode="auto">
          <a:xfrm>
            <a:off x="914638" y="3277372"/>
            <a:ext cx="10365899" cy="147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10500" b="1" i="1" dirty="0">
                <a:latin typeface="DFKai-SB" pitchFamily="65" charset="-120"/>
                <a:ea typeface="DFKai-SB" pitchFamily="65" charset="-120"/>
              </a:rPr>
              <a:t>ALL TOGETHER</a:t>
            </a:r>
            <a:endParaRPr lang="en-IN" sz="10500" b="1" i="1" dirty="0">
              <a:latin typeface="DFKai-SB" pitchFamily="65" charset="-120"/>
              <a:ea typeface="DFKai-SB" pitchFamily="65" charset="-120"/>
            </a:endParaRPr>
          </a:p>
          <a:p>
            <a:pPr eaLnBrk="1" hangingPunct="1"/>
            <a:endParaRPr lang="en-US" sz="10500" dirty="0">
              <a:solidFill>
                <a:prstClr val="black"/>
              </a:solidFill>
              <a:latin typeface="AGaramond Bold" pitchFamily="18" charset="0"/>
            </a:endParaRPr>
          </a:p>
        </p:txBody>
      </p:sp>
      <p:sp>
        <p:nvSpPr>
          <p:cNvPr id="6" name="Subtitle 2"/>
          <p:cNvSpPr txBox="1">
            <a:spLocks/>
          </p:cNvSpPr>
          <p:nvPr/>
        </p:nvSpPr>
        <p:spPr bwMode="auto">
          <a:xfrm>
            <a:off x="0" y="1448135"/>
            <a:ext cx="12195175" cy="541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400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5175" cy="6859588"/>
          </a:xfrm>
          <a:prstGeom prst="rect">
            <a:avLst/>
          </a:prstGeom>
        </p:spPr>
      </p:pic>
    </p:spTree>
    <p:extLst>
      <p:ext uri="{BB962C8B-B14F-4D97-AF65-F5344CB8AC3E}">
        <p14:creationId xmlns:p14="http://schemas.microsoft.com/office/powerpoint/2010/main" val="134605915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176" y="1601179"/>
            <a:ext cx="12194822" cy="5258424"/>
          </a:xfrm>
          <a:prstGeom prst="rect">
            <a:avLst/>
          </a:prstGeom>
        </p:spPr>
        <p:txBody>
          <a:bodyPr lIns="70928" tIns="35464" rIns="70928" bIns="35464"/>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2652930" lvl="4" indent="-294770" defTabSz="724348" eaLnBrk="1" hangingPunct="1">
              <a:defRPr/>
            </a:pPr>
            <a:endParaRPr lang="en-US" sz="2601" dirty="0">
              <a:solidFill>
                <a:prstClr val="black"/>
              </a:solidFill>
              <a:latin typeface="Calibri"/>
            </a:endParaRPr>
          </a:p>
          <a:p>
            <a:pPr marL="0" indent="0" algn="ctr" defTabSz="914583">
              <a:buNone/>
              <a:defRPr/>
            </a:pPr>
            <a:r>
              <a:rPr lang="en-US" sz="2400" b="1" dirty="0">
                <a:solidFill>
                  <a:srgbClr val="FF0000"/>
                </a:solidFill>
                <a:latin typeface="Calibri"/>
              </a:rPr>
              <a:t>‘</a:t>
            </a:r>
            <a:r>
              <a:rPr lang="en-US" sz="2400" b="1" dirty="0" err="1">
                <a:solidFill>
                  <a:srgbClr val="FF0000"/>
                </a:solidFill>
                <a:latin typeface="Calibri"/>
              </a:rPr>
              <a:t>Siddhanta</a:t>
            </a:r>
            <a:r>
              <a:rPr lang="en-US" sz="2400" b="1" dirty="0">
                <a:solidFill>
                  <a:srgbClr val="FF0000"/>
                </a:solidFill>
                <a:latin typeface="Calibri"/>
              </a:rPr>
              <a:t> </a:t>
            </a:r>
            <a:r>
              <a:rPr lang="en-US" sz="2400" b="1" dirty="0" err="1">
                <a:solidFill>
                  <a:srgbClr val="FF0000"/>
                </a:solidFill>
                <a:latin typeface="Calibri"/>
              </a:rPr>
              <a:t>Tulasi</a:t>
            </a:r>
            <a:r>
              <a:rPr lang="en-US" sz="2400" b="1" dirty="0">
                <a:solidFill>
                  <a:srgbClr val="FF0000"/>
                </a:solidFill>
                <a:latin typeface="Calibri"/>
              </a:rPr>
              <a:t>’</a:t>
            </a:r>
            <a:endParaRPr lang="en-US" sz="2400" b="1" u="sng" dirty="0">
              <a:solidFill>
                <a:srgbClr val="FF0000"/>
              </a:solidFill>
              <a:latin typeface="Calibri"/>
            </a:endParaRPr>
          </a:p>
          <a:p>
            <a:pPr marL="958002" lvl="1" indent="-368463" defTabSz="914583">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Parivrajakacharya</a:t>
            </a:r>
            <a:r>
              <a:rPr lang="en-US" sz="2000" dirty="0">
                <a:solidFill>
                  <a:prstClr val="black"/>
                </a:solidFill>
                <a:latin typeface="Calibri"/>
              </a:rPr>
              <a:t>’ 		‘</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Pramukh</a:t>
            </a:r>
            <a:r>
              <a:rPr lang="en-US" sz="2000" dirty="0">
                <a:solidFill>
                  <a:prstClr val="black"/>
                </a:solidFill>
                <a:latin typeface="Calibri"/>
              </a:rPr>
              <a:t>’</a:t>
            </a:r>
          </a:p>
          <a:p>
            <a:pPr marL="958002" lvl="1" indent="-368463" defTabSz="914583">
              <a:buFont typeface="Wingdings" pitchFamily="2" charset="2"/>
              <a:buChar char="§"/>
              <a:defRPr/>
            </a:pPr>
            <a:r>
              <a:rPr lang="en-US" sz="2000" dirty="0">
                <a:solidFill>
                  <a:prstClr val="black"/>
                </a:solidFill>
                <a:latin typeface="Calibri"/>
              </a:rPr>
              <a:t>‘</a:t>
            </a:r>
            <a:r>
              <a:rPr lang="en-US" sz="2000" dirty="0" err="1">
                <a:solidFill>
                  <a:prstClr val="black"/>
                </a:solidFill>
                <a:latin typeface="Calibri"/>
              </a:rPr>
              <a:t>Acharya</a:t>
            </a:r>
            <a:r>
              <a:rPr lang="en-US" sz="2000" dirty="0">
                <a:solidFill>
                  <a:prstClr val="black"/>
                </a:solidFill>
                <a:latin typeface="Calibri"/>
              </a:rPr>
              <a:t> </a:t>
            </a:r>
            <a:r>
              <a:rPr lang="en-US" sz="2000" dirty="0" err="1">
                <a:solidFill>
                  <a:prstClr val="black"/>
                </a:solidFill>
                <a:latin typeface="Calibri"/>
              </a:rPr>
              <a:t>Ratna</a:t>
            </a:r>
            <a:r>
              <a:rPr lang="en-US" sz="2000" dirty="0">
                <a:solidFill>
                  <a:prstClr val="black"/>
                </a:solidFill>
                <a:latin typeface="Calibri"/>
              </a:rPr>
              <a:t>’			‘</a:t>
            </a:r>
            <a:r>
              <a:rPr lang="en-US" sz="2000" dirty="0" err="1">
                <a:solidFill>
                  <a:prstClr val="black"/>
                </a:solidFill>
                <a:latin typeface="Calibri"/>
              </a:rPr>
              <a:t>Siddhanta</a:t>
            </a:r>
            <a:r>
              <a:rPr lang="en-US" sz="2000" dirty="0">
                <a:solidFill>
                  <a:prstClr val="black"/>
                </a:solidFill>
                <a:latin typeface="Calibri"/>
              </a:rPr>
              <a:t> </a:t>
            </a:r>
            <a:r>
              <a:rPr lang="en-US" sz="2000" dirty="0" err="1">
                <a:solidFill>
                  <a:prstClr val="black"/>
                </a:solidFill>
                <a:latin typeface="Calibri"/>
              </a:rPr>
              <a:t>Shikhamani</a:t>
            </a:r>
            <a:r>
              <a:rPr lang="en-US" sz="2000" dirty="0">
                <a:solidFill>
                  <a:prstClr val="black"/>
                </a:solidFill>
                <a:latin typeface="Calibri"/>
              </a:rPr>
              <a:t>’</a:t>
            </a:r>
          </a:p>
          <a:p>
            <a:pPr marL="958002" lvl="1" indent="-368463" defTabSz="914583">
              <a:buFont typeface="Wingdings" pitchFamily="2" charset="2"/>
              <a:buChar char="§"/>
              <a:defRPr/>
            </a:pPr>
            <a:r>
              <a:rPr lang="en-US" sz="2000" dirty="0">
                <a:solidFill>
                  <a:prstClr val="black"/>
                </a:solidFill>
                <a:latin typeface="Calibri"/>
              </a:rPr>
              <a:t>“Vivekananda Award for excellence in propagating human values among the youth”.</a:t>
            </a:r>
            <a:endParaRPr lang="en-US" sz="2000" b="1" u="sng" dirty="0">
              <a:solidFill>
                <a:prstClr val="black"/>
              </a:solidFill>
              <a:latin typeface="Calibri"/>
            </a:endParaRPr>
          </a:p>
          <a:p>
            <a:pPr marL="958002" lvl="1" indent="-368463" defTabSz="914583">
              <a:buFont typeface="Wingdings" pitchFamily="2" charset="2"/>
              <a:buChar char="q"/>
              <a:defRPr/>
            </a:pPr>
            <a:r>
              <a:rPr lang="en-US" sz="2000" b="1" u="sng" dirty="0">
                <a:solidFill>
                  <a:prstClr val="black"/>
                </a:solidFill>
                <a:latin typeface="Calibri"/>
              </a:rPr>
              <a:t>Books-</a:t>
            </a:r>
            <a:r>
              <a:rPr lang="en-US" sz="2000" dirty="0">
                <a:solidFill>
                  <a:prstClr val="black"/>
                </a:solidFill>
                <a:latin typeface="Calibri"/>
              </a:rPr>
              <a:t> Gita </a:t>
            </a:r>
            <a:r>
              <a:rPr lang="en-US" sz="2000" dirty="0" err="1">
                <a:solidFill>
                  <a:prstClr val="black"/>
                </a:solidFill>
                <a:latin typeface="Calibri"/>
              </a:rPr>
              <a:t>Darshan</a:t>
            </a:r>
            <a:r>
              <a:rPr lang="en-US" sz="2000" dirty="0">
                <a:solidFill>
                  <a:prstClr val="black"/>
                </a:solidFill>
                <a:latin typeface="Calibri"/>
              </a:rPr>
              <a:t>, Swami Vivekananda-The Man of Letters &amp; more than 25 books on culture, philosophy &amp; education.</a:t>
            </a:r>
          </a:p>
          <a:p>
            <a:pPr marL="442155" indent="-442155" defTabSz="914583">
              <a:defRPr/>
            </a:pPr>
            <a:r>
              <a:rPr lang="en-US" sz="2000" dirty="0">
                <a:solidFill>
                  <a:prstClr val="black"/>
                </a:solidFill>
                <a:latin typeface="Calibri"/>
              </a:rPr>
              <a:t>Ex-Principal –Vivekananda </a:t>
            </a:r>
            <a:r>
              <a:rPr lang="en-US" sz="2000" dirty="0" err="1">
                <a:solidFill>
                  <a:prstClr val="black"/>
                </a:solidFill>
                <a:latin typeface="Calibri"/>
              </a:rPr>
              <a:t>Gurukul</a:t>
            </a:r>
            <a:r>
              <a:rPr lang="en-US" sz="2000" dirty="0">
                <a:solidFill>
                  <a:prstClr val="black"/>
                </a:solidFill>
                <a:latin typeface="Calibri"/>
              </a:rPr>
              <a:t>-Autonomous PG College, Madurai</a:t>
            </a:r>
          </a:p>
          <a:p>
            <a:pPr marL="282270" lvl="1" indent="-282270" defTabSz="914583">
              <a:buFont typeface="Arial" pitchFamily="34" charset="0"/>
              <a:buChar char="•"/>
              <a:defRPr/>
            </a:pPr>
            <a:r>
              <a:rPr lang="en-US" sz="2000" dirty="0">
                <a:solidFill>
                  <a:prstClr val="black"/>
                </a:solidFill>
                <a:latin typeface="Calibri"/>
              </a:rPr>
              <a:t>Ex-Principal- National Defense Academy </a:t>
            </a:r>
            <a:r>
              <a:rPr lang="en-US" sz="2000" dirty="0" err="1">
                <a:solidFill>
                  <a:prstClr val="black"/>
                </a:solidFill>
                <a:latin typeface="Calibri"/>
              </a:rPr>
              <a:t>Pune</a:t>
            </a:r>
            <a:r>
              <a:rPr lang="en-US" sz="2000" dirty="0">
                <a:solidFill>
                  <a:prstClr val="black"/>
                </a:solidFill>
                <a:latin typeface="Calibri"/>
              </a:rPr>
              <a:t>.</a:t>
            </a:r>
          </a:p>
          <a:p>
            <a:pPr marL="442155" indent="-442155" defTabSz="914583">
              <a:defRPr/>
            </a:pPr>
            <a:r>
              <a:rPr lang="en-US" sz="2000" dirty="0">
                <a:solidFill>
                  <a:prstClr val="black"/>
                </a:solidFill>
                <a:latin typeface="Calibri"/>
              </a:rPr>
              <a:t>Chairman, Academic Council, Vivekananda Educational Society, Chennai.</a:t>
            </a:r>
          </a:p>
          <a:p>
            <a:pPr marL="442155" indent="-442155" defTabSz="914583">
              <a:defRPr/>
            </a:pPr>
            <a:r>
              <a:rPr lang="en-US" sz="2000" dirty="0">
                <a:solidFill>
                  <a:prstClr val="black"/>
                </a:solidFill>
                <a:latin typeface="Calibri"/>
              </a:rPr>
              <a:t>President, Vivekananda Academy of Cultural studies, </a:t>
            </a:r>
            <a:r>
              <a:rPr lang="en-US" sz="2000" dirty="0" err="1">
                <a:solidFill>
                  <a:prstClr val="black"/>
                </a:solidFill>
                <a:latin typeface="Calibri"/>
              </a:rPr>
              <a:t>Kanyakumari</a:t>
            </a:r>
            <a:r>
              <a:rPr lang="en-US" sz="2000" dirty="0">
                <a:solidFill>
                  <a:prstClr val="black"/>
                </a:solidFill>
                <a:latin typeface="Calibri"/>
              </a:rPr>
              <a:t>.</a:t>
            </a:r>
          </a:p>
          <a:p>
            <a:pPr marL="442155" indent="-442155" defTabSz="914583">
              <a:defRPr/>
            </a:pPr>
            <a:r>
              <a:rPr lang="en-US" sz="2000" dirty="0">
                <a:solidFill>
                  <a:prstClr val="black"/>
                </a:solidFill>
                <a:latin typeface="Calibri"/>
              </a:rPr>
              <a:t>His lectures are broadcast on AIR, TV and available in YouTube </a:t>
            </a:r>
          </a:p>
        </p:txBody>
      </p:sp>
      <p:sp>
        <p:nvSpPr>
          <p:cNvPr id="4" name="Title 1"/>
          <p:cNvSpPr txBox="1">
            <a:spLocks/>
          </p:cNvSpPr>
          <p:nvPr/>
        </p:nvSpPr>
        <p:spPr>
          <a:xfrm>
            <a:off x="3150505" y="279465"/>
            <a:ext cx="6249846" cy="1478389"/>
          </a:xfrm>
          <a:prstGeom prst="rect">
            <a:avLst/>
          </a:prstGeom>
        </p:spPr>
        <p:txBody>
          <a:bodyPr lIns="70928" tIns="35464" rIns="70928" bIns="3546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348" eaLnBrk="1" hangingPunct="1">
              <a:defRPr/>
            </a:pPr>
            <a:r>
              <a:rPr lang="en-US" sz="2300" b="1" i="1" dirty="0">
                <a:solidFill>
                  <a:prstClr val="black"/>
                </a:solidFill>
                <a:latin typeface="Calibri"/>
              </a:rPr>
              <a:t> </a:t>
            </a:r>
            <a:r>
              <a:rPr lang="en-US" sz="2300" b="1" dirty="0" err="1">
                <a:solidFill>
                  <a:srgbClr val="F79646">
                    <a:lumMod val="75000"/>
                  </a:srgbClr>
                </a:solidFill>
                <a:latin typeface="Calibri"/>
              </a:rPr>
              <a:t>Dr.Kambhampati</a:t>
            </a:r>
            <a:r>
              <a:rPr lang="en-US" sz="2300" b="1" dirty="0">
                <a:solidFill>
                  <a:srgbClr val="F79646">
                    <a:lumMod val="75000"/>
                  </a:srgbClr>
                </a:solidFill>
                <a:latin typeface="Calibri"/>
              </a:rPr>
              <a:t> </a:t>
            </a:r>
            <a:r>
              <a:rPr lang="en-US" sz="2300" b="1" dirty="0" err="1">
                <a:solidFill>
                  <a:srgbClr val="F79646">
                    <a:lumMod val="75000"/>
                  </a:srgbClr>
                </a:solidFill>
                <a:latin typeface="Calibri"/>
              </a:rPr>
              <a:t>Subrahmanyam</a:t>
            </a:r>
            <a:r>
              <a:rPr lang="en-US" sz="2300" b="1" dirty="0">
                <a:solidFill>
                  <a:srgbClr val="F79646">
                    <a:lumMod val="75000"/>
                  </a:srgbClr>
                </a:solidFill>
                <a:latin typeface="Calibri"/>
              </a:rPr>
              <a:t> </a:t>
            </a:r>
          </a:p>
          <a:p>
            <a:pPr defTabSz="724348" eaLnBrk="1" hangingPunct="1">
              <a:defRPr/>
            </a:pPr>
            <a:r>
              <a:rPr lang="en-US" sz="2300" dirty="0">
                <a:solidFill>
                  <a:prstClr val="black"/>
                </a:solidFill>
                <a:latin typeface="Calibri"/>
              </a:rPr>
              <a:t>MA(Eng), MA (Phil.), PhD</a:t>
            </a:r>
          </a:p>
          <a:p>
            <a:pPr defTabSz="724348" eaLnBrk="1" hangingPunct="1">
              <a:defRPr/>
            </a:pPr>
            <a:r>
              <a:rPr lang="en-US" sz="2300" b="1" dirty="0">
                <a:solidFill>
                  <a:prstClr val="black"/>
                </a:solidFill>
                <a:latin typeface="Calibri"/>
              </a:rPr>
              <a:t>Pro-Chancellor, S-VYASA University</a:t>
            </a:r>
          </a:p>
          <a:p>
            <a:pPr defTabSz="724348" eaLnBrk="1" hangingPunct="1">
              <a:defRPr/>
            </a:pPr>
            <a:r>
              <a:rPr lang="en-US" sz="2300" b="1" dirty="0">
                <a:solidFill>
                  <a:srgbClr val="F79646">
                    <a:lumMod val="50000"/>
                  </a:srgbClr>
                </a:solidFill>
                <a:latin typeface="Calibri"/>
              </a:rPr>
              <a:t>Awards &amp; Titles</a:t>
            </a:r>
            <a:endParaRPr lang="en-US" sz="2300" dirty="0">
              <a:solidFill>
                <a:prstClr val="black"/>
              </a:solidFill>
              <a:latin typeface="Calibri"/>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 y="0"/>
            <a:ext cx="2591400" cy="2362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3202258"/>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835" y="177842"/>
            <a:ext cx="8231505" cy="1143263"/>
          </a:xfrm>
          <a:prstGeom prst="rect">
            <a:avLst/>
          </a:prstGeom>
        </p:spPr>
        <p:txBody>
          <a:bodyPr lIns="70931" tIns="35467" rIns="70931" bIns="35467"/>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381">
              <a:defRPr/>
            </a:pPr>
            <a:r>
              <a:rPr lang="en-IN" sz="5701" dirty="0" err="1">
                <a:solidFill>
                  <a:srgbClr val="000000"/>
                </a:solidFill>
                <a:latin typeface="Sanskrit 99"/>
              </a:rPr>
              <a:t>zaiNt</a:t>
            </a:r>
            <a:r>
              <a:rPr lang="en-IN" sz="5701" dirty="0">
                <a:solidFill>
                  <a:srgbClr val="000000"/>
                </a:solidFill>
                <a:latin typeface="Sanskrit 99"/>
              </a:rPr>
              <a:t> m&lt;Ç</a:t>
            </a:r>
            <a:endParaRPr lang="en-IN" sz="5701" dirty="0">
              <a:solidFill>
                <a:prstClr val="black"/>
              </a:solidFill>
              <a:latin typeface="Calibri"/>
            </a:endParaRPr>
          </a:p>
        </p:txBody>
      </p:sp>
      <p:sp>
        <p:nvSpPr>
          <p:cNvPr id="3" name="Content Placeholder 2"/>
          <p:cNvSpPr txBox="1">
            <a:spLocks/>
          </p:cNvSpPr>
          <p:nvPr/>
        </p:nvSpPr>
        <p:spPr>
          <a:xfrm>
            <a:off x="176" y="1100084"/>
            <a:ext cx="12194822" cy="5643091"/>
          </a:xfrm>
          <a:prstGeom prst="rect">
            <a:avLst/>
          </a:prstGeom>
        </p:spPr>
        <p:txBody>
          <a:bodyPr lIns="70931" tIns="35467" rIns="70931" bIns="35467">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381">
              <a:buNone/>
              <a:defRPr/>
            </a:pPr>
            <a:r>
              <a:rPr lang="en-IN" sz="2601" dirty="0">
                <a:solidFill>
                  <a:srgbClr val="000000"/>
                </a:solidFill>
                <a:latin typeface="Sanskrit 99"/>
              </a:rPr>
              <a:t>` </a:t>
            </a:r>
            <a:r>
              <a:rPr lang="en-IN" sz="2601" dirty="0" err="1">
                <a:solidFill>
                  <a:srgbClr val="000000"/>
                </a:solidFill>
                <a:latin typeface="Sanskrit 99"/>
              </a:rPr>
              <a:t>Astae</a:t>
            </a:r>
            <a:r>
              <a:rPr lang="en-IN" sz="2601" dirty="0">
                <a:solidFill>
                  <a:srgbClr val="000000"/>
                </a:solidFill>
                <a:latin typeface="Sanskrit 99"/>
              </a:rPr>
              <a:t> ma </a:t>
            </a:r>
            <a:r>
              <a:rPr lang="en-IN" sz="2601" dirty="0" err="1">
                <a:solidFill>
                  <a:srgbClr val="000000"/>
                </a:solidFill>
                <a:latin typeface="Sanskrit 99"/>
              </a:rPr>
              <a:t>sdœ</a:t>
            </a:r>
            <a:r>
              <a:rPr lang="en-IN" sz="2601" dirty="0">
                <a:solidFill>
                  <a:srgbClr val="000000"/>
                </a:solidFill>
                <a:latin typeface="Sanskrit 99"/>
              </a:rPr>
              <a:t> </a:t>
            </a:r>
            <a:r>
              <a:rPr lang="en-IN" sz="2601" dirty="0" err="1">
                <a:solidFill>
                  <a:srgbClr val="000000"/>
                </a:solidFill>
                <a:latin typeface="Sanskrit 99"/>
              </a:rPr>
              <a:t>gmy</a:t>
            </a:r>
            <a:r>
              <a:rPr lang="en-IN" sz="2601" dirty="0">
                <a:solidFill>
                  <a:srgbClr val="000000"/>
                </a:solidFill>
                <a:latin typeface="Sanskrit 99"/>
              </a:rPr>
              <a:t>,</a:t>
            </a:r>
          </a:p>
          <a:p>
            <a:pPr marL="0" indent="0" algn="ctr" defTabSz="724381">
              <a:buNone/>
              <a:defRPr/>
            </a:pPr>
            <a:r>
              <a:rPr lang="en-IN" sz="2601" dirty="0" err="1">
                <a:solidFill>
                  <a:srgbClr val="000000"/>
                </a:solidFill>
                <a:latin typeface="Sanskrit 99"/>
              </a:rPr>
              <a:t>tmsae</a:t>
            </a:r>
            <a:r>
              <a:rPr lang="en-IN" sz="2601" dirty="0">
                <a:solidFill>
                  <a:srgbClr val="000000"/>
                </a:solidFill>
                <a:latin typeface="Sanskrit 99"/>
              </a:rPr>
              <a:t> ma </a:t>
            </a:r>
            <a:r>
              <a:rPr lang="en-IN" sz="2601" dirty="0" err="1">
                <a:solidFill>
                  <a:srgbClr val="000000"/>
                </a:solidFill>
                <a:latin typeface="Sanskrit 99"/>
              </a:rPr>
              <a:t>JyaeitgRmy</a:t>
            </a:r>
            <a:r>
              <a:rPr lang="en-IN" sz="2601" dirty="0">
                <a:solidFill>
                  <a:srgbClr val="000000"/>
                </a:solidFill>
                <a:latin typeface="Sanskrit 99"/>
              </a:rPr>
              <a:t>,</a:t>
            </a:r>
          </a:p>
          <a:p>
            <a:pPr marL="0" indent="0" algn="ctr" defTabSz="724381">
              <a:buNone/>
              <a:defRPr/>
            </a:pPr>
            <a:r>
              <a:rPr lang="en-IN" sz="2601" dirty="0" err="1">
                <a:solidFill>
                  <a:srgbClr val="000000"/>
                </a:solidFill>
                <a:latin typeface="Sanskrit 99"/>
              </a:rPr>
              <a:t>m&amp;TyaemaR</a:t>
            </a:r>
            <a:r>
              <a:rPr lang="en-IN" sz="2601" dirty="0">
                <a:solidFill>
                  <a:srgbClr val="000000"/>
                </a:solidFill>
                <a:latin typeface="Sanskrit 99"/>
              </a:rPr>
              <a:t> </a:t>
            </a:r>
            <a:r>
              <a:rPr lang="en-IN" sz="2601" dirty="0" err="1">
                <a:solidFill>
                  <a:srgbClr val="000000"/>
                </a:solidFill>
                <a:latin typeface="Sanskrit 99"/>
              </a:rPr>
              <a:t>Am&amp;t</a:t>
            </a:r>
            <a:r>
              <a:rPr lang="en-IN" sz="2601" dirty="0">
                <a:solidFill>
                  <a:srgbClr val="000000"/>
                </a:solidFill>
                <a:latin typeface="Sanskrit 99"/>
              </a:rPr>
              <a:t>&lt; </a:t>
            </a:r>
            <a:r>
              <a:rPr lang="en-IN" sz="2601" dirty="0" err="1">
                <a:solidFill>
                  <a:srgbClr val="000000"/>
                </a:solidFill>
                <a:latin typeface="Sanskrit 99"/>
              </a:rPr>
              <a:t>gmy</a:t>
            </a:r>
            <a:endParaRPr lang="en-IN" sz="2601" dirty="0">
              <a:solidFill>
                <a:srgbClr val="000000"/>
              </a:solidFill>
              <a:latin typeface="Sanskrit 99"/>
            </a:endParaRPr>
          </a:p>
          <a:p>
            <a:pPr marL="0" indent="0" algn="ctr" defTabSz="724381">
              <a:buNone/>
              <a:defRPr/>
            </a:pPr>
            <a:r>
              <a:rPr lang="en-IN" sz="2601" dirty="0">
                <a:solidFill>
                  <a:srgbClr val="000000"/>
                </a:solidFill>
                <a:latin typeface="Sanskrit 99"/>
              </a:rPr>
              <a:t>` </a:t>
            </a:r>
            <a:r>
              <a:rPr lang="en-IN" sz="2601" dirty="0" err="1">
                <a:solidFill>
                  <a:srgbClr val="000000"/>
                </a:solidFill>
                <a:latin typeface="Sanskrit 99"/>
              </a:rPr>
              <a:t>zaiNt</a:t>
            </a:r>
            <a:r>
              <a:rPr lang="en-IN" sz="2601" dirty="0">
                <a:solidFill>
                  <a:srgbClr val="000000"/>
                </a:solidFill>
                <a:latin typeface="Sanskrit 99"/>
              </a:rPr>
              <a:t>&gt; </a:t>
            </a:r>
            <a:r>
              <a:rPr lang="en-IN" sz="2601" dirty="0" err="1">
                <a:solidFill>
                  <a:srgbClr val="000000"/>
                </a:solidFill>
                <a:latin typeface="Sanskrit 99"/>
              </a:rPr>
              <a:t>zaiNt</a:t>
            </a:r>
            <a:r>
              <a:rPr lang="en-IN" sz="2601" dirty="0">
                <a:solidFill>
                  <a:srgbClr val="000000"/>
                </a:solidFill>
                <a:latin typeface="Sanskrit 99"/>
              </a:rPr>
              <a:t>&gt; </a:t>
            </a:r>
            <a:r>
              <a:rPr lang="en-IN" sz="2601" dirty="0" err="1">
                <a:solidFill>
                  <a:srgbClr val="000000"/>
                </a:solidFill>
                <a:latin typeface="Sanskrit 99"/>
              </a:rPr>
              <a:t>zaiNt</a:t>
            </a:r>
            <a:r>
              <a:rPr lang="en-IN" sz="2601" dirty="0">
                <a:solidFill>
                  <a:srgbClr val="000000"/>
                </a:solidFill>
                <a:latin typeface="Sanskrit 99"/>
              </a:rPr>
              <a:t>&gt;.</a:t>
            </a:r>
          </a:p>
          <a:p>
            <a:pPr marL="0" indent="0" algn="ctr" defTabSz="724381">
              <a:buNone/>
              <a:defRPr/>
            </a:pPr>
            <a:endParaRPr lang="en-IN" sz="2601" dirty="0">
              <a:solidFill>
                <a:srgbClr val="000000"/>
              </a:solidFill>
              <a:latin typeface="URW Palladio IT"/>
            </a:endParaRPr>
          </a:p>
          <a:p>
            <a:pPr marL="0" indent="0" algn="ctr" defTabSz="724381">
              <a:buNone/>
              <a:defRPr/>
            </a:pPr>
            <a:r>
              <a:rPr lang="en-IN" sz="2601" dirty="0">
                <a:solidFill>
                  <a:srgbClr val="000000"/>
                </a:solidFill>
                <a:latin typeface="URW Palladio IT"/>
              </a:rPr>
              <a:t>Om </a:t>
            </a:r>
            <a:r>
              <a:rPr lang="en-IN" sz="2601" dirty="0" err="1">
                <a:solidFill>
                  <a:srgbClr val="000000"/>
                </a:solidFill>
                <a:latin typeface="URW Palladio IT"/>
              </a:rPr>
              <a:t>Asato</a:t>
            </a:r>
            <a:r>
              <a:rPr lang="en-IN" sz="2601" dirty="0">
                <a:solidFill>
                  <a:srgbClr val="000000"/>
                </a:solidFill>
                <a:latin typeface="URW Palladio IT"/>
              </a:rPr>
              <a:t> </a:t>
            </a:r>
            <a:r>
              <a:rPr lang="en-IN" sz="2601" dirty="0" err="1">
                <a:solidFill>
                  <a:srgbClr val="000000"/>
                </a:solidFill>
                <a:latin typeface="URW Palladio IT"/>
              </a:rPr>
              <a:t>mä</a:t>
            </a:r>
            <a:r>
              <a:rPr lang="en-IN" sz="2601" dirty="0">
                <a:solidFill>
                  <a:srgbClr val="000000"/>
                </a:solidFill>
                <a:latin typeface="URW Palladio IT"/>
              </a:rPr>
              <a:t> sad </a:t>
            </a:r>
            <a:r>
              <a:rPr lang="en-IN" sz="2601" dirty="0" err="1">
                <a:solidFill>
                  <a:srgbClr val="000000"/>
                </a:solidFill>
                <a:latin typeface="URW Palladio IT"/>
              </a:rPr>
              <a:t>gamaya</a:t>
            </a:r>
            <a:r>
              <a:rPr lang="en-IN" sz="2601" dirty="0">
                <a:solidFill>
                  <a:srgbClr val="000000"/>
                </a:solidFill>
                <a:latin typeface="URW Palladio IT"/>
              </a:rPr>
              <a:t>|</a:t>
            </a:r>
          </a:p>
          <a:p>
            <a:pPr marL="0" indent="0" algn="ctr" defTabSz="724381">
              <a:buNone/>
              <a:defRPr/>
            </a:pPr>
            <a:r>
              <a:rPr lang="en-IN" sz="2601" dirty="0" err="1">
                <a:solidFill>
                  <a:srgbClr val="000000"/>
                </a:solidFill>
                <a:latin typeface="URW Palladio IT"/>
              </a:rPr>
              <a:t>Tamaso</a:t>
            </a:r>
            <a:r>
              <a:rPr lang="en-IN" sz="2601" dirty="0">
                <a:solidFill>
                  <a:srgbClr val="000000"/>
                </a:solidFill>
                <a:latin typeface="URW Palladio IT"/>
              </a:rPr>
              <a:t> </a:t>
            </a:r>
            <a:r>
              <a:rPr lang="en-IN" sz="2601" dirty="0" err="1">
                <a:solidFill>
                  <a:srgbClr val="000000"/>
                </a:solidFill>
                <a:latin typeface="URW Palladio IT"/>
              </a:rPr>
              <a:t>mä</a:t>
            </a:r>
            <a:r>
              <a:rPr lang="en-IN" sz="2601" dirty="0">
                <a:solidFill>
                  <a:srgbClr val="000000"/>
                </a:solidFill>
                <a:latin typeface="URW Palladio IT"/>
              </a:rPr>
              <a:t> </a:t>
            </a:r>
            <a:r>
              <a:rPr lang="en-IN" sz="2601" dirty="0" err="1">
                <a:solidFill>
                  <a:srgbClr val="000000"/>
                </a:solidFill>
                <a:latin typeface="URW Palladio IT"/>
              </a:rPr>
              <a:t>jyotirgamaya</a:t>
            </a:r>
            <a:r>
              <a:rPr lang="en-IN" sz="2601" dirty="0">
                <a:solidFill>
                  <a:srgbClr val="000000"/>
                </a:solidFill>
                <a:latin typeface="URW Palladio IT"/>
              </a:rPr>
              <a:t>|</a:t>
            </a:r>
          </a:p>
          <a:p>
            <a:pPr marL="0" indent="0" algn="ctr" defTabSz="724381">
              <a:buNone/>
              <a:defRPr/>
            </a:pPr>
            <a:r>
              <a:rPr lang="en-IN" sz="2601" dirty="0" err="1">
                <a:solidFill>
                  <a:srgbClr val="000000"/>
                </a:solidFill>
                <a:latin typeface="URW Palladio IT"/>
              </a:rPr>
              <a:t>Måtyormä</a:t>
            </a:r>
            <a:r>
              <a:rPr lang="en-IN" sz="2601" dirty="0">
                <a:solidFill>
                  <a:srgbClr val="000000"/>
                </a:solidFill>
                <a:latin typeface="URW Palladio IT"/>
              </a:rPr>
              <a:t> </a:t>
            </a:r>
            <a:r>
              <a:rPr lang="en-IN" sz="2601" dirty="0" err="1">
                <a:solidFill>
                  <a:srgbClr val="000000"/>
                </a:solidFill>
                <a:latin typeface="URW Palladio IT"/>
              </a:rPr>
              <a:t>amåtaì</a:t>
            </a:r>
            <a:r>
              <a:rPr lang="en-IN" sz="2601" dirty="0">
                <a:solidFill>
                  <a:srgbClr val="000000"/>
                </a:solidFill>
                <a:latin typeface="URW Palladio IT"/>
              </a:rPr>
              <a:t> </a:t>
            </a:r>
            <a:r>
              <a:rPr lang="en-IN" sz="2601" dirty="0" err="1">
                <a:solidFill>
                  <a:srgbClr val="000000"/>
                </a:solidFill>
                <a:latin typeface="URW Palladio IT"/>
              </a:rPr>
              <a:t>gamaya</a:t>
            </a:r>
            <a:endParaRPr lang="en-IN" sz="2601" dirty="0">
              <a:solidFill>
                <a:srgbClr val="000000"/>
              </a:solidFill>
              <a:latin typeface="URW Palladio IT"/>
            </a:endParaRPr>
          </a:p>
          <a:p>
            <a:pPr marL="0" indent="0" algn="ctr" defTabSz="724381">
              <a:buNone/>
              <a:defRPr/>
            </a:pPr>
            <a:r>
              <a:rPr lang="en-IN" sz="2601" dirty="0">
                <a:solidFill>
                  <a:srgbClr val="000000"/>
                </a:solidFill>
                <a:latin typeface="URW Palladio IT"/>
              </a:rPr>
              <a:t>Om </a:t>
            </a:r>
            <a:r>
              <a:rPr lang="en-IN" sz="2601" dirty="0" err="1">
                <a:solidFill>
                  <a:srgbClr val="000000"/>
                </a:solidFill>
                <a:latin typeface="URW Palladio IT"/>
              </a:rPr>
              <a:t>çäntiù</a:t>
            </a:r>
            <a:r>
              <a:rPr lang="en-IN" sz="2601" dirty="0">
                <a:solidFill>
                  <a:srgbClr val="000000"/>
                </a:solidFill>
                <a:latin typeface="URW Palladio IT"/>
              </a:rPr>
              <a:t> </a:t>
            </a:r>
            <a:r>
              <a:rPr lang="en-IN" sz="2601" dirty="0" err="1">
                <a:solidFill>
                  <a:srgbClr val="000000"/>
                </a:solidFill>
                <a:latin typeface="URW Palladio IT"/>
              </a:rPr>
              <a:t>çäntiù</a:t>
            </a:r>
            <a:r>
              <a:rPr lang="en-IN" sz="2601" dirty="0">
                <a:solidFill>
                  <a:srgbClr val="000000"/>
                </a:solidFill>
                <a:latin typeface="URW Palladio IT"/>
              </a:rPr>
              <a:t> </a:t>
            </a:r>
            <a:r>
              <a:rPr lang="en-IN" sz="2601" dirty="0" err="1">
                <a:solidFill>
                  <a:srgbClr val="000000"/>
                </a:solidFill>
                <a:latin typeface="URW Palladio IT"/>
              </a:rPr>
              <a:t>çäntiù</a:t>
            </a:r>
            <a:endParaRPr lang="en-IN" sz="2601" dirty="0">
              <a:solidFill>
                <a:srgbClr val="000000"/>
              </a:solidFill>
              <a:latin typeface="URW Palladio IT"/>
            </a:endParaRPr>
          </a:p>
          <a:p>
            <a:pPr marL="0" indent="0" algn="ctr" defTabSz="724381">
              <a:buNone/>
              <a:defRPr/>
            </a:pPr>
            <a:endParaRPr lang="en-IN" sz="2601" dirty="0">
              <a:solidFill>
                <a:prstClr val="black"/>
              </a:solidFill>
              <a:latin typeface="Calibri"/>
            </a:endParaRPr>
          </a:p>
          <a:p>
            <a:pPr marL="0" indent="0" algn="ctr" defTabSz="724381">
              <a:buNone/>
              <a:defRPr/>
            </a:pPr>
            <a:r>
              <a:rPr lang="en-US" sz="2601" b="1" dirty="0">
                <a:solidFill>
                  <a:srgbClr val="000000"/>
                </a:solidFill>
                <a:latin typeface="URW Palladio IT"/>
              </a:rPr>
              <a:t>Let us move from unreality to reality, from darkness to light &amp; from mortality to immortality.</a:t>
            </a:r>
          </a:p>
          <a:p>
            <a:pPr marL="0" indent="0" algn="ctr" defTabSz="724381">
              <a:buNone/>
              <a:defRPr/>
            </a:pPr>
            <a:r>
              <a:rPr lang="en-US" sz="2601" b="1" dirty="0">
                <a:solidFill>
                  <a:srgbClr val="000000"/>
                </a:solidFill>
                <a:latin typeface="URW Palladio IT"/>
              </a:rPr>
              <a:t>Om Peace </a:t>
            </a:r>
            <a:r>
              <a:rPr lang="en-US" sz="2601" b="1" dirty="0" err="1">
                <a:solidFill>
                  <a:srgbClr val="000000"/>
                </a:solidFill>
                <a:latin typeface="URW Palladio IT"/>
              </a:rPr>
              <a:t>Peace</a:t>
            </a:r>
            <a:r>
              <a:rPr lang="en-US" sz="2601" b="1" dirty="0">
                <a:solidFill>
                  <a:srgbClr val="000000"/>
                </a:solidFill>
                <a:latin typeface="URW Palladio IT"/>
              </a:rPr>
              <a:t> </a:t>
            </a:r>
            <a:r>
              <a:rPr lang="en-US" sz="2601" b="1" dirty="0" err="1">
                <a:solidFill>
                  <a:srgbClr val="000000"/>
                </a:solidFill>
                <a:latin typeface="URW Palladio IT"/>
              </a:rPr>
              <a:t>Peace</a:t>
            </a:r>
            <a:r>
              <a:rPr lang="en-US" sz="2601" b="1" dirty="0">
                <a:solidFill>
                  <a:srgbClr val="000000"/>
                </a:solidFill>
                <a:latin typeface="URW Palladio IT"/>
              </a:rPr>
              <a:t>!</a:t>
            </a:r>
            <a:endParaRPr lang="en-IN" sz="2601" b="1" dirty="0">
              <a:solidFill>
                <a:srgbClr val="000000"/>
              </a:solidFill>
              <a:latin typeface="URW Palladio IT"/>
            </a:endParaRPr>
          </a:p>
        </p:txBody>
      </p:sp>
    </p:spTree>
    <p:extLst>
      <p:ext uri="{BB962C8B-B14F-4D97-AF65-F5344CB8AC3E}">
        <p14:creationId xmlns:p14="http://schemas.microsoft.com/office/powerpoint/2010/main" val="3437729327"/>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835" y="0"/>
            <a:ext cx="8231505" cy="1020828"/>
          </a:xfrm>
          <a:prstGeom prst="rect">
            <a:avLst/>
          </a:prstGeom>
        </p:spPr>
        <p:txBody>
          <a:bodyPr lIns="70931" tIns="35467" rIns="70931" bIns="35467"/>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381">
              <a:defRPr/>
            </a:pPr>
            <a:r>
              <a:rPr lang="en-IN" sz="5701" dirty="0" err="1">
                <a:solidFill>
                  <a:srgbClr val="000000"/>
                </a:solidFill>
                <a:latin typeface="Sanskrit 99"/>
              </a:rPr>
              <a:t>zaiNt</a:t>
            </a:r>
            <a:r>
              <a:rPr lang="en-IN" sz="5701" dirty="0">
                <a:solidFill>
                  <a:srgbClr val="000000"/>
                </a:solidFill>
                <a:latin typeface="Sanskrit 99"/>
              </a:rPr>
              <a:t> m&lt;Ç</a:t>
            </a:r>
            <a:endParaRPr lang="en-IN" sz="5701" dirty="0">
              <a:solidFill>
                <a:prstClr val="black"/>
              </a:solidFill>
              <a:latin typeface="Calibri"/>
            </a:endParaRPr>
          </a:p>
        </p:txBody>
      </p:sp>
      <p:sp>
        <p:nvSpPr>
          <p:cNvPr id="3" name="Content Placeholder 2"/>
          <p:cNvSpPr txBox="1">
            <a:spLocks/>
          </p:cNvSpPr>
          <p:nvPr/>
        </p:nvSpPr>
        <p:spPr>
          <a:xfrm>
            <a:off x="176" y="1268271"/>
            <a:ext cx="12194822" cy="5591319"/>
          </a:xfrm>
          <a:prstGeom prst="rect">
            <a:avLst/>
          </a:prstGeom>
        </p:spPr>
        <p:txBody>
          <a:bodyPr lIns="70931" tIns="35467" rIns="70931" bIns="35467">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381">
              <a:buNone/>
              <a:defRPr/>
            </a:pP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ÉvNtu</a:t>
            </a:r>
            <a:r>
              <a:rPr lang="en-IN" sz="4101" dirty="0">
                <a:solidFill>
                  <a:srgbClr val="000000"/>
                </a:solidFill>
                <a:latin typeface="Sanskrit 99"/>
              </a:rPr>
              <a:t> </a:t>
            </a:r>
            <a:r>
              <a:rPr lang="en-IN" sz="4101" dirty="0" err="1">
                <a:solidFill>
                  <a:srgbClr val="000000"/>
                </a:solidFill>
                <a:latin typeface="Sanskrit 99"/>
              </a:rPr>
              <a:t>suion</a:t>
            </a:r>
            <a:r>
              <a:rPr lang="en-IN" sz="4101" dirty="0">
                <a:solidFill>
                  <a:srgbClr val="000000"/>
                </a:solidFill>
                <a:latin typeface="Sanskrit 99"/>
              </a:rPr>
              <a:t>&gt;, </a:t>
            </a: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sNtu</a:t>
            </a:r>
            <a:r>
              <a:rPr lang="en-IN" sz="4101" dirty="0">
                <a:solidFill>
                  <a:srgbClr val="000000"/>
                </a:solidFill>
                <a:latin typeface="Sanskrit 99"/>
              </a:rPr>
              <a:t> </a:t>
            </a:r>
            <a:r>
              <a:rPr lang="en-IN" sz="4101" dirty="0" err="1">
                <a:solidFill>
                  <a:srgbClr val="000000"/>
                </a:solidFill>
                <a:latin typeface="Sanskrit 99"/>
              </a:rPr>
              <a:t>inramya</a:t>
            </a:r>
            <a:r>
              <a:rPr lang="en-IN" sz="4101" dirty="0">
                <a:solidFill>
                  <a:srgbClr val="000000"/>
                </a:solidFill>
                <a:latin typeface="Sanskrit 99"/>
              </a:rPr>
              <a:t>&gt;,</a:t>
            </a:r>
          </a:p>
          <a:p>
            <a:pPr marL="0" indent="0" algn="ctr" defTabSz="724381">
              <a:buNone/>
              <a:defRPr/>
            </a:pP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ÉÔai</a:t>
            </a:r>
            <a:r>
              <a:rPr lang="en-IN" sz="4101" dirty="0">
                <a:solidFill>
                  <a:srgbClr val="000000"/>
                </a:solidFill>
                <a:latin typeface="Sanskrit 99"/>
              </a:rPr>
              <a:t>[ </a:t>
            </a:r>
            <a:r>
              <a:rPr lang="en-IN" sz="4101" dirty="0" err="1">
                <a:solidFill>
                  <a:srgbClr val="000000"/>
                </a:solidFill>
                <a:latin typeface="Sanskrit 99"/>
              </a:rPr>
              <a:t>pZyNtu</a:t>
            </a:r>
            <a:r>
              <a:rPr lang="en-IN" sz="4101" dirty="0">
                <a:solidFill>
                  <a:srgbClr val="000000"/>
                </a:solidFill>
                <a:latin typeface="Sanskrit 99"/>
              </a:rPr>
              <a:t> , ma </a:t>
            </a:r>
            <a:r>
              <a:rPr lang="en-IN" sz="4101" dirty="0" err="1">
                <a:solidFill>
                  <a:srgbClr val="000000"/>
                </a:solidFill>
                <a:latin typeface="Sanskrit 99"/>
              </a:rPr>
              <a:t>kiít</a:t>
            </a:r>
            <a:r>
              <a:rPr lang="en-IN" sz="4101" dirty="0">
                <a:solidFill>
                  <a:srgbClr val="000000"/>
                </a:solidFill>
                <a:latin typeface="Sanskrit 99"/>
              </a:rPr>
              <a:t>! Ê&gt;</a:t>
            </a:r>
            <a:r>
              <a:rPr lang="en-IN" sz="4101" dirty="0" err="1">
                <a:solidFill>
                  <a:srgbClr val="000000"/>
                </a:solidFill>
                <a:latin typeface="Sanskrit 99"/>
              </a:rPr>
              <a:t>oÉag</a:t>
            </a:r>
            <a:r>
              <a:rPr lang="en-IN" sz="4101" dirty="0">
                <a:solidFill>
                  <a:srgbClr val="000000"/>
                </a:solidFill>
                <a:latin typeface="Sanskrit 99"/>
              </a:rPr>
              <a:t>! </a:t>
            </a:r>
            <a:r>
              <a:rPr lang="en-IN" sz="4101" dirty="0" err="1">
                <a:solidFill>
                  <a:srgbClr val="000000"/>
                </a:solidFill>
                <a:latin typeface="Sanskrit 99"/>
              </a:rPr>
              <a:t>Évet</a:t>
            </a:r>
            <a:r>
              <a:rPr lang="en-IN" sz="4101" dirty="0">
                <a:solidFill>
                  <a:srgbClr val="000000"/>
                </a:solidFill>
                <a:latin typeface="Sanskrit 99"/>
              </a:rPr>
              <a:t>!,</a:t>
            </a:r>
          </a:p>
          <a:p>
            <a:pPr marL="0" indent="0" algn="ctr" defTabSz="724381">
              <a:buNone/>
              <a:defRPr/>
            </a:pPr>
            <a:r>
              <a:rPr lang="en-IN" sz="4101" dirty="0">
                <a:solidFill>
                  <a:srgbClr val="000000"/>
                </a:solidFill>
                <a:latin typeface="Sanskrit 99"/>
              </a:rPr>
              <a:t>` </a:t>
            </a:r>
            <a:r>
              <a:rPr lang="en-IN" sz="4101" dirty="0" err="1">
                <a:solidFill>
                  <a:srgbClr val="000000"/>
                </a:solidFill>
                <a:latin typeface="Sanskrit 99"/>
              </a:rPr>
              <a:t>zaiNt</a:t>
            </a:r>
            <a:r>
              <a:rPr lang="en-IN" sz="4101" dirty="0">
                <a:solidFill>
                  <a:srgbClr val="000000"/>
                </a:solidFill>
                <a:latin typeface="Sanskrit 99"/>
              </a:rPr>
              <a:t>&gt; </a:t>
            </a:r>
            <a:r>
              <a:rPr lang="en-IN" sz="4101" dirty="0" err="1">
                <a:solidFill>
                  <a:srgbClr val="000000"/>
                </a:solidFill>
                <a:latin typeface="Sanskrit 99"/>
              </a:rPr>
              <a:t>zaiNt</a:t>
            </a:r>
            <a:r>
              <a:rPr lang="en-IN" sz="4101" dirty="0">
                <a:solidFill>
                  <a:srgbClr val="000000"/>
                </a:solidFill>
                <a:latin typeface="Sanskrit 99"/>
              </a:rPr>
              <a:t>&gt; </a:t>
            </a:r>
            <a:r>
              <a:rPr lang="en-IN" sz="4101" dirty="0" err="1">
                <a:solidFill>
                  <a:srgbClr val="000000"/>
                </a:solidFill>
                <a:latin typeface="Sanskrit 99"/>
              </a:rPr>
              <a:t>zaiNt</a:t>
            </a:r>
            <a:r>
              <a:rPr lang="en-IN" sz="4101" dirty="0">
                <a:solidFill>
                  <a:srgbClr val="000000"/>
                </a:solidFill>
                <a:latin typeface="Sanskrit 99"/>
              </a:rPr>
              <a:t>&gt;.</a:t>
            </a:r>
          </a:p>
          <a:p>
            <a:pPr marL="0" indent="0" algn="ctr" defTabSz="724381">
              <a:buNone/>
              <a:defRPr/>
            </a:pPr>
            <a:endParaRPr lang="en-US" sz="4101" dirty="0">
              <a:solidFill>
                <a:srgbClr val="000000"/>
              </a:solidFill>
              <a:latin typeface="Sanskrit 99"/>
            </a:endParaRPr>
          </a:p>
          <a:p>
            <a:pPr marL="0" indent="0" algn="ctr" defTabSz="724381">
              <a:buNone/>
              <a:defRPr/>
            </a:pP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bhavantu</a:t>
            </a:r>
            <a:r>
              <a:rPr lang="en-IN" sz="4101" dirty="0">
                <a:solidFill>
                  <a:srgbClr val="000000"/>
                </a:solidFill>
                <a:latin typeface="URW Palladio IT"/>
              </a:rPr>
              <a:t> </a:t>
            </a:r>
            <a:r>
              <a:rPr lang="en-IN" sz="4101" dirty="0" err="1">
                <a:solidFill>
                  <a:srgbClr val="000000"/>
                </a:solidFill>
                <a:latin typeface="URW Palladio IT"/>
              </a:rPr>
              <a:t>sukhinaù</a:t>
            </a:r>
            <a:r>
              <a:rPr lang="en-IN" sz="4101" dirty="0">
                <a:solidFill>
                  <a:srgbClr val="000000"/>
                </a:solidFill>
                <a:latin typeface="URW Palladio IT"/>
              </a:rPr>
              <a:t> </a:t>
            </a: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santu</a:t>
            </a:r>
            <a:r>
              <a:rPr lang="en-IN" sz="4101" dirty="0">
                <a:solidFill>
                  <a:srgbClr val="000000"/>
                </a:solidFill>
                <a:latin typeface="URW Palladio IT"/>
              </a:rPr>
              <a:t> </a:t>
            </a:r>
            <a:r>
              <a:rPr lang="en-IN" sz="4101" dirty="0" err="1">
                <a:solidFill>
                  <a:srgbClr val="000000"/>
                </a:solidFill>
                <a:latin typeface="URW Palladio IT"/>
              </a:rPr>
              <a:t>nirämayäù</a:t>
            </a:r>
            <a:endParaRPr lang="en-IN" sz="4101" dirty="0">
              <a:solidFill>
                <a:srgbClr val="000000"/>
              </a:solidFill>
              <a:latin typeface="URW Palladio IT"/>
            </a:endParaRPr>
          </a:p>
          <a:p>
            <a:pPr marL="0" indent="0" algn="ctr" defTabSz="724381">
              <a:buNone/>
              <a:defRPr/>
            </a:pP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bhadräëi</a:t>
            </a:r>
            <a:r>
              <a:rPr lang="en-IN" sz="4101" dirty="0">
                <a:solidFill>
                  <a:srgbClr val="000000"/>
                </a:solidFill>
                <a:latin typeface="URW Palladio IT"/>
              </a:rPr>
              <a:t> </a:t>
            </a:r>
            <a:r>
              <a:rPr lang="en-IN" sz="4101" dirty="0" err="1">
                <a:solidFill>
                  <a:srgbClr val="000000"/>
                </a:solidFill>
                <a:latin typeface="URW Palladio IT"/>
              </a:rPr>
              <a:t>paçyantu</a:t>
            </a:r>
            <a:r>
              <a:rPr lang="en-IN" sz="4101" dirty="0">
                <a:solidFill>
                  <a:srgbClr val="000000"/>
                </a:solidFill>
                <a:latin typeface="URW Palladio IT"/>
              </a:rPr>
              <a:t> </a:t>
            </a:r>
            <a:r>
              <a:rPr lang="en-IN" sz="4101" dirty="0" err="1">
                <a:solidFill>
                  <a:srgbClr val="000000"/>
                </a:solidFill>
                <a:latin typeface="URW Palladio IT"/>
              </a:rPr>
              <a:t>mä</a:t>
            </a:r>
            <a:r>
              <a:rPr lang="en-IN" sz="4101" dirty="0">
                <a:solidFill>
                  <a:srgbClr val="000000"/>
                </a:solidFill>
                <a:latin typeface="URW Palladio IT"/>
              </a:rPr>
              <a:t> </a:t>
            </a:r>
            <a:r>
              <a:rPr lang="en-IN" sz="4101" dirty="0" err="1">
                <a:solidFill>
                  <a:srgbClr val="000000"/>
                </a:solidFill>
                <a:latin typeface="URW Palladio IT"/>
              </a:rPr>
              <a:t>kaçcit</a:t>
            </a:r>
            <a:r>
              <a:rPr lang="en-IN" sz="4101" dirty="0">
                <a:solidFill>
                  <a:srgbClr val="000000"/>
                </a:solidFill>
                <a:latin typeface="URW Palladio IT"/>
              </a:rPr>
              <a:t> </a:t>
            </a:r>
            <a:r>
              <a:rPr lang="en-IN" sz="4101" dirty="0" err="1">
                <a:solidFill>
                  <a:srgbClr val="000000"/>
                </a:solidFill>
                <a:latin typeface="URW Palladio IT"/>
              </a:rPr>
              <a:t>duùkhabhäg</a:t>
            </a:r>
            <a:r>
              <a:rPr lang="en-IN" sz="4101" dirty="0">
                <a:solidFill>
                  <a:srgbClr val="000000"/>
                </a:solidFill>
                <a:latin typeface="URW Palladio IT"/>
              </a:rPr>
              <a:t> </a:t>
            </a:r>
            <a:r>
              <a:rPr lang="en-IN" sz="4101" dirty="0" err="1">
                <a:solidFill>
                  <a:srgbClr val="000000"/>
                </a:solidFill>
                <a:latin typeface="URW Palladio IT"/>
              </a:rPr>
              <a:t>bhavet</a:t>
            </a:r>
            <a:endParaRPr lang="en-IN" sz="4101" dirty="0">
              <a:solidFill>
                <a:srgbClr val="000000"/>
              </a:solidFill>
              <a:latin typeface="URW Palladio IT"/>
            </a:endParaRPr>
          </a:p>
          <a:p>
            <a:pPr marL="0" indent="0" algn="ctr" defTabSz="724381">
              <a:buNone/>
              <a:defRPr/>
            </a:pPr>
            <a:r>
              <a:rPr lang="en-IN" sz="4101" dirty="0">
                <a:solidFill>
                  <a:srgbClr val="000000"/>
                </a:solidFill>
                <a:latin typeface="URW Palladio IT"/>
              </a:rPr>
              <a:t>Om </a:t>
            </a:r>
            <a:r>
              <a:rPr lang="en-IN" sz="4101" dirty="0" err="1">
                <a:solidFill>
                  <a:srgbClr val="000000"/>
                </a:solidFill>
                <a:latin typeface="URW Palladio IT"/>
              </a:rPr>
              <a:t>çäntiù</a:t>
            </a:r>
            <a:r>
              <a:rPr lang="en-IN" sz="4101" dirty="0">
                <a:solidFill>
                  <a:srgbClr val="000000"/>
                </a:solidFill>
                <a:latin typeface="URW Palladio IT"/>
              </a:rPr>
              <a:t> </a:t>
            </a:r>
            <a:r>
              <a:rPr lang="en-IN" sz="4101" dirty="0" err="1">
                <a:solidFill>
                  <a:srgbClr val="000000"/>
                </a:solidFill>
                <a:latin typeface="URW Palladio IT"/>
              </a:rPr>
              <a:t>çäntiù</a:t>
            </a:r>
            <a:r>
              <a:rPr lang="en-IN" sz="4101" dirty="0">
                <a:solidFill>
                  <a:srgbClr val="000000"/>
                </a:solidFill>
                <a:latin typeface="URW Palladio IT"/>
              </a:rPr>
              <a:t> </a:t>
            </a:r>
            <a:r>
              <a:rPr lang="en-IN" sz="4101" dirty="0" err="1">
                <a:solidFill>
                  <a:srgbClr val="000000"/>
                </a:solidFill>
                <a:latin typeface="URW Palladio IT"/>
              </a:rPr>
              <a:t>çäntiù</a:t>
            </a:r>
            <a:endParaRPr lang="en-IN" sz="4101" dirty="0">
              <a:solidFill>
                <a:srgbClr val="000000"/>
              </a:solidFill>
              <a:latin typeface="URW Palladio IT"/>
            </a:endParaRPr>
          </a:p>
          <a:p>
            <a:pPr marL="0" indent="0" algn="ctr" defTabSz="724381">
              <a:buNone/>
              <a:defRPr/>
            </a:pPr>
            <a:endParaRPr lang="en-IN" sz="4101" dirty="0">
              <a:solidFill>
                <a:srgbClr val="000000"/>
              </a:solidFill>
              <a:latin typeface="URW Palladio IT"/>
            </a:endParaRPr>
          </a:p>
          <a:p>
            <a:pPr marL="0" indent="0" algn="ctr" defTabSz="724381">
              <a:buNone/>
              <a:defRPr/>
            </a:pPr>
            <a:r>
              <a:rPr lang="en-US" sz="4101" b="1" dirty="0">
                <a:solidFill>
                  <a:srgbClr val="000000"/>
                </a:solidFill>
                <a:latin typeface="URW Palladio IT"/>
              </a:rPr>
              <a:t>May all be happy. May all be free from diseases. May all see things auspicious. May none be subjected to misery.</a:t>
            </a:r>
          </a:p>
          <a:p>
            <a:pPr marL="0" indent="0" algn="ctr" defTabSz="724381">
              <a:buNone/>
              <a:defRPr/>
            </a:pPr>
            <a:r>
              <a:rPr lang="en-US" sz="4101" b="1" dirty="0">
                <a:solidFill>
                  <a:srgbClr val="000000"/>
                </a:solidFill>
                <a:latin typeface="URW Palladio IT"/>
              </a:rPr>
              <a:t>Om Peace </a:t>
            </a:r>
            <a:r>
              <a:rPr lang="en-US" sz="4101" b="1" dirty="0" err="1">
                <a:solidFill>
                  <a:srgbClr val="000000"/>
                </a:solidFill>
                <a:latin typeface="URW Palladio IT"/>
              </a:rPr>
              <a:t>Peace</a:t>
            </a:r>
            <a:r>
              <a:rPr lang="en-US" sz="4101" b="1" dirty="0">
                <a:solidFill>
                  <a:srgbClr val="000000"/>
                </a:solidFill>
                <a:latin typeface="URW Palladio IT"/>
              </a:rPr>
              <a:t> </a:t>
            </a:r>
            <a:r>
              <a:rPr lang="en-US" sz="4101" b="1" dirty="0" err="1">
                <a:solidFill>
                  <a:srgbClr val="000000"/>
                </a:solidFill>
                <a:latin typeface="URW Palladio IT"/>
              </a:rPr>
              <a:t>Peace</a:t>
            </a:r>
            <a:r>
              <a:rPr lang="en-US" sz="4101" b="1" dirty="0">
                <a:solidFill>
                  <a:srgbClr val="000000"/>
                </a:solidFill>
                <a:latin typeface="URW Palladio IT"/>
              </a:rPr>
              <a:t>!</a:t>
            </a:r>
            <a:endParaRPr lang="en-IN" sz="4101" b="1" dirty="0">
              <a:solidFill>
                <a:srgbClr val="000000"/>
              </a:solidFill>
              <a:latin typeface="Sanskrit 99"/>
            </a:endParaRPr>
          </a:p>
        </p:txBody>
      </p:sp>
    </p:spTree>
    <p:extLst>
      <p:ext uri="{BB962C8B-B14F-4D97-AF65-F5344CB8AC3E}">
        <p14:creationId xmlns:p14="http://schemas.microsoft.com/office/powerpoint/2010/main" val="1999876195"/>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SimSun"/>
        <a:cs typeface=""/>
      </a:majorFont>
      <a:minorFont>
        <a:latin typeface="Calibri"/>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SimSun" pitchFamily="2" charset="-122"/>
            <a:sym typeface="Arial" pitchFamily="34" charset="0"/>
          </a:defRPr>
        </a:defPPr>
      </a:lst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1678</TotalTime>
  <Words>1452</Words>
  <Application>Microsoft Office PowerPoint</Application>
  <PresentationFormat>Custom</PresentationFormat>
  <Paragraphs>751</Paragraphs>
  <Slides>79</Slides>
  <Notes>5</Notes>
  <HiddenSlides>0</HiddenSlides>
  <MMClips>0</MMClips>
  <ScaleCrop>false</ScaleCrop>
  <HeadingPairs>
    <vt:vector size="6" baseType="variant">
      <vt:variant>
        <vt:lpstr>Fonts Used</vt:lpstr>
      </vt:variant>
      <vt:variant>
        <vt:i4>20</vt:i4>
      </vt:variant>
      <vt:variant>
        <vt:lpstr>Theme</vt:lpstr>
      </vt:variant>
      <vt:variant>
        <vt:i4>3</vt:i4>
      </vt:variant>
      <vt:variant>
        <vt:lpstr>Slide Titles</vt:lpstr>
      </vt:variant>
      <vt:variant>
        <vt:i4>79</vt:i4>
      </vt:variant>
    </vt:vector>
  </HeadingPairs>
  <TitlesOfParts>
    <vt:vector size="102" baseType="lpstr">
      <vt:lpstr>宋体</vt:lpstr>
      <vt:lpstr>宋体</vt:lpstr>
      <vt:lpstr>AGaramond Bold</vt:lpstr>
      <vt:lpstr>Aparajita</vt:lpstr>
      <vt:lpstr>Arial</vt:lpstr>
      <vt:lpstr>BRH Kannada</vt:lpstr>
      <vt:lpstr>BRH Kannada Extra</vt:lpstr>
      <vt:lpstr>Calibri</vt:lpstr>
      <vt:lpstr>DFKai-SB</vt:lpstr>
      <vt:lpstr>GITA1</vt:lpstr>
      <vt:lpstr>Mangal</vt:lpstr>
      <vt:lpstr>Palatino Linotype</vt:lpstr>
      <vt:lpstr>Sanskrit 2003</vt:lpstr>
      <vt:lpstr>Sanskrit 99</vt:lpstr>
      <vt:lpstr>Times New Roman</vt:lpstr>
      <vt:lpstr>Tunga</vt:lpstr>
      <vt:lpstr>URW Palladio IT</vt:lpstr>
      <vt:lpstr>URW Palladio ITU</vt:lpstr>
      <vt:lpstr>Wingdings</vt:lpstr>
      <vt:lpstr>Wingdings 2</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zaiNt m&lt;Ç</dc:title>
  <dc:creator>GATEWAY</dc:creator>
  <cp:lastModifiedBy>IT Dept</cp:lastModifiedBy>
  <cp:revision>235</cp:revision>
  <dcterms:created xsi:type="dcterms:W3CDTF">2016-12-29T08:37:33Z</dcterms:created>
  <dcterms:modified xsi:type="dcterms:W3CDTF">2021-02-16T01:19:57Z</dcterms:modified>
</cp:coreProperties>
</file>